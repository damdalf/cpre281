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notesSlides/notesSlide3.xml" ContentType="application/vnd.openxmlformats-officedocument.presentationml.notesSlide+xml"/>
  <Override PartName="/ppt/ink/ink10.xml" ContentType="application/inkml+xml"/>
  <Override PartName="/ppt/notesSlides/notesSlide4.xml" ContentType="application/vnd.openxmlformats-officedocument.presentationml.notesSlide+xml"/>
  <Override PartName="/ppt/ink/ink11.xml" ContentType="application/inkml+xml"/>
  <Override PartName="/ppt/notesSlides/notesSlide5.xml" ContentType="application/vnd.openxmlformats-officedocument.presentationml.notesSlide+xml"/>
  <Override PartName="/ppt/ink/ink12.xml" ContentType="application/inkml+xml"/>
  <Override PartName="/ppt/ink/ink13.xml" ContentType="application/inkml+xml"/>
  <Override PartName="/ppt/notesSlides/notesSlide6.xml" ContentType="application/vnd.openxmlformats-officedocument.presentationml.notesSlide+xml"/>
  <Override PartName="/ppt/ink/ink14.xml" ContentType="application/inkml+xml"/>
  <Override PartName="/ppt/ink/ink15.xml" ContentType="application/inkml+xml"/>
  <Override PartName="/ppt/ink/ink16.xml" ContentType="application/inkml+xml"/>
  <Override PartName="/ppt/notesSlides/notesSlide7.xml" ContentType="application/vnd.openxmlformats-officedocument.presentationml.notesSlide+xml"/>
  <Override PartName="/ppt/ink/ink17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62"/>
  </p:notesMasterIdLst>
  <p:handoutMasterIdLst>
    <p:handoutMasterId r:id="rId63"/>
  </p:handoutMasterIdLst>
  <p:sldIdLst>
    <p:sldId id="788" r:id="rId5"/>
    <p:sldId id="2148" r:id="rId6"/>
    <p:sldId id="774" r:id="rId7"/>
    <p:sldId id="325" r:id="rId8"/>
    <p:sldId id="1917" r:id="rId9"/>
    <p:sldId id="1362" r:id="rId10"/>
    <p:sldId id="1918" r:id="rId11"/>
    <p:sldId id="1860" r:id="rId12"/>
    <p:sldId id="1861" r:id="rId13"/>
    <p:sldId id="1862" r:id="rId14"/>
    <p:sldId id="1863" r:id="rId15"/>
    <p:sldId id="1872" r:id="rId16"/>
    <p:sldId id="1869" r:id="rId17"/>
    <p:sldId id="1870" r:id="rId18"/>
    <p:sldId id="1871" r:id="rId19"/>
    <p:sldId id="1854" r:id="rId20"/>
    <p:sldId id="1923" r:id="rId21"/>
    <p:sldId id="1864" r:id="rId22"/>
    <p:sldId id="1874" r:id="rId23"/>
    <p:sldId id="1876" r:id="rId24"/>
    <p:sldId id="1879" r:id="rId25"/>
    <p:sldId id="1880" r:id="rId26"/>
    <p:sldId id="1881" r:id="rId27"/>
    <p:sldId id="1883" r:id="rId28"/>
    <p:sldId id="1884" r:id="rId29"/>
    <p:sldId id="1885" r:id="rId30"/>
    <p:sldId id="1886" r:id="rId31"/>
    <p:sldId id="1887" r:id="rId32"/>
    <p:sldId id="1888" r:id="rId33"/>
    <p:sldId id="1889" r:id="rId34"/>
    <p:sldId id="1890" r:id="rId35"/>
    <p:sldId id="1891" r:id="rId36"/>
    <p:sldId id="1892" r:id="rId37"/>
    <p:sldId id="1893" r:id="rId38"/>
    <p:sldId id="1855" r:id="rId39"/>
    <p:sldId id="1895" r:id="rId40"/>
    <p:sldId id="1896" r:id="rId41"/>
    <p:sldId id="1897" r:id="rId42"/>
    <p:sldId id="1857" r:id="rId43"/>
    <p:sldId id="1925" r:id="rId44"/>
    <p:sldId id="1900" r:id="rId45"/>
    <p:sldId id="1906" r:id="rId46"/>
    <p:sldId id="1907" r:id="rId47"/>
    <p:sldId id="1908" r:id="rId48"/>
    <p:sldId id="1922" r:id="rId49"/>
    <p:sldId id="1858" r:id="rId50"/>
    <p:sldId id="1904" r:id="rId51"/>
    <p:sldId id="1905" r:id="rId52"/>
    <p:sldId id="1909" r:id="rId53"/>
    <p:sldId id="1916" r:id="rId54"/>
    <p:sldId id="1924" r:id="rId55"/>
    <p:sldId id="336" r:id="rId56"/>
    <p:sldId id="353" r:id="rId57"/>
    <p:sldId id="2149" r:id="rId58"/>
    <p:sldId id="2164" r:id="rId59"/>
    <p:sldId id="2166" r:id="rId60"/>
    <p:sldId id="2146" r:id="rId61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376" autoAdjust="0"/>
    <p:restoredTop sz="94690"/>
  </p:normalViewPr>
  <p:slideViewPr>
    <p:cSldViewPr>
      <p:cViewPr varScale="1">
        <p:scale>
          <a:sx n="83" d="100"/>
          <a:sy n="83" d="100"/>
        </p:scale>
        <p:origin x="981" y="51"/>
      </p:cViewPr>
      <p:guideLst>
        <p:guide orient="horz" pos="912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63" Type="http://schemas.openxmlformats.org/officeDocument/2006/relationships/handoutMaster" Target="handoutMasters/handoutMaster1.xml"/><Relationship Id="rId68" Type="http://schemas.microsoft.com/office/2016/11/relationships/changesInfo" Target="changesInfos/changesInfo1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66" Type="http://schemas.openxmlformats.org/officeDocument/2006/relationships/theme" Target="theme/theme1.xml"/><Relationship Id="rId5" Type="http://schemas.openxmlformats.org/officeDocument/2006/relationships/slide" Target="slides/slide1.xml"/><Relationship Id="rId61" Type="http://schemas.openxmlformats.org/officeDocument/2006/relationships/slide" Target="slides/slide57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64" Type="http://schemas.openxmlformats.org/officeDocument/2006/relationships/presProps" Target="presProp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slide" Target="slides/slide55.xml"/><Relationship Id="rId67" Type="http://schemas.openxmlformats.org/officeDocument/2006/relationships/tableStyles" Target="tableStyle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notesMaster" Target="notesMasters/notes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1B1C66DA-99FF-4FA7-9928-EE46809DED9F}"/>
    <pc:docChg chg="undo custSel modSld">
      <pc:chgData name="Ahamed, Md Maruf [E CPE]" userId="6f647de5-aeca-43cd-b76c-e84c6089bcf4" providerId="ADAL" clId="{1B1C66DA-99FF-4FA7-9928-EE46809DED9F}" dt="2022-04-11T22:02:32.013" v="27"/>
      <pc:docMkLst>
        <pc:docMk/>
      </pc:docMkLst>
      <pc:sldChg chg="add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325"/>
        </pc:sldMkLst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325"/>
            <ac:inkMk id="3" creationId="{4C969363-77CD-4948-AC85-AE799838AA03}"/>
          </ac:inkMkLst>
        </pc:inkChg>
      </pc:sldChg>
      <pc:sldChg chg="addSp delSp mod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353"/>
        </pc:sldMkLst>
        <pc:spChg chg="mod">
          <ac:chgData name="Ahamed, Md Maruf [E CPE]" userId="6f647de5-aeca-43cd-b76c-e84c6089bcf4" providerId="ADAL" clId="{1B1C66DA-99FF-4FA7-9928-EE46809DED9F}" dt="2022-04-11T20:47:48.094" v="23" actId="1076"/>
          <ac:spMkLst>
            <pc:docMk/>
            <pc:sldMk cId="0" sldId="353"/>
            <ac:spMk id="89" creationId="{67A46BA2-E72C-45C2-81C1-0151401C51E9}"/>
          </ac:spMkLst>
        </pc:spChg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353"/>
            <ac:inkMk id="2" creationId="{03360947-86B4-431F-9B49-235BFEC051D6}"/>
          </ac:inkMkLst>
        </pc:inkChg>
        <pc:inkChg chg="del">
          <ac:chgData name="Ahamed, Md Maruf [E CPE]" userId="6f647de5-aeca-43cd-b76c-e84c6089bcf4" providerId="ADAL" clId="{1B1C66DA-99FF-4FA7-9928-EE46809DED9F}" dt="2022-04-10T17:33:29" v="13" actId="478"/>
          <ac:inkMkLst>
            <pc:docMk/>
            <pc:sldMk cId="0" sldId="353"/>
            <ac:inkMk id="2" creationId="{210078F9-4A9E-43CC-A2EA-4EE01000A9B1}"/>
          </ac:inkMkLst>
        </pc:inkChg>
        <pc:inkChg chg="add mod">
          <ac:chgData name="Ahamed, Md Maruf [E CPE]" userId="6f647de5-aeca-43cd-b76c-e84c6089bcf4" providerId="ADAL" clId="{1B1C66DA-99FF-4FA7-9928-EE46809DED9F}" dt="2022-04-11T20:47:58.579" v="26" actId="1076"/>
          <ac:inkMkLst>
            <pc:docMk/>
            <pc:sldMk cId="0" sldId="353"/>
            <ac:inkMk id="5" creationId="{F9AD3CA5-0FFB-47D0-9ADD-694789DAC71A}"/>
          </ac:inkMkLst>
        </pc:inkChg>
        <pc:inkChg chg="add mod">
          <ac:chgData name="Ahamed, Md Maruf [E CPE]" userId="6f647de5-aeca-43cd-b76c-e84c6089bcf4" providerId="ADAL" clId="{1B1C66DA-99FF-4FA7-9928-EE46809DED9F}" dt="2022-04-11T20:47:58.579" v="26" actId="1076"/>
          <ac:inkMkLst>
            <pc:docMk/>
            <pc:sldMk cId="0" sldId="353"/>
            <ac:inkMk id="6" creationId="{758C13B7-C11D-43F8-B066-7B66F7825B05}"/>
          </ac:inkMkLst>
        </pc:inkChg>
      </pc:sldChg>
      <pc:sldChg chg="modSp">
        <pc:chgData name="Ahamed, Md Maruf [E CPE]" userId="6f647de5-aeca-43cd-b76c-e84c6089bcf4" providerId="ADAL" clId="{1B1C66DA-99FF-4FA7-9928-EE46809DED9F}" dt="2022-04-10T17:32:01.609" v="5" actId="20577"/>
        <pc:sldMkLst>
          <pc:docMk/>
          <pc:sldMk cId="1865281566" sldId="774"/>
        </pc:sldMkLst>
        <pc:spChg chg="mod">
          <ac:chgData name="Ahamed, Md Maruf [E CPE]" userId="6f647de5-aeca-43cd-b76c-e84c6089bcf4" providerId="ADAL" clId="{1B1C66DA-99FF-4FA7-9928-EE46809DED9F}" dt="2022-04-10T17:32:01.609" v="5" actId="20577"/>
          <ac:spMkLst>
            <pc:docMk/>
            <pc:sldMk cId="1865281566" sldId="774"/>
            <ac:spMk id="207875" creationId="{D583FDE5-0A59-BD41-A182-AC71C16B0812}"/>
          </ac:spMkLst>
        </pc:spChg>
      </pc:sldChg>
      <pc:sldChg chg="addSp del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854"/>
        </pc:sldMkLst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854"/>
            <ac:inkMk id="2" creationId="{75163481-D72F-4D97-A55B-3AF546F07BB4}"/>
          </ac:inkMkLst>
        </pc:inkChg>
        <pc:inkChg chg="del">
          <ac:chgData name="Ahamed, Md Maruf [E CPE]" userId="6f647de5-aeca-43cd-b76c-e84c6089bcf4" providerId="ADAL" clId="{1B1C66DA-99FF-4FA7-9928-EE46809DED9F}" dt="2022-04-11T20:34:43.646" v="20" actId="478"/>
          <ac:inkMkLst>
            <pc:docMk/>
            <pc:sldMk cId="0" sldId="1854"/>
            <ac:inkMk id="2" creationId="{9FEB9FE3-8644-4769-B955-954E83D14863}"/>
          </ac:inkMkLst>
        </pc:inkChg>
      </pc:sldChg>
      <pc:sldChg chg="addSp del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855"/>
        </pc:sldMkLst>
        <pc:inkChg chg="del">
          <ac:chgData name="Ahamed, Md Maruf [E CPE]" userId="6f647de5-aeca-43cd-b76c-e84c6089bcf4" providerId="ADAL" clId="{1B1C66DA-99FF-4FA7-9928-EE46809DED9F}" dt="2022-04-10T17:32:56.471" v="8" actId="478"/>
          <ac:inkMkLst>
            <pc:docMk/>
            <pc:sldMk cId="0" sldId="1855"/>
            <ac:inkMk id="2" creationId="{52973C41-8249-439C-9A40-FF35527BA755}"/>
          </ac:inkMkLst>
        </pc:inkChg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855"/>
            <ac:inkMk id="2" creationId="{CABF61FF-52B9-4A58-A355-008DF458AF98}"/>
          </ac:inkMkLst>
        </pc:inkChg>
      </pc:sldChg>
      <pc:sldChg chg="add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857"/>
        </pc:sldMkLst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857"/>
            <ac:inkMk id="2" creationId="{5AF2B1A3-09CE-4530-A3CC-B86388FF631E}"/>
          </ac:inkMkLst>
        </pc:inkChg>
      </pc:sldChg>
      <pc:sldChg chg="add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858"/>
        </pc:sldMkLst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858"/>
            <ac:inkMk id="2" creationId="{9E104F83-A864-41AD-ACAF-6012CD5A3436}"/>
          </ac:inkMkLst>
        </pc:inkChg>
      </pc:sldChg>
      <pc:sldChg chg="addSp del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861"/>
        </pc:sldMkLst>
        <pc:inkChg chg="del">
          <ac:chgData name="Ahamed, Md Maruf [E CPE]" userId="6f647de5-aeca-43cd-b76c-e84c6089bcf4" providerId="ADAL" clId="{1B1C66DA-99FF-4FA7-9928-EE46809DED9F}" dt="2022-04-10T17:32:40.148" v="6" actId="478"/>
          <ac:inkMkLst>
            <pc:docMk/>
            <pc:sldMk cId="0" sldId="1861"/>
            <ac:inkMk id="3" creationId="{D582EF83-9582-459D-8F45-FD28929230C6}"/>
          </ac:inkMkLst>
        </pc:inkChg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861"/>
            <ac:inkMk id="3" creationId="{E4F3B6EC-CBEF-482C-83B2-671C35EF6E35}"/>
          </ac:inkMkLst>
        </pc:inkChg>
      </pc:sldChg>
      <pc:sldChg chg="addSp del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892"/>
        </pc:sldMkLst>
        <pc:inkChg chg="del">
          <ac:chgData name="Ahamed, Md Maruf [E CPE]" userId="6f647de5-aeca-43cd-b76c-e84c6089bcf4" providerId="ADAL" clId="{1B1C66DA-99FF-4FA7-9928-EE46809DED9F}" dt="2022-04-10T17:32:52.303" v="7" actId="478"/>
          <ac:inkMkLst>
            <pc:docMk/>
            <pc:sldMk cId="0" sldId="1892"/>
            <ac:inkMk id="2" creationId="{2FDA291D-8764-4712-9CFC-E683458DACD6}"/>
          </ac:inkMkLst>
        </pc:inkChg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892"/>
            <ac:inkMk id="2" creationId="{B2943988-75D6-4CB4-9009-B8574ED6DD10}"/>
          </ac:inkMkLst>
        </pc:inkChg>
      </pc:sldChg>
      <pc:sldChg chg="addSp delSp mod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896"/>
        </pc:sldMkLst>
        <pc:grpChg chg="mod">
          <ac:chgData name="Ahamed, Md Maruf [E CPE]" userId="6f647de5-aeca-43cd-b76c-e84c6089bcf4" providerId="ADAL" clId="{1B1C66DA-99FF-4FA7-9928-EE46809DED9F}" dt="2022-04-10T17:33:08.583" v="11" actId="1035"/>
          <ac:grpSpMkLst>
            <pc:docMk/>
            <pc:sldMk cId="0" sldId="1896"/>
            <ac:grpSpMk id="48130" creationId="{C309980C-BE29-4342-8E01-08225569ED27}"/>
          </ac:grpSpMkLst>
        </pc:grpChg>
        <pc:inkChg chg="del">
          <ac:chgData name="Ahamed, Md Maruf [E CPE]" userId="6f647de5-aeca-43cd-b76c-e84c6089bcf4" providerId="ADAL" clId="{1B1C66DA-99FF-4FA7-9928-EE46809DED9F}" dt="2022-04-10T17:33:05.928" v="9" actId="478"/>
          <ac:inkMkLst>
            <pc:docMk/>
            <pc:sldMk cId="0" sldId="1896"/>
            <ac:inkMk id="2" creationId="{469D2E15-4B17-4837-A94F-DC26A55F0AF8}"/>
          </ac:inkMkLst>
        </pc:inkChg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896"/>
            <ac:inkMk id="2" creationId="{DF66C564-B00D-4539-BCD2-027406922A0F}"/>
          </ac:inkMkLst>
        </pc:inkChg>
      </pc:sldChg>
      <pc:sldChg chg="addSp delSp">
        <pc:chgData name="Ahamed, Md Maruf [E CPE]" userId="6f647de5-aeca-43cd-b76c-e84c6089bcf4" providerId="ADAL" clId="{1B1C66DA-99FF-4FA7-9928-EE46809DED9F}" dt="2022-04-11T22:02:32.013" v="27"/>
        <pc:sldMkLst>
          <pc:docMk/>
          <pc:sldMk cId="0" sldId="1900"/>
        </pc:sldMkLst>
        <pc:inkChg chg="del">
          <ac:chgData name="Ahamed, Md Maruf [E CPE]" userId="6f647de5-aeca-43cd-b76c-e84c6089bcf4" providerId="ADAL" clId="{1B1C66DA-99FF-4FA7-9928-EE46809DED9F}" dt="2022-04-10T17:33:15.664" v="12" actId="478"/>
          <ac:inkMkLst>
            <pc:docMk/>
            <pc:sldMk cId="0" sldId="1900"/>
            <ac:inkMk id="2" creationId="{129A8457-038D-4F83-A699-2E0681B462A8}"/>
          </ac:inkMkLst>
        </pc:inkChg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0" sldId="1900"/>
            <ac:inkMk id="2" creationId="{B8A758EA-11CD-4554-A7C2-490D0B7EB830}"/>
          </ac:inkMkLst>
        </pc:inkChg>
      </pc:sldChg>
      <pc:sldChg chg="addSp">
        <pc:chgData name="Ahamed, Md Maruf [E CPE]" userId="6f647de5-aeca-43cd-b76c-e84c6089bcf4" providerId="ADAL" clId="{1B1C66DA-99FF-4FA7-9928-EE46809DED9F}" dt="2022-04-11T22:02:32.013" v="27"/>
        <pc:sldMkLst>
          <pc:docMk/>
          <pc:sldMk cId="2383169260" sldId="1918"/>
        </pc:sldMkLst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2383169260" sldId="1918"/>
            <ac:inkMk id="2" creationId="{3CBF9950-13C2-4168-B296-26D2A7DA0EE5}"/>
          </ac:inkMkLst>
        </pc:inkChg>
      </pc:sldChg>
      <pc:sldChg chg="addSp">
        <pc:chgData name="Ahamed, Md Maruf [E CPE]" userId="6f647de5-aeca-43cd-b76c-e84c6089bcf4" providerId="ADAL" clId="{1B1C66DA-99FF-4FA7-9928-EE46809DED9F}" dt="2022-04-11T22:02:32.013" v="27"/>
        <pc:sldMkLst>
          <pc:docMk/>
          <pc:sldMk cId="1068929043" sldId="1924"/>
        </pc:sldMkLst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1068929043" sldId="1924"/>
            <ac:inkMk id="2" creationId="{CF220172-1EA0-4731-95B2-806B9B596064}"/>
          </ac:inkMkLst>
        </pc:inkChg>
      </pc:sldChg>
      <pc:sldChg chg="delSp modSp">
        <pc:chgData name="Ahamed, Md Maruf [E CPE]" userId="6f647de5-aeca-43cd-b76c-e84c6089bcf4" providerId="ADAL" clId="{1B1C66DA-99FF-4FA7-9928-EE46809DED9F}" dt="2022-04-10T19:14:52.998" v="19" actId="115"/>
        <pc:sldMkLst>
          <pc:docMk/>
          <pc:sldMk cId="2093602442" sldId="2164"/>
        </pc:sldMkLst>
        <pc:spChg chg="mod">
          <ac:chgData name="Ahamed, Md Maruf [E CPE]" userId="6f647de5-aeca-43cd-b76c-e84c6089bcf4" providerId="ADAL" clId="{1B1C66DA-99FF-4FA7-9928-EE46809DED9F}" dt="2022-04-10T19:14:52.998" v="19" actId="115"/>
          <ac:spMkLst>
            <pc:docMk/>
            <pc:sldMk cId="2093602442" sldId="2164"/>
            <ac:spMk id="4" creationId="{DB5EF053-F1FE-41F1-A068-8B4ACEE51EBA}"/>
          </ac:spMkLst>
        </pc:spChg>
        <pc:inkChg chg="del">
          <ac:chgData name="Ahamed, Md Maruf [E CPE]" userId="6f647de5-aeca-43cd-b76c-e84c6089bcf4" providerId="ADAL" clId="{1B1C66DA-99FF-4FA7-9928-EE46809DED9F}" dt="2022-04-10T19:14:42.226" v="18" actId="478"/>
          <ac:inkMkLst>
            <pc:docMk/>
            <pc:sldMk cId="2093602442" sldId="2164"/>
            <ac:inkMk id="2" creationId="{F56FED07-1ED9-4E0C-AC34-8149D616E419}"/>
          </ac:inkMkLst>
        </pc:inkChg>
      </pc:sldChg>
      <pc:sldChg chg="addSp modSp">
        <pc:chgData name="Ahamed, Md Maruf [E CPE]" userId="6f647de5-aeca-43cd-b76c-e84c6089bcf4" providerId="ADAL" clId="{1B1C66DA-99FF-4FA7-9928-EE46809DED9F}" dt="2022-04-11T22:02:32.013" v="27"/>
        <pc:sldMkLst>
          <pc:docMk/>
          <pc:sldMk cId="3422891190" sldId="2166"/>
        </pc:sldMkLst>
        <pc:spChg chg="mod">
          <ac:chgData name="Ahamed, Md Maruf [E CPE]" userId="6f647de5-aeca-43cd-b76c-e84c6089bcf4" providerId="ADAL" clId="{1B1C66DA-99FF-4FA7-9928-EE46809DED9F}" dt="2022-04-10T19:14:37.688" v="17" actId="20577"/>
          <ac:spMkLst>
            <pc:docMk/>
            <pc:sldMk cId="3422891190" sldId="2166"/>
            <ac:spMk id="4" creationId="{DB5EF053-F1FE-41F1-A068-8B4ACEE51EBA}"/>
          </ac:spMkLst>
        </pc:spChg>
        <pc:inkChg chg="add">
          <ac:chgData name="Ahamed, Md Maruf [E CPE]" userId="6f647de5-aeca-43cd-b76c-e84c6089bcf4" providerId="ADAL" clId="{1B1C66DA-99FF-4FA7-9928-EE46809DED9F}" dt="2022-04-11T22:02:32.013" v="27"/>
          <ac:inkMkLst>
            <pc:docMk/>
            <pc:sldMk cId="3422891190" sldId="2166"/>
            <ac:inkMk id="2" creationId="{6E8D7EB0-0D7C-4459-BD68-D99A237C790A}"/>
          </ac:inkMkLst>
        </pc:inkChg>
      </pc:sldChg>
    </pc:docChg>
  </pc:docChgLst>
  <pc:docChgLst>
    <pc:chgData name="Md Maruf Ahamed" userId="6f647de5-aeca-43cd-b76c-e84c6089bcf4" providerId="ADAL" clId="{4C567C71-1978-4133-8D7F-EED1F165414E}"/>
  </pc:docChgLst>
  <pc:docChgLst>
    <pc:chgData name="Ahamed, Md Maruf [E CPE]" userId="6f647de5-aeca-43cd-b76c-e84c6089bcf4" providerId="ADAL" clId="{03F1428D-BC6B-4DED-8821-68C1CE65BD3C}"/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26:28.76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19481 923 1552 0,'0'0'44'0,"0"-5"10"0,0-3-43 0,0 0-11 0,3 0 0 0,0 3 0 15,-3 2 129-15,3-7 24 0,-3 7 5 16,3-2 1-16,-3 2-50 0,0 3-9 0,0 0-3 0,0 0 0 16,0 0-26-16,0 0-6 0,0 0-1 0,0 0 0 15,0 0-13-15,0 0-3 0,-6 8-1 0,3 0 0 16,-3 8-24-16,0 0-5 0,0 5-1 0,1 5 0 15,-1-2-17-15,0 5 0 0,-3-5 0 0,3 5 0 16,0 0 0-16,0 1 0 0,0-1 0 0,0 0 0 16,3 0 0-16,-3 0 0 0,3 3 0 0,0-3 0 15,0 0-23-15,3-5-8 0,-3 5-1 16,0-5-1-16,3-3-33 0,-3 0-6 0,3 0-2 16,0-5-700-16,-3-3-140 0</inkml:trace>
  <inkml:trace contextRef="#ctx0" brushRef="#br0" timeOffset="353.554">19419 1037 1497 0,'0'0'32'0,"0"0"8"0,-3-2 0 0,3 2 4 0,0-6-36 0,0-2-8 0,0 3 0 0,3 2 0 16,0-5 123-16,0 1 22 0,3 1 5 0,0-2 1 15,3 0-37-15,0 3-7 0,2-3-2 0,1 0 0 16,3 0-33-16,0 3-6 0,0-3-2 0,3 0 0 16,3 0-48-16,-3 0-16 0,2 0 10 0,4 3-10 15,-3-3 12-15,3 5-2 0,-3-2-1 0,3 0 0 16,-7 2-17-16,4-2-4 0,-3 2-1 0,-3-2 0 15,3 2 23-15,-3-2 5 0,-3 5 1 0,2-3 0 16,-2 3-26-16,-3-5-5 0,0 5-1 0,0 5 0 31,-3-5-140-31,0 0-29 0,-3 3-6 0</inkml:trace>
  <inkml:trace contextRef="#ctx0" brushRef="#br0" timeOffset="617.464">19443 1220 1497 0,'0'0'32'0,"0"0"8"0,0 0 0 0,0 0 4 0,0 0-36 16,0 0-8-16,0 0 0 0,6-5 0 0,0 5 104 0,0 0 20 0,-1-3 3 0,4 3 1 15,0 0-52-15,3 0-9 0,0-5-3 0,0 5 0 16,6-3-5-16,-3 3-2 0,3 0 0 0,-1 0 0 16,4 0-39-16,-3-5-8 0,3 5-2 0,0 0 0 15,0 0-8-15,0-6-16 0,-1 4 4 0,1 2-699 16,-3-6-140-16</inkml:trace>
  <inkml:trace contextRef="#ctx0" brushRef="#br0" timeOffset="1140.337">20556 998 1897 0,'0'0'41'0,"0"0"9"0,0-6 2 0,0 4 2 0,0-9-43 0,0 8-11 16,-3-5 0-16,0 3 0 15,0 2 72-15,-3-2 13 0,3 3 3 0,-6-4 0 0,3 1-33 0,-6 2-7 16,3 3 0-16,-6 0-1 0,1 0-14 0,-4 0-2 16,0 0-1-16,-6 3 0 0,3 2-15 0,-3 3-3 15,1 0-1-15,-1 0 0 0,3 0-11 0,0 5 0 16,3-5 9-16,0 5-9 0,3 1 0 0,4-6 0 15,2 2 0-15,0 3 0 0,6 1 0 0,0-4 0 16,0 3-9-16,6 1 9 0,0-6-9 0,3 7 9 0,0-7-12 0,6 6 12 16,2-6-11-16,1 5 11 15,6-5-10-15,3 0 10 0,0 0 0 0,0 0 0 0,2 0 0 0,1-1 0 16,0 1 0-16,-3 3 0 0,0-3 0 0,-4 0 0 16,-2 0 0-16,0 0 0 0,-6-3 0 0,-3 3 0 15,0 0 0-15,-3 0 0 0,-3 0 0 0,0-3 0 16,-3 3-13-16,-6 0-7 0,0 0 0 0,-3 0-1 15,-3 0 68-15,-3 0 13 0,-3 0 4 0,0 2 0 16,-2-2-52-16,-1 0-12 0,-3 0 0 0,-3 0 0 16,0-3 0-16,4 3 0 0,-1 0 0 15,0-5 0-15,3 7 0 0,-3-7 0 0,6 2 0 0,-2-2 0 16,-1 2 0-16,0-2 0 0,3 2 0 0,-3-5 0 16,6 0-152-1,-3 0-32-15,4 0-8 0</inkml:trace>
  <inkml:trace contextRef="#ctx0" brushRef="#br0" timeOffset="2422.062">20982 931 1436 0,'0'0'32'0,"0"0"6"0,0 0 2 0,0 0 0 0,0 0-32 0,0 0-8 0,0 0 0 0,0 0 0 16,0 0 74-16,0 0 14 0,0 0 2 0,0 0 1 31,0 0-23-31,0 0-4 0,3 8 0 0,0-5-1 0,-3 8-16 0,2-4-3 0,-2 1-1 0,3 3 0 16,-3 2-18-16,0 0-3 0,0-2-1 0,3 2 0 15,-3 3-21-15,0-3 0 0,0 3 0 0,3 0 8 16,-3 3-8-16,0-3-15 0,3-1 4 0,-3 1 1 15,3 3 10-15,-3-3 14 0,0-3-3 16,0 3-1-16,0 0-10 0,0-3 0 0,0 3 0 0,0-3 0 16,0 3-11-16,0-3-1 0,0-2 0 0,0 2 0 15,0 0 3-15,-3-5 0 0,3 0 0 0,-3 0 0 16,3 0 9-16,0-3 0 0,0-5 0 0,0 0-8 16,0 0 8-16,0 0 0 0,0 0 0 0,0 0 0 15,0 0 12-15,0 0-1 0,-3-5-1 0,0-3 0 16,3 0 7-16,0-5 2 0,0 0 0 0,0-3 0 15,0 0-6-15,3 0-1 0,0-5 0 0,0-3 0 16,0 3-12-16,0-6 8 0,3 4-8 0,-3-1 0 0,3-5 10 16,-3 0-10-16,3-1 10 0,-3 1-10 15,3 0 16-15,0 5-4 0,0 1 0 0,0-4 0 0,0 6 4 0,3 5 1 16,-3 0 0-16,0 0 0 0,3 3-3 0,0 5-1 16,0 0 0-16,-1 0 0 0,1 3-4 0,0-3-1 15,3 8 0-15,-3 0 0 0,0-5 1 0,0 10 0 16,3-5 0-16,-3 5 0 0,0 3-9 0,0 0 10 15,0 0-10-15,0 5 10 0,-3-2 14 0,2 5 2 0,-2 2 1 16,0 1 0 0,-3-1-45-16,3 4-9 0,-3-7-1 0,0 7-1 0,-3-7 18 0,0 1 11 15,0-2-12-15,0 1 12 0,-3-1 0 0,-3-6-8 0,3 2 8 0,-3-4 0 16,0 1 0-16,3-1 0 16,-3-4 0-16,1 4 0 0,5-6 0 0,0 0 0 0,-6 0 0 0,3-6 0 15,3 6 0-15,-3-2 8 0,3-9-8 16,3 1 0-16,0-4 0 0,0 1 0 0,3 3 0 0,-1-12 0 15,4 6 0-15,0-5 0 0,3 0 0 0,0 0 0 16,3 2 0-16,0-2 8 0,0 5-8 0,0-2 0 16,-3 2 15-16,-1 3-3 0,1 2-1 0,0-2 0 15,0 5 8-15,-3 0 1 0,0 0 1 0,0 3 0 16,0 5 2-16,0-3 0 0,-3 3 0 0,3 0 0 16,-3 3-2-16,0 2 0 0,0-2 0 0,-3 5 0 15,3 2-9-15,-3-2-3 0,-1 8 0 0,1 0 0 16,0 5-9-16,-3 0 8 0,3 3-8 0,0 0 8 15,0 2-8-15,0 4 0 0,0-7 0 0,-3 6 0 0,3-7 0 0,0 1 0 16,-3 1 0-16,3 3 8 0,0-6-8 0,-3-3 0 16,0 4 0-16,3-1 8 15,-3 3-8-15,0 2 0 0,0-7 0 0,3 7 0 16,-3-5 0-16,0 3 0 0,3-3 0 0,0-2 0 0,0-1 0 16,0-2 0-16,0-3 0 0,0 3 0 15,0-8 0-15,0 5 0 0,3-5 0 0,-3 0-11 16,3 0-23-16,-3-3-5 0,3 3-1 0,0-5-784 15,0 2-158-15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27:41.07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13751 4609 1778 0,'-9'0'39'0,"-2"-2"8"0,-1 2 1 0,-3-3 3 0,0 3-41 0,-3 0-10 15,3-3 0-15,-6 3 0 0,0-2-9 0,-2 2-4 0,-1 0-1 0,-3 0 0 16,0 0 14-16,-3 0 0 0,1 0 0 0,-4-3 0 15,3 3 34-15,-3-3 10 0,-2-2 1 0,-4 0 1 16,3-3-8-16,-2 3-2 0,-1-1 0 0,-3 1 0 16,4 2-5-16,-4-5-2 0,6 3 0 0,-6 0 0 15,1-3-11-15,2 0-2 0,-6 0-1 0,-2-3 0 16,2 4-15-16,1 1 0 0,-1-2 8 0,-3 0-8 16,1 0 12-16,-1-2-1 0,-3-1 0 0,-2 1 0 15,2-4-11-15,-2 4-16 0,2-1 4 0,-3 1 1 16,1-1 11-16,-1-5 12 0,1 3-2 0,-7 0-1 15,7 0-9-15,-4 2-12 0,4-5 2 0,-4 3 1 16,3 0 9-16,-2-1 0 0,-1 4 0 0,-2-3 0 0,5 2 0 16,1 3 0-16,-1-3 0 0,-3 4 0 15,4-4 0-15,-1 3 0 0,-2 3 0 0,-1-1 0 16,7 4 0-16,-1-3 0 0,-3 2 0 0,1-2 0 16,2 2 0-16,-2 0 0 0,-1 1 0 0,0 2-8 0,7 0 8 0,-1 0 0 15,1 2 0-15,-7-2 0 0,6 0 0 0,-2 0 0 16,2 3 0-16,-2 0 0 0,5-1 0 0,0 4 0 15,1-1 0-15,-4-3 0 0,3 4 0 0,-2-6 0 16,-1 2 0-16,0 1 0 0,1 2 0 0,2 3 0 16,1-2 0-16,-1-1 0 0,0 3 0 0,1-6-12 15,-1 4 2-15,-6 2 0 0,4-3 10 0,2 3 0 16,3 0-9-16,-2-3 9 0,-1 0 0 0,6 3 0 16,-2 3 0-16,-4-6 0 0,6 1 0 0,-2 1 0 15,2 4 0-15,-3-3 0 0,7-5 0 0,-1 5 15 16,3-3-1-16,-3 3 0 0,4-3-23 0,-4 3-5 0,3-3-1 0,-2 3 0 15,-1 0 15-15,0 0 0 0,0 0 0 0,4 0 0 16,-1 0 0-16,3 0 0 0,3 0 0 16,-5 0 0-16,2 0 0 0,0 2 0 15,0-7 0-15,0 5-9 0,-2-3 9 0,2 0 0 16,0 1 0-16,-3 4 0 0,4-2 0 0,2-2 0 16,-3 1 0-16,3 4 0 0,4 2 0 0,-1-7 0 0,0 4 0 0,0 3 0 15,0-5 0-15,3 3 0 0,4 0 0 0,-4 2-8 16,0 0 8-16,3 5 0 0,0-4 0 0,3 2-8 15,-3-1 8-15,4 1 0 0,-1 3 0 0,0-3 0 16,3-3 0-16,-3 3-8 0,3 0 8 0,-3 0 0 16,3-1 0-16,0-1 0 0,1-1 0 0,-1 3 0 15,3-3 21-15,-3 3 0 0,3-3 0 0,0 3 0 16,0-3-30-16,3 3-7 0,-3 0 0 0,0 0-1 0,3 0 17 0,0 2 0 16,0-2 0-16,0 3 0 0,3-1 0 0,0-2 0 15,3 0 0-15,-3 2 0 0,3 1 0 0,0-3-10 16,0-3 10-16,0 3-8 0,0 0 8 0,3 0 0 15,-3-3 0-15,3 3 0 0,0-3 0 16,0-2-8-16,3 2 8 0,-3-3-8 0,3 1 8 0,-3 0-8 16,3-1 8-16,0 1-8 15,0-1-22-15,3-2-4 0,-3 3-1 0,3 0 0 0,-3-1 35 16,3-2 0-16,3 3 0 0,-3 2 0 0,5-3 0 0,-2-2 0 16,3 3 0-16,0 2 0 0,0-2 12 0,3-1 10 15,0-2 2-15,3 3 0 0,-1-1-24 0,1-2 0 16,-3 3 0-16,6-3 0 0,-3 0 0 0,3 0 0 15,-1 0 0-15,-2 2 0 0,3-2-20 0,-3 0-1 0,6 0-1 16,-1-3 0-16,-2 3 34 0,6-2 6 0,0 2 2 16,0-3 0-16,-4 3-20 0,7-3 0 0,-3 3 0 0,3-3 0 15,-4 3-17-15,1-2-1 16,0-1 0-16,3 0 0 0,-1 0 18 0,1 1 0 0,0-1 0 0,6 0 0 16,-4 3 10-16,1-2 6 0,0 1 0 0,-1-1 1 15,-2 4-27-15,3-7-6 0,-3 0 0 0,2 2-1 16,1-2 17-16,3 2 0 0,-3 3 0 0,2-3 0 15,1 3 10-15,-3 0 6 0,-1-3 0 0,4 1 1 16,-6-1-27-16,5 0-6 0,-2 0 0 0,3 1-1 16,3-1 27-16,-4 3 6 0,1-3 0 0,3 3 1 15,-1-3-17-15,-2 1 0 0,0-1 0 0,2 0 0 16,1 1 0-16,0-4-22 0,2 4 3 0,1-1 1 16,0-2 30-16,-1 2 7 0,-2-3 1 0,3 4 0 15,-4-4-32-15,1 1-7 0,3-3-1 0,2 3 0 0,1-3 34 0,-3 2 6 16,-1-2 2-16,1 0 0 0,-1 0-35 0,1 0-7 15,0-2-2-15,2 2 0 0,1-3 41 0,3 3 8 16,-4-3 1-16,1 1 1 0,-3-1-20 0,2 0-9 16,1 1 8-16,-1-3-8 0,4 2 0 0,-3-2 8 15,-1 2-8-15,4 0 0 0,-6 1 0 0,-1-1 0 16,4-2 8-16,-1-1-8 0,-2 4 0 0,3-4 0 16,-4 4 0-16,4-1 0 0,-3-2 0 0,-1 2 0 15,-5 1 0-15,6-4 0 0,-4 1 0 0,1 0 8 16,3-1-8-16,-1 4 0 0,1-3 0 0,-3 2 0 0,-1 0 0 15,4-2 0-15,-6 0 0 0,-1-3 0 16,4 0 0-16,3 2 0 0,-4 1 0 0,-2 0 0 0,3 2 8 16,-1-2-8-16,-2 0 0 0,0 2 0 15,-1-5 0-15,1 3 0 0,0-3 0 0,-3 3 8 0,2-3-8 16,1 2 0-16,-3-2 0 0,-1 3 0 0,1 0 0 0,0-3 0 16,0 0 0-16,-4-3 0 0,-2 3 0 0,3 0 0 15,-1 1 8-15,1-1-8 0,0 0 8 0,0-3-8 16,-1 3 0-16,-2-2 0 0,3 2 0 0,-3-3 0 15,0 0 0-15,-1 3 0 0,-2-2 0 0,0-1 0 16,0-2 8-16,-1 3-8 0,-2-1 8 0,6-2-8 16,-6 2 0-16,0-2 0 0,-1 2 0 0,4-2 0 15,-3 2 0-15,0 1 0 0,-3 2 0 0,0-3 8 16,-1 1-8-16,-2-1 8 0,3 3-8 0,-3-2 8 0,-3-1-8 0,3 1 0 16,-3-1 0-16,2 6 0 0,-2-11 0 0,-3 5 0 15,3 1 0-15,0-4 0 0,0 4 8 0,-3-3-8 16,0-1 8-16,0 4-8 0,-1-3 8 0,-2-1-8 15,3 1 0-15,-3 0 8 0,0 0-8 0,-3-1 8 16,3-2-8-16,-3 1 8 0,0 1-8 0,-3 1 12 16,0-3-12-16,0 3 12 0,-3 0 3 0,0-3 1 15,0 3 0-15,-3 2 0 0,0-5-3 16,-3 3 0-16,0 0 0 0,0 2 0 0,-3-2-1 0,0 2-1 16,0-2 0-16,-3 3 0 0,0-1-11 0,1-2 10 15,-4 0-10-15,-3-1 10 0,0-2-10 0,0 6-11 16,0-9 3-16,-3 9 0 15,-2-9-36-15,-7 1-6 0,0-1-2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29:00.41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11921 4826 1497 0,'0'0'32'0,"0"0"8"0,0 0 0 0,0 0 4 0,0 0-36 0,0 0-8 15,0 0 0-15,0 0 0 0,0 0 83 0,0 0 14 16,0 0 3-16,0 0 1 0,0 0-59 0,0 0-12 0,0 0-2 0,0 0-1 16,0 0 29-16,0 0 7 0,0 0 1 0,0 11 0 15,-3-8-52-15,0 4-12 16,3-1 0-16,-3 2 0 0,0 0 0 0,0 0 0 0,3 0 0 0,-3 2 0 15,0 6 0-15,3-5 0 16,-3 7 0-16,0-2 0 0,3 5 0 0,-3 3 0 0,0 0 0 0,3 2 0 16,-3-2 0-16,3 0 0 0,0 0 0 0,-3-3 0 15,3 0 0-15,0 0 0 0,0-5 0 0,0 3 0 16,0-4 0-16,0 1 0 0,0-2 0 0,3-1 0 16,-3 3 0-16,0-3 0 0,3 0 0 0,-3 3 0 15,3 0 0-15,-3-3 0 0,3 3 0 0,-3 0 0 16,3-3 0-16,-3 3 0 0,0 0 0 0,3-3 0 15,-3 0 54-15,0 1 8 0,3-4 2 0,-3 1 0 16,3-1-52-16,0-2-12 0,0 0 0 0,-3 3 0 16,3-6 0-16,0 3-8 0,0-3 8 0,0 1-13 15,0-4 21-15,3 6 5 0,-3-5 1 0,3-1 0 16,0-2-2-16,-3 3-1 0,2-3 0 0,1 3 0 16,3-3-11-16,-3 0 10 0,3-3-10 0,0 3 10 15,0-3-10-15,0 3 10 0,3-2-10 0,-3-1 10 0,3 3-10 0,-3-5 0 16,3 2 9-16,-3 1-9 15,-1-1 8-15,4 0-8 0,-3 1 8 0,3 2-8 16,-3-6 0-16,0 4 9 0,3-1-9 0,0 0 0 0,0 1 8 16,0-1-8-16,0 0 0 0,2-2 0 0,1 2 26 15,3-2-2-15,-3 3 0 0,3-4 0 0,-3 1-38 0,3 0-8 16,0 2-2-16,-1-2 0 0,-2 2 24 0,3 0 0 16,-3-2 0-16,0 5 0 0,0-2 0 0,0-1 0 15,3 0 0-15,-7 3 0 0,4 0 0 0,-3-2 0 16,3 2 0-16,0 0 0 0,0-3 17 0,3 3 5 0,-3-3 1 0,3 3 0 15,-1 0-23-15,4 0 0 0,-3 0 0 0,3 3 0 16,0-3 0-16,0 3 0 0,-1-3 0 0,1 0 0 16,3 2 0-16,-3-2 0 0,3 0 0 0,-3 3 0 15,-4 0-14-15,4-3-7 0,0 0-2 0,-3 0 0 16,3 0 37-16,0 0 7 0,2 0 2 0,1 0 0 16,-3 0-23-16,3 2 0 0,3-2 0 0,-4 0 0 15,-2 0 0-15,3 0 0 0,-3 0 0 0,3 3 0 16,-6-3-9-16,2 2-7 0,-2-2 0 0,0 3-1 15,-3-3 17-15,0 0 0 0,0 3 0 0,0-3 0 16,0 2 0-16,0-2 0 0,-1 0 0 0,1 0 0 16,3 0 17-16,-3 0-2 0,0 3-1 0,0-3 0 15,3 3-14-15,-3-3-16 0,-1 0 3 0,4 0 1 16,-3 2 12-16,0-2 0 0,0 3 0 0,0 0 0 16,-3-3 0-16,0 0 0 0,2 2 0 0,-5-2 0 15,0 0 0-15,0 0 0 0,3 0 0 0,-3 0 0 0,0 0 13 16,-3 0-4-16,3 0-1 0,-3 0 0 0,3-2-8 15,-3 2 0-15,0-3-10 0,0 0 10 0,0 3 0 0,0-2 0 16,-3-1 0-16,0 0 0 0,0 1 0 0,-1-1 0 16,1-2 0-16,0 2 0 0,0-5 0 0,-3 6 10 15,3-6-10-15,-3 2 8 0,3-2 2 0,-3 0 0 16,3 1 0-16,-3-1 0 0,3-3 2 0,-3 3 0 16,0-3 0-16,3-2 0 0,-3 3-2 15,3-1 0-15,-3-2 0 0,3 2 0 0,0 1-2 16,-3-1-8-16,3-2 12 0,0 2-4 0,-3-2 0 0,3 2-8 0,-3-2 12 15,3 0-4-15,-3-3 0 0,0 0 0 0,0 0 0 16,0 1 0-16,0-4 4 0,0 0 0 0,0-2 0 16,3 3 0-16,-3-3-3 0,0-1 0 0,3 4 0 15,-3-3 0-15,0 0-9 0,3 5-17 0,-3-3 4 16,3 3 1-16,0 3 12 0,-3-3 0 0,3 3 0 0,0 2 0 16,-3-2 21-16,3 5 7 0,-3-2 2 0,3-1 0 15,-3 3-19-15,0-2-11 0,0 2 12 0,0-3-12 16,0 3 12-16,0 0-4 0,-3 3 0 0,3-6-8 15,-3 3 11-15,3 0-11 0,-3 0 10 0,0 1-10 16,3 1 8-16,-3 1-8 0,0-3 0 0,0 3 0 16,0-1 0-16,0-2 8 0,0 3-8 0,-3 0 0 15,0 0 0-15,3-1 0 0,-3 4 0 0,-3-4 0 16,3 4 8-16,0-4-8 0,1 4 0 0,-4-1 0 0,0-2 0 16,-3 2 8-16,3-2-8 0,-3 2 0 15,0 1 0-15,-3-4 0 0,0 4 0 0,0-1 0 0,-2-2 0 16,-4 5 0-16,0-3 0 0,-3 0 0 0,3 1 12 15,-3-1-3-15,1 3-1 0,-1 0 0 0,3-3-8 16,3 3 0-16,-3 0 0 0,0 0 0 0,7 0 0 16,-4 0 0-16,3 0 0 0,-3 0 0 0,0 0 0 15,0-5 0-15,3 5 0 0,-6 0 0 0,4-2 0 16,-4 2 0-16,-3 0 0 0,0 0 0 0,-3-6 0 0,4 6 0 16,-1 0 0-16,0 6 0 0,0-6 0 0,3 0 0 15,0 0 0-15,4 2 0 0,-1-2 0 0,-3 0 0 16,3 0 0-16,-3 0 0 0,3 0 0 0,-3 5 0 0,1-5 0 15,-1 0 0-15,-3 0 0 0,0 0 0 0,0 3 0 0,1-3 0 16,2 3-12-16,0-1-4 0,-3 1 0 0,6 0-1 16,0-3 17-16,0 2 0 0,4 1-8 0,-1 0 8 15,0-3 12-15,3 2 5 0,0 4 2 0,0-4 0 16,0-2-19-16,0 3 0 0,0 0 0 0,0-1 0 16,1 1 0-16,-1-1 0 0,0 4 0 0,0-4 0 31,0 1-18-31,3 2-7 0,-3 1-2 0,0-4 0 0,0 1 27 0,0 0 0 15,1-1 0-15,-1 1 0 0,0 2-10 0,0-2 10 0,3-1-12 0,-3 1 12 16,0 0-32 0,0-1 1-16,0 4 0 0,-3-6 0 0,3 2 50 0,1 1 9 0,-1 0 3 0,3-1 0 15,-3-2-31-15,3 0 0 0,0 3 0 0,-3-3 0 16,3 0 0-16,0 0 0 0,0 3 0 0,3-3 0 16,-3 0 0-16,3 0 0 0,-3 0 0 0,4 0 0 15,-4 0-24-15,0 0-4 0,3 0 0 0,-3 0-1 16,3 0 29-16,-3 0 0 0,0 0 0 0,0 2 0 0,3-2 0 0,-3 0 0 15,0 3 0-15,0-3 0 0,3 3 0 0,-3-3 0 16,0 5 0-16,1-5 0 0,2 0 0 0,-3 0 0 16,3 2 0-16,-3-2 0 0,3 6 0 0,0-6 0 15,6 0 0-15,-6 2 0 0,6-2 0 0,-3 3 0 16,-3 2 0-16,6-5 0 0,-3 6 0 0,-3-1 0 16,3-2 0-16,0 2 0 15,3-5-221-15,0 0-39 0,0 0-7 0,0 0-1 0</inkml:trace>
  <inkml:trace contextRef="#ctx0" brushRef="#br0" timeOffset="3110.616">13623 3514 1074 0,'0'0'30'0,"0"0"8"0,0 0-30 0,-6 0-8 0,6 0 0 0,-6 0 0 0,1 0 104 0,-4 0 19 15,3 0 4-15,0 0 1 16,6 0-52-16,-6 3-9 0,0-3-3 0,0 2 0 16,0-2 38-16,3 3 7 0,3-3 2 0,-6 0 0 15,6 0-24-15,0 0-5 0,0 0-1 0,-6 8 0 0,6-8-65 0,0 0-16 16,0 0 0-16,0 0 0 0,0 0 0 0,0 0 0 15,0 0 0-15,0 2 0 0,0-2 0 0,3 6 0 16,3-4 0-16,-3 4 0 0,3-4 0 0,3-2 0 16,-3 3 0-16,3-3 0 0,0 0 0 0,0 0 0 15,2 0 0-15,-2 0 0 0,3 0 55 0,-3 0 7 16,3 0 2-16,0 0 0 0,0-3-52 0,3 3-12 0,-3 0 0 16,0-2 0-16,2 2 0 0,-2 0 0 15,0 0 0-15,3 0 0 0,-3-6 0 0,3 6 0 0,0 0 0 0,-3 0 0 16,3-2 0-16,-3 2 0 0,2 0 0 0,1 0 0 15,-3 0 0-15,3 0 0 0,0 0 0 0,-3 0 0 16,3 0 0-16,-3-6 0 0,0 6 0 16,-1 0 0-16,1-2 0 0,0 2 0 0,3 0 0 0,-6 0 0 15,3 0 0-15,0 0 0 0,0 0 0 0,0 0 0 16,-3 0 0-16,0 0 0 0,0 0 0 16,2 0 0-16,-5 0 0 0,3 0 0 0,0 0 0 0,0 0 0 15,0 0 0-15,3 0 0 0,-3 0 0 16,0 0 0-16,3 0 0 0,0 0 0 0,-3 0 0 0,3 0 0 15,-1 0 0-15,1 0 0 0,0-6 0 0,-3 4 0 16,3 2-19-16,-3 0-6 0,3-3-2 0,-3 3 0 16,3-2 43-16,-3-1 9 0,3 0 2 0,-3 3 0 15,2-2-27-15,-2 2 0 0,0 0 0 0,3-6 0 16,-3 6 0-16,0-2 0 0,0 2 0 0,0-6 0 0,0 6 0 0,0-2 0 16,0 2 0-16,0 0 0 0,0 0 0 0,-1-6 0 15,-2 6 0-15,0 0 0 0,0 0 0 0,0 0 0 16,-3 0 0-16,3 0 0 0,-6 0 0 0,6 0 0 15,-3 6 0-15,-3-6 0 0,0 0 0 0,3 0 0 16,-3 0 0-16,0 0 0 0,0 0 0 0,0 0 0 16,0 0 0-16,0 0 0 0,0 0 0 0,0 0 0 15,0 0 0-15,0 0 0 16,0 0-46-16,0 0-14 0,0 0-4 0,0 0 0 16,0 0-102-16,0 0-21 0,0 0-4 0,0 0-1 0</inkml:trace>
  <inkml:trace contextRef="#ctx0" brushRef="#br0" timeOffset="4145.62">14552 3435 1270 0,'0'0'28'0,"0"0"5"0,0 0 2 0,0 0 1 0,3-6-28 0,-3 6-8 15,0-2 0-15,0 2 0 0,0-8 75 0,0 2 13 16,0 1 4-16,0 2 0 0,0-5-11 0,0 3-1 0,3-3-1 0,-3 3 0 16,0 0-19-16,0-1-4 15,0 1-1-15,0 2 0 0,0-5-13 0,0-2-2 0,0 5-1 0,0-1 0 16,0-2 0-16,-3-2 0 0,3 2 0 0,-3 0 0 15,3-3-3-15,-3 1-1 0,3-1 0 0,-3 3 0 16,0-5-5-16,3 2-1 0,-3-2 0 0,3 0 0 16,-3 0-6-16,0-3-2 0,0 3 0 15,0-3 0-15,3 0-2 0,-3 0-1 0,0-3 0 0,3 4 0 16,0-7-2-16,-3 4 0 0,3-1 0 0,-3 1 0 16,3 2-3-16,-3-3-1 0,0 4 0 0,3-1 0 15,0 0 0-15,-3 3 0 0,3-1 0 0,0 1 0 16,0 3-4-16,-3-4 0 0,3 1-8 0,3 3 12 15,-3 2-12-15,0-6 9 0,0 6-9 0,0-5 8 16,0 3-8-16,0-1 8 0,0 0-8 0,0 3 8 16,0-5 0-16,0 5 0 0,0-5 0 0,0 3 0 15,0-1-8-15,0 0 10 0,0 1-10 0,0-1 10 16,0 3-10-16,-3 0 0 0,3-2 9 0,0-1-9 16,0 3 0-16,0 0 8 0,0-2-8 0,0 7 0 0,0-5 0 15,-3 0 0-15,3 0 0 0,0-2 8 0,0 7-8 0,0-5 0 16,0 0 0-16,-3 3 0 0,3-3 0 0,0 3 0 15,0 2 0-15,0-2 0 0,0 2 0 0,0-2 0 16,3 2 0-16,-3-2 0 0,0 5 0 0,0-6 0 16,0 6 0-16,0 0 0 0,0-2 0 0,0 2 0 15,0-5 0-15,0 5 0 0,0 0 0 0,0-3 0 16,0 3 0-16,0 0 0 0,0 0 0 0,0 0 0 16,0-5 0-16,0 5 0 0,0 0 0 15,0 0 0-15,0 0 0 0,0 0 0 16,0 0-26-16,0 0-6 0,3-3-2 0,-3 3 0 0,0 0 52 0,0 0 10 15,0 0 3-15,3-5 0 16,-3 5-50-16,3-3-9 0,3 3-3 0,-6 0 0 0,3 0 31 0,3 0 0 0,0 0 0 0,0 0 0 16,0 0 17-16,0 0 10 0,3 0 1 0,0-5 1 15,3 5-29-15,0 0 0 0,0 0 0 0,3 0 0 16,2 0 0-16,1 0 0 0,0 0 0 0,3 0 0 16,0 0 0-16,0 5 0 0,-1-5 0 0,1 0 0 15,0 3 0-15,0-3 0 0,0 5 0 0,0-5 0 16,0 0 0-16,-1 0 0 0,-2 0 0 0,3 0 0 15,-3-5 0-15,0 5 0 0,3-3 0 0,-4 3 0 16,1-5-27-16,-3 5 2 0,3 0 0 0,-3 0 0 16,0 0 40-16,-3 0 8 0,0 0 1 0,0 0 1 15,-4 0-25-15,1 0 0 0,-3 5 0 0,0-5 0 16,0 0 0-16,-6 0-11 0,0 0 3 0,0 0 0 0,3 0-7 16,-3 0-1-16,0 0 0 0,0 0 0 31,0 0-38-31,0 0-8 0,0 0-2 0,0 8 0 0,-3 0-71 0,-3-5-14 0,0 2-3 0,0 3-873 15</inkml:trace>
  <inkml:trace contextRef="#ctx0" brushRef="#br0" timeOffset="4843.595">14516 2847 1403 0,'0'0'40'0,"0"0"8"0,0 0-38 0,0 0-10 0,0 0 0 0,0 0 0 15,0 0 105-15,-6 3 19 0,3-1 4 0,-3 4 1 16,6-6-65-16,-5 0-12 0,-1 2-4 0,0 4 0 16,0-4-24-16,0 4-6 0,0-4-1 0,0 3 0 15,0 1-17-15,0 2 8 0,0-6-8 0,-3 6 0 0,3-2 8 16,0 2-8-16,-3-3 0 0,0 3 0 0,3 0 0 0,-3 0 0 15,0 0 0-15,1 5 0 0,2-5 0 0,-3 0 0 16,3-3 0-16,-3 0 0 0,6 1 0 0,-3 2 0 16,3-3 0-16,0-3 0 0,3-2 0 0,0 0 0 15,0 0 0-15,0 0 0 0,0 0 0 0,0 0 0 16,0 0-8-16,0 0 8 0,0 0 0 0,0 0 0 16,0 0 0-16,0 0 0 0,6 0 0 15,3-2 0-15,-3-3 0 0,3-3 0 0,0 2 8 0,-1-2-8 16,1 0 0-16,0 0 0 0,3 1 14 0,-3-4-4 0,0 6-1 15,0-9 0-15,0 6 8 0,0 1 2 16,3-1 0-16,-3 2 0 0,0-2 4 0,-3 0 1 16,3 3 0-16,-4 2 0 0,1-2 1 0,0 3 1 0,0-4 0 0,-3 4 0 15,0 2 0-15,3 0 0 0,-3-6 0 0,-3 6 0 16,6 0-4-16,-3 0-1 0,0 6 0 0,3-6 0 16,-3 0-5-16,3 0 0 0,-3 2-1 0,3 4 0 15,-3-4-3-15,3 3 0 0,-3-2 0 0,3 2 0 16,0 3-3-16,-3 0-1 0,3 0 0 0,0 0 0 15,0 3-8-15,-3-1 0 0,3-2 0 0,-1 6 0 16,1-1 0-16,0-5 0 0,0 2 8 0,0 1-8 16,0-1 0-16,0-2 0 0,0 3 0 0,-3-3 0 15,3 0-38-15,-3 0-6 0,3 0-2 16,-3 5-1086-16</inkml:trace>
  <inkml:trace contextRef="#ctx0" brushRef="#br0" timeOffset="8557.909">14942 5617 1314 0,'0'0'37'0,"0"0"8"0,0 0-36 0,0 0-9 0,-6-5 0 0,3 0 0 16,-3 2 104-16,3-2 20 0,0 2 3 0,-3 1 1 15,3-4-52-15,-3 4-9 0,0-1-3 0,0 0 0 16,0 1-51-16,0 2-13 0,1-3 0 0,-4 3 0 16,3-5 54-16,0 2 8 0,0 3 2 0,0-2 0 15,-3 2-52-15,3-3-12 0,-3 0 0 0,-3 1 0 16,3 2 54-16,0-3 8 0,-3 0 2 0,0 3 0 15,0-2-52-15,1 2-12 0,-1 0 0 0,0 0 0 16,0 0 0-16,0 0 0 0,0-3 0 0,0 3 0 16,-3 0 0-16,3 0 0 0,0 0 0 0,1 3 0 0,-1-1 0 15,0 1 0-15,0 0 0 0,0-1 0 0,0 4 0 0,0-1 0 16,0 0 0-16,3 3 0 0,-3-3 0 0,0 3 0 16,1 0 0-16,-1 3 0 0,0-3 0 15,0 0 0-15,0 2 0 0,3 1 0 0,0-1 0 16,0 4 0-16,0-1 0 0,3-3 0 0,-3 6 0 15,3-2 0-15,3 1 0 0,-3 4 0 0,3 0 0 16,0-1 0-16,1 3 0 0,2-2 0 0,0 2 0 0,0 0 0 16,0 0 0-16,2 0 0 0,1-2 0 0,0-1 0 15,0 1 0-15,0-1 0 0,0-2 0 0,0 0 0 16,3 0 0-16,-3 0 0 0,3-3 0 0,0 3 0 16,3-3 0-16,-3 1 0 0,3 1 0 0,0-1 0 0,0 2 0 0,0-3 0 15,3 0 18-15,-3 0 1 0,0-2 0 0,2 2 0 16,-2-2-31-16,3 2-5 0,0-5-2 0,0 2 0 15,3 1 19-15,-3-3 0 0,0 2 0 0,3-2 0 16,0-2 0-16,-1 2 0 0,1 0 0 0,0-3 0 16,0-2 11-16,3 2 5 0,-3-3 2 0,0 1 0 15,0 0-18-15,-1-1 0 0,1 1 8 0,-3-3-8 16,3 3 0-16,-3-3 0 0,0-3 0 0,3 3 0 16,-3 0-10-16,0-3-9 0,0 1-1 15,-3 2-1-15,2-3 21 0,-2 0 0 0,0 1 0 0,0-1 0 16,0-2 26-16,-3 0 10 0,3 2 1 0,0-5 1 15,0 3-23-15,0-3-5 0,0 0-1 0,0 0 0 16,0-3-1-16,0 1 0 0,-1-4 0 0,1 1 0 16,3 0 1-16,-3 0 0 0,0-3 0 0,3 3 0 15,-3-1-9-15,3-1 0 0,0 1 0 0,-3 1 0 16,3-3 0-16,-3 3 0 0,-1 0 0 0,1 0 0 0,0-3 36 0,0 2 6 16,0-1 1-16,-3 1 0 15,0-2-23-15,0 1-5 0,3-4-1 0,-6 1 0 0,3-1-2 0,-3 1-1 16,0-1 0-16,0 0 0 0,0 1-2 0,0-1 0 15,-3 1 0-15,0 2 0 0,0-2 2 0,0 4 0 16,-3 1 0-16,0-3 0 0,0 3-28 0,0 2-6 16,-3-2-1-16,0 3 0 0,0-1 47 0,0 0 9 15,-3 1 1-15,0-1 1 0,0 1-24 0,0-1-10 0,-3 0 8 16,1 4-8-16,2-4 0 0,-3 3 0 0,0-3 8 0,-3 6-8 16,3-5 0-16,0 4 0 0,0-2 9 15,-3 0-9-15,6 0 22 0,-3 3 0 0,1 0 0 0,-1 2 0 31,0 1-69-31,0-1-13 0,3 0-4 0,-6 3 0 0,3 3 52 0,-3 0 12 0,0-1 0 0,-2 3 0 32,-1 1-156-32,0-1-29 0,-3 0-6 0,0 1-897 0</inkml:trace>
  <inkml:trace contextRef="#ctx0" brushRef="#br0" timeOffset="25032.258">11956 10748 1695 0,'0'0'37'0,"0"0"8"0,0 0 2 0,0 0 1 0,-3-5-39 0,3 5-9 0,0 0 0 0,0 0 0 16,0 0 104-16,0 0 18 0,0 0 4 0,0 0 1 15,0 0-55-15,0 0-10 0,0 0-2 0,0 0-1 16,0 0-19-16,0 0-3 0,0 0-1 0,0 0 0 0,0 0-11 0,-2 5-2 15,-1 0-1-15,0 3 0 16,3 0-10-16,0 0-1 0,0 0-1 0,0 3 0 0,0-1 1 0,-3 1 0 16,3 2 0-16,-3 0 0 15,3 1-11-15,0-1 0 0,0 0-10 0,3 0 10 0,-3 0 0 0,0 3 0 16,3-2 0-16,-3 1 0 0,3-1 0 16,-3 2 0-16,3-1 0 0,-3 1 0 0,0 3 0 0,2-1 0 15,-2 1 0-15,0 2 0 0,-2 0 0 0,2 0 0 16,0 3 0-16,0-3 0 0,-3 3 0 0,3-3 0 15,0-2 0-15,-3 2 0 0,3-2 0 0,-3-1 0 16,3-2 8-16,0 0-8 0,0 0 0 0,-3 0 0 16,3-3 0-16,0 0 0 0,0 3 0 0,0-3 0 15,0 0 0-15,0 1 0 0,0-1 0 0,0 0 0 0,0 0 0 0,0 1 0 16,0-1 0-16,3 0 0 0,-3-2 0 0,0-1 0 16,3 1 0-16,-3-1 0 0,3 1 0 0,-3-3 0 15,3-3 0-15,-1 0 0 0,1 1 0 0,0-1 0 16,3-2 0-16,-3-1 0 0,3 1 0 0,0 0 0 15,0-3 0-15,0 2 0 0,0-2 0 0,0 0 0 16,0-2 0-16,3 2 0 0,-3-3 0 0,0 3 0 16,3-3 0-16,-3 3 10 0,3-2-10 0,0 2 8 15,-3 0-8-15,0-3 0 0,2 3 0 0,-2 0 0 16,3 0 0-16,0 0 0 0,0 0 0 0,0 0-11 16,0 0 11-16,0 0 0 0,0 0 8 0,3 3-8 15,-3-3 0-15,3 0 0 0,3 2 0 0,-4-2-8 16,4 0 8-16,0 0 0 0,0 3 0 0,0 0 0 15,3-3 0-15,-3 0 0 0,3 0 8 0,-1 0-8 16,1 0 0-16,0 0 0 0,0 0 0 0,0 0-8 16,0 0 8-16,0 2 0 0,-4-2 0 0,4 0 8 0,-3 0-8 0,3 0 0 15,-3 0 0-15,3 0-8 0,0 0 8 0,0 0 0 16,2 0 0-16,-2-2 0 0,3 2 0 0,3 0 0 16,-3-3 0-16,3 0 0 0,-1 3 0 0,1 0 0 15,0-2 8-15,-3-1-8 0,3 0 0 0,-4 3 8 16,1 0-8-16,-3-2 0 0,0 2 0 0,0 0 0 15,3-3 0-15,-3 3 8 0,2 0-8 0,1-3-10 0,0 3 10 16,3 0-13-16,-3-2 13 0,3 2 0 0,-4-3 0 16,1 3 0-16,0 0 0 0,-3 0 12 0,3 0-3 0,-3 0 0 15,-1 0-9-15,-2 0 0 0,0 0 0 0,0 0 0 16,0 0 0-16,0 0 0 16,-3 0 8-16,0 0-8 0,0 0 0 0,0 0 0 0,-1 0 0 0,1-3 0 15,0 3 0-15,0 0-16 16,0-2 4-16,0 2 1 0,0 0 11 0,0-3 0 0,0 3 0 0,0 0 0 15,-3-2 0-15,-1 2 0 0,4 0 0 0,-3-3 0 16,0 0 11-16,0 3 4 0,0 0 1 0,0-2 0 16,0 2-16-16,-3 0 0 0,3 0 0 0,-3 0 0 15,0 0 0-15,3 0 0 0,-3 0 0 0,0 0 0 16,0 0 0-16,-1 0 0 0,1-3 0 0,-3 3 0 16,3 0 0-16,0-3 0 0,-3 3 0 0,3 0 0 15,0-2 0-15,-3 2 0 0,3-3 0 0,-3 0 0 16,3 1 0-16,-3-1 0 0,3 0 0 0,-3 1 0 15,0-4-10-15,3 4-5 0,-3-3-1 0,0-1 0 16,0 1 16-16,0-3 0 0,0 3 0 0,-3-1 0 0,3-1 10 0,0-1 5 16,-3 0 1-16,3 0 0 0,-3 0-16 0,3-3 0 15,-3 3 0-15,0 0 0 0,3-2 0 16,-3-1 0-16,0 1 0 0,3-1 0 16,-3-2 8-16,0 2-8 0,0-5 0 0,0 0 0 15,0 3 0-15,0-5 8 0,3 2-8 0,-3-3 0 0,0 1-13 0,3-3-6 16,-3-3-1-16,3 0 0 0,0 0 45 0,0 0 9 15,-1 0 2-15,1 3 0 0,0 0-19 0,0 3-3 16,0-1-1-16,0 1 0 0,0-1-5 0,0 3-8 16,0 0 11-16,-3 0-11 0,3 1 13 0,0 1-4 15,0 1-1-15,-3 0 0 0,3 0 0 0,0-1-8 0,-3 1 12 0,3 3-4 16,-3-4-8-16,3 4 12 0,-3-1-12 0,0 1 12 16,3-1-4-16,-3 0-8 15,0 4 12-15,0-1-4 0,0-3-8 0,0 6 0 0,0-3 0 0,0 5 0 16,0-2 8-16,0 0-8 0,0-1 8 0,0 1-8 15,-3 0 0-15,3 2 8 0,-3 0-8 0,3 1 0 16,0 2 8-16,-3-3-8 0,0-2 0 0,3 5 8 16,-3-3-8-16,0 0 0 0,3 3 0 0,-6-2 8 15,3-1-8-15,-3 1 0 0,6 2 0 0,-6 0 8 16,3-3-8-16,3 3 0 0,-6 0 0 0,1 0 8 16,-1-3-8-16,0 3 0 0,-3-2 9 0,0 2-9 15,3-3 0-15,-3 3 0 0,-3 0 0 0,3-3 8 16,0 3-8-16,-3-2 0 0,0 2 0 0,0-3 0 15,0 3 0-15,-2-3 9 0,2 3-9 0,-3 0 0 16,0 0 8-16,0 0-8 0,0 0 0 0,0 0 0 16,-3 0 0-16,4 0 0 0,-1 0 0 0,0 0 0 15,0 0 22-15,3 0-2 0,-3 3-1 0,3-3 0 0,0 0-19 0,0 3 0 16,0-3 0-16,-2 0 0 0,2 0 0 0,0 0 0 16,-6 0 0-16,0-3 0 0,3 3 0 15,-3-3 0-15,0 1 0 0,-2 2 0 0,2-3 0 0,-3 3-14 16,3 0 2-16,-3 0 1 0,3 0 11 0,-2 3-8 15,2-3 8-15,-3 0-8 0,6 2 8 0,-3 1 0 0,3 0 0 16,0-1 0-16,3 1 10 0,-2 0 4 0,2-1 1 0,0 1 0 16,3 0-15-16,-3-1-12 0,3 1 3 0,-3-1 0 15,0-2 9-15,3 3 12 0,-3-3-2 0,0 0-1 16,3 3-9-16,-2-3 0 16,2 0 0-16,0 0 0 0,0 0 0 0,-3 0 0 0,3 0 0 15,-3 0 0-15,3-3 0 0,-3 3 0 16,0 0 0-16,0 0 0 0,-2 0 0 0,2 0 0 15,3 0 0-15,-3 0 0 0,0 0 0 0,0 0 0 0,0 0 0 0,0 0 0 16,3 0 0-16,-3 0 0 0,3 0 0 0,0 0 0 16,1 0 0-16,-1 0 0 0,0 0 0 0,0 0 0 15,0 0 0-15,0 0 0 0,0 0-12 0,3 0 12 16,-3 3 0-16,3-3 0 0,0 0 0 0,-3 0 0 16,0 0 0-16,0 0 0 0,0 0 0 0,0 0 0 15,1 0 0-15,-1 0 0 0,0-3 8 0,0 3-8 16,0 0 0-16,-3 0 0 0,3 0 0 0,0-3 0 15,-3 3 0-15,3-2 0 0,-3 2 8 0,0 0-8 16,1 0 0-16,2 0 0 0,-3 2 0 0,0-2 0 0,-3 0 0 16,3 0 0-16,0 3 0 0,0-3 0 0,3 0 0 0,-3 3 0 15,0-3 8-15,4 0-8 0,-1 2 0 0,0-2 0 16,0 3 0-16,0-3 0 16,3 0 0-16,-3 3 0 0,3-3 12 0,-3 0-4 15,3 2-8-15,0-2 8 0,-3 0-8 0,3 0 8 16,6 0-8-16,-6 3 0 0,-3-3 0 0,3 0 8 0,0 3-8 0,0-3 0 15,1 0 0-15,-4 0 0 0,9 0 0 0,-6 0-19 16,0 0 3-16,-3 0 1 0,9 0 15 0,-6 0 0 16,0 0 0-16,0 0 0 0,6 0 10 0,-9 0 5 15,3 0 1-15,0 2 0 0,6-2-26 0,-6 0-5 16,0 3-1-16,0-3 0 0,6 0 16 0,-6 0 0 0,0 3 0 0,0-1 0 16,6-2 0-16,-6 0 0 0,0 3 0 0,0-3 0 15,4 3 0-15,-4-3 0 0,6 0 0 0,-6 0 0 31,6 0-105-31,-6-3-19 0,3 0-3 0,0-2-1127 0</inkml:trace>
  <inkml:trace contextRef="#ctx0" brushRef="#br0" timeOffset="29962.613">12867 9428 1609 0,'0'0'35'0,"0"0"7"0,0 0 2 0,0 0 2 0,0 0-37 0,0 0-9 16,0 0 0-16,0 0 0 0,0 0 100 0,0 0 19 15,-6-3 3-15,6 3 1 0,-6 0-33 0,6 0-6 16,-3-3-2-16,3 3 0 0,0 0-20 0,0 0-4 16,-6-2-1-16,6 2 0 0,0 0-18 0,0 0-4 15,0 0-1-15,0 0 0 0,0 0-34 0,0 0 0 0,0 0-10 16,0 0 10-16,0 0 28 0,0 0 12 16,0 0 4-16,0 0 0 0,0 0-35 0,0 0-9 0,3 5 0 0,-3-5 0 15,6 3 0-15,0-1 8 0,0 1-8 0,0-3 0 16,0 3 0-16,0-3 0 0,0 2 0 0,0-2 0 15,0 3 0-15,0-3 0 0,0 0 0 0,0 0 0 16,0 0 0-16,3 0 0 0,-3 0 0 0,3-3 0 16,0 3 0-16,-3-2 0 0,2 2 0 0,1 0 0 15,0-3 18-15,0 3-1 0,0-3 0 0,0 3 0 16,0-2-17-16,0 2 0 0,0 0 0 0,3-3 0 16,-3 3 0-16,3 0 0 0,-3-3 0 0,0 3 0 15,-1 0 0-15,4 0 0 0,-3 0 0 0,3 0 0 16,-3 0 0-16,3 0 0 0,-3 0 0 0,0 0 0 15,3-2 0-15,-3 2 0 0,0 0 0 0,0 0 0 16,-3 0 0-16,5 0 0 0,-2 0 0 0,0 0 0 16,-3-3-10-16,3 3-6 0,0 0 0 0,-3 0-1 0,0 0 17 15,3 0 0-15,-6 0 0 0,3 0 0 0,0 0 0 16,-3 0 0-16,3 0 0 0,-3 0 0 16,3 0 0-16,-3 0 0 0,0 0 0 0,3 0 0 0,-6 0 0 0,6 0 0 15,-3 0 0-15,-3 0 0 0,0 0 0 0,5 3 0 16,1-3 0-16,-6 0 0 0,6 0 15 0,-6 0 0 15,6 0 0-15,-6 0 0 0,0 0-15 0,0 0 0 16,6 0 0-16,-6 0 0 16,6 0-48-16,-6 0-13 0,0 0-3 0,0 0 0 15,6-3 0-15,-6 3 0 0,6 0 0 0,-6 0-682 0,0 0-137 0</inkml:trace>
  <inkml:trace contextRef="#ctx0" brushRef="#br0" timeOffset="31116.23">13388 9401 1231 0,'0'0'27'0,"0"0"5"0,0 0 2 0,0 0 1 0,0 0-35 0,0 0 0 0,0 0 0 0,0-5 0 15,0 0 66-15,0 5 6 0,0-3 2 0,0 3 0 16,0-5 34-16,0-1 8 0,0 1 0 0,3 2 1 16,-3-2-40-16,0 3-8 0,0 2-1 0,0-6-1 15,0 1-16-15,0 0-3 0,3-1-1 0,-3 1 0 16,0 0-18-16,0-1-3 0,3 1-1 0,-3 0 0 16,3 0-25-16,-3-1 0 0,3-2 0 0,0 0 0 15,-3 1 56-15,3-4 7 0,0 0 1 0,-3 1 0 16,0-1-52-16,0-2-12 0,0-3 0 0,0 0 0 15,0 0 33-15,0-2 4 0,0-1 1 0,0 1 0 16,0-1-17-16,0-2-3 0,0 5-1 0,0-2 0 16,0-1-6-16,0 3-2 0,0 0 0 0,0 3 0 15,-3 0-9-15,3-3 0 0,3 3 0 0,-3 2 0 16,0-2 0-16,0 2 0 0,0-2 0 0,3 3 0 16,-3-1 0-16,0 3 0 0,3-5 0 0,-3 2 0 0,0 1 0 0,0-1 0 15,0-2 0-15,0 2 0 0,0-2 53 0,0 0 9 16,0 0 2-16,0-3 0 0,-3-3-52 0,3 3-12 15,-3-2 0-15,3 2 0 0,-3 3 0 0,3-1 0 16,-3 1 0-16,3 0 0 0,-3 0 0 0,3 2 0 16,-3 1 0-16,3 2 0 0,-3-3 0 0,3 3 0 15,-3 0 0-15,3 0 0 0,0 3 0 0,-3-3 0 0,3 3 0 0,0-3 0 16,0 3 0-16,0-1-8 0,0-2 8 0,0 3-13 16,0 0 13-16,0-1 0 0,0 1 0 0,0 0 0 15,0 2 0-15,0 3 0 0,0-5 0 16,0 0 0-16,0-1 0 0,3 1 0 15,-3 0 0-15,0 5 0 0,0 0 0 0,0-6 0 0,0 1 0 0,3 0 0 16,-3 0 0-16,0 5 0 0,0-6 0 16,0 1 0-16,0 0 0 0,0-1 0 0,0 6 0 0,0 0 0 15,0-5 0-15,0 5 0 0,0-5 0 0,0 5 0 16,0-3 0-16,0 3 0 0,0-5 0 0,0 5 0 16,0 0 0-16,0 0 0 0,0 0 0 0,3-5 0 15,-3 5 0-15,0 0 0 0,0 0 0 0,0 0-9 16,0 0 9-16,3-3 0 0,-3 3 0 0,0 0 0 15,0 0 0-15,3-3 0 0,0 3 0 0,3 0 0 16,-3-2 0-16,3 2 0 0,0 0 0 0,0 0 0 16,0 0 0-16,0 0 0 0,3 0 0 0,0 0 0 0,0 0 0 0,2 0-8 15,4 0 8-15,0 0 0 0,0 0 0 0,0-3 0 16,3 3 0-16,-3 0-8 0,3 0 8 16,-1-3 0-16,1 3 0 0,0 0 0 0,0 0 0 0,-3 0 0 15,3 0 0-15,0 0 0 0,-3 3 0 16,5-3 0-16,-2 0 0 0,-3 0 0 15,3 0 0-15,3 0 0 0,-3 0 0 0,0 0 0 0,-1 0 0 0,-2 0 0 16,0 0 0-16,0 0 0 16,-3 0 0-16,-3 0 0 0,3 0 0 0,-6 0 0 0,3 0 0 0,-3 3 0 15,-3-3 0-15,3 2-8 16,-6-2-21-16,0 0-4 0,0 0-1 0,0 0 0 16,2 3-86-16,-2-3-18 0,0 5-3 0,-2 3-643 15,-1-3-129-15</inkml:trace>
  <inkml:trace contextRef="#ctx0" brushRef="#br0" timeOffset="31822.035">13445 8793 1489 0,'0'0'42'0,"0"0"10"0,0 0-42 0,0 0-10 16,0 0 0-16,-6 0 0 0,0 2 118 0,3 1 22 15,-3 0 4-15,0-1 0 0,6-2-64 0,-6 3-12 16,0 0-4-16,0 2 0 0,0 0 0 0,0-2 0 16,-3 2 0-16,3-2 0 0,0 2-51 0,0 0-13 15,0 1 0-15,-2 2 0 0,2-1 0 0,0 1 0 0,-3 0 0 0,3 0 0 16,-3 0 0-16,0 0 0 0,0 0 0 0,0 0 0 16,0 0 0-16,0 0 0 0,0 0 0 15,0 0 0-15,0 0 0 0,3 0 0 0,0-3 0 16,-2 0 0-16,2 3 0 0,0-5 0 15,3 2 0-15,3-5 0 0,-3 5 0 0,3-5 0 0,0 0 0 0,0 0 0 16,0 0 0-16,0 0 0 0,0 0 0 16,0 0 0-16,0 0 0 0,0 0 0 0,3 3 0 15,3-3 0-15,0-3 0 0,0 1 0 0,2-4 0 0,1 4 0 16,0-3 0-16,0-1 0 0,3-2 0 0,-3 0 0 16,3-2 0-16,0 2 0 0,0-3 0 0,0 1 0 15,0-1 54-15,14-7 8 0,-8 2 2 0,-12 13 0 16,6-2-52-16,-3-3-12 0,3 3 0 0,0-1 0 15,-3 1 0-15,3 2 0 0,-3-2 0 0,0 2 0 16,2 1 54-16,-2-1 8 0,0 0 2 0,0 3 0 16,-3-2-52-16,0 2-12 0,0 0 0 0,3 2 0 15,-3-2 0-15,0 3 0 0,0 0 0 0,-3 2 0 16,6-2 0-16,-3 2 0 0,0-2 0 0,-3 2 0 16,3 0 54-16,0 3 8 0,0-3 2 0,0 1 0 0,-4 2-52 15,4 2-12-15,-3-2 0 0,0 0 0 16,0 0 0-16,0 0 0 0,0-3 0 0,0 3 0 15,0-3 0-15,0 3 0 0,-3-2 0 0,3 2 0 0,0 0 0 16,0-3 0-16,0 3 0 0,0-3 0 16,0 0-100-16,0-2-22 0,3 2-5 0,0-2-717 15,0 0-144-15</inkml:trace>
  <inkml:trace contextRef="#ctx0" brushRef="#br0" timeOffset="40334.835">13698 11627 1206 0,'0'0'26'15,"0"0"6"-15,0 0 0 0,0 0 3 0,0 0-35 0,0 0 0 0,0 0 0 0,0 0 0 0,-6 0 68 0,0 0 6 16,3-3 2-16,-3 3 0 16,6 0-6-16,-9 0-1 0,3 0 0 0,0 0 0 0,0 0-13 0,-3 3-2 15,3-3-1-15,-3 2 0 0,0-2-2 0,0 3-1 16,1-3 0-16,-4 2 0 16,0 1-10-16,0-3-3 0,0 3 0 0,-3-1 0 0,3 1-4 0,0 0-1 15,0-3 0-15,-3 2 0 0,4 1-9 0,-1 0-3 16,0-3 0-16,0 2 0 0,0 4-20 0,3-6 0 15,0 2 0-15,0 1 0 0,0-1 34 0,0 1 2 0,0 0 1 16,0-1 0-16,3 1-27 0,1 0-10 0,-1-1 0 0,-3 4 9 16,3-4-9-16,0 4 0 0,0-4 9 0,0 4-9 15,0-1 0-15,0-3 0 0,-3 4 0 0,0-1 0 16,3 0 0-16,-3 1 0 0,3-1 0 0,-3 0 0 16,3 1 0-16,-3 1 0 0,3-1 0 0,-2 2 0 15,2-3 0-15,-3 0 0 0,3 3 0 0,-3-2 0 16,3 1 0-16,-3-1 0 0,0-1 0 0,3 3 0 15,0 0 21-15,0-3 0 0,0 3 0 0,0 3 0 16,0-3-36-16,0 2-7 0,3 1-2 0,-3 2 0 16,3-2 24-16,0 2 0 0,0 0-9 0,-3 0 9 15,3 3 0-15,3-3 0 0,-3 3 0 0,1 0 0 16,2-3 0-16,-3 1 0 0,3-1 0 0,0 0 0 16,0 0-8-16,3-2 8 0,-3 0 0 0,0-1 0 15,2 1 0-15,-2-1 0 0,3 1 0 0,-3-1 0 16,3-2 0-16,0 3 0 0,0-3 0 0,0 2 0 15,-3-2 0-15,3-2 0 0,3 2 0 0,-3 0 0 16,3-3-28-16,-3 0-8 0,3 3-1 0,0 0-1 0,0-3 56 0,3 1 11 16,-3 2 3-16,0-3 0 0,6 0-32 0,-3 0 0 15,0 1 0-15,0 2 0 0,0-3 0 0,-1 0 0 16,4 1 0-16,0-1 0 0,0-3 24 0,-3 4 9 16,0-4 2-16,3 4 0 0,-3-6-35 0,3 2 0 15,0 1 0-15,-3 0 0 0,3-3 0 0,-4 0 0 16,4 2 0-16,0-2 0 0,0 0 0 0,0-2 0 15,0 2 0-15,0-3 0 0,0 0 0 16,0 3 0-16,0-2 0 0,0-1 0 16,-1 0-20-16,1 1-10 0,-3-1-2 0,3 0-1 0,0 1 33 0,-3-1 0 15,3 1 0-15,-3-4 0 0,0 6 22 0,0-2 8 0,0 2 2 0,0-3 0 32,-1 0-50-32,1 1-10 0,-3 2-1 0,0-6-1 0,3 4 30 0,-3 2 0 0,0-3 0 0,0 0 10 15,0 1-10-15,0-1 0 16,0 0 0-16,0-2-11 0,0 3 11 0,-3-4 0 0,3 4 0 0,0-4 0 15,-3 4 0-15,3-4 0 0,-3 1 0 0,3 2 8 16,0-4-8-16,-3 1 0 0,0 1 0 0,2-3 0 16,-2 0 0-16,0 0 11 0,3-2-11 0,-3 2 12 15,0-3 0-15,0 0 0 0,0 1 0 0,-3-3 0 16,3-1 7-16,0 1 1 0,0 0 1 0,-3 0 0 16,3-3-4-16,0 0-1 0,-3 0 0 0,3-2 0 15,0 2 0-15,-3-3 0 0,3 3 0 0,-3-2 0 16,3 2-3-16,-3 3-1 0,0-1 0 0,0 1 0 15,0 0-4-15,0 2 0 0,0 1-8 0,0 2 12 16,0-3 0-16,-3 3-1 0,3-2 0 0,-3 2 0 16,3-3-11-16,-3 3-16 0,0-2 4 0,3 2 1 15,-3 0 11-15,0 0 0 0,3 0 0 0,-3 3 0 16,0-3 0-16,0 0 0 0,0 2 0 0,-3-1 0 16,3 1 17-16,0 1 6 0,0 0 1 0,0-1 0 0,0 1-39 0,-2 0-7 15,2-1-2-15,-3 4 0 16,3-3 42-16,-3 2 8 0,0 0 2 0,-3 1 0 0,3-4-28 0,0 6 0 15,-3-2 8-15,0-1-8 0,0 3 0 0,0-3-11 0,0 3 3 16,-3 0 0 0,3 0-17-16,-3 0-3 0,1 0-1 0,-1 0 0 15,0 3-34-15,0-3-6 0,-3 3-2 0,0-3-731 0,-3 0-146 0</inkml:trace>
  <inkml:trace contextRef="#ctx0" brushRef="#br0" timeOffset="59626.517">15963 4869 1076 0,'0'0'24'0,"0"0"4"0,0 0 2 0,0 0 0 0,0 0-30 0,0 0 0 0,0 0 0 0,0-6 0 16,0 4 74-16,0 2 9 0,0 0 1 0,0 0 1 15,3-6 9-15,-3 6 2 0,0 0 0 0,0 0 0 16,0 0-54-16,0 0-10 0,0 0-3 0,0 0 0 16,0 0 17-16,0 0 3 0,0 0 1 0,0 0 0 15,0 0-12-15,0 0-2 0,0 0-1 0,0 0 0 16,0 0-11-16,0 0-3 0,0 0 0 0,0 0 0 16,0 0-5-16,0 0 0 0,0 0-1 0,0 0 0 15,0 8-7-15,0-2 0 0,0 2-8 0,0 0 12 16,0-1-12-16,0 1 0 0,0 3 8 0,0 0-8 15,0-1-22-15,0 1-7 0,0-1-2 0,0 6 0 16,3-3 50-16,-3 3 9 0,0 0 3 0,3 3 0 16,-3-1-31-16,0-5 0 0,3 3 0 0,-3 3 0 15,0-6 0-15,-3 3 8 0,3-3-8 0,0 0 0 0,-3 1 0 0,0-1 9 16,3-3-9-16,-3 4 8 0,0-4-8 0,3 1 0 16,-3-1 0-16,0 1 0 0,3 0 27 0,0-6 0 15,-3 5 0-15,3-2 0 0,0 0-27 16,0 3 0-16,0-3 0 0,0 0 0 0,3 2 0 0,-3-2 0 15,3 0 0-15,-3 0 0 0,3 0 0 0,0 0 0 16,-3 0 0-16,3 0 0 0,0-3 0 0,0 6 0 16,0-6 0-16,0 0 0 0,3 3 0 0,-3-2 0 15,3-1 0-15,0 3 0 0,-3-5 0 0,3-1 0 16,0 3 0-16,0-2 0 0,-1 0-10 0,4-1-7 0,3 1-2 0,-3 0 0 16,0-3 19-16,0 2 0 15,3-2 0-15,-3 0 9 0,3 0-9 0,-3 0 10 0,0-2-10 0,3 2 10 16,0-3-10-16,-1 3 0 0,1-3 0 0,0 1 0 15,3-1 0-15,0 3 0 0,3-3 0 0,-3-2 0 16,6 5 12-16,-4-2-2 0,1-1-1 0,3 3 0 16,0 0-9-16,0-5 0 0,-3 5 0 0,3-3 0 15,-1 3 0-15,-2 0 0 0,3 0 0 0,-3 0 0 16,-3 0 0-16,3 0-9 0,-3 0 9 0,-1-3-13 16,1 3 13-16,3-2 0 0,0-1 0 0,0 3 0 15,3-3 0-15,0 3 8 0,-1 0 0 0,4 0-8 16,0 0 0-16,0 0 0 0,0 0 0 0,2 3 0 15,-2-3 0-15,0 3 0 0,-3-3 0 0,3 2 0 16,-3-2 0-16,-1 3 0 0,-2-3 0 0,3 0 0 16,0 0 0-16,3 0 0 0,-3 0 0 0,5 0 0 15,-2 0 0-15,3 0 0 0,0 3-15 0,0-3 5 16,-1 0 10-16,1 0 12 0,-3 0-2 0,0 0-1 16,0 0-9-16,-4-3 0 0,1 3 0 0,-3 0 0 15,0-3 0-15,0 3 0 0,3-2 0 0,-3 2 0 0,2-3 0 0,-2 3 0 16,3-3 0-16,-3 3 0 0,3-2 0 0,0 2 0 15,-4 0-10-15,1 0 10 0,0 0 0 0,-3 2 0 16,0-2-8-16,3 0 8 0,-3 3 0 0,-3-3 0 16,2 0 0-16,-2 0 0 0,0 0 0 0,-3 0 0 0,6-3 0 15,-6 3 10-15,0 0-10 0,0-2 0 16,0-1 9-16,-3 0-9 0,3 1 0 0,0-1 9 0,-3 0-9 0,0 1 0 16,-1-6 13-16,4 5-4 0,-3-2-1 0,0 2 0 15,3-2-8-15,-3 0 10 16,0-1-10-16,-3 1 10 0,3 0-10 0,0-3 12 0,-3 3-12 0,3-1 12 15,-3-2-3-15,0 3 0 0,0-3 0 0,0 0 0 16,0 0 0-16,0 0 0 0,-3 0 0 0,3-2 0 16,-3 2 4-16,0-5 1 0,0 2 0 0,0-2 0 15,0 0-14-15,0-1 8 0,-3-1-8 16,3-4 0-16,-3 0 11 0,3 1-11 0,-3-6 12 0,0 3-12 16,0-3 12-16,0 0-4 0,0 3 0 0,-3 3-8 15,3-1 12-15,0 1-12 0,0 2 12 0,0 2-12 16,0-1 12-16,0 1-12 0,0 4 12 0,0-3-12 15,0 2-8-15,3 0-9 0,-3-2-2 0,0 8 0 16,3-8 19-16,-3 2 0 0,0 3 0 0,0-2 0 16,3 2 48-16,-3 0 12 0,3 0 4 0,-3 0 0 15,0 0-52-15,0 3-12 0,0-1 0 0,0 1 0 0,0 0-16 16,1-1-5-16,-1 1-2 0,0 0 0 0,0 2 37 0,3 3 7 16,-6-5 2-16,3 2 0 0,-3 1-35 0,3-1-8 15,3 3 0-15,-6-3-1 0,0 3 33 16,-3-2 8-16,3 2 0 0,-3 0 1 0,3-6-21 0,-6 6 0 15,0 0 0-15,-3 0 0 0,3-2-9 0,-2 2-7 16,-4 0 0-16,0 0-1 0,0 2 17 0,0-2 0 16,-3 0 0-16,0 6 0 0,1-6 12 0,-1 0 4 15,0 2 0-15,0 1 0 0,3-3-16 0,0 3 0 16,4-1 0-16,-4 1 0 0,0 2 0 0,3-2 0 0,-3-1 0 16,0 4 0-16,0-4-11 0,0 4-5 15,1-4 0-15,-4 1-1 0,0-3 27 0,-3 5 6 0,-3-5 0 0,1 3 1 16,2 0-17-16,0-1 0 0,-3-2 0 0,3 3 0 15,6 0 0-15,-2 2 0 0,2-5 0 0,0 0 0 16,0 2 0-16,0-2 0 0,0 6 0 0,0-6 0 16,4 0 0-16,-4 0 0 0,0 2 0 0,0-2 0 15,0 0 0-15,3 3 0 0,-3-3 0 0,4 0 0 16,-4 3 0-16,3-3 0 0,0 2 0 0,0-2 0 16,3 3 0-16,0-3 0 0,-3 3 0 0,3-1 0 15,0-2 0-15,1 0 0 0,-1 3 0 0,0-3 0 16,3 0-10-16,-3 3-6 0,3-3 0 0,0 5-1 15,0-5 27-15,-3 0 6 0,3 0 0 0,-3 0 1 16,3 0-17-16,-2 0 0 0,-1 0 0 0,-3 0 0 16,3 0 0-16,0 0 0 0,-3 0 0 0,0 0 0 0,3 0 0 15,0 0 0-15,-2 0 0 0,-1 0 0 16,3 0 0-16,-3 0 0 0,0 0 0 0,3 0 0 16,0 0 0-16,0 0 0 0,0 0 0 0,0 0 0 15,1 0 0-15,2 0 0 0,-3 0 0 0,3 0 0 0,0 0 0 16,0 0 0-16,0 0 0 0,0 2 0 0,3-2 0 0,-3 0 0 15,3 0 0-15,0 0 0 0,0 0 0 0,0 0 0 16,6 0 0-16,-9 0 0 0,9 0-12 0,-6 3-5 16,0-3-2-16,-2 0 0 0,8 0 19 0,-9 0 0 15,3 0 0-15,-3 0 0 0,3 0 0 0,-3 0 0 16,3 0 0-16,0 0 0 0,0 0 0 0,-3 0 0 0,3 0 0 0,0 0 0 16,0 0 0-16,0 0 9 0,0 0-9 0,0 0 8 15,6 0-8-15,-6 3 0 16,0-3 9-16,6 0-9 0,-6 2 0 0,1-2 8 0,-1 0-8 0,3 3 0 15,3-3 0-15,0 0 8 0,0 0-8 0,0 0 0 16,-6 0 0-16,6 0 0 0,0 0 0 0,-6 3 0 16,6-3 0-16,0 0 0 0,0 0 0 0,0 0 0 15,0 0 0-15,0 0 0 0,0 0 0 0,0 0 0 32,0 5-31-32,0-5-1 0,0 0 0 0,-3 5 0 15,3-5-100-15,3 6-21 0,0-1-4 0,3 0-1 0</inkml:trace>
  <inkml:trace contextRef="#ctx0" brushRef="#br0" timeOffset="61707.286">18059 3477 1000 0,'0'0'28'0,"0"0"7"0,0 0-35 0,0 0 0 15,-6 0 0-15,6 0 0 16,-6 0 78-16,6 0 9 0,0 0 1 0,0 0 1 0,0 0-25 0,-6 2-4 0,6-2-2 0,0 0 0 15,0 0-5-15,0 0-1 0,0 0 0 0,0 0 0 16,0 0-16-16,0 0-4 0,0 0-1 0,0 0 0 16,0 0-11-16,0 0-3 0,0 6 0 0,0-6 0 15,0 8-6-15,3-6-2 0,3 4 0 0,-3-4 0 16,3 4 2-16,-1-6 0 0,1 2 0 0,0 1 0 16,3-3-2-16,3 3 0 0,-3-1 0 0,0 1 0 15,3-3 0-15,-3 2 0 0,3-2 0 0,0 6 0 16,0-6-1-16,0 0 0 0,2 0 0 0,-2 0 0 15,3 0-8-15,0 0 0 0,0 0 9 0,0 0-9 16,3 0 8-16,-3 0-8 0,-1 0 8 0,4 0-8 16,-3 0 0-16,3 0 9 0,-3 0-9 0,-3 0 0 15,3 0 0-15,-3 0 0 0,0 0 0 0,-1 0 0 16,1 0 8-16,0 0-8 0,0 0 0 0,-3 0 0 16,0 0 8-16,3 0-8 0,-3 0 0 0,0 0 0 15,0 0 0-15,0 0 0 0,0 0 0 0,0 0 0 16,-1 0 8-16,1 0-8 0,0 0 0 0,0 0 0 15,-3 0 8-15,3 0-8 0,-3 0 0 0,0 0 0 0,0 0 8 0,0 0-8 16,0 0 0-16,-3 0 0 0,-3 0-16 0,0 0-8 16,6-6 0-16,-6 6-1 15,6-2-164-15,-6 2-33 0,0 0-6 0,0 0-2 0</inkml:trace>
  <inkml:trace contextRef="#ctx0" brushRef="#br0" timeOffset="62393.763">18642 3519 1256 0,'0'0'28'0,"0"0"5"0,0 0 2 0,0 0 0 0,0 0-35 0,3-5 0 0,-3 0 0 0,0-1 0 16,3 4 74-16,-3-6 8 0,0 0 2 0,3 2 0 16,-3 1-10-16,0-3-2 0,0 0 0 0,0 0 0 15,0 0-17-15,0 1-4 0,0-7-1 0,0 4 0 16,0-4 2-16,0 1 1 0,0 0 0 0,0-3 0 16,0 3-29-16,0-3-5 0,0 0-2 0,0 3 0 15,0-3 8-15,0 0 2 0,0 3 0 0,0-6 0 16,0 6-6-16,0-5-1 0,0-1 0 0,0-2 0 15,0 5-1-15,-3-10-1 0,3 2 0 0,-3 0 0 0,3-2 4 16,-3 2 1-16,0-8 0 0,3 11 0 0,-3-6-5 0,0 4-1 16,3 7 0-16,-3-6 0 0,3 7-4 0,-3-1-1 15,0 3 0-15,3-1 0 0,-3 1 2 0,3 2 0 16,-3-2 0-16,3 5 0 0,0-8-6 0,0 3 0 16,-3 0-8-16,3-3 12 0,0 3-1 0,-3-3-1 15,3 3 0-15,0-3 0 0,-3 0-2 16,3 3-8-16,0-3 12 0,0 3-4 0,-3 2-8 0,3-2 8 15,0 2-8-15,0 1 8 0,0 2-8 16,0-3 0-16,0 3 9 0,3 3-9 0,-3-3 0 0,0 3 0 16,3 2 0-16,-3-2 8 0,0-1-8 0,3 4 0 0,-3 2 0 15,0 0 0-15,3-5 0 0,-3 5 0 16,0 0 0-16,0 0 0 0,3-3 0 0,3-2 0 16,-3 5 0-16,3 0 0 0,0-3 0 0,0 3 0 0,3 0 0 0,0-5-8 15,3 5 8-15,3-3 0 0,2 3 0 0,1 0 0 16,3 0 0-16,3 0 0 0,0-5 0 0,0 5 0 15,-4 5 0-15,4-5 0 0,0 0 0 0,0 0 0 16,-3-5 0-16,2 2 0 0,1 0 0 0,3 1 0 16,-3 2 0-16,0-6 0 0,2 4 0 0,-2 2 0 15,0 0 0-15,-3-5 0 0,-3 5 0 0,0-3 0 16,-3 3 8-16,-4 0 6 0,1 0 2 0,-6 0 0 16,0 3-64-16,0-3-13 0,-6 0-3 0,0 0 0 31,0 0-102-31,0 0-21 0,0 0-4 0,-6 5-478 0,-3-3-96 0</inkml:trace>
  <inkml:trace contextRef="#ctx0" brushRef="#br0" timeOffset="63026.38">18651 2948 1551 0,'0'0'34'0,"0"0"7"0,0 0 2 0,0 0 1 0,3-8-36 0,-3 8-8 0,0 0 0 0,0 0 0 16,0-6 72-16,0 6 12 0,0 0 2 0,0 0 1 16,0 0-44-16,0 0-9 0,0 0-2 0,0 0 0 15,-9 0-14-15,3 0-3 0,0 6-1 0,-3-4 0 16,0 6-6-16,3 0 0 0,-3 3-8 0,0-1 12 16,0 1-12-16,-3 5 9 0,4-6-9 0,-4 4 8 15,3-1-8-15,-3 3 0 0,3-3 0 0,0-5 0 16,0 3 0-16,0 2 0 0,3-5 0 0,0 0 8 15,3 0-8-15,-3-3 0 0,3 3 0 0,0-3 0 16,3-5 0-16,0 0 0 0,0 0 0 0,0 0 0 0,0 0 0 0,0 0 0 16,6 0-9-16,0 0 9 0,0 0 0 0,0 0 0 15,0-5 0-15,3-6 0 0,0 6 0 0,0-3 0 16,0-5 0-16,0 2 0 0,3 1 0 0,-3-1 0 16,-1-2 0-16,4-3 0 0,0 0 0 0,0 3 0 15,-3-6 11-15,3 3-11 0,0 1 20 0,0 1-2 16,0 4-1-16,-3-6 0 15,0 11 11-15,3-9 3 0,-4 6 0 0,-2 6 0 16,3-6 3-16,-3 5 1 0,0 0 0 0,0 3 0 0,-3-5-4 0,-3 5-1 16,6 0 0-16,-3 5 0 0,-3-5-7 0,6 0-2 0,0 6 0 0,-3 2 0 15,3 0-5-15,-3 0 0 0,3 0-1 16,-3 5 0-16,0-3-15 0,3 4 8 16,0-1-8-16,-3 3 0 0,0 0 8 0,3-3-8 0,-3 3 0 0,3 0 0 15,0-3 0-15,-3 0 0 16,2 3 0-16,-2-8 0 15,3 5-116-15,-3-2-25 0,3 2-6 0,0 0-876 0</inkml:trace>
  <inkml:trace contextRef="#ctx0" brushRef="#br0" timeOffset="64245.86">18972 5641 1261 0,'0'0'36'0,"-6"-5"8"0,3 0-36 0,-3-1-8 16,3 4 0-16,-2-4 0 0,2 1 115 0,-3 0 21 15,0 0 4-15,3-1 0 0,-3 4-48 0,0-4-9 16,3 1-3-16,-3 2 0 15,0 1-27-15,0-1-5 0,-3 3-2 0,3-5 0 0,0 2-14 0,0 3-2 16,0-2-1-16,-3 2 0 0,0 0-12 0,3 0-2 16,-3 2-1-16,-2-2 0 0,2 8 8 0,-3-8 2 15,0 3 0-15,0 2 0 0,0 0-24 0,0 1 0 16,0-1 0-16,0 0 0 0,0 1 0 0,0 1 0 16,1 1 0-16,-1 0 0 0,3 0 0 0,-3 0 0 0,3 0 0 0,0 3 0 15,3-3 0-15,-3 0 0 0,0 2-12 16,3 1 4-16,-3 2 8 0,3-2 0 0,0-1 0 0,0 3 0 15,0 1 0-15,0-1 0 0,3 0 0 0,-2 0 0 16,2 1 0-16,0-1 0 0,0 3 0 0,0-3-8 16,3 3 8-16,-3-3 0 0,3 3 0 0,0-3 0 15,0 3 0-15,3-3 0 0,-3 0 0 0,3 1 0 16,0-4 0-16,0 3-8 0,0-2 8 0,0 0 0 16,2-1 0-16,1-2-8 0,0 3 8 0,0-3 0 15,0 0 0-15,3-3 0 0,-3 0 0 0,3 3 0 16,0-3 0-16,3-2 0 0,-3 2 0 15,3-2 0-15,0 2 0 0,0 1 0 0,-1-4 0 0,1 4 0 16,0-4 8-16,3 1 4 0,-3-1 1 0,3 1 0 16,0 2-13-16,0-5 0 0,-3 3 0 0,3 0 0 0,-4-1 0 15,1 1-16-15,3-3 3 0,-3 3 1 0,0-3 12 16,3 0 0-16,-3 0 0 0,0 0 0 16,0 0 0-16,-3 0 0 0,2-3 0 0,-2 0 0 0,0 1 11 0,-3-1-11 15,3 0 10-15,0-2-10 0,0 2 17 16,-3 1-2-16,0-1-1 0,0-2 0 0,0 2 32 0,0-2 6 15,0 2 2-15,0-2 0 0,-3 0-54 0,3-1-8 16,0 1-4-16,0 0 0 0,-3 0 20 0,3-3 3 16,-1 0 1-16,-2 0 0 0,3-3-12 0,-3 3 0 0,3-2 0 15,-3-4 0-15,3 1 53 0,-3 0 9 0,3-6 2 0,-3 1 0 16,0-1-52-16,0-2-12 0,3 0 0 0,-6-3 0 16,3 3 0-16,0 0 0 0,0 2 0 0,-3 1 0 15,0 2 0-15,-3 0 0 0,3 3 0 16,-3 2 0-16,-3 3 0 0,3-2 0 0,-3-1 0 15,0 6 0-15,-3-3 54 0,0 3 8 16,3-3 2-16,-3 2 0 0,1-2-52 0,-4 3-12 0,3 0 0 16,-3 0 0-16,3-1 0 0,-3 4 0 0,0-4 0 0,0 4 0 15,0-4 0-15,3 4 0 0,-3 2 0 0,-2-3 0 32,2 3-48-32,-3 0-13 0,0 0-3 0,0 3 0 0,0-1-109 0,-3 4-23 15,0-4-4-15,-2 6 0 0</inkml:trace>
  <inkml:trace contextRef="#ctx0" brushRef="#br0" timeOffset="68574.481">19038 4699 1314 0,'0'0'37'0,"0"0"8"0,0 0-36 0,0 0-9 15,0 0 0-15,0 0 0 0,0 0 104 0,0 0 20 16,0 0 3-16,0 0 1 0,0 0-52 0,0 0-9 16,0 0-3-16,0 0 0 0,0 0-51 0,0 0-13 15,0 0 0-15,-6-2 0 0,6 2 54 0,-6 0 8 16,6 0 2-16,-9 2 0 0,3-2-52 0,0 0-12 15,0 3 0-15,0-3 0 0,3 3 54 0,-3-3 8 0,0 2 2 0,0-2 0 16,0 0-38-16,-3 3-7 0,4-3-2 16,-4 0 0-16,0 0 1 0,-3 3 0 0,3-3 0 0,-3 2 0 15,0-2-5-15,0 0-1 0,0 0 0 0,0 0 0 16,0 0 0-16,-3-2 0 0,1 2 0 0,-1-3 0 16,-3 3-12-16,3-3 0 0,0 3 0 0,-3-2 0 15,0-1 0-15,3 0 0 0,-2 1 0 0,2-4 0 16,0 4 0-16,0-4 0 0,0 4 0 0,0-4 0 15,0 4 0-15,-3-1 0 0,4-2 8 0,-4 2-8 16,3 1 0-16,0-4 9 0,0 1-9 0,-3 2 8 16,3-2-8-16,-3 2 0 0,1-2 0 0,-1 2 0 15,-3 3 0-15,3-5 0 0,-3 3 0 0,0 2 0 16,1-8 0-16,-1 8 0 0,3 0 0 0,-3-3 0 16,0 3 0-16,3 0 0 0,0 0 0 0,1 0 8 15,-4 0-8-15,0 0 0 0,3 0 0 0,-3 0 0 0,3 0 0 16,1 0 0-16,-4 3 0 0,3-3 0 15,0 0 0-15,0 2 0 0,0-2 0 0,0 6 0 16,1-6 0-16,-1 0 0 0,3 2 0 0,0-2 0 16,0 5 0-16,0-5 0 0,3 0 0 0,-3 3 0 0,3-3 0 15,1 0 0-15,2 3 0 0,-3-3 0 0,3 0 0 16,0 0 0-16,-3 0 0 0,0-3 0 16,0 3 0-16,3-3 0 0,-3-2 0 0,3 3 0 0,-3 2 0 0,4-6 0 15,-4 4 0-15,0-1 0 0,3 0 0 0,-3 1 0 16,0-1 0-16,0-2 0 0,-3 2 0 0,3 0 0 15,0 3 0-15,-3-5 0 0,7 5 0 0,-4-2 0 0,0-1 0 16,0 3 0-16,3 0 0 0,0-3 0 0,0 3 0 0,3 0 0 16,0 0-12-16,0 0 12 0,0 0-10 0,0 0 10 15,6 0 0-15,-6 3 0 0,6-3 0 0,-6 0 0 16,6 0 0-16,-6 3 0 0,6-3 0 0,-6 2 0 16,6-2 0-16,-3 5 0 0,-2-2 0 0,5-3 10 15,-3 3-10-15,3-3 0 0,-3 5-10 0,-3 0 10 16,3 1 0-16,0 2 0 0,0-6 0 0,0 3 0 15,0 1 0-15,3-1 0 0,-3 0 0 16,0 1 0-16,0 2 0 0,3-3 0 0,-3 3 10 0,0-3-10 16,3 3 0-16,-3 3 0 0,0-6 0 0,3 3 0 15,-3 0 0-15,0 0 0 0,3 0 0 0,-3 2 0 16,0-2 0-16,3 3 0 0,-3-3 0 0,0 2 0 16,3-2 0-16,0 3 0 0,-3-1 0 0,3 1 0 15,0 0 0-15,0-1 8 0,-3-2-8 0,3 5 8 16,0-2-8-16,0 0 0 0,-3-1 0 0,3 6 0 15,0-5 0-15,0 7 0 0,0-5 0 0,0 3 0 0,0 3 0 0,0-3 0 16,0 2 0-16,0 1-11 0,0-3 11 0,0 2 0 16,0 1 8-16,0-4-8 0,0 4 0 0,0-3 8 15,0 0-8-15,0 0 0 0,3-1 0 0,-3-1 0 16,0 2 0-16,0-3 0 0,0 0 0 0,0 0 0 16,0-2 0-16,-3-1 0 0,3 4 0 0,0-6 0 15,0 2 0-15,0-2 0 0,0 3 0 0,0-1 0 16,0-2 0-16,0 0 0 0,0 0 0 15,0 0 0-15,0 0 0 0,0 0 0 16,0 0 0-16,0-3 0 0,0 0 0 0,0 3 0 0,0-2 0 0,0-1 0 16,0 3 0-16,0-8 0 0,0 5 0 0,0 0 0 15,0-5 0-15,0 6 0 0,3-1 0 0,-3-5 0 0,0 0 0 0,0 5 0 16,0-5 0-16,0 0 0 16,0 0 0-16,3 3 0 0,-3-3 0 0,6 5 0 0,-6-5 0 0,3 3 0 15,3 0 0-15,-6-3 0 0,0 0 0 0,6 0 0 16,-3 0 0-16,3 0 0 0,-6 0 0 0,6-3 8 15,0 0-8-15,0 3-10 0,0-2 10 0,0-1-13 16,0 3 13-16,0-3 0 0,-1 1 0 0,4-1 0 16,-3 0 0-16,3 3 0 0,0-5 0 0,0 2 0 15,0 3 0-15,3-5 0 0,0 3 0 0,0-1 0 16,0 3 0-16,0-8 0 0,2 5 0 0,-2-2 0 16,0 2 0-16,3 1 12 0,-3-1-3 0,0 0 0 15,3 1-9-15,-3-1 0 0,3 0 0 0,-3 1 0 16,2 2 0-16,-2-5 0 0,3 2 0 0,-3 0 0 15,0 1 0-15,0-1 0 0,0 0 0 0,3 1 0 16,-3-1 0-16,0 0 0 0,2-2 0 0,-2 2 0 16,3 3 0-16,0-2-11 0,0-1 1 0,-3 1 0 15,3 2 10-15,0-3 0 0,0 3 0 0,2-3 0 0,-2 3 0 16,0 0 14-16,0 0-3 0,-3 0-1 16,3 3-10-16,0-3-14 0,-3 0 3 0,3 3 1 0,-1-3 10 0,-2 2 16 15,0-2-4-15,3 0-1 0,-3 0-11 0,-3 0-16 16,3 0 4-16,0 0 1 0,0-2 11 0,0 2 0 15,-4-3 0-15,4 3 0 0,0 0 0 0,0 0 0 16,0-3 0-16,3 3 0 0,0 0 0 0,0 0 0 0,0 0 0 0,0 0 0 16,-1 0 0-16,1 0 0 0,3 0 0 0,0 0 0 15,-3 3 0-15,3-3 0 0,0 3 0 0,-3-1 0 16,2 1 0-16,1-1 14 0,-3-2-3 0,3 3-1 16,0 0-10-16,-3-3 0 0,0 2 0 0,2-2 0 15,1 0 0-15,0 0 8 0,0 0-8 0,0 0 0 16,3 0 0-16,0 0-16 0,-1 0 3 15,1 0 0-15,0 0 13 0,0 3 0 0,0-3 0 0,0 3 0 16,-4-3 19-16,1 2 6 0,3-2 2 0,-3 0 0 16,0 0-16-16,0-2-3 0,0 2-8 0,-4-3 12 15,-2 3-4-15,3 0 0 0,0-3-8 0,0 3 12 16,-3-2 9-16,3 2 2 0,-3-3 0 0,0 3 0 16,0 0-23-16,-1 0 0 0,1 0 0 0,0 0 0 15,-3 0 0-15,3 0 0 0,-3 3 0 0,3-3 0 16,-3 2 0-16,0-2 0 0,0 0 0 0,0 3 0 15,0 0 0-15,-3-1 0 0,2-2 0 0,-2 3 0 16,3-3 0-16,-3 3 0 0,0-1 0 0,0-2 0 0,0 0 0 0,0 3 0 16,0-3 0-16,0 0 0 0,0 3 0 0,-6-3 0 15,3 0 0-15,-3 0 0 0,6 0 0 0,0 0 0 16,-6 0 0-16,0 0 0 0,3-3 0 0,-3 3 0 16,6 0 0-16,-6 0 0 0,3-3 0 0,-3 3 0 15,3-2 0-15,0-1 0 0,0 0 0 0,-3 3 0 16,0-5 0-16,0 0 0 0,3-1 0 15,-3 1 0-15,0 0 0 0,-3 2 0 0,3-5 0 16,0 3 0-16,-3-3 0 0,0 3 0 0,3-6 0 0,0 3 0 16,-3 0 0-16,3-2 0 0,-3-1 0 0,3-2 0 15,-3 0 0-15,0-1 0 0,3-1 56 0,-3-1 6 0,0 2 2 16,0-4 0-16,3 2-52 0,-3-2-12 0,0-1 0 16,0-2 0-16,0 2 0 15,0-2 0-15,0 3 0 0,0-4 0 0,0 4 0 0,0 2-12 0,3 0 3 0,-3 0 0 16,3 3 9-16,-3 0 8 0,3 0-8 0,-3 2 11 15,3 0-11-15,0 1 0 0,-3 2 9 0,3-3-9 16,0 1 0-16,-3 2 0 0,3 0 0 0,-3 0 0 16,3 3 0-16,-3-3 0 0,0 2 0 0,0 1 0 15,0 0 0-15,0 5 0 0,-3-8 0 0,3 5 0 16,-6 1 0-16,4-1 0 0,-1 0 0 0,-3 1 0 16,3 2 0-16,-3 0 0 0,-3 0 0 0,0 0 0 15,0 0 0-15,0 0 0 0,-3 0 0 0,0 0 0 16,0 2 0-16,1-2 0 0,-4 3 0 0,3-3 0 15,-3 3-28-15,3-1-9 0,-3 1-3 16,0 0 0-16,1 2-38 0,-1-5-8 0,0 2-2 0,0 1 0 16,3 0-83-16,-3-1-17 0,3 1-3 0,3-3-1 0</inkml:trace>
  <inkml:trace contextRef="#ctx0" brushRef="#br0" timeOffset="69905.14">20291 5681 1292 0,'0'0'28'0,"-3"-5"7"0,3-1 1 0,-3 1 0 0,0 0-36 0,0-1 0 0,3-1 0 0,-3-1 0 0,0 2 104 0,-3-2 13 16,3 0 3-16,0 3 1 0,0 0-45 0,0 2-10 16,-3-2-2-16,0 2 0 0,0 1 0 0,0-1 0 15,0-2 0-15,1 2 0 0,-1 0 0 0,-3 3 0 16,3-2 0-16,-3 2 0 15,-3 0-52-15,3 0-12 0,-3-3 0 0,3 6 0 0,-3-3 0 0,0 2 0 16,0-2 0-16,-3 6 0 0,4-4 55 0,-4 4 7 16,3-4 2-16,-3 4 0 0,0-1-52 0,0 3-12 0,0-3 0 15,0 3 0-15,1 0 0 0,-1 0 0 0,0 0 0 16,0 0 0-16,0 2-16 0,0-2-5 0,3 3-2 16,-3-1 0-16,3 1 23 0,0 0 0 0,4 2 0 0,-1 0 0 15,0 0 12-15,0 3 9 0,3 0 3 0,-3 0 0 16,6 0-39-16,-3 0-7 0,3 2-2 15,0 1 0-15,0 2 24 0,3-3 0 0,0 1 0 0,0-1 0 16,0 1 17-16,3 2 5 0,0-5 1 0,0 3 0 16,0-1-37-16,0-2-7 0,3 0-2 0,0-3 0 15,0 3 23-15,3-3 0 0,0 3 0 0,0-3 0 16,2 1 14-16,1 1 7 0,0-1 2 0,3 2 0 16,-3-3-23-16,3 0 0 0,3 0 0 0,-3 0 0 15,3-2 0-15,-1 0 0 0,1-3 0 0,0-1 0 16,0 1 0-16,-3-2 0 0,6-1 0 0,-3 0 0 15,-1-2 0-15,-2 0 0 0,0-3 0 0,0 2 0 16,3-2 0-16,-3-2 0 0,-3 2 0 0,3-3 0 0,-1 0 0 16,1-2 0-16,-3 2 0 0,3-5 0 15,0 3 0-15,0-3 0 0,-3-2 0 0,3 2 0 16,-3-3 0-16,3 0 0 0,-4-2 0 0,1 0 0 16,3 0 56-16,-3 0 6 0,0-1 2 0,0-2 0 15,-3 3-64-15,3-3 0 0,-3 0-16 0,3 1 3 16,-3-1 13-16,-1-3 16 0,1 1-3 0,0-1-1 0,-3-2 15 0,0 2 2 15,0-2 1-15,-3-3 0 0,0 3-10 0,0-2-3 16,-3 1 0-16,-3 1 0 0,0 0 0 0,0 0 0 16,-3 2 0-16,-3 1 0 0,3 2-17 0,-6 0 0 15,1 0 0-15,-1 3 0 0,0 2 0 0,-3-5 0 0,-3 6 0 0,0-3 0 16,0 2 0-16,-3 0 0 0,1 4 0 0,-1-1 0 16,0 0 0-16,0 0 0 0,0 2 0 0,3-1 0 31,-2 1-48-31,2 1-12 0,0 2-4 0,-3 1 0 15,3-4-51-15,0 6-10 0,0-2-3 0,4-1-648 0,-1 0-131 0</inkml:trace>
  <inkml:trace contextRef="#ctx0" brushRef="#br0" timeOffset="71275.571">19591 3339 1267 0,'0'0'28'0,"0"0"5"0,0 0 2 0,0 0 1 0,0 0-36 0,0 0 0 16,0 0 0-16,0 0 0 0,0 0 109 16,0 0 15-16,0 0 4 0,0 0 0 0,0 0-52 0,0 0-9 15,0 0-3-15,0 0 0 0,0 0-5 0,3-2-2 16,-3 2 0-16,6 0 0 0,0 0-28 0,-3 0-5 16,3 0-2-16,0 0 0 0,0 2-2 0,0 1-1 15,0 0 0-15,3-1 0 0,-3 3-7 0,3-5 0 0,0 3-1 16,0 2 0-16,0-5-2 0,0 3 0 15,0 2 0-15,2-2 0 0,-2 0-9 0,0 2 8 0,3-5-8 0,0 3 8 16,-3-1-8-16,0 4 12 0,0-6-12 0,3 0 12 16,-3 0-12-16,3 2 0 0,-3-2 0 0,3 5 0 15,-1-5 0-15,-2 0 0 0,3 0 0 0,0 3 0 16,-3-3 0-16,3 5 0 0,-3-5 0 0,0 0 0 16,3 0 0-16,-3 0 0 0,0 0 0 0,0 0 0 15,-1 0 0-15,1 0 0 0,0 0 8 0,-3 0-8 16,3 0 0-16,-3 0 0 0,0 0 0 0,0 0 8 15,0 0-8-15,0 0 0 0,-6 0 0 0,6 0 0 16,0 0 0-16,-3 0 0 0,-3 0 0 0,6 0 8 16,-6 0-8-16,6 0 0 0,-6 0-12 0,0 0 12 15,0 0 0-15,0 0 0 0,0 0 0 0,0 0 0 16,0 0 0-16,0 0 0 0,0 0 0 0,0 0 0 16,0 0 0-16,3 0 0 0,-3 0 0 0,0 0 0 0,3-5 0 0,-3 5 0 15,3-3 0-15,-3 3 0 16,3-5 0-16,-3 3 0 0,0-6 0 0,0 2 0 15,0 1 44-15,0-3 16 0,0 0 3 0,-3-2 1 0,3 2-52 0,0-3-12 16,-3 0 0-16,3 1 0 0,-3-1 0 0,3-2-10 16,0 0 2-16,0-3 0 0,0 3 8 0,0-3 11 15,0-3-3-15,0 1 0 0,0-1-8 0,0 1 0 16,0-1 0-16,0-2 0 0,3-5 14 0,-3 2 1 0,0 0 0 0,0-5 0 16,0 8-15-16,0-6 11 0,0 9-11 0,0-3 10 15,0-1-2-15,0 6-8 16,0 1 12-16,0-4-4 0,0 9 5 0,0-9 1 15,0 8 0-15,0-2 0 0,3 0-2 0,-3 2 0 16,0-2 0-16,0 3 0 0,0-1-2 0,0 0-1 16,0 3 0-16,3-2 0 0,-3-1-9 0,0 3 10 0,0 0-10 15,0 0 10-15,0 3-10 0,3-3 0 0,-3 3 9 0,3-3-9 16,0 3 0-16,0 2 8 0,0-5-8 0,0 3 0 16,2 2 0-16,1-5 8 0,3 8-8 0,0-8 0 15,3 6 0-15,-3-1 0 0,6-2 0 0,0 2 0 16,0-5 0-16,0 3 0 0,6 2 0 0,-1-5 0 15,1 3 0-15,3-3 0 0,-3 3 0 0,3 2 0 16,-4-5 0-16,1 3 0 0,3 0 0 0,-6 2 0 16,0 3 0-16,-3-5 0 0,0 2 0 0,0 3 8 15,-1-5-8-15,-2 2 0 0,-3 3 0 0,0 0 0 16,0-5 0-16,0 5-16 0,-3 0 4 0,0-3 0 0,-3 3 12 0,-3 0 0 16,6 3 0-16,-6-3 0 15,0 0-53-15,0 0-9 0,0 0-2 16,0 5 0-16,-3 3-102 0,3 0-21 0,-6-3-4 0,0 6-794 15</inkml:trace>
  <inkml:trace contextRef="#ctx0" brushRef="#br0" timeOffset="71861.18">20062 2924 1566 0,'0'0'34'0,"0"0"7"0,0 0 2 0,0 0 1 0,0-3-35 0,0 3-9 0,0 0 0 0,-3-2 0 15,3 2 111-15,0 0 20 0,-3-6 4 0,3 6 1 16,0 0-78-16,0 0-15 0,-6 0-3 0,0 0-1 16,0 0-18-16,-3 6-3 0,3-6-1 0,-3 5 0 15,0 3-9-15,0 0-8 0,-3 0 9 0,3-3-9 16,-2 6 0-16,-1 2 0 0,3-3 0 0,-3 1 0 16,0 0 0-16,0 2 0 0,0 0 0 0,3-5 0 15,0 0 0-15,0 2 0 0,3 1 0 0,0-3 0 0,0-5 0 16,3 2 0-16,3-5 0 0,-3 5 0 15,3-5 0-15,0 0 0 0,0 0-8 0,0 0 8 0,0 8 0 0,0-8 0 16,0 0 0-16,0 0 0 0,6-5 0 0,0 2 0 16,0-2 0-16,3-3 0 0,0 0-14 0,0 0-6 15,3-3 0-15,0 4-1 0,0-4 41 0,0-2 9 16,0 5 2-16,0-5 0 0,2-1-8 0,-2 4-2 16,0 2 0-16,0-5 0 0,0 5-7 0,0 0-2 0,0 0 0 15,-3 0 0-15,3 3 38 0,-3-1 7 16,0 4 2-16,0 2 0 0,-1-6-23 0,1 4-4 15,-3 2 0-15,0 0-1 0,0-6-7 0,0 6 0 16,0 0-1-16,-3 6 0 0,0-6-10 0,3 2-1 0,-3 4-1 16,0-4 0-16,0 4-11 0,3 1 0 0,-3 1 0 15,0 6 8-15,-3-9-8 0,3 3 0 0,0 2-12 0,0-2 12 32,0 3-88-32,0 0-9 0,0-3-3 0,3 5-684 0,-3-8-138 0</inkml:trace>
  <inkml:trace contextRef="#ctx0" brushRef="#br0" timeOffset="78583.917">15930 10862 1479 0,'0'0'32'0,"0"0"8"0,0 0 0 0,-6-3 2 0,0 1-34 0,0-1-8 0,0 0 0 0,3 3 0 16,-2-2 84-16,5 2 14 0,-6-3 3 0,0 0 1 16,6 3-23-16,0 0-5 0,0 0-1 0,0 0 0 15,0 0 11-15,0 0 1 0,0 0 1 0,0 0 0 16,0 0-69-16,0 0-17 0,0 0 0 0,0 0 0 15,0 0 34-15,0 0 3 0,0 0 1 0,0 0 0 16,0 0-23-16,0 0-5 0,0 6-1 0,-3-1 0 16,3 3-9-16,0-3 12 0,0 0-12 0,3 3 12 15,-3 0-12-15,3 0 0 0,-3 0 0 0,3 3 8 16,0-1-8-16,-3-2 0 0,3 5 0 0,-1-2 0 16,1 0 0-16,0 2 0 0,0 0 0 0,0 0 0 15,0 3 0-15,0 3 0 0,0-3 0 0,0 5 0 16,0-3 12-16,-3 3-4 0,6 1 0 0,-6 1 0 0,3-4-8 15,3 2-11-15,-3-5 3 0,0 3 0 16,0-4 8-16,0-1 0 0,0-1 0 0,-3 0 0 0,3-2 0 0,0-1 0 16,-3 1 0-16,3-3 0 0,-3 0 0 0,3 0 0 15,-3 0 0-15,3 0 0 0,0-3 0 0,0 3 0 16,0-3 0-16,0 0 8 0,0-2-8 0,0 2 0 16,-3-5 0-16,3 3 0 0,3 2 0 0,-3-5 0 0,3 3 0 15,0 0-8-15,0-3 8 0,2 2 0 0,-2-2 0 16,3 0 0-16,0 0 0 0,0 0 0 15,0 0 0-15,-3 0 0 0,3 0 0 0,0 0 0 0,0 0 0 0,-3 0 0 16,3 0 0-16,0 0 0 0,-3-2 0 0,0 2 0 16,3 0 0-16,-1 0 0 0,-2 0 0 0,3 0 0 15,0 0 0-15,0 0 11 0,3-3-3 0,-3 3 0 16,3 0-8-16,0 0 0 0,0-3 0 0,0 3 0 16,0 0 0-16,2 0-12 0,1 0 2 0,0 0 1 15,3 0 9-15,-3 0 0 0,3 0 0 0,0 0 0 16,-3 0 0-16,-1 0 0 0,4 0 0 0,-3 0 0 15,3 0 0-15,-3 0 12 0,0 0-2 0,-3 0-1 16,0 0-9-16,0 0 0 0,-1 0 0 0,-2 0 0 16,3 0 0-16,0 0-12 0,0 0 2 0,3-2 1 15,-3 2 9-15,3 0 12 0,0 0-2 0,3 0-1 16,-4 0-9-16,4 0-12 0,3-3 2 0,-3 3 1 16,3 0 9-16,-3 0 0 0,2 0 0 0,-2 0 0 15,3 0 0-15,-3 0 0 0,0 0 0 0,0 0 8 16,-3 0-8-16,0 0 0 0,-1 0 0 0,-2-3 0 15,3 3 0-15,-3 0 0 0,0 0 0 0,3-2 0 0,-3 2 8 0,3-3-8 16,-3 3 10-16,2-3-10 0,-2 3 0 0,3 0 0 16,0 0 0-16,3 0 0 0,-3 0 0 0,3 0 0 15,-3 0 0-15,2 3-10 0,-2-3 10 0,3 0 0 16,-3 0 0-16,3 0 0 0,-3 0 0 0,0 3 0 16,0-3 0-16,0 0 0 0,-1 0 0 0,-2-3 0 15,0 3 0-15,0 0 0 0,0-3 0 0,0 1 0 16,-3 2 0-16,3 0 0 0,0-3 0 0,0 3 0 15,-1-3 10-15,1 1-10 0,0 2 0 0,0 0 0 16,0 0 0-16,0 0 0 0,0 0 0 0,0 0 0 16,3-3 0-16,-3 3 0 0,2 0 0 0,-2-2 0 0,0 2 0 0,-3-3 0 15,3 3 0-15,0 0 0 0,-3-3 0 0,3 3 0 16,0-2 0-16,-3-1 0 0,0 3 0 0,0-3 0 16,0 1 0-16,-1-1 0 0,-2 3 0 0,3-3 0 15,-3 1 0-15,3-1 0 0,-3 3 0 0,0-3 0 16,0 1 0-16,0-1 0 0,-3 0 0 0,0 1 0 15,3-1 0-15,-3 3 0 0,0-5-8 0,-3 5 8 16,3-3 0-16,0 1 0 0,0-4 0 0,0 4 0 16,0-1 0-16,0-2-8 0,0 2 8 0,0 0 0 15,-3 3-10-15,3-5 10 0,3 0-8 0,-3 0 8 16,0 2 0-16,0-2 0 0,0-1 0 0,0 1 0 16,-1-3 0-16,1 0 14 0,0 3-2 0,0-3 0 15,0-3-20-15,0 3-5 0,0-2-1 0,3-3 0 16,-3-1 22-16,0 4 5 0,3-6 1 0,-3 0 0 0,0 0-14 15,0 0 0-15,3 0 0 0,-3-2 0 16,0 2 0-16,0 0-10 0,0 0 2 0,0 0 0 0,0 0 8 0,0 1 11 16,0-1-3-16,0-3 0 0,0 3-8 0,0-2 0 15,0-1 0-15,3-2 0 0,-3 3 0 0,3-4 0 16,-3 1 0-16,3 0 0 0,-3 0 53 0,0 2 9 16,0-2 2-16,0 5 0 0,0 0-52 0,-1 1-12 15,-2 1 0-15,0 4 0 0,-2-1 0 0,-1 1 0 16,0 2 0-16,0 0 0 0,-3 0 0 0,0 0 0 15,0 3 0-15,0-1 0 0,0 1 0 0,0 0 0 0,-3 2 0 0,0 0 0 16,0 1 0-16,3-4 0 0,-3 6 0 0,0 0 0 16,0-2 0-16,3 2 0 0,-3 0 0 15,1 0 0-15,2 0 0 0,-3 0 0 0,3 0 0 16,-3 0 0-16,3 0 0 0,-3 2 0 0,0-2 0 0,0 0 0 16,0 3 0-16,-3-3 0 0,0 3 0 0,0-3 0 15,-3 2 0-15,1 1 0 0,-1-3 0 16,-3 3 0-16,0-3 0 0,0 2 0 0,0 1 0 0,-3 0 0 15,4-3 0-15,-4 0 0 0,3 2 0 0,0 1 0 16,0-3 0-16,3 3 0 0,0-3 0 0,-2 2 0 16,2-2 0-16,0 0 0 0,0 0 0 0,-3 0 0 15,3 0 0-15,-3 0 0 0,-6-2 0 0,4 2 0 16,-4-3 19-16,0 3 1 0,0-3 0 0,-3 3 0 16,4 0-20-16,-4 0 0 0,3 0 0 0,0 3 0 15,3-3 0-15,0 3 0 0,4-3 0 0,-1 2 0 16,0 1 0-16,3 0 0 0,0-3 0 0,0 0 0 15,-3 2 0-15,4-2 0 0,-4 0 0 0,-3 0 0 0,3 0 0 16,0 0 0-16,0 3 0 0,0-3 0 0,1 0 0 0,-4 2 0 16,3-2 0-16,0 3 0 0,0 0-12 0,0-3-7 15,3 2-1-15,-2 1 0 0,2 0 34 0,-3 2 6 16,6-2 2-16,-3-1 0 0,3 1-35 0,0 0-7 16,0-1-2-16,0 3 0 0,0-5 34 0,-2 3 6 15,-1 0 2-15,0-1 0 0,-3-2-20 0,0 3 0 16,0 0 0-16,0-3 0 0,1 2 0 0,-1 1 0 15,-3 0 0-15,0-3 0 0,0 2 0 0,3 1 0 16,3 0 0-16,-2 2 0 0,2-5-12 0,-3 3-7 16,6-1-1-16,-3 1 0 0,3-3 20 0,0 2 0 0,0 1 0 0,0-3 0 15,3 3 13-15,1-3 7 0,-1 0 0 0,0 0 1 16,0 0-21-16,-3 0 9 0,3 0-9 0,-3 0 0 16,0 0 8-16,0 2-8 0,0-2 0 0,3 0 0 15,-3 0 9-15,1 0-9 0,-1 0 0 0,0 3 9 16,0-3-9-16,0 0 0 0,0 3 0 0,0-3 0 15,0 2 8-15,0-2-8 0,0 3 0 0,3-3 8 16,-2 3-8-16,2-3 0 0,-3 2 0 0,3 1 8 16,0-3-8-16,0 3 8 0,0-1-8 0,0-2 8 15,0 3-8-15,3 0 8 0,0-1-8 0,0-2 8 16,0 3-8-16,6-3 0 0,-3 0 9 0,3 0-9 16,-6 5 0-16,6-5 8 0,0 0-8 0,-6 3 0 15,6-3 0-15,0 0 0 0,0 0 0 0,-6 2 0 16,6-2 0-16,0 0 0 0,-5 3 0 0,5-3 0 15,0 0 0-15,0 0 0 0,-3 5 0 0,0 1 0 16,3-6 0-16,0 0 0 0,-3 5-9 0,0 3 9 16,3-3-27-16,0 0-1 0,3 1 0 0,-3-1 0 15,3 0-92-15,0 3-18 0,0-5-4 0,2 5-642 16,1-3-128-16</inkml:trace>
  <inkml:trace contextRef="#ctx0" brushRef="#br0" timeOffset="79842.062">17588 11595 1209 0,'0'0'26'0,"0"0"6"0,-3-3 0 0,3 3 4 0,-3-5-36 0,-3 2 0 0,3 1 0 0,0-4 0 16,0 4 81-16,3 2 10 0,-6-3 1 0,3 0 1 16,3 3-16-16,-3-2-3 0,-2-1-1 0,2 0 0 15,-3 3-16-15,6 0-3 0,-3-2-1 0,-3-1 0 16,0 3-11-16,0 0-2 0,0 0-1 0,0 0 0 15,0 3-8-15,0-1-2 0,0-2 0 0,-3 3 0 0,3 0-3 0,0-1-1 16,-3 4 0-16,3-4 0 0,0 1-1 0,-3 2 0 16,3 0 0-16,-2 1 0 0,2-1-24 0,-3 0 0 15,3 1 0-15,0 2 0 0,0-3 0 0,-3 3 0 16,3-3 0-16,0 3 0 0,0 0 32 0,0-3 2 16,0 3 0-16,0 3 0 0,-3-3-24 0,3 0-10 15,0 0 8-15,-3 0-8 0,3-1 0 16,-3 4 8-16,1 0-8 0,-1-1 0 0,0 1 8 0,0-3-8 15,0 2 0-15,0 1 8 0,0 0-8 0,0-1 0 16,0 1 0-16,3 2 0 0,-3-3 0 0,3 4 0 16,0 2 0-16,0-3 0 0,0 3 0 0,0 2 0 0,0-2 0 15,1 3 0-15,2-1 0 0,0-2 0 16,3 3 0-16,-3-1 0 0,3-5 0 0,0 3 0 16,-3-3 0-16,6 3 0 0,-3-5 0 0,3 2 0 0,0-2 0 0,0 2 0 15,0 0 0-15,-1-2 0 0,4-1 0 0,-3 4 0 16,3-4 0-16,0 1 0 0,0-1 0 15,3 1 0-15,-3-1 14 0,3 1 7 0,0 0 2 0,0-1 0 16,0 1-37-16,0-1-7 0,3 1-2 0,-3 0 0 16,3-4 23-16,-4 1 0 0,4 3 0 0,0-6 0 15,-3 1 0-15,3-1 0 0,-3 0-9 0,0 0 9 16,0-2 0-16,0 0-8 0,0-3 8 0,3 0 0 16,-3 2 0-16,3-2 0 0,-4 0 0 0,4-2 0 15,0-1 0-15,-3 0 0 0,3-2 0 0,3 0 0 16,-3 0 18-16,0-3 7 0,3 2 2 0,-3-2 0 15,2 0-27-15,10-7 0 0,-6-1 0 0,-12 10 0 16,3 1 0-16,0-3 0 0,3 0 0 0,-3 0 0 16,0-2 0-16,3-1 0 0,-6 1 0 0,3-4 0 15,-1 1 56-15,1-3 7 0,-3 3 1 0,0-6 0 16,3 4-52-16,-6-4-12 0,3-2 0 0,-3-3 0 0,3 0 54 0,-3-2 8 16,-3-1 2-16,3 1 0 0,0 2-52 0,-3 0-12 15,0 3 0-15,0 0 0 0,-3 0 0 0,0 5 0 16,0-3 0-16,0 4 0 0,-3-1 0 0,0 0 0 15,0 3 0-15,-3-1 0 0,0 4 0 0,0-4 0 16,-2 4 0-16,2-3 0 16,-3-1-48-16,0 1-13 0,0-3-3 0,0 0 0 15,3 1-102-15,0-4-21 0,0-2-4 0,3 0-1 0</inkml:trace>
  <inkml:trace contextRef="#ctx0" brushRef="#br0" timeOffset="81008.963">16969 9340 1404 0,'0'0'31'0,"0"0"6"0,0 0 2 0,-6 6 0 0,6-6-31 0,0 0-8 0,0 0 0 0,-6 2 0 16,6-2 104-16,0 0 19 0,0 0 4 0,0 0 1 16,0 0-52-16,0 0-9 0,0 0-3 0,0 0 0 15,0 0-36-15,0 0-7 0,0 0-1 0,0 0-1 16,0 0-3-16,0 0 0 0,0 0 0 0,0 6 0 16,0-6-3-16,3 5-1 0,0-2 0 0,3 2 0 15,0-5-26-15,0 0-6 0,3 0 0 0,0 2-1 16,3-2 21-16,0 0 0 0,0 0 0 0,5-2 0 15,-2 2 24-15,3 0 10 0,3-3 2 0,3 3 0 16,-3-2-28-16,2-1-8 0,1 0 0 0,0 1 0 16,-3 2 25-16,0 0 2 0,-3-3 0 0,-1 3 0 15,-2 0-43-15,0-3-9 0,-3 1-2 0,0 2 0 16,0-3-8-16,-3 3-1 0,0-3-1 0,-3 3 0 0,0 0 37 0,0 0 0 16,0 0 0-16,-6 0 0 0,0 0-13 0,0 0 5 15,6 0 8-15,-6 0-13 0,0 0 1 16,0 0 0-16,0 0 0 0,0 0 0 0,0 0 1 0,0 0 1 15,0 0 0-15,0 0 0 16,0 0-20-16,0 0-4 0,0 0-1 0,0 0 0 0,0 0 35 0,0 8 0 0,0-8 0 16,0 0 0-16,0 0 18 0,0 0 10 15,0 0 3-15,0 0 0 0,0 0-19 0,0 0-3 0,0 0-1 0,0 0 0 16,0 0 7-16,0 0 1 0,0 0 0 0,0 0 0 16,0 0-6-16,0 0-1 0,0 0 0 0,-6-5 0 15,3 0 37-15,0-1 7 16,3 1 2-16,-3 0 0 0,0-3-37 0,3-3-7 15,0 1-2-15,-3-3 0 0,3-1 37 0,0-2 7 0,0-2 2 16,0-3 0-16,0-3-37 0,0-3-7 0,3-2-2 0,-3 0 0 16,0 0-9-16,3 0 0 0,-3 5 0 0,0-2 0 15,3-1 53-15,-3 6 9 0,0-3 2 0,0 0 0 16,0 1-52-16,-3 2-12 0,3-6 0 0,-3 1 0 16,0 2 0-16,3-3 0 0,-3 1 0 0,3-1 0 15,-3 4 0-15,0 1 0 0,0 4 0 0,0-1 0 16,0 6 0-16,3 0 0 0,-3 0 0 0,0 2 0 15,0 1 0-15,0 2 0 0,0 0 0 0,0 2 0 16,3-2 0-16,-3 3 0 0,0 2 0 0,3 3 0 16,0-5 0-16,0 5 0 0,0 0 0 0,0 0 0 0,0 0 54 0,0 0 8 15,0 0 2-15,0 0 0 0,0 0-52 0,0 0-12 16,0 0 0-16,3-2 0 16,0 2-48-16,3-3-13 0,0 0-3 0,0 1 0 0,0-1 103 0,6 0 20 15,-3 3 4-15,6-2 1 16,-1-1-103-16,4 0-20 0,0 1-4 0,6-1-1 15,0 0 52-15,0-2 12 0,2 2 0 0,-2 3 0 16,0-2 0-16,0-1 0 0,-3 3 0 0,0-2 0 0,-4 2 0 0,1 0 0 16,-3 0 0-16,0 0 0 0,0 0 0 0,0 0 0 15,-3-3 0-15,0 3 0 16,-1 0-54-16,1 0-8 0,0 0-2 0,0 0 0 16,-3 0 0-16,0-3 0 0,0 1 0 0,-3 2 0 15,0-3-153-15,0 3-31 0,9 0-7 0,-15 0-1 0</inkml:trace>
  <inkml:trace contextRef="#ctx0" brushRef="#br0" timeOffset="81593.441">17413 8848 1926 0,'0'0'42'0,"0"0"9"0,0 0 1 0,0 0 3 0,0 0-44 0,0 0-11 15,0 0 0-15,0 0 0 0,0 0 77 0,0 0 14 16,0 0 2-16,-6 3 1 0,6-3-41 0,-9 3-8 16,3-1-1-16,0 1-1 0,6-3-19 0,-6 2-4 15,0 4-1-15,0-1 0 0,0 3-31 0,0 0-5 0,-3 0-2 0,0 0 0 16,3 0 34-16,-6 2 6 0,3-2 2 0,-3 3 0 16,1-3-23-16,2 0 0 0,-3 2 0 0,0-2 0 15,3 0 0 1,-3 0 0-16,3 3 0 0,0-3 8 0,3 0-8 0,0-3 0 15,0 3 0-15,0-3 0 0,3 0 0 0,3-5 0 0,0 0 0 16,0 0 0-16,0 0 0 0,0 0 0 0,6 3-9 16,3-3 9-16,-3-3 0 0,3-2 0 0,0 2 0 15,0-4 0-15,3-1 0 0,-3 0 0 0,3 0 0 0,0-3 0 16,0 3 12-16,-1 0 4 0,4 0 1 0,-3-2 0 16,-3-1 7-16,3 3 2 0,0 0 0 0,0 0 0 15,0 0-15-15,-3 3-3 0,3 0-8 0,0 2 12 16,-4-2-12-16,1 2-8 0,0 1 8 0,0-1-13 15,0 3 42-15,-3 0 9 0,3 0 2 0,0 0 0 16,-3 0-24-16,0 3-4 0,0-1 0 0,0-2-1 16,3 3-11-16,-3-1 0 0,0 4 0 0,0-1 0 15,0-2 0-15,-1 2 0 0,1-2 0 0,0 2-11 16,0-2-109-16,0 2-23 0,3-2-4 0</inkml:trace>
  <inkml:trace contextRef="#ctx0" brushRef="#br0" timeOffset="86766.268">19124 10703 1497 0,'0'0'32'0,"0"0"8"0,0 0 0 0,0 0 4 0,0 0-36 0,0 0-8 15,0 0 0-15,0 0 0 0,0 0 104 0,-6 3 20 16,6-3 3-16,-6 2 1 0,6-2-35 0,0 0-6 15,-3 3-2-15,3-3 0 0,0 0-33 0,-9 3-8 16,9-3 0-16,-6 5-1 0,6-5 17 0,-6 0 3 0,0 3 1 0,-2-3 0 16,2 0-52-16,0 0-12 0,-3 0 0 0,3-3 0 15,0 0 54-15,-3 1 8 0,3 2 2 0,-3-3 0 16,3 0-48-16,0 1-16 0,-3-1 9 0,0-2-9 16,3 2 17-16,-3-2-1 0,0 2-1 0,0-2 0 15,1 0-15-15,-4 2 11 16,0-2-11-16,0 2 10 0,0-2-10 0,0-1 0 0,0 4 0 15,-3-4 0-15,3 4 0 0,-3-1 0 0,4 1 8 0,-4-4-8 16,0 4 0-16,0 2 0 0,0-3 0 0,-3 3 8 31,3 0-28-31,0-3-7 0,-2 1-1 0,-1 2 0 0,0 0 47 0,3 0 9 0,-3 0 1 0,3 0 1 16,0 0-30-16,0 0 0 0,1-3 0 0,-4 3 0 16,3 0 0-16,-3-3 0 0,0 1 0 0,-3 2 0 15,0 0 0-15,4 0 0 0,-4 0 0 0,0 0 0 16,0 0 0-16,0 0 0 0,0 2 0 0,1 1 0 15,2-3-18-15,0 3-10 0,0-1-1 0,0 1-1 16,3-3 48-16,3 3 10 0,-3-1 1 0,3 1 1 16,1-3-48-16,-1 3-10 0,-3-3-1 0,0 0-1 0,3 0 30 15,-3 0 0-15,0 0 0 0,0 2 0 0,0-2 0 0,1 0 0 16,-4 3 0-16,3-3 0 0,-3 0 0 0,0 2 0 16,0-2 0-16,0 3 0 0,4-3 0 0,-4 3 0 15,3-3 0-15,0 2 0 16,3 1 0-16,-3 0 0 0,3-3 0 0,0 5 0 15,0-5 0-15,3 3 0 0,1-1 0 0,-1 1 0 16,0-3 0-16,0 0 0 0,3 3 0 0,-3-3 0 0,3 0 0 0,-3 2 0 16,3-2 0-16,-3 0 0 0,0 0 0 0,3 0 0 15,-3 0 0-15,0 0 0 0,3 0 0 0,-3 0 0 16,4 0 0-16,-4 0 0 0,3 0 0 0,-3 0 0 0,3 0 0 0,-3 3 0 16,0-3 18-16,-3 0 10 15,3 0 1-15,0 3 1 0,0-3-30 0,-3 0 0 0,3 2 0 16,-3-2 0-1,4 0-28-15,-4 3 2 0,3-3 0 0,-3 2 0 0,3-2 26 0,0 3 0 0,0 0 0 0,0-3 0 16,0 2 0-16,0 1 0 0,0 0 0 0,0 2 0 16,3-2 0-16,-3 2 0 0,1-2 0 0,2 2 0 15,-3-2 0-15,3 2 0 0,-3-3 0 0,3 1 0 16,0 2 46-16,0 1 14 0,0-4 4 0,0 1 0 16,6-3-52-16,-6 5-12 0,3-2 0 0,-3 2 0 15,6-5-17-15,-6 3-7 0,0 2 0 0,6-5-1 16,-3 3 25-16,-3 2 0 0,6-5 0 0,-6 3 0 15,6-3 0-15,-3 5 0 0,3-5 0 0,-3 5 0 16,3-5 0-16,-6 6 8 0,6-6-8 0,-3 5 8 16,0 0-8-16,0-2 8 0,3 2-8 0,0 0 8 15,0-5-8-15,0 6 0 0,0-1 0 0,0 3 8 0,0-3-8 16,0-2 0-16,0 2 8 0,0 3-8 16,0-3 0-16,3 1 0 0,-3-1 0 0,0 3 8 15,3 0-8-15,-3 2 0 0,0-2 0 0,3 3 0 0,-3 0 0 0,3-4 0 16,-3 4 0-16,0 2 0 0,3 1 0 0,-3-1 0 15,0 0 0-15,0 3 0 0,0 0 0 0,0 2 0 16,0 1 0-16,0-1 0 0,0 1 0 0,0-1 0 16,0 1 0-16,0-3 0 0,0 0 0 0,0 2 0 15,0-2 0-15,0-3-8 0,3-2 8 0,-3 2 0 0,0-2 0 0,3-1 0 16,-3-2 0-16,0 3 0 0,3-3 0 0,-3-3-8 16,3 3 8-16,0-3 0 0,-3 3 0 0,3-3 0 15,0 1 0-15,-3-6 0 16,0 5 0-16,0-5 0 0,3 3 0 0,0 2 0 0,-3-5 0 0,3 3-8 15,3-1 8-15,-3 1 0 0,-3-3 0 16,6 5 0-16,-3-5 0 0,3 3 0 0,-3 0 0 0,3-1-8 16,-3-2 8-16,3 0 0 0,0 3 0 15,0-3 0-15,0 2 0 0,3 1 0 0,0-3 0 0,-4 3 0 16,4-3 0-16,3 0 0 0,-3 2 0 0,3 1 0 16,0-3 10-16,0 0 7 0,3 3 2 0,0-3 0 15,0 2-35-15,2-2-6 0,-2-2-2 0,3 2 0 16,0 0 24-16,3 0-11 0,-3 0 11 0,3 2-8 15,-4-2 8-15,1 0 0 0,0 0-9 0,0-2 9 16,-3 2 0-16,3-3-9 0,-3 3 9 0,3 0 0 16,-1-3-31-16,1 1 1 0,3-1 0 0,-3 3 0 0,3-3 30 15,0 1 0-15,2-1 0 0,-2 3 0 0,3-2 18 0,-3-1 10 16,0 0 1-16,3 3 1 0,-4 0-30 0,1-2 0 16,0 2 0-16,0 0 0 0,0 0 0 0,0-3 0 15,-1 3 0-15,7 0 0 0,0 0 0 0,3 0 0 16,3 0 0-16,2-3 0 0,1 3 0 0,0 0 0 15,2 0 0-15,-2-2 0 16,-3 2-20-16,0-3-8 0,-1 3 0 0,1 0-1 0,-3-3 47 0,6 3 10 16,-4-2 1-16,1 2 1 0,0 0-30 0,-3-3 0 15,-4 3 0-15,1-3 0 0,0 3 0 0,-6 0 0 16,0 0 0-16,-4 0 0 0,-2 0 0 0,3 0 8 16,-3-2-8-16,3 2 0 0,-3 0 0 0,-3 0 0 15,3 0 8-15,-4 0-8 0,4 0 8 0,-3 0-8 0,3 0 11 0,-3 0-11 16,0 0 0-16,0 0 0 0,0 0 0 0,0 0-9 15,0 0 9-15,0 0 0 0,-1 0 0 0,-2 0 0 16,3-3 0-16,-3 3 0 0,0 0 0 0,0 0 0 16,0-3 0-16,0 1 0 0,-3 2 0 0,3 0 0 15,-3 0 0-15,0 0 0 0,0 0 0 0,0-3 0 16,0 3 0-16,0 0 0 0,-4 0 0 0,1 0 0 16,3-2 0-16,-6 2 0 0,0 0 8 0,0 0-8 15,3-3 0-15,-3 3 0 0,0 0 0 0,0 0 8 16,3-3-8-16,-3 3 0 0,0 0 0 0,0 0 0 15,0-5 8-15,0 5-8 0,0-5 8 0,0-3-8 16,0 5 0-16,-3-2 8 0,3-3-8 0,-3 3 0 16,3-1 9-16,-3-2-9 0,3 3 12 0,-3-6-12 15,3 1 16-15,-3-3-3 0,3 2-1 0,0-5 0 16,0-2 0-16,3-1-1 0,-3 1 0 0,0-4 0 16,3 1-1-16,0 0 0 0,-3 0 0 0,3 2 0 15,0-2-2-15,0 3 0 0,0-1 0 0,0-2 0 0,0 5-8 0,-3-2 0 16,3 2 9-16,-3 0-9 0,3 0 0 0,-3 3 0 15,0-3 0-15,-3 0 8 0,3 3-8 0,-3 0 0 16,0-1 8-16,0 1-8 0,-3 0 8 0,0 0-8 16,0-1 8-16,-2 4-8 0,-1-1 0 0,-3 3 8 15,0-2-8-15,0 4 0 0,-3 1 0 0,0 0 0 0,-3 0 0 16,0 2 0-16,-2 3-16 0,2 0-2 0,0 0 0 0,0 0 0 31,0 3-18-31,3 2-4 0,-3-3-1 0,3 4 0 16,4 2-79-16,-1 0-15 0,3 0-3 0,-3 2-680 0,6-2-136 0</inkml:trace>
  <inkml:trace contextRef="#ctx0" brushRef="#br0" timeOffset="87664.811">18954 11648 1479 0,'0'0'32'0,"0"0"8"0,0 0 0 0,0 0 2 0,0 0-34 0,-2-6-8 0,-1 1 0 0,-3 2 0 15,3-2 57-15,-3 3 10 0,3-1 1 0,-3 0 1 16,0 1 24-16,-3-1 5 0,3 0 1 0,-3 3 0 16,0-2-35-16,0 2-8 0,0 0 0 0,-3 2-1 15,0 1-12-15,0 0-3 0,1-1 0 0,-1 1 0 16,-3 2-8-16,0 0-1 0,0-2-1 0,0 5 0 16,0-3-8-16,0 3-2 0,3-2 0 0,1 1 0 15,-4 1-8-15,3 0-1 0,0 3-1 0,0 0 0 16,3-4-2-16,-3 7-8 0,3-1 12 0,0 0-4 15,3 0-8-15,-3 3 0 0,3 0-10 0,-3 3 10 16,3 2 0-16,1 0 0 0,-1 0 0 0,0 3 0 16,3 2 0-16,-3-2 0 0,3 0 0 0,0 0 0 15,0 0 0-15,3 0 0 0,-3-1 0 0,3-1 0 16,3-1 0-16,-3 0 0 0,0 0 0 0,3 3 0 16,-3-3 0-16,3 0 0 0,0 0 0 0,0 0 0 15,3 1 0-15,-3-1 0 0,6 0 0 0,-4 0 0 16,4 0-8-16,0 1 8 0,0-7 0 0,3 4-9 0,0-3 9 0,0 0 0 15,0-3 0-15,6-3-8 0,-3-2 8 0,5 0-13 16,-2 0 5-16,3-2 8 0,0-4-16 0,0 1 4 16,3-3 0-16,-3 0 1 0,2 0 2 0,-2-3 0 15,0-2 0-15,-3 0 0 0,0-1 33 0,-3-2 6 16,-1 0 2-16,4-2 0 16,-6-1-77-16,3-2-15 0,-3 0-4 0,0-3 0 0,-3-5 103 0,3 0 20 0,0-1 4 0,-3-1 1 15,0-1-52-15,-1-3-12 0,1 4 0 16,-3-1 0-16,0 0 54 15,3 0 8-15,-3 0 2 0,-3-2 0 0,0-3 0 0,0 0 0 0,0-6 0 16,-3 1 0-16,3-1-52 0,-3 1-12 0,-3 2 0 0,0 3 0 16,0 5 0-16,0 1 0 0,-3 1 0 0,0 4 0 15,-3-1 38-15,3 1 5 0,-3 5 1 16,-2-3 0-16,2 2-34 0,0 1-10 0,-3 0 0 0,0 0 0 16,0 2 21-16,0 1-2 0,0-1-1 0,0 0 0 31,0 4-47-31,-3-1-10 0,1 0-1 0,-4 0-1 0,3 2-56 0,-3 4-11 15,3-1-3-15,0 0 0 16,0 1-120-16,3-1-24 0</inkml:trace>
  <inkml:trace contextRef="#ctx0" brushRef="#br0" timeOffset="88899.234">18633 9563 813 0,'0'0'23'0,"0"0"5"0,0 0-28 0,0 0 0 16,0 0 0-16,0 0 0 0,0 0 99 0,0 0 13 16,0 0 4-16,-6 0 0 0,6 0-28 0,0 0-4 0,0 0-2 0,0 0 0 15,0 0-14-15,-3 0-4 0,3 0 0 0,0 0 0 16,0 0 0-16,0 0 0 15,0 0 0-15,0 0 0 0,0 0-8 0,0 0-3 0,0 0 0 0,0 0 0 16,0 0-33-16,0 0-8 0,0 0 0 0,0 0-1 16,-6 2 21-16,6-2 4 0,0 0 0 0,0 0 1 15,0 0-16-15,0 0-3 0,0 0-1 0,0 0 0 16,0 0-5-16,0 0-2 0,0 0 0 0,3 0 0 16,3 0-10-16,0 3 0 0,0-3 0 0,3 0 0 15,-3 0 0-15,0 0 0 0,3-3 0 0,0 3 0 16,3 0 0-16,-4 0 0 0,1 0 0 0,3 0 0 15,0 0 12-15,0 0 0 0,0 3 0 0,0-3 0 16,0 0-12-16,0 3 0 0,0-1 0 0,-3-2 0 16,3 3 0-16,-4-3 0 0,-2 3 0 0,3-1 0 15,-3-2 0-15,0 0 0 0,0 3 0 0,0-3 0 16,0 2 0-16,-6-2-9 0,3 3 9 0,-3-3 0 16,0 0 0-16,3 0-8 0,-3 0 8 0,6 0 0 15,-6 0-8-15,0 0 8 0,3-3-12 0,-3 3 12 16,0 0 0-16,0 0 0 0,6-2 0 0,-3 2 0 15,0-3 0-15,-3 3 0 0,3-5 10 0,-3 2-2 0,3-2-8 16,-3 0-10-16,3-1 10 0,-3 1-13 0,3-3 29 16,-3 0 5-16,3 0 2 0,-3-2 0 0,3 2-4 15,-3 0-1-15,3-3 0 0,-3-2 0 0,3 0-2 0,-3-3-1 16,3 3 0-16,0-3 0 0,0 0-6 0,0-3-1 16,0 1 0-16,0-1 0 0,0-2 5 0,0 3 1 15,-3-4 0-15,2-1 0 0,-2-4 15 0,3 1 3 16,-3-3 1-16,0 0 0 0,3 2-9 0,-3-2-3 15,0 2 0-15,0 1 0 0,0 5-3 0,0-3-1 0,0 3 0 0,0 0 0 16,0 5-2-16,0-3-1 0,-3 3 0 0,3 1 0 16,0 1-3-16,0 1-1 0,0 0 0 0,0 0 0 15,0 2-10-15,0-2 12 0,0 5-12 0,0-3 12 16,0 1-12-16,0-4 8 0,0 4-8 0,0 2 8 16,0-5-8-16,0 5 0 0,0 0 9 0,0 0-9 15,0-3 0-15,3 6 9 0,-3-3-9 0,0 3 0 16,3 0 0-16,-3-1 0 0,0 1 0 0,3 0 0 15,0-1 0-15,0 4 0 0,0-4 0 0,3 4 0 16,-3-4 0-16,3 4 0 0,0-3 0 0,3 2 0 16,0 0 0-16,-3 1 0 0,3-4 0 0,3 4 0 15,0-4 0-15,0 1 0 0,2 0-8 0,1-1 8 16,0 4-13-16,3-3 0 0,0-1 0 0,0 4 0 16,0-4-8-16,0 4-2 0,2-1 0 0,-5 0 0 31,3 1-18-31,-3-1-4 0,0 3-1 0,-3-3 0 0,0 3-94 0,0-2-20 0,0-1-3 0,-4 3-564 15,-2 3-113-15</inkml:trace>
  <inkml:trace contextRef="#ctx0" brushRef="#br0" timeOffset="89554.717">18949 8949 1879 0,'0'0'41'0,"0"0"9"0,0 0 2 0,0 0 0 0,0 0-41 0,0 0-11 0,0 0 0 0,0 0 0 16,0 0 84-16,0 0 16 0,-6 0 2 0,0 0 1 15,6 0-50-15,-6 2-9 0,0 1-3 0,-3 0 0 16,3-1-28-16,0 4-5 0,0-4-8 0,-3 6 11 16,3-2-1-16,-3-1 0 0,0 5 0 0,0-2 0 15,0 3-10-15,0 0 0 0,-3-1 0 0,4 3 0 16,-4 1 0-16,3 1 0 0,0-1 0 0,-3-1 0 0,3 0 0 15,3-2 0-15,-3 2 0 0,3-2 0 16,0-4-8-16,0 4-1 0,3 0 0 0,0-3 0 0,0-6 9 16,3 3 0-16,0-5 0 0,0 0 0 15,0 0 0-15,0 0 9 0,0 0-1 0,0 0-8 0,0 0 0 16,0 0 0-16,6 0 0 0,0-2 0 0,3-3 8 0,-3-1-8 16,3-2 0-16,0 0 0 0,0-2 15 0,0 2-4 15,0-3-1-15,0 1 0 16,0-1 11-16,2 1 3 0,-2-1 0 0,0 0 0 0,3 1 5 0,0-1 2 15,0 1 0-15,-3 2 0 0,3-3-3 0,0 3 0 0,0 0 0 0,-3 3 0 16,0-3-2-16,0 3-1 0,-1 2 0 0,1-2 0 16,-3 2-25-16,3 0 0 0,-3 1 8 0,0-1-8 15,3 3 53-15,-3 0 9 0,-3 3 2 0,3-1 0 16,-6-2-52-16,6 6-12 0,-3-1 0 0,0 0 0 16,0 3 0-16,-3 0 0 0,3 0 0 0,0 3 0 15,0-1 0-15,-3 1 0 0,3-1 0 0,0 1 0 16,-3-3 0-16,3 3 0 0,3-1 0 0,-3 1 0 15,3-3-48 1,-3 0-13-16,5 0-3 0,-2 0 0 0,0-3-204 16,3 3-42-16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32:02.694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83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4-11T21:36:06.196"/>
    </inkml:context>
  </inkml:definitions>
  <inkml:trace contextRef="#ctx0" brushRef="#br0">15585 4231 1267 0,'0'0'28'0,"0"0"5"0,0 0 2 0,-3-5 1 0,0 2-36 0,0-2 0 0,-3 2 0 0,3-2 0 16,0 5 78-16,-3-6 9 0,3 4 1 0,-3-3 1 15,0 2-13-15,0 0-4 0,0 1 0 0,-3-1 0 16,3 0-9-16,1 1-3 0,-1-1 0 0,0 0 0 15,-3 1-10-15,3 2-2 0,-3-6-1 0,3 6 0 16,-3-2-7-16,0 2-2 0,0-5 0 0,0 5 0 16,-3-3-8-16,3 3-2 0,0-3 0 0,-3 3 0 15,4 0-5-15,-1 0-2 0,-3 0 0 0,3 0 0 0,-3 0-1 16,0-2 0-16,0-1 0 0,-3 3 0 16,0-3 0-16,-3 3-1 0,1-2 0 0,-1-1 0 0,0 0-6 15,-3 3-1-15,0 0 0 0,0 0 0 0,1 0-4 0,-1 0 0 16,0 3-8-16,-3 0 12 0,3-1-4 0,3 1 0 15,-3 2-8-15,4-2 12 0,-1 5-4 0,0-8 0 16,3 8-8-16,-3-8 12 0,-3 2-12 16,3 1 0-16,-2 0 8 0,-1-1-8 0,0 1 0 0,-3 2 0 0,3-2 8 15,-5 5-8-15,5-6 16 0,-3 6 1 16,0-2 0-16,0 2 0 0,3 0-17 0,1 0 0 0,2-1 0 16,0 1 0-16,3 0 0 0,0 3 0 0,0-3 0 15,0 0 0-15,0 5 0 0,4-5 0 0,-4 0 0 16,0 2 0-16,0 1 0 0,3 0 0 15,-3-3 0-15,-3 2 0 0,3 1-12 0,-2-3-5 16,2 0-2-16,-3 2 0 0,0-2 31 0,3 3 5 16,-3-3 2-16,0 2 0 0,3 1-19 0,-2-3 0 0,2 2 0 15,0 6 0-15,0-5 0 0,3 7 0 0,0-4 0 0,0 1 0 16,0 1-12-16,0 0-5 0,0 3-2 0,1-3 0 16,-1 2 19-16,3 1 0 0,-3-1 0 0,0 1 0 15,3-1 0-15,-3-2 0 0,3 0 0 0,-3 0 0 16,3 0 0-16,0-3-8 0,0 3 8 0,1-6 0 15,-1 4 0-15,0-1 0 0,0-3-8 0,3 1 8 16,-3 5 0-16,3-8 0 0,-3 5 0 0,3 3 0 16,0-3 0-16,0 3 0 0,3 0 0 0,0 5 0 0,-3-8 0 15,3 6 0-15,0-1 0 0,0 6 0 16,0-8 0-16,3 3 0 0,-3-4 0 0,3 4 0 16,0-3-39-16,0-3-1 0,0 0 0 15,0 1 0-15,3 1 63 0,-3-7 12 0,3 3 2 0,0 2 1 0,0-5-30 0,3 0-8 16,-3 3 0-16,0-1 0 0,3-2 0 0,3 0 0 15,-3 3 0-15,3-1 0 0,0-2 0 16,0 3 0-16,3-1 0 0,-3 1 0 0,2 2 0 16,1 0 0-16,3-2 0 0,-3 5 0 0,3-3 0 0,0 0 0 15,0 1 0-15,0-1 0 0,0-3 0 0,-1 4 0 16,4-4 0-16,0 3 0 0,3-2 0 0,0 0 0 0,0-1 0 16,6-2 0-16,-1 3 0 0,-2-3 0 15,6-3 0-15,-3 3 0 0,-1-3 0 0,1 3 0 16,0-8 0-16,-3 5 0 0,0-2 0 0,-1 0 0 0,1-1 0 0,3 1 0 15,0 0 0-15,0-1 0 0,2-2 0 0,1 3 0 16,0 0 0-16,0-3 0 0,-1 2 0 0,1-2 0 16,0 0 0-16,0 3 0 0,-6-3 0 15,2 0 0-15,1 0 0 0,0-3 0 0,0 3 0 0,3 0 8 16,-1-2 12-16,1 2 4 0,3-3 0 0,0 0 0 16,-4 3-39-16,-2 0-7 0,3 0-2 0,0 0 0 15,-4-2 24-15,-2 2 0 0,3-3 0 0,-3 0 0 16,3-2 0-16,-4 2 0 0,7-2 8 0,-3 0-8 15,0 0 20-15,3-3 0 0,-1 2-1 0,-2-2 0 16,0 0-31-16,0 0-7 0,-4 1-1 0,1-1 0 16,-3-3 20-16,0 3 0 0,0-2 0 0,0-1 0 15,-3 0 0-15,2-2 0 0,1 3 0 0,3-4 0 16,-3 1 15-16,0 0 3 0,0 0 1 0,2-1 0 16,-2 1-19-16,0 3-16 0,0-1 4 0,0 0 0 15,-1 1 12-15,1 2 0 0,-3 0 12 0,0 3-12 0,-3-6 10 0,0 3-10 16,0-2 8-16,-3 2-8 0,2-6 12 0,-2 4-4 15,0-1 0-15,0 1 0 0,0-1-8 0,-3 3 0 16,3-5-12-16,-3 2 12 0,0 1 0 16,3-4 0-16,-6 1 0 0,3 0 0 0,-3 0 27 0,0-3 13 15,-1 0 2-15,1 0 1 0,-3-2-25 0,3 2-5 16,-3 0-1-16,0-3 0 0,0 6-2 0,0-5-1 16,-3 4 0-16,3-2 0 0,-3 3-9 0,0 0 0 15,0 2 0-15,0-2 0 0,-3 3 0 0,3-1 0 16,-3 0 0-16,0 1 0 0,0-6 11 0,-3 5 0 15,3 1 0-15,-3-6 0 0,0 5-3 0,1 1-8 16,-1-9 12-16,-3 3-4 0,3 1-8 0,-3-1 10 16,3 0-10-16,-3-3 10 0,3 1-10 0,-3 4 10 15,3-4-10-15,0 5 10 0,-3-3-10 0,3 3 0 16,0-1 0-16,-3 4 8 0,3-3-8 0,0 2 0 16,0 0 0-16,-2 1 8 0,2 2-8 0,0-3 0 15,0 3 0-15,-3-2 0 0,3 2 0 0,0 0 0 16,0 0 0-16,-3 0 0 0,3-3 0 0,0 6 0 15,0-5 0-15,-3 2 0 0,3 0 0 0,-3 0 0 16,3 0 0-16,-3 0 0 0,0 3 10 0,1-3-10 16,-1 0 12-16,0 5-12 0,0-8-24 0,-3 4-12 15,3-1-3-15,0 5 0 0,-3-5 58 0,3-3 11 16,-3 6 2-16,0-3 1 0,0 3-33 0,4 0 0 0,-4-1 0 0,0-2 0 16,0 3 0-16,3 2 0 0,-3 1 0 15,3-3 0-15,-3 2 0 0,3-2 0 0,0-1 0 0,0 4 0 16,0-1 0-16,0 0 0 0,4 1 0 0,-4-1 0 15,3-2 0-15,-3 5 0 16,3-6 0-16,-3 6 0 0,3-2 0 0,-3 2 0 16,0-8 0-16,0 5 0 0,3 1 0 0,-3-1 0 0,0 0 0 0,0-2 0 0,0 2 0 15,0 1 0-15,-2 2 0 0,2-6 0 0,-6 4 0 0,3-3 10 16,0 2-10-16,-3 0 8 0,3 1-8 16,-3-1 0-16,0 0 0 0,3 3-11 0,-2-2 11 0,2-1 0 15,0 3 0-15,0 0 0 0,0 0 0 0,0 3 0 16,3-3-9-16,-3 2 9 15,3-2-28-15,0 0 0 0,0 3-1 0,1 0 0 16,-1-1-28-16,0-2-6 0,0 3-1 0,3 0 0 16,0-3-149-16,-3 5-31 0,-12-3-5 0,9 4-2 0</inkml:trace>
  <inkml:trace contextRef="#ctx0" brushRef="#br0" timeOffset="1842.558">14957 2792 1497 0,'-3'-14'32'0,"3"6"8"0,0 0 0 0,0 0 4 0,3 1-36 0,-3 1-8 16,0-7 0-16,3 5 0 0,-3 0 94 0,0 3 17 15,3-3 3-15,-3 5 1 0,3-5-31 0,-3 3-5 16,3 0-2-16,-3 5 0 0,0 0-13 0,0 0-4 15,0 0 0-15,0 0 0 0,0 0 7 0,0 0 1 0,0 0 0 0,0 0 0 16,0 0-55-16,3 10-13 16,0-7 0-16,0 5 0 0,0 3 0 0,-3-1 0 15,3 3 0-15,-3-5 0 0,3 5 54 0,0 3 8 16,-3-5 2-16,3 2 0 0,0 0-52 0,-3 3-12 16,3-2 0-16,-3 7 0 0,3-5 0 0,0-1 0 15,-1 7 0-15,1 1 0 0,0 1 0 0,-3 3 0 16,3-3 0-16,0 2 0 0,0-2 0 0,-3-3 0 15,0 3 0-15,3-3 0 0,-3 0 0 0,0-5 0 16,0 0 0-16,0 2 0 0,0 1 20 0,0-3 0 0,0 2 1 0,-3 1 0 16,3-1-13-16,0 3-8 15,0 3 10-15,0-3-10 0,0 1 9 0,0 1-9 16,0-1 8-16,3 1-8 0,-3-1 0 0,0-1 0 16,0-3 0-16,3 1 0 0,-3-3 0 0,0 0 0 0,3-1 0 0,-3 1 0 15,0-2-19-15,0-1-9 16,0-3-1-16,0 1-1 0,0 0 49 0,0-1 9 15,0 6 3-15,0-5 0 0,0-1-22 0,0 6-9 16,0-5 8-16,0-1-8 0,0 6 0 0,0-5 0 16,3 2 0-16,-3 0 0 0,0 0 0 0,3 3 0 0,-3-5 0 0,0-1 0 0,3 6 0 15,-3-8 0-15,0 3 0 16,0-3 0-16,3 2 0 0,-3-2 0 0,0-2 0 0,0-1-11 16,3 0-15-16,-3 3-3 0,0-3-1 0,0-2 0 15,3 2-27-15,-3 1-6 0,0-1-1 0,0 0 0 16,0 0-17-16,0 3-4 0,0 0-1 0,0-5 0 15,0 2-118-15,-3 1-24 0,0 2-5 0,0-1-1 16</inkml:trace>
  <inkml:trace contextRef="#ctx0" brushRef="#br0" timeOffset="2432.385">14811 3855 1681 0,'0'0'149'0,"0"0"-119"16,0-5-30-16,0 5 0 0,0-3 104 0,0 3 14 15,0 0 3-15,3-8 1 0,-3 8-43 0,0 0-9 16,0 0-2-16,3 0 0 0,3 3-42 0,-3 2-9 15,0-2-1-15,3 2-1 0,-3 3 39 16,0-5 8-16,3 7 2 0,0 1 0 0,0 0-64 0,-3-1 0 16,3 3 0-16,0-5-13 0,0 3 13 0,-4 2 0 0,4 0 0 0,0-5 0 15,0 6 11-15,0-4-11 16,0-2 10-16,0 3-10 0,0-3 0 0,0 0 0 16,0-1 0-16,0-1 0 0,0-1 0 15,0 0 0-15,3 1 0 0,-3-4 0 0,3 4 0 0,0-6 0 0,0 0 0 16,0 0 0-16,-1 0 0 0,1 0 0 15,3 0 0-15,0-6 0 0,-3 4 0 0,3-4 0 16,0 1 0-16,3 0 0 0,-6-3 54 0,3 3 5 16,0-1 1-16,-1-4 0 0,1 2-40 0,0 0-7 15,0 2-1-15,-3-7-1 0,3 3-11 0,0-1 0 0,-3 0 0 0,3 1 0 16,-3-1 0-16,0 3 8 16,0-8-8-16,-3 6 0 0,2 2-12 0,-2-3-8 15,0 1-2-15,0 2 0 0,0-3-149 0,0 3-29 0,0-2-7 0</inkml:trace>
  <inkml:trace contextRef="#ctx0" brushRef="#br0" timeOffset="4603.711">15284 2601 1558 0,'0'0'34'0,"0"0"7"0,0 0 2 0,0 0 1 0,0 0-35 0,0 0-9 31,0 5 0-31,3 3 0 0,0 3 69 0,-3-3 12 0,3 5 3 0,0 0 0 0,0 0-47 16,0 3-9-16,0 0-1 0,0 0-1 0,0 5-17 0,0-8-9 16,0 3 10-16,0 0-10 0,0 0 0 0,0-3 0 15,-3 1 0-15,3-4 0 0,-3 1 0 0,3-1 0 16,-3 4 0-16,0-7 0 0,0-4 33 0,0 8 14 15,-3-9 2-15,3-2 1 0,0 0 5 0,0 0 1 32,0 0 0-32,0 0 0 0,0 0 4 0,0 0 2 0,-3-8 0 0,0 3 0 0,3-3-25 0,-3-2-5 15,3 2 0-15,0-11-1 0,0 3-7 0,0 0-2 0,0-7 0 0,0 1 0 16,0-7-9-16,3 0-1 0,-3-3-1 16,3-2 0-16,-3 0 10 0,3-1 3 0,3 6 0 15,-3-5 0-15,3 5-24 0,-3 5 0 0,3-5 0 0,0 0 0 16,3 5 0-16,-3-3 0 0,0 4 0 0,0-1 0 15,2 3 0-15,4-1 0 16,-3 1 0-16,3 0 0 0,3 3 0 0,-3 4 0 16,0-2 0-16,3 1 0 0,0 1 0 0,3 6-15 15,-4 0 3-15,1-2 0 0,-3 7 12 0,3-5 0 16,-3 8 0-16,3 0 10 0,-3 0-10 0,-3 0 0 16,0 0 0-16,0 8 8 0,-3-5-8 0,-1 2 12 15,-2 3-12-15,3 5 12 0,-3-5-12 0,-3 5 0 16,3-2 0-16,-3 5 0 0,-3-3 0 0,3 3 0 0,-3 3 0 0,-3-4 0 15,3 1 0-15,-2 0 0 16,-4 3 0-16,3-9 0 0,-3 6-49 0,-3-3-12 16,3 1-3-16,-3-4 0 0,0 1 52 0,-3-1 12 0,3 4 0 15,0-6 0-15,-3 5 0 0,1-5 0 0,2 0 0 0,0 5 0 0,0-5 0 0,0 0 0 16,3 0 0-16,-3 5 0 0,3-5 0 0,3 0 0 16,-3 0 0-16,3 0 0 0,-3 0 0 0,6 0 0 15,-2-3 0-15,2 3 0 0,0 0 0 0,0-3 0 16,3 3 0-16,-3-3 0 0,3 3 0 0,-3-5 0 15,3 2 0-15,0-5 0 0,0 3 0 0,0 5 0 16,0-3 0-16,3 0 0 0,-3 3 0 0,3-5 0 16,0 2 0-16,0-2 0 0,0 2 0 0,-1-2 0 15,4 2 0-15,0-2 0 0,0 2 0 0,3 0 0 16,0-2 0-16,0 2 0 0,0-2 0 0,3 2 0 16,0-5 0-16,0 3 0 15,0-1-28-15,3-2-4 0,-1 3 0 0,1-3 0 0,0 0 52 0,0-3 9 16,0 3 3-16,0-2 0 0,-3-1-32 0,3-2 0 0,0 2 0 15,-4-2 0-15,1 2 0 0,0-7 0 16,0 7 0-16,-3-5 0 0,0-5 0 16,0 5 0-16,0 0 0 0,-3-5 0 0,0 2 0 0,0 1 0 15,-3-1 0-15,3 3 0 0,-3-8 57 0,0 11 6 0,-3-8 1 0,3 2 0 16,-3 6-52-16,0-3-12 16,0 0 0-16,0 0 0 0,0 3 0 0,-3-1 0 15,3 6 0-15,-3-2 0 0,3 2 34 0,-6 0 4 16,6 0 1-16,-6-6 0 0,6 6-11 0,-6 0-3 15,0 6 0-15,0-6 0 0,0 2-25 0,0 4 0 16,0-1 0-16,0 3 0 0,0 0 0 0,3 2 0 16,-3 1 0-16,3 5 0 0,0-3 0 0,0-2 0 0,3 5 0 15,0 2 0-15,0 1-46 0,0-1-14 0,3-2-4 0,-3-3 0 16,3 3 52-16,3-3 12 0,-3-2 0 16,3 2 0-16,-3-5 0 0,3 0 0 0,0 0 0 0,0-3 0 0,3-2-8 15,-3-3 8-15,3 5-13 0,0-5 5 16,0-5 8-16,0 2 9 0,-1 3-1 0,4-8-8 15,0 3 0-15,0-3 0 0,0 0 0 0,3-5 0 16,0 0 0-16,0 2 0 0,0-5 0 0,0-5 0 16,-1 5 0-16,1-5 0 0,0 5 0 0,0-5 0 0,-3 5 58 0,-3-2 5 15,3 2 1-15,-3 3 0 0,-3 2-40 0,0-2-7 16,-3 5-1-16,0 0-1 0,0 0-2 16,-3 0 0-16,0 0 0 0,-3 3 0 0,0 5 19 0,0-6 3 15,-3 4 1-15,-3 2 0 0,3 0-36 0,-3 0 0 16,3 0 0-16,-3 0 0 0,0 2 0 0,3 4 0 15,-3-6 0-15,3 5 0 0,0 3 0 0,3-5 0 16,0 2 0-16,3 3 0 16,0 0-44-16,3 0-16 0,0 5-4 0,0-2 0 0,3-1 52 0,0 6 12 15,0-5 0-15,3 2 0 0,-3 0 0 0,0 0 0 16,3 3 0-16,-3 0 0 0,0-3 0 0,0 3 0 16,0-5 0-16,0 2 0 0,0 0 0 0,-3-2 0 15,0 2 0-15,-1-5 0 0,1 3 22 0,0-1 7 16,-3-2 2-16,0 0 0 0,0-3-50 0,-3 3-9 15,3 0-3-15,-3-3 0 0,1 3 31 0,-4-5 0 16,3 2 0-16,-3-2 0 0,6-3-57 0,-6 0-6 16,0 3-1-16,6-3 0 0,-6 0 52 0,6 0 12 0,0 0 0 15,0 0 0-15,0 0 0 0,0 0 0 0,0 0 0 16,0 0 0-16,3-6 0 0,0-2 0 0,3 3 0 16,3 2 0-16,0-5 0 0,2-2 0 0,1 2 0 15,3-3 0-15,-3 3 0 0,3-5 0 0,0 0 0 16,0 0 0-16,-3 2 0 0,3-5 0 0,-1 3 0 15,1-3 0-15,0 0 0 0,0 3 0 16,-3-3 0-16,3 3 0 0,-3-3 48 0,0 3 13 0,-3 5 3 16,0-5 0-16,-3-1-52 0,-1 7-12 0,-2-1 0 0,0 0 0 0,0 5 0 0,-3-5 0 15,-3 3 0-15,3-1 0 0,0 6 54 0,-6-2 8 16,4 2 2-16,-7 0 0 0,3-5-52 0,0 5-12 16,-3 5 0-16,0-5 0 0,3 2 0 0,-3 4 0 15,3-1 0-15,-3 3 0 0,3 3 0 0,0-3 0 16,0 5 0-16,3 0 0 0,0 3-17 0,0 0-7 15,0 0 0-15,3 5-1 0,3-3 16 0,-3 1 9 16,3-1-10-16,0 1 10 16,3-3-33-16,0-3-1 0,-3 0 0 0,3 0 0 0,0-2 34 0,3-3 0 15,-3-3 0-15,3 1 0 0,3 1-14 0,0-7 4 16,0 3 1-16,-1-3 0 0,4-3-1 0,0 3 0 16,0-7 0-16,3 1 0 0,0-2 23 0,0-5 5 15,0 0 1-15,-1 2 0 0,4-7-35 0,-3 2-8 0,0 0 0 0,-3-5-1 16,0 2 25-16,0 1 0 15,-4-3 9-15,1-3-9 0,0 3 15 0,-3-1-4 0,3 4-1 0,-3-3 0 16,-3 0-1-16,3-1 0 16,-3 4 0-16,0-9 0 0,0 6 16 0,0 3 3 15,-3-3 1-15,0-3 0 0,0 3-13 0,-3 2-4 16,0 3 0-16,0 0 0 0,0 8 0 0,0-5-1 0,-3 11 0 16,3-9 0-16,0 11-3 0,0 0 0 0,0 0 0 0,0 0 0 15,-6 11-8-15,3 4 0 0,0-1 0 0,0 4 0 0,0 3 0 16,0 0 0-16,0 1 0 0,3 1 0 0,-3-1 0 15,3 1 0-15,0 4 0 0,0-1 0 16,0 1 0-16,3 5 0 0,-3 2 0 16,3 3 0-16,-3 3 0 0,3-3 0 0,0-3 0 0,-3-2 0 0,3-3 0 15,0-3 0-15,-3-2 0 0,0-3 0 0,0-5-8 16,0 6 8-16,0-7-10 0,-3 1 10 0,3 0-22 16,0-3 2-16,-3 1 0 0,3-4 0 15,-3 1-11-15,0-3-1 0,3 0-1 0,0-8 0 16,0 0-127-16,0 0-24 0,0 0-6 0,0 0-1 15,0 0-53-15,0-8-10 0,0-6-2 0,-3 7-564 0</inkml:trace>
  <inkml:trace contextRef="#ctx0" brushRef="#br0" timeOffset="4789.138">16511 2643 1736 0,'-15'-5'73'0,"0"-3"-58"16,3 3-15-16,-3 2 0 0,3-2 139 0,3 2 25 15,0 3 4-15,3 0 2 0,6 0-60 0,0 0-12 16,0 0-2-16,0 0-1 0,3 0-30 0,6 0-5 15,0 0-2-15,0 0 0 0,6 0-4 0,0 0-1 16,0 0 0-16,0-5 0 0,0 2-27 0,2 1-6 16,1-1 0-16,6-2-1 0,0 2-6 0,0-2-1 15,6 2 0-15,2-2 0 0,1 2-12 0,0-2 0 16,2 0 0-16,-2 2 0 0,0-2-114 0,0 2-26 16,-1-5-4-16,1-5-1092 0</inkml:trace>
  <inkml:trace contextRef="#ctx0" brushRef="#br0" timeOffset="30262.301">14903 4750 1267 0,'0'0'28'0,"0"0"5"0,0 0 2 0,0 0 1 0,0 0-36 0,0 0 0 16,0 0 0-16,0 0 0 0,0 0 109 0,0 0 15 15,0 0 4-15,0 0 0 0,0 0-31 0,0 0-5 16,0 0-2-16,0 0 0 0,0 5-42 0,-3 3-8 0,3 0-1 15,0-3-1-15,-3 6 21 0,3 2 4 0,-3-5 1 0,3 2 0 16,-3 4-52-16,0-4-12 0,0 3 0 0,0 1 0 16,1-1 0-16,-1 0 0 0,-3 3 0 0,3-3 0 15,0 3 8-15,0 0-8 16,0-3 11-16,0 3-11 0,0-3 0 0,3 3 0 0,-3-8 0 16,0 3-12-16,3-1 12 0,0 1 0 0,-3-3 0 15,3 0 0-15,0-6 0 0,0-2 13 0,0 0-2 0,0 0-1 16,0 0-2-16,0 0-8 0,0 0 12 0,0 0-4 15,0 0 15-15,0-5 2 0,0-3 1 16,0 0 0-16,3-5-3 0,0 0-1 0,-3-3 0 0,3-3 0 16,3 1-22-16,-3-1 0 0,0 1 0 0,3-3 0 15,0-1 0-15,2 4 0 0,-2-9 0 0,0 4 0 16,3-1 0-16,0 0 0 0,-3-2 0 0,3 2 0 16,0-3 0-16,-3 3 0 0,3 1 0 0,0-4 0 15,0 6 52-15,3 0 10 0,-3 5 2 0,0 0 0 16,2 3-36-16,-2 2-8 0,0 3 0 0,3-5-1 0,-3 8-3 15,0-3 0-15,0 5 0 0,0-2 0 16,3 5-8-16,-3-3-8 0,0 3 12 0,0 3-12 16,0 2 11-16,-1-2-11 0,1 2 10 0,-3 3-10 0,3 5 8 15,0-5-8-15,-3 6 0 0,0 4 0 0,0 1 0 0,3-1 8 16,-3 1-8-16,-3 2 0 0,3 3 0 16,-3-6 0-16,3 3 0 0,-3 0 0 0,-3-2 0 15,3 0 0-15,-3-1 0 0,3 6 0 0,-3-11 17 16,0 6-2-16,0-1-1 0,-3 1 0 0,0-1-14 0,3 1 0 15,-3-1 0-15,0 3 0 16,0 1-21-16,0-1-7 0,0-3-2 0,0 3 0 0,0-2 10 16,0-1 1-16,-3-2 1 0,3 0 0 15,0-3-9-15,0 1-1 0,0-4-1 0,0-2 0 16,0 0-22-16,0 0-4 0,0 0-1 0,3-8 0 16,-3 3-80-16,3-3-16 0,0 0-3 0,0 0-531 0,0 0-106 0</inkml:trace>
  <inkml:trace contextRef="#ctx0" brushRef="#br0" timeOffset="30564.998">14906 4802 1630 0,'0'0'36'0,"0"0"7"0,0 0 1 0,0 0 3 16,0 0-38-16,0 0-9 0,0 0 0 0,0 0 0 16,0 0 75-16,0 0 13 0,0 0 2 0,0 0 1 15,6 0 16-15,-6 0 3 0,6 3 1 0,0-3 0 0,0 3-34 0,0-3-6 16,0 2-2-16,3-2 0 0,-3 3-45 0,0 0-10 16,3-3-2-16,0 2 0 0,0-2 42 0,3 3 8 15,-1-3 2-15,1 3 0 0,0-1-52 0,3 1-12 16,3-3 0-16,0 3 0 15,0-3-85-15,3 5-20 0,-4-5-4 16,4 0-1061-16</inkml:trace>
  <inkml:trace contextRef="#ctx0" brushRef="#br0" timeOffset="38333.361">11698 9740 1551 0,'0'0'34'0,"0"0"7"0,0 0 2 0,0 0 1 0,2-3-36 0,-2 3-8 16,0-5 0-16,0 5 0 0,3-5 132 0,-3 2 25 15,3-2 5-15,-3 5 1 0,0 0-41 0,0 0-8 16,0 0-2-16,0 0 0 0,0 0-35 0,0 0-7 0,0 0-2 0,0 0 0 16,0 0-29-16,0 0-7 15,0 0 0-15,-6 5-1 0,4 0-15 0,-4 1-4 0,3 4 0 0,-3 1 0 16,3 2-12-16,-3 0 8 0,0 6-8 0,3-1 0 15,-3 3 0-15,3 1 0 0,0 1 0 16,0 1 0-16,0 0 0 0,3 0 0 0,0-6 0 0,3 1 0 16,0-1 0-16,0-4 0 0,0-1 0 0,3 0 0 15,-3-2-12-15,3-1 0 0,0-4 1 0,0 2 0 16,0-3-1-16,0-3 0 0,2 1 0 0,-2-3 0 16,3-3 3-16,-3 1 0 0,3-1 0 0,0-2 0 15,0-3 9-15,0 3 0 0,0-1 0 0,0-2-8 16,-3-2 20-16,0 2 4 0,0-5 0 0,0 2 1 15,0 1-17-15,-3-1 0 0,0-2 0 0,-3-1 0 16,0 4 55-16,0-1 7 0,0 1 2 0,0-1 0 16,-3 3-64-16,3 3 0 0,-3 0-9 0,3 5 0 15,0 0 9-15,-6 2 0 0,0 4 10 0,0-1-10 16,0 3 0-16,3 2 0 0,-3 4 0 0,3-1 0 16,0 3 0-16,0-3 0 0,3 0-10 0,0 3 10 15,0-3-24-15,3 1 1 0,0-4 0 0,3 3 0 16,0-2-6-16,0 2-2 0,0-5 0 15,6 3 0-15,-3-3 21 0,-1-3 10 0,4 0-10 0,0 0 10 0,-3-2-8 0,3-3 8 16,3 0 0-16,-3 0-9 0,3-5 9 0,-3 2 11 16,3-2-3-16,-4 0 0 0,1-3 14 0,0 0 2 15,0 0 1-15,-3-3 0 0,3 3 1 0,-3-2 0 16,0-1 0-16,-3-2 0 0,0-3-10 0,0 0-3 0,-3 0 0 16,3-2 0-16,0-3-13 0,-3-1 11 15,3 4-11-15,-3-3 10 0,0 2-10 0,2 1 0 0,-2 2 0 0,3 3 0 16,-3-1 0-16,0 4-11 0,0-1 1 0,0 3 0 31,0 3-98-31,3 0-20 0,-3-1-4 0,0 4-706 16,3-1-141-16</inkml:trace>
  <inkml:trace contextRef="#ctx0" brushRef="#br0" timeOffset="38592.384">12230 9960 1963 0,'0'0'56'0,"3"-3"12"0,3-2-55 0,-3 2-13 0,3-2 0 0,3-1 0 0,0 4 120 16,3-4 20-16,0 4 5 0,3-4 1 0,3 1-42 0,-1 0-9 16,1 0-2-16,0-3 0 0,3 2-46 0,-3-2-10 15,3 3-1-15,-3 0-1 0,-1 0-35 0,1-3 0 16,0 2 0-16,-3 1 0 0,3 0 0 0,-3-3 0 15,0 3 0-15,3-1 0 0,-4 4 0 0,-2-1 0 16,0 0 0-16,-3 1 0 16,0 2-96-16,0 2-25 0,-3-2-6 0,-6 0-649 15,0 8-131-15</inkml:trace>
  <inkml:trace contextRef="#ctx0" brushRef="#br0" timeOffset="38824.046">12326 10121 1982 0,'0'0'56'0,"0"0"12"0,0 0-54 0,0 0-14 0,6-3 0 0,-1 3 0 15,1-2 145-15,0 2 27 0,0 0 4 0,3-3 2 16,0 3-82-16,0-3-17 0,0 1-3 0,0 2-1 16,0-3-37-16,0 0-7 0,3 1-2 0,0 2 0 15,0-3-18-15,-1 3-11 0,1-5 12 0,0 2-12 16,0-2 0-16,3 0 0 0,0 2-10 0,3-5 10 31,0 3-135-31,3-3-19 0,-1-3-4 0,4 1-982 0</inkml:trace>
  <inkml:trace contextRef="#ctx0" brushRef="#br0" timeOffset="39169.614">12980 9817 2419 0,'0'0'53'0,"-3"-3"11"0,0-2 3 15,3 5 1-15,-3-3-55 0,-2 0-13 0,2 1 0 0,3 2 0 16,-6-3 54-16,6 3 8 0,-6-3 2 0,6 3 0 15,-9 3 0-15,9-3 0 0,-6 3 0 0,-3 2 0 0,3-2-52 0,0 5-12 16,0-3 0-16,0 6 0 0,0-4 0 0,0 4 0 16,0 0 0-16,0-1 0 0,3 6 0 0,0-3 0 15,0 1 0-15,3-1 0 0,0 0 0 0,3 0 0 16,0-2 0-16,0 2 0 0,3-5 0 0,0 0 0 0,3 0 0 16,0-3 0-1,0 0-24-15,3-2-8 0,0 0-2 0,0-3 0 16,3 0 3-16,-1-6 1 0,1 4 0 15,3-3 0-15,0-3 30 0,0 0 0 0,0-3 0 0,3 0 0 0,-7-2 0 16,4 0 0-16,0 0 0 0,-3 0 0 0,-3-3 45 0,3 2 15 16,-6 1 4-16,0-3 0 0,0 3-29 0,-3-3-6 15,0 0-1-15,-3 3 0 0,-1-3 7 0,1 3 1 0,-3-3 0 16,-3 3 0-16,1-3-36 0,-1 5 0 0,-3-2 0 0,-3 5 0 16,0-2 0-16,-3 4 0 0,-3-2 0 0,0 6 0 31,-3-1-44-31,-3 1-16 0,-2 2-4 0,-4 5 0 0,3 0-153 15,-3 0-31-15</inkml:trace>
  <inkml:trace contextRef="#ctx0" brushRef="#br0" timeOffset="40003.905">11754 10933 1552 0,'0'0'44'0,"0"0"10"0,0 0-43 0,3-5-11 0,-3 5 0 0,3-3 0 16,0 1 207-16,-3 2 39 0,0 0 8 0,0 0 2 15,0 0-154-15,0 0-30 0,0 0-7 0,0 0-1 16,0 0 12-16,0 0 3 0,0 0 0 0,-6 2 0 16,0 6-48-16,0-2-10 0,0 4-1 0,-3 1-1 15,3-1-19-15,0 6 10 0,-3-3-10 0,3 6 8 16,1-1-8-16,-4 4 0 0,3-4 0 0,0 3 0 16,0 0-33-1,3 1-3-15,3-4 0 0,0 1 0 0,0-3 36 0,3-3 0 0,0 0 12 0,3 0-3 16,0-2-35-16,3-3-7 0,-4-3-2 0,4 0 0 15,0-2-1-15,0-3-1 0,0 0 0 0,0-3 0 16,3-2 37-16,-3 0 0 0,3-3 0 0,0 0 0 0,0-3 0 0,0-2 0 16,0 0 0-16,-1 0 0 0,1-1 21 0,-3-1 12 15,0-1 3-15,-3 2 0 0,-3-1 6 0,3 1 2 16,-3 4 0-16,-3-1 0 0,0 1-12 0,0 2-3 16,-3 0 0-16,0 2 0 0,3 1-18 0,-3 2-11 15,3 3 12-15,0 0-12 0,-6 0 17 0,0 6-3 0,0-1-1 16,-3 6 0-16,3-1-13 0,3 6 0 0,-3 0 0 15,3 2 0 1,3-2-48-16,-3 6-13 16,3-4-3-16,3 1 0 0,0-1 52 0,3-2 12 0,0-3 0 0,3 0 0 15,0-2-36-15,0-3-5 0,3 3-1 0,0-6 0 0,0 0 29 0,0-2 13 0,0 2-12 16,3-5 12-16,-4 0 0 0,4-3 0 0,-3 1 0 0,0-1 0 16,3-2 28-16,-3 0 1 0,0-3 0 0,0 0 0 15,-3-3 8-15,0-2 2 0,0 0 0 0,-1-3 0 16,-2 0-11-16,0 0-3 0,3-3 0 0,-3-2 0 15,0 3-9-15,0-3-3 0,0-1 0 0,-3 1 0 16,3 3-13-16,0-1 11 0,-3 3-11 0,0 0 10 16,3 1-10-16,-3-1 0 0,0 2 0 0,-3 1 0 15,3 3-52 1,0-1-12-16,-3 1-2 0,3 2-1 0,0 0-151 0,0 2-30 0,-3 6-7 16,9-10-1-16</inkml:trace>
  <inkml:trace contextRef="#ctx0" brushRef="#br0" timeOffset="40412.27">12507 11134 1720 0,'0'0'48'0,"0"0"12"0,0 0-48 0,0 0-12 0,0 0 0 0,6 0 0 15,0-2 120-15,3 2 22 0,0-3 4 0,0 0 1 16,0 1-23-16,3-1-4 0,0-2 0 0,-1 0-1 16,4-1-88-16,3 4-18 0,-3-4-3 0,3 1-1 15,0-3-9-15,3 3 0 0,-3 0 0 0,-1 2 0 16,1-2 0-16,0 2 0 0,0 0 0 0,0 1 0 16,-3-1 0-16,0 3 0 0,-1-3 0 0,-2 3 0 15,0 0-203 1,-6 0-42-16,3 3-9 0,-9-3-2 0</inkml:trace>
  <inkml:trace contextRef="#ctx0" brushRef="#br0" timeOffset="40676.646">12555 11351 1926 0,'0'0'42'0,"0"0"9"0,0 0 1 0,0 0 3 15,6-2-44-15,0 2-11 0,0-3 0 0,0 0 0 0,0 1 112 0,2-1 20 16,1 0 4-16,0 1 0 0,0-1-57 0,3 1-12 0,0-1-3 0,0 0 0 16,3 1 0-16,0-1 0 0,0 0 0 0,2 1 0 15,1-1-51-15,0-2-13 0,0 2 0 0,0-2 0 16,0 2 0-16,0 0 0 0,0-2 0 0,-1 3 0 16,1-4 0-16,0 4 0 0,-3-1-9 15,0-2 9 1,3-1-104-16,0 1-16 0,-1-3-2 0,-2 0-652 0,3 0-130 0</inkml:trace>
  <inkml:trace contextRef="#ctx0" brushRef="#br0" timeOffset="40948.58">13317 10957 2198 0,'0'0'62'0,"-3"-3"14"15,0-2-60-15,3 5-16 0,0 0 0 0,-3-3 0 0,0-2 120 0,3 5 22 16,0 0 4-16,0 0 1 0,0-5-15 15,0 5-4-15,0 0 0 0,0 0 0 16,0 0-102-16,0 0-26 0,0 0 0 0,0 0 0 0,-3 5 56 0,0 3 7 16,3 0 1-16,-3 0 0 0,0 3-52 0,0-1-12 15,0 6 0-15,-3 0 0 0,3 2 0 0,0 1 0 16,-3 2 0-16,3 3 0 0,-3 2 0 16,3 1 0-16,0-1 0 0,0 1 0 0,3-3 0 0,-3-1 0 15,0-1 0-15,3-1 0 0,-3 0 0 0,3 0 0 16,0-2 0-16,-3-1 0 0,3-2 0 0,0 0 0 15,-3 0 0-15,3-3 0 16,-3 0-100-16,3 0-22 0,0-5-5 0,-3 0-785 0,3 0-158 16</inkml:trace>
  <inkml:trace contextRef="#ctx0" brushRef="#br0" timeOffset="41841.716">11370 9740 1580 0,'0'0'35'0,"0"0"7"0,0 0 2 0,0 0 0 0,0 0-36 0,-6-3-8 0,3 3 0 0,3 0 0 16,-6-2 98-16,6 2 18 15,-6 0 3-15,0 0 1 0,6 0-36 0,-6-3-8 0,6 3 0 0,-9 3-1 16,3-1-30-16,1 1-5 0,-1 2-2 0,-3 1 0 16,3-4 10-16,0 6 1 0,0-3 1 0,-6 3 0 15,3 0-29-15,0 5-5 0,-3 1-2 0,0 2 0 16,3 2-14-16,-3 6 0 0,3 0 0 0,0 5 0 15,1-3 0-15,2 1 0 16,0-1 0-16,3 1 0 0,0-1 0 0,3-2 0 0,6 0 0 0,-3 2 0 16,6-2 8-16,-3 3-8 0,2-4 0 0,1 6 0 15,0-2 0-15,3-1 0 0,-3 1 0 0,0-1 0 16,0-2 0-16,-3 0 0 0,0 0 0 0,0-3 0 16,3 3 0-16,-6-6 0 0,0 3 0 0,0 1 0 15,0-1 0-15,-3-3 0 0,-3 3 0 0,0-2 0 16,0 2 0-16,-3-2 0 0,-3 2 0 0,0 3 0 15,-3-3 0-15,0 0 0 0,-3 3 0 0,0-3 0 16,0-3 9-16,1 1 6 0,-4-1 1 0,0-2 0 16,3 0-26-16,0-5-5 0,3 2-1 0,0-2 0 0,0-1 16 15,3-2 0-15,1 0 0 0,2 0 0 0,0 0 0 0,3 0 0 16,0-3 0-16,3 0 0 0,0 1 0 0,3-1 0 16,0 0 0-16,3 1 0 0,0-1 29 0,2 0 9 15,1 1 2-15,0-1 0 0,3 0-24 0,0 0-4 16,0 3 0-16,0 0-1 0,0 0 1 0,0 3 0 15,0 2 0-15,0 0 0 0,-1 3-3 0,1 3 0 16,-3-3 0-16,0 5 0 0,3 0-9 0,-3 0-11 0,0 3 3 0,-3-3 0 16,3 0 8-16,-3 3 0 0,0 0 0 0,0 0 0 15,-3-1 0-15,3 4 0 0,-3-1 0 0,0 3 0 16,0 3 0-16,-3 0 0 0,3 2 0 0,-3 1 0 16,3-3 33-16,-3-1 9 0,0-2 2 0,0 0 0 15,0 1-25-15,0-1-5 0,0 0-1 0,-3 0 0 16,0-3-5-16,3 3-8 0,-3-2 11 15,0 2-11-15,3-2 0 0,0-1 0 0,0-2 0 16,0-3 0-16,0-3 0 0,0 1-17 0,0-3 1 0,0 0 1 31,3-3-101-31,-3 0-20 0,3-2-4 0,-6-3-1076 0</inkml:trace>
  <inkml:trace contextRef="#ctx0" brushRef="#br0" timeOffset="44951.645">23503 1746 1958 0,'0'0'43'0,"0"0"9"0,0 0 1 0,0-2 3 0,0-6-45 0,0 2-11 16,0 1 0-16,3 3 0 0,-3-4 104 0,0 6 20 16,0-2 3-16,0 2 1 0,0-8-52 0,0 8-9 15,0 0-3-15,0 0 0 0,0 0 0 0,0 0 0 0,0 0 0 0,0 0 0 16,0 0-51-16,0 0-13 0,0 0 0 0,0 0 0 15,6 8 0-15,-3 0 0 0,0 5 0 0,0-3 0 16,-3 9 0-16,3-3 0 0,0 0 0 0,-3 5 0 16,3 0 0-16,0-5 0 0,-3 5 0 15,2-5 0-15,-2-3 0 0,3 3 0 0,-3 0 0 0,3 0 0 16,-3-3 13-16,3 3 0 0,-3-3 0 0,3-2 0 16,-3 2-13-16,3 0-18 0,-3-2 4 0,3 2 1 15,-3 0 13-15,0 0 0 0,0-2 0 0,0 2 0 16,0-5 0-16,0 5 0 0,0-5 0 0,0 0 0 31,3 0-54-31,0-3-8 0,-3 3-2 0,3-8 0 0,3 3-147 16,0 2-29-16,15-10-7 0,-6 2-1 0</inkml:trace>
  <inkml:trace contextRef="#ctx0" brushRef="#br0" timeOffset="45307.971">24015 1686 1810 0,'0'0'40'0,"0"0"8"0,0-8 1 0,0 2 3 0,0 4-42 0,0 2-10 15,3-8 0-15,0 8 0 0,0-6 115 0,-3 6 21 16,3-5 4-16,3 2 0 0,-6 3-52 0,3 0-10 16,-3 0-2-16,0 0-1 0,6 0-23 0,-6 0-4 0,2 8 0 0,4-2-1 15,-3-4-15-15,0 6-2 0,-3 0-1 16,3 5 0-16,-3 1-10 0,3 2-3 15,-3-1 0-15,0 7 0 0,0-1-4 0,3 0-2 16,-3-3 0-16,0 4 0 0,3-1-2 0,0-5-8 0,-3 5 12 16,3-5-4-16,-3 0 23 0,3 2 4 0,-3-2 1 0,3-3 0 31,0 3-80-31,-3-5-16 0,0 2-4 0,0 0 0 0,0 0 52 0,0 3 12 0,-3-8 0 16,3 5 0-16,-3 3 48 0,3-5 13 0,0 2 3 0,-3 0 0 31,0-5-72-31,3 5-15 0,-3-5-2 0,3 0-1 15,0 0-10-15,0-5-3 0,0 2 0 0,0-5 0 16,0 0-127-16,0 0-26 0,0 0-4 0</inkml:trace>
  <inkml:trace contextRef="#ctx0" brushRef="#br0" timeOffset="47628.067">22136 1945 1978 0,'0'0'56'0,"-2"-3"12"0,-1-2-54 0,0 0-14 0,3 2 0 0,0 3 0 16,-3-8 107-16,0 3 18 0,3 5 4 0,-6-3 1 16,3 3-53-16,3 0-10 0,0 0-3 0,0 0 0 15,0 0-41-15,-3 0-9 0,3 0-2 0,-6 3 0 16,0 5-12-16,0 0 0 0,0 2 0 0,0 6 0 16,3-5 0-16,-3 2 0 0,0 0 0 0,3 0 0 15,0 3 0-15,0 0 0 0,3-3 0 0,0 6 0 16,0-1 0-16,3-2 0 0,0 0 0 0,3 0 0 15,0-3-48-15,3 0-13 0,0-5-3 16,0 0 0-16,3 0 52 0,-3-2 12 0,3-6 0 0,-1 0 0 16,1 0 0-16,0-8 0 0,0 2 0 0,-3 1 0 0,0-6-18 15,0 3-1-15,0-2 0 0,-3-1 0 0,0-2 36 16,0 5 7-16,0-5 2 0,-3 2 0 0,3 3 25 0,-3-5 5 16,-3 0 0-16,3 5 1 0,-3 0-8 0,3-5-1 15,-3 5-1-15,0 0 0 0,-3 0-24 16,3 0-5-16,0 3-1 0,0 5 0 0,0 0-8 0,0 0-1 15,0 0-8-15,0 0 12 0,0 0-12 0,0 0-8 16,0 0 8-16,3 8-13 0,-1 0 13 16,1 2 0-16,0-2 0 0,0 0 0 0,3 3 0 0,0-1 0 15,0 1 0-15,3 2 0 0,0-5-12 0,0 0 3 0,3 0 1 0,0 0 0 16,0 2 8-16,0-7 12 0,3 2-2 0,-4-5-1 16,1 0-9-16,0 0 0 0,-3-5 0 0,3 2 0 15,-3-2 0-15,0-3 0 0,0 0 0 0,-3-5 0 16,3 5 43-16,-3 0 6 0,0-5 2 0,3 2 0 15,-3 1-31-15,-3 2-5 0,3-3-2 0,-1-2 0 16,-2 0-13-16,3 2 0 0,-3-7 0 0,0 2 0 16,3 3 26-16,-3-3 2 0,0 0 1 0,3 0 0 15,-3-3-29-15,3 4-16 0,-3 4 1 0,0-2 1 16,3 0-103-16,-3 5-21 0,0 0-4 16,0 2-1-16,3 4-90 15,-6 2-19-15</inkml:trace>
  <inkml:trace contextRef="#ctx0" brushRef="#br0" timeOffset="47952.099">22699 2077 2188 0,'0'0'48'0,"0"0"11"0,0 0 1 0,0 0 1 0,0 0-49 0,0 0-12 15,0 0 0-15,0 0 0 0,3-5 54 0,3 2 8 16,0 3 2-16,0 0 0 0,3-5 0 0,0 2 0 0,0 3 0 0,3 0 0 16,-1-5-34-16,4 5-6 0,0 0-2 0,3-3 0 15,0 3 6-15,0 0 0 0,3 3 1 0,-3-3 0 16,-1 0-8-16,1 5-1 0,0-5-1 0,-3 0 0 16,0 0-19-16,0 0 0 0,0 0-11 0,0 0 11 15,2 0 0-15,-2 0 0 0,3 0 0 16,-3 3 0-16,0-3 0 0,0 0 0 0,0 5 0 0,0-5 0 31,-4 0-58-31,1 0-5 0,0 0-1 0,-3 0 0 16,0 0-102-16,0 0-21 0,-3-5-4 0,0 5-478 0,0-3-96 0</inkml:trace>
  <inkml:trace contextRef="#ctx0" brushRef="#br0" timeOffset="48289.618">23187 2003 1314 0,'-12'-8'37'0,"6"3"8"0,0 2-36 0,-3-2-9 0,4-3 0 0,-4 0 0 16,0 0 141-16,-3 0 27 0,3 3 4 0,-3-3 2 15,3 3-74-15,3 2-14 0,-3-5-3 0,3 8-1 16,0-5 13-16,6 5 2 0,0 0 1 0,-6-3 0 0,6 3-54 0,0 0-12 16,0 0-1-16,0 0-1 0,0 0 5 0,0 0 1 15,0 0 0-15,3 3 0 0,0 2-16 0,0 3-2 16,3 0-1-16,0-3 0 0,3-2-5 0,3 5 0 16,-3 0-1-16,3-3 0 0,3 3-11 0,-3 0 0 15,-1-3 0-15,1 3 0 0,0-5 0 16,0 5 0-16,0 2 0 0,-3-2 0 0,0 0 0 15,0 0 0-15,-3 0 0 0,0 0 0 0,-3 5 0 16,0-5 0-16,-3 5 0 0,-3-5 0 0,0 3 0 16,0-1 0-16,-3 1 0 0,-3 2 0 0,0 0 30 0,0-5 4 15,-3 3 1-15,0 0 0 0,0-1-24 0,0-2-11 16,1 5 10-16,-1-7-10 0,0 2 0 0,3 0 8 0,-3-1-8 16,3-4 0-1,3 2-30-15,-3 1-9 0,3-6-1 0,0 2-1 16,6-2-121-16,0 0-24 0,0 0-5 0</inkml:trace>
  <inkml:trace contextRef="#ctx0" brushRef="#br0" timeOffset="53545.893">13802 5162 1947 0,'0'0'43'0,"0"0"9"0,0 0 1 0,0 0 2 0,0 0-44 0,-6 3-11 16,0 0 0-16,0-3 0 0,6 0 56 0,-6 0 8 15,0 2 3-15,-3 1 0 0,3-3-15 0,0 0-2 0,3 3-1 16,-3-3 0-16,0 2-16 0,-2 1-3 15,2 0-1-15,-3-1 0 0,0 3-11 0,0-5-2 16,-3 3-1-16,-3 2 0 0,3 1-1 0,-3-1 0 0,0-2 0 16,-3 2 0-16,-2 0-4 0,-1-2-1 0,-3-1 0 15,0 4 0-15,0-4 3 0,-2 4 0 0,2-4 0 0,-3 1 0 16,0 0-12-16,-3-1 0 0,1 4 0 0,-4-6 0 16,-3 0 0-16,-2-6 0 0,2 6 0 0,-9-2 0 15,6 2 0-15,1 0 0 0,2 0 0 0,0-3 0 16,1 3 11-16,-1-3 0 0,3-2 0 15,-3 2 0-15,7-2-11 0,-1 0 0 0,3 0 9 0,-3-3-9 16,7 0 0-16,-1-3-18 0,3 3 3 0,3-5 1 16,-3 0 29-16,3-3 5 0,3-3 2 0,1-2 0 15,-1 0-13-15,3-5-9 0,0-1 12 0,0-2-12 16,3 0 8-16,0 0-8 0,-3 0 0 0,3-3 0 16,0 0-17-1,0 0-11-15,-3-2-1 0,4 0-1 0,-4-3 50 0,3-3 11 0,0 3 1 0,3 0 1 16,-3 2-23-16,3 1-10 0,0 0 8 0,3 2-8 15,-3 0 8-15,3-2-8 0,0-1 8 0,3-2-8 16,0 0 8-16,0 3-8 0,3-3 8 0,0 2-8 16,3 4 0-16,0 1 8 0,3 1-8 0,3 0 0 0,-3 0 0 15,6-3 0-15,-3 3 8 0,-1 0-8 0,1 0 15 16,0-3 1-16,0 3 0 0,0 0 0 0,3 0-16 0,-3 0 0 16,3 5 0-16,3 3 0 0,-4-6 0 0,4 9 0 15,0-3 0-15,0 5 0 0,6-5 0 0,0 5-18 16,-1-3 4-16,1 3 1 0,3-2 13 0,0 5 0 15,0-6 0-15,-1 3 0 0,1 6 0 16,0-6 0-16,0 3 0 0,0-1 0 0,2 6 8 16,-2-5 4-16,3 3 0 0,3 2 1 0,-4 2-13 0,1-2-18 15,0 8 4-15,0-5 1 0,-3 3 13 0,-1 2 0 16,-2 0 0-16,3 0-9 0,-6 2 9 0,3-2 0 16,-1 5 0-16,4-2 0 0,0 2 0 0,0 3 0 0,0 0 0 15,2 0 0-15,-2 0 0 0,0 3 0 0,0-1 0 16,-1 4 0-16,1-9 0 0,-6 11 0 0,3-8 0 0,-3 2 0 15,0 1 0-15,-1 5 0 0,1-8 0 16,3 2 0-16,-3 3 0 0,3 1 0 0,0-4 0 16,-1 3 8-16,4-2-8 0,-3 2 0 0,-3 1 8 0,3-1-8 15,-4 0 0-15,1 3 9 0,0-6-9 0,-3 9 0 16,0-6 8-16,-3 6-8 0,0-3 0 0,-1 2 0 16,1-2 8-16,0 5-8 0,-3-5 0 0,3 5 0 15,0-8 0-15,-3 6 0 0,3-3 0 0,0 2 0 16,2-7 8-16,-5 5-8 0,3 2 0 0,0-7 0 15,0 2 8-15,0 3-8 0,-3-5 0 0,3 5 0 16,-3-6 8-16,-1 3-8 0,1 1 0 0,-3-1 0 16,3 3 0-16,-3-3 0 0,-3 3 0 0,3-3 0 15,-3 3 0-15,3 0 0 0,-3-3 0 0,3 5 0 16,-3-2 0-16,0-2 0 0,0 1 0 0,0-1 0 0,0-1 0 16,-3-2 10-16,0 2 0 0,-1 0 0 0,4-5-10 15,-3 2 0-15,-3 1 0 0,3-3 0 16,-3 3-37-16,3-3 0 0,-3 2 0 0,0-2 0 15,0-5-122-15,0 5-24 0,3-3-5 0</inkml:trace>
  <inkml:trace contextRef="#ctx0" brushRef="#br0" timeOffset="54203.351">14225 4191 1074 0,'0'0'30'0,"0"0"8"0,0 0-30 16,0 0-8-16,0 0 0 0,-3-2 0 0,0-4 104 0,3 6 19 15,-3-5 4-15,3 5 1 0,-3-5-37 0,3 5-7 16,0 0-2-16,-3-6 0 0,3 6-11 0,0 0-3 16,-3-2 0-16,3 2 0 0,0 0-21 0,0 0-5 15,0 0-1-15,0 0 0 0,0 0-32 0,0 0-9 16,0 0 0-16,0 0 0 0,0 0 35 0,0 0 2 15,0 0 1-15,3 2 0 0,3 4-10 0,-3-6-1 16,0 5-1-16,3 0 0 16,-3 3-26-16,3-2 0 0,2-1 0 0,-2 3 0 0,0-3 0 0,0 0 0 15,0 1 0-15,0 2 0 0,3 0 0 0,-3-3 0 16,3 0 0-16,0 3 0 0,0-3 0 0,0 6 0 0,0-8 0 16,0-1 0-16,0 4 0 0,0-4 0 15,-3 3 0-15,2-2 0 0,1 0 56 0,0 2 7 16,-3-5 1-16,3 0 0 0,-3 0-56 0,0 0-8 0,0 0-8 0,0 0 8 15,0 0 9-15,0-5 9 0,3 2 2 0,-3 3 0 16,0-3-1-16,0 1 0 0,0-3 0 0,0 2 0 16,-3-2 0-16,3 2 0 0,-3-2 0 0,2-3 0 15,1 2 1-15,-3 1 0 0,3 0 0 0,-3-3 0 16,0-3-4-16,0 1 0 0,0 2 0 0,0 0 0 16,0-5-4-16,3 2-2 0,-3 0 0 0,0 1 0 15,0-1-10-15,3 1 10 0,-3 2-10 0,0-5 10 16,0 5-10-16,0 0 0 0,3-3 0 0,-3 0 0 15,0 6 0-15,0-3 0 0,0 6 0 0,0-6 0 32,0 2-39-32,-3 1 0 0,3 0 0 0,0 0 0 0,0 5-130 15,0-8-27-15,3 8-4 0,-6-11-2 0</inkml:trace>
  <inkml:trace contextRef="#ctx0" brushRef="#br0" timeOffset="58566.12">11459 3249 1314 0,'0'0'37'0,"0"0"8"0,0 0-36 0,0 0-9 0,0 0 0 0,0 0 0 15,0 0 104-15,0 0 20 0,0 0 3 0,0 0 1 16,0 0-62-16,0 0-12 0,0 0-2 0,0 0-1 0,0 0-31 16,0 0-5-16,0 0-2 0,0 0 0 0,0 0-13 0,0 0 0 15,6 0 0-15,-3 8 0 0,0-5 40 0,0 5 6 16,0 0 1-16,0 2 0 0,0-2-24 0,3 5-5 16,-3 3-1-16,0-5 0 0,0 2-29 0,0 3-5 15,0 0-2-15,3 2 0 0,-3-4 19 0,0 2 0 16,3-6 0-16,0 3 0 0,-3 1 16 0,3-6 1 15,0-1 0-15,0 1 0 0,0-2-27 16,0 2-6-16,0-6 0 0,-1 4-1 0,1-6 17 16,-3 0 0-16,3 0 0 0,0 0 0 0,0-6 10 15,0 4 6-15,0-4 0 0,-3 4 1 0,0-9-17 0,3 6 0 0,-3-6 0 16,0 3 0-16,0-2 55 0,-3-1 7 0,0 1 2 16,3-1 0-16,-3-5 0 0,0 6 0 15,0-6 0-15,0 2 0 0,0-1-52 0,0 1-12 0,0 1 0 16,0 2 0-16,3 1 0 0,-3 2 0 0,0-3 0 0,0 3 0 15,0 3 0-15,0-3 0 0,0 3 0 0,0 5 0 16,0 0 0-16,0 0 0 16,0 0 0-16,0 0 0 0,0 0 0 0,0 0 0 0,0 0 0 0,3 5 0 15,3-2 0-15,-3 2 0 0,0 3 0 0,3 0 0 16,0 0 0-16,0 5 0 0,0-5 0 0,0 5 0 16,0-5 0-16,0 3 0 0,2 2 0 0,-2 0 0 15,0-7 0-15,3 4 0 0,-3-2 0 0,3 0 0 16,0 0 0-16,-3-5 0 0,3 2 0 0,-3-2 0 15,3-3 0-15,-3 0 0 0,0-3 0 0,3 3 0 16,-6-5 0-16,6 2 0 0,-3 0 0 0,-3-5 0 16,0 1 0-16,2-4 0 0,-2 3 0 0,0-3 0 0,0 3 54 15,0-7 8-15,0 4 2 0,0 0 0 0,-3 1-52 16,0-1-12-16,3-2 0 0,-3 2 0 0,3 1 33 16,-3 2 4-16,0-3 1 0,0 1 0 0,3 2-30 15,-3-3-8-15,3 1 0 0,-3 2 0 0,3 0 0 0,-3 0 0 16,3 0 0-16,0 3 0 15,-3-3-37-15,3 5-3 0,0-5 0 0,3 8 0 16,0-5-155-16,0 0-31 0,0 5-6 0</inkml:trace>
  <inkml:trace contextRef="#ctx0" brushRef="#br0" timeOffset="58862.163">12064 3223 1497 0,'0'0'32'0,"0"0"8"0,0 0 0 0,0 0 4 0,0 0-36 0,0 0-8 0,3-3 0 0,0-2 0 16,3 2 104-16,-6 3 20 0,3 0 3 0,-1-5 1 16,1 0 0-16,3 2 0 0,-3 0 0 0,0 1 0 15,3-1-103-15,-3-2-25 0,3 2 0 0,-3-2 0 16,3 2 56-16,0 3 7 0,3-8 1 0,-3 6 0 15,3-1-52-15,-3 3-12 0,3-5 0 0,0 2 0 16,0-2 0-16,0 2 0 0,0 3 0 0,-1-5 0 0,1 2 0 0,0 1 0 16,0 2 0-16,-3 0 0 15,0-3-34-15,-6 3-10 0,0 0-1 0,0 0-1 16,0 0-131-16,0 0-27 0,0 0-4 0,0 0-2 0</inkml:trace>
  <inkml:trace contextRef="#ctx0" brushRef="#br0" timeOffset="59096.167">12105 3326 1396 0,'0'0'40'0,"0"0"8"0,0 0-39 0,0 0-9 0,0 0 0 0,0 0 0 16,0 0 125-16,3-3 23 0,-3 3 5 0,3-5 1 15,0 0-56-15,0 2-11 0,0-2-3 0,0 2 0 16,0 3-28-16,-3 0-7 0,6-5-1 0,0 2 0 15,-3-2-20-15,3 2-5 0,0 3-1 0,0-5 0 16,0 0-14-16,0 5-8 0,0-6 10 0,0 6-10 16,3-2 0-16,0-1 0 0,-3-2 0 0,2 2 0 15,1 3 0-15,0-5-18 0,0 2 2 0,0 3-708 16,3-8-141-16</inkml:trace>
  <inkml:trace contextRef="#ctx0" brushRef="#br0" timeOffset="59552.789">12468 3024 1659 0,'0'0'36'0,"0"0"8"0,-6-2 2 0,6 2 1 0,0 0-38 0,-5 0-9 0,5 0 0 0,0 0 0 0,0 0 86 0,-3-6 15 16,3 6 3-16,0 0 1 0,0 0-41 0,0 0-8 15,0 0-1-15,0 0-1 0,0 0-15 0,0 0-3 16,0 0-1-16,-6 8 0 0,0-2-10 0,3 2-1 15,0 0-1-15,0-1 0 0,0 1-9 0,0 3-2 16,3-3 0-16,-3 3 0 0,3-4-12 0,-3 4 0 16,3-3 8-16,0 3-8 0,0-3 0 0,3 2 0 0,0-2 0 0,0 0 0 15,0-3 0-15,3 3 0 16,0 0 0-16,0 0 0 0,0-5 0 0,-1 2 0 0,1 0 0 16,0 3 0-16,3-8 0 0,-3 3 0 0,0 2 0 15,0-5 0-15,0 0 0 0,0 0 0 0,0-5 0 0,3 2 0 16,-3-2 0-16,0 2 0 0,0-2 0 0,0 0 0 15,0 2 40-15,0-5 3 0,0 3 0 16,0-3 0-16,0 3-35 0,0-3-8 0,-1 0 0 0,-2 0 0 16,0-3 53-16,3 6 9 0,-3-8 2 0,-3-1 0 15,3 4-52-15,-3-3-12 0,0-3 0 0,0 0 0 16,0 0 0-16,0 3 0 0,-3-3 0 0,3 3 0 16,-3-1 35-16,0 1 4 0,0 3 1 0,-3 2 0 15,3 0-29-15,-2 0-11 0,-1 3 8 0,0-3-8 16,0 8 0-16,0-6 0 0,0 6 8 0,-3-2-8 15,3 2-15-15,-3 2-5 0,3-2 0 0,-3 6-1 16,3-6-97-16,-3 0-19 0,0 8-4 16</inkml:trace>
  <inkml:trace contextRef="#ctx0" brushRef="#br0" timeOffset="63025.027">12897 2614 1267 0,'0'0'28'0,"0"0"5"0,0 0 2 0,0 0 1 0,0 0-36 0,0 0 0 16,0 0 0-16,0 0 0 0,0 0 109 0,0 0 15 16,0 0 4-16,0 0 0 0,0 0-52 0,0 0-9 15,0 0-3-15,0 0 0 0,0 0 0 0,-3 3 0 16,3 5 0-16,-3 0 0 0,0-3 0 0,0 3 0 16,0-3 0-16,0 3 0 0,0 0-51 0,0 0-13 15,0 5 0-15,-3-5 0 0,3 0 0 0,-3 0 0 16,3 5 0-16,0-5 0 0,0 0 54 0,-2 5 8 15,2-2 2-15,-3 2 0 0,3-5-52 0,0 5-12 16,0-2 0-16,0 2 0 0,0 1 0 0,0-4 0 0,0 1 0 16,0-1 0-16,0 3 0 0,3 1 0 0,-3-4 0 0,0 4 0 15,3-1 0-15,0 3 0 16,-3-6 0-16,3 9 0 0,0-9 0 0,-3 4 0 0,3-1 0 0,0 0 0 16,0 3 0-16,0-6 0 0,-3 1 0 0,3 5 0 15,0-8 0-15,-3 2 0 0,3 1 0 0,-3 0 0 16,3-3 0-16,0 2 0 0,0-2 0 0,0 0 0 15,-3 0 0-15,3-3 0 0,0 3 0 0,-3 0 0 16,3 0 0-16,0-5 0 0,0 2 0 16,0 0 0-16,0 3 0 0,0-8 0 0,0 8 0 0,-3-5 0 15,3-3 0-15,0 5 0 0,0-5 0 0,0 0 0 16,0 5 0-16,0-5 0 0,0 0 0 0,0 0 0 16,-3 6 0-16,0 4 0 0,3-10 0 0,0 0 0 15,0 3-48-15,0-3-13 0,0 0-3 0,-3 5 0 16,3-5-102-16,-3 8-21 0,3-8-4 0,0 0-1 15</inkml:trace>
  <inkml:trace contextRef="#ctx0" brushRef="#br0" timeOffset="78688.301">13001 2839 979 0,'0'0'21'0,"0"0"5"0,0 0 1 0,0 0 1 0,0 0-28 0,0 0 0 0,0 0 0 0,0 0 0 15,0 0 102-15,0 0 15 0,0 0 3 0,0 0 1 16,0 0-16-16,0 0-3 0,0 0-1 0,0 0 0 0,3-2-19 16,-3 2-4-16,3 0-1 0,0-6 0 0,-3 6-18 15,6-2-4-15,0 2-1 0,-3-6 0 0,3 4-9 0,0-1-1 16,0 0-1-16,0 1 0 0,3-1-8 0,0 3-2 15,0-3 0-15,3 3 0 16,-3-5-7-16,2 5-2 0,1-3 0 0,-3 3 0 0,3 0-12 16,0 0-2-16,-3 0-1 0,3-5 0 0,-3 5-9 0,0 0 0 15,-3 0 9-15,0 5-9 0,0-5 0 0,-3 0 9 16,-3 0-9-16,0 0 0 0,3 3 11 0,-3-3-11 16,3 5 10-16,-3 1-10 0,0-6 8 0,-3 5-8 15,0 6 0-15,0-3 0 0,-3-6 0 0,0 6 0 16,0 3 0-16,-3-3-10 0,-3 0-3 0,3-1-1 0,-3-1 0 0,3 4 0 15,-3 4-1-15,0-6 0 0,3 5 0 16,-2-5 0-16,2 2 5 16,-3 4 1-16,3-7 0 0,0 7 0 0,0-6 33 0,3 5 6 0,3-5 2 0,-3 0 0 31,3-3-56-31,0 3-12 0,3 0-1 0,0 0-1 16,0-6 10-16,0 6 1 0,3-5 1 0,0 5 0 0,0-5 38 0,0 2 7 0,0-2 1 0,3 2 1 15,0-2-21-15,3-1 0 0,-3-2 0 0,3 3 0 16,0-1 0-16,0 1 0 0,-1 0 0 0,1-3 0 15,3 0 0-15,0 0 0 0,-3 0 0 0,3 0 0 16,0 0-9-16,0 0-3 0,0-3-1 16,3 0 0-1,-3 1-147-15,-1-1-30 0</inkml:trace>
  <inkml:trace contextRef="#ctx0" brushRef="#br0" timeOffset="78975.886">13418 2884 1594 0,'0'0'35'0,"0"0"7"0,0 0 2 0,0 0 1 0,0 0-36 0,0 0-9 16,0 0 0-16,0 0 0 0,0 0 104 0,0 0 18 0,0 0 4 0,3-3 1 15,0-2-44-15,-3 5-9 0,3-2-2 0,3-4 0 16,-3 6-24-16,3-2-4 0,3-4-2 0,-3 4 0 15,3 2-15-15,-3-6-3 16,2 4-1-16,1 2 0 0,3-3-14 0,0 0-9 0,0 3 12 0,0 0-12 16,0-5 8-16,-3 5-8 0,3 0 0 0,-3 0 0 15,0 0 0-15,0-2 0 16,2 2 0-16,-5 2-12 16,3-2-40-16,-3 0-8 0,-3 0-2 0,-3 0-657 0,0 0-131 0</inkml:trace>
  <inkml:trace contextRef="#ctx0" brushRef="#br0" timeOffset="79261.636">13442 2977 1609 0,'0'0'35'0,"0"0"7"15,0 0 2-15,0 0 2 0,0 0-37 0,0 0-9 0,0 0 0 0,0 0 0 0,0 0 77 0,0 0 14 16,6 0 2-16,-3-6 1 0,3 4-28 0,-3 2-6 16,3 0 0-16,0-5-1 0,0 2-15 0,-4 0-4 15,7 1 0-15,-3-1 0 0,3 3-11 16,0-3-2-16,-3 3-1 0,3-2 0 0,0 2-9 0,0 0-1 16,0 0-1-16,0-6 0 0,3 6-15 0,-3-2 0 15,0 2 0-15,3 0 0 0,-4-6-9 0,4 6-8 16,-3-2-2-16,3 2-697 0,0-6-139 15</inkml:trace>
  <inkml:trace contextRef="#ctx0" brushRef="#br0" timeOffset="79732.121">13808 2807 1433 0,'0'0'40'0,"0"0"10"0,0 0-40 0,0 0-10 0,0 0 0 0,0 0 0 15,0 0 116-15,0 0 20 0,0 0 5 0,0 0 1 16,0 0-38-16,0 0-8 0,0 0-2 0,0 0 0 16,0 0-41-16,0 0-8 0,0 0-1 0,-9 0-1 15,6 6-19-15,3-6-4 0,-6 2-1 0,0 4 0 16,3 2-9-16,0-6-2 0,0 4 0 0,-3 1 0 16,3-1-8-16,3 2 0 0,-3 0 9 0,3-6-9 15,-3 6 0-15,3 0 0 0,-3 3 0 0,3-3 0 16,0 0 0-16,0 0 0 0,0-3 0 0,3 3 0 15,-3 0 0-15,3 0 0 0,0-3 0 0,0 3 0 16,0 0 0-16,0-6 0 0,0 4 0 0,3-4 0 16,0 4 0-16,0-6 0 0,0 0 0 0,0 0 0 0,6 0 0 0,-3 0 0 15,0-6 0-15,3 4 0 0,0-4 0 0,-1 4 0 16,1-6 0-16,0 3 0 0,0-3 0 0,0 2 16 16,0-2-3-16,0 6 0 0,0-11 19 0,-3 5 3 15,0 0 1-15,0 0 0 0,-1 0 8 0,-2 2 1 16,3-1 1-16,-6-1 0 0,3 0-6 0,-3-3 0 15,0 3-1-15,0 0 0 0,0 0-12 0,-3-2-3 16,-3 4 0-16,3-2 0 0,-3 1-8 16,0-1-3-16,0 2 0 0,-3-2 0 0,0 3-5 0,0 2-8 15,-3-2 11-15,1 2-11 0,-1-2 0 0,-3 3 0 0,0 2 0 16,-3-3 0 0,0 3-35-16,0 3-7 0,0-3-2 0,0 7-852 0,1-7-170 0</inkml:trace>
  <inkml:trace contextRef="#ctx0" brushRef="#br0" timeOffset="98846.559">23559 2315 1177 0,'0'0'25'0,"0"0"6"0,0 0 1 0,0 0 2 0,0 0-34 0,0 0 0 15,0 0 0-15,-6 6 0 0,6-6 64 0,-6 0 7 0,6 0 1 0,-6 0 0 16,0 0-15-16,6 0-2 16,-5 0-1-16,-1 2 0 0,6-2-6 0,-6 3 0 0,6-3-1 0,-6 2 0 15,0-2-15-15,6 0-4 0,-6 6 0 0,0-4 0 16,6-2 0-16,-3 6-1 16,3-6 0-16,-6 0 0 0,6 0-2 0,-6 2 0 0,6-2 0 0,0 0 0 15,0 0-3-15,0 0-1 0,0 0 0 0,0 0 0 16,-3 6-1-16,3-6-1 0,0 0 0 0,0 0 0 15,0 0 2-15,0 0 1 0,6 2 0 0,3-2 0 16,-3 0 1-16,3 0 0 0,0 0 0 0,3 0 0 16,-4 0-12-16,4 0-3 0,3 0 0 0,0-2 0 15,0 2-8-15,0 0 0 0,0 0 0 0,0 0 0 16,-3 0 0-16,2-6 8 0,-2 6-8 0,-3 0 0 16,3 0 0-16,-3 0 8 0,-3 0-8 0,0 0 0 15,0 0 8-15,-6 0-8 0,0 0 0 0,0 0 8 16,0 0-8-16,0 0 0 0,0 0 9 0,0 0-9 15,0 0 0-15,0 0 9 0,0 0-9 0,-6 0 0 16,0 0 8-16,0 0-8 0,-6 6 0 0,3-6 0 16,-3 0 0-16,0 0 0 0,-2 0 0 0,2 0 0 15,-3 0 8-15,3 0-8 0,-3 0 0 0,3 0 0 16,-3 0 0-16,3 0 0 0,-3 0 0 0,4 0 0 0,2 0 0 0,-3 0 0 16,3 0 8-16,0 0-8 0,3 0 8 15,0 0-8-15,0 0 12 0,6 0-12 0,0 0 18 0,0 0-3 16,0 0-1-16,0 0 0 0,0 0-4 0,0 0-1 15,0 0 0-15,0 0 0 0,0 0 5 0,0 0 1 16,6 2 0-16,3-2 0 0,0 0 11 0,0 6 2 16,3-6 1-16,0 0 0 0,-1 0-10 0,4 0-3 15,-3 0 0-15,3 2 0 0,0-2-16 0,0 0 8 16,0 3-8-16,0 0 0 0,0 2 0 0,-1-5-11 0,1 2 0 16,-3 4 0-1,3-6-187-15,-3 0-38 0</inkml:trace>
  <inkml:trace contextRef="#ctx0" brushRef="#br0" timeOffset="102409.628">16293 4781 1074 0,'0'0'30'0,"0"0"8"0,0 0-30 0,0 0-8 16,0 0 0-16,0 0 0 0,0 0 104 0,0 0 19 15,0 0 4-15,0 0 1 0,0 0-52 0,0 0-9 16,0 0-3-16,0 0 0 0,3 3-4 0,-3-3 0 16,3 5-1-16,3-2 0 0,0 0-12 0,0 2-3 15,0-5 0-15,0 0 0 0,0 0-16 0,0 0-3 16,0 0-1-16,0 2 0 0,3-2-24 0,0 0 0 0,-3 0 8 0,3 0-8 15,0 0 0-15,0 0 0 16,-1 0 0-16,4 0 0 0,-3-2 53 0,3 2 9 16,0 0 2-16,0 0 0 0,0 0-52 0,0-5-12 15,3 5 0-15,-3-3 0 0,-3 3 0 0,2 0 0 16,1-3 0-16,-3 3 0 0,3-2 0 0,0 2 0 16,3-3 0-16,-3 3 0 0,6 0 0 0,-3-3 0 0,0 3 0 0,2 0 0 15,1-2-8-15,-3 2-5 0,3-3-1 0,0 3 0 16,0 0 14-16,3-3 0 0,-4 3 0 0,1 0 0 15,-3-2 0-15,3 2 0 0,0 0 0 0,-3 0 10 16,3 0-10-16,-4 0 0 0,1 0 0 0,0 0 0 16,0 0 0-16,0 0 0 0,0 0 9 0,3 0-9 15,0 0 8-15,-1 0-8 0,4 0 10 0,0 0-10 16,3-6 11-16,-3 6-11 0,3 0 12 0,2 0-12 16,-2 0 9-16,0 0-9 0,3 0 0 0,-3 0 9 15,-4 0-9-15,4 0 0 0,-3 0 9 0,0 0-9 16,3 6 0-16,-3-6 8 0,2 0-8 0,1 0 0 0,0 0 8 15,0 2-8-15,3-2 10 0,-4 3-10 16,-2-3 12-16,3 0-4 0,-3 3-8 0,0-3 12 16,0 2 0-16,-4-2-1 0,1 0 0 0,0 3 0 0,0-3-3 15,-3 0 0-15,0 3 0 0,0-3 0 0,3 0 0 16,-4 0-8-16,4 2 12 0,0-2-4 16,0 0 0-16,0 0 0 0,3 0 0 0,-3 0 0 0,2 0-8 0,-2 0 8 15,3 0-8-15,-3 0 8 0,0 0-8 0,-3 0 10 16,3 0-10-16,-1 0 10 0,-2 0-10 0,-3 0 0 15,3 0 9-15,-3 0-9 0,0 0 8 0,-3 0-8 16,3-2 8-16,-3 2-8 0,0 0 0 16,0 0 9-16,-4 0-9 0,1 0 0 0,0 0 9 0,0 0-9 0,0 0 0 0,0 0 9 15,-3 0-9-15,0 0 0 0,3 0 0 0,-3 0 0 16,-3 0 0-16,6 0 0 0,3-3 0 0,-3 3 0 16,3 0 0-16,0 3 0 0,0-3-10 0,0 2 10 15,0-2-17-15,0 0 2 0,2 0 1 0,1 0 0 31,0 0-13-31,0 3-2 0,0-3-1 0,-3 3 0 16,3-3-9-16,-3 5-1 0,3-5-1 0,-3 0 0 16,0 0-15-16,0 0-2 0,-1 2-1 0,1-2-941 0</inkml:trace>
  <inkml:trace contextRef="#ctx0" brushRef="#br0" timeOffset="103129.749">18425 4789 1479 0,'0'0'32'0,"0"0"8"0,0 0 0 0,0 0 2 0,0 0-34 16,0 0-8-16,0 0 0 0,0 0 0 15,0 0 76-15,0 0 12 0,3-2 4 0,3-1 0 0,-3 3-16 0,3 0-4 16,-1 0 0-16,1 0 0 0,0 0-14 0,0 0-3 16,3 0-1-16,0 0 0 0,0 0-18 15,3 0-4-15,-3 0-1 0,0 0 0 0,3 3-11 0,-3-1-1 16,3 1-1-16,0-3 0 0,-1 3-7 0,1 2-2 15,3-5 0-15,-3 2 0 0,3-2-9 0,0 3 0 16,3 0 9-16,0-1-9 0,-1-2 0 0,1 3 9 0,3-3-9 16,-3 5 0-16,3-5 8 0,-3 3-8 0,3-3 0 0,-4 3 0 15,1-1 8-15,0-2-8 0,-3 3 0 0,3-3 0 16,-3 0 0-16,0 3 10 0,-3-3-10 0,-1 0 8 16,-2 0-8-16,0 0-9 0,0-3 9 0,0 3-13 31,0 0-14-31,0 0-2 0,-3 0-1 0,3 0 0 15,-3-3-82-15,0 3-17 0,-3-2-3 0,-3 2-796 0</inkml:trace>
  <inkml:trace contextRef="#ctx0" brushRef="#br0" timeOffset="103545.643">18984 4633 1228 0,'0'0'35'0,"0"0"7"0,-6 0-34 0,3-3-8 0,3 3 0 0,-6 0 0 0,6 0 123 0,-6-5 22 15,6 5 5-15,0 0 1 0,-3-2-43 0,3 2-9 16,0 0-2-16,0 0 0 0,0 0-35 0,0 0-7 16,0 0-2-16,0 0 0 0,0 0-14 0,0 7-3 15,0-1-1-15,3-1 0 0,0 3 3 0,3 3 1 16,0-9 0-16,0 6 0 0,0 0-3 0,3 0 0 15,0 3 0-15,0-6 0 0,3 3-12 0,-3-3-4 16,3 3 0-16,0 3 0 0,-3-9-6 0,2 4-2 16,-2 2 0-16,-3-3 0 0,3 3-12 0,0 0 9 15,-3-3-9-15,-3 3 8 0,3 0-8 0,-3 0 0 0,0-3 0 16,0 3 0-16,-3 0 8 0,-3-3-8 16,3 6 8-16,-6-6-8 0,3 0 8 0,-3 3-8 0,-3-2 8 0,0 2-8 15,0 0 8-15,-3-3-8 0,1 3 0 0,-1 0 8 16,0 0-8-16,0 0 0 0,3 0 0 0,-3-1 0 15,3 4-10-15,-3-6-4 0,3 3-1 0,0-2 0 32,0 2-29-32,-3-3-5 0,4 0-2 0,-1 0 0 15,0-2-116-15,0 2-23 0,0-2-5 0</inkml:trace>
  <inkml:trace contextRef="#ctx0" brushRef="#br0" timeOffset="104593.607">16627 4062 1947 0,'0'0'43'0,"0"0"9"0,0-6 1 0,0 1 2 0,0 5-44 0,0-5-11 16,0 2 0-16,0-2 0 0,0 0 96 0,0 5 16 15,3-6 4-15,-3 4 1 0,0 2-31 0,0 0-6 0,0 0-2 0,0 0 0 16,0 0-62-16,0 0-16 0,0 0 0 16,0 0 0-16,0 0 0 0,0 0 0 0,0 0 0 0,-3 2 0 15,3 6 20-15,-3 0 2 16,0 0 0-16,0 3 0 0,3-3-22 0,-3 5 0 0,3 3 0 0,0-6 0 16,-3 9-13-16,3-9-7 15,3 6-2-15,0 3 0 0,0-3 22 0,0-1 0 0,3 1 0 16,0-2 0-16,0-1 0 0,3-5 0 0,0 0 0 15,-1-3 0-15,4 3 0 0,-3-8 0 0,3 0 0 0,-3 0 0 16,3-5-18-16,0-1 1 0,0 1 0 0,-3-6 0 16,3 4 17-16,0-7 0 0,-3 4 0 0,-1-4 0 15,1 1 12-15,0 0 0 0,-3 0 0 0,0 0 0 16,0-1 9-16,0 4 2 0,-3-3 0 0,0 5 0 16,0-6 1-16,0 4 1 0,-3 2 0 0,0 3 0 15,0-3-11-15,0 2-2 0,0 6-1 0,0 0 0 16,0 0-11-16,0 0 8 0,0 0-8 0,0 0 8 15,0 0-8-15,0 0 0 0,0 0 0 0,0 8 0 16,0-2 0-16,0 1 0 0,0 4 0 0,3 0 0 16,0-1 0-16,0 3 0 0,3 1-9 0,-3-1 9 15,3 3 0-15,3-3-12 0,-3 0 12 0,3-2-10 16,0-1 10-16,-3 1-13 0,2-3 5 0,1 0 8 0,-3-5 8 0,3-3 10 16,-3 5 2-16,3-10 0 0,-3 2-20 15,3 3 0-15,-3-11 0 0,3 3 0 0,-3-2 0 0,3 2 0 16,-3-8 0-16,3 3 0 0,0 0 55 0,-3-1 7 15,2-2 2-15,-2 3 0 16,3 3-52-16,0-6-12 0,-3 2 0 0,3 7 0 0,0-9 8 0,0 5-8 16,0 1 11-16,-3-4-11 0,3 4 0 0,-3-1 0 0,3 1 0 15,-3-1 0-15,0 3-12 0,0 5-10 0,0-5-2 16,0 3 0 0,-1 2-99-16,4 1-20 0,-3-1-4 0,0 3-666 0,3 3-134 0</inkml:trace>
  <inkml:trace contextRef="#ctx0" brushRef="#br0" timeOffset="104838.382">17305 4120 1552 0,'0'0'44'0,"0"0"10"0,0 0-43 0,0 0-11 0,0 0 0 0,6 0 0 16,-3 0 156-16,3 0 28 0,0 0 7 0,0-3 1 15,0 1-103-15,3-1-20 0,-3 0-4 0,3 1-1 16,-3-4 0-16,3 4 0 0,3-4 0 0,-3 1 0 15,3 2 0-15,0-2 0 0,-1 2 0 0,4 1 0 16,-3-1-51-16,3 1-13 0,-3-4 0 0,3 6 0 16,0-2 0-16,0 2 0 0,-3 0 0 0,-1-6 0 0,1 6 0 15,-3 0 0-15,0 0 0 0,0 6 0 16,-3-6-48-16,-6 0-13 0,0 0-3 0,0 0 0 16,0 0-153-16,0 2-31 0,-3 6-7 0,0-3-666 15</inkml:trace>
  <inkml:trace contextRef="#ctx0" brushRef="#br0" timeOffset="105035.419">17362 4255 1728 0,'0'0'38'0,"0"0"8"0,0 0 2 0,0 0 0 0,0 0-39 0,0 0-9 0,0 0 0 0,0 0 0 16,0 0 97-16,0 0 18 0,0 0 3 0,6 0 1 16,0 0-37-16,0 0-7 0,0 0-2 0,0-3 0 15,0 3-7-15,0-3-2 0,3 1 0 16,0 2 0-16,-1-5-51 0,4 2-13 0,-3 3 0 0,0-8 0 15,3 5 0-15,0-2 0 0,0 0 0 0,0-1 0 16,3 4 0-16,0-6 0 0,-1 3 0 0,1-1-782 16,-3-2-159-16</inkml:trace>
  <inkml:trace contextRef="#ctx0" brushRef="#br0" timeOffset="105644.97">17794 4017 1609 0,'0'0'35'0,"0"0"7"0,0 0 2 0,0 0 2 0,0-6-37 0,3 1-9 0,-3 0 0 0,0 2 0 16,0 0 99-16,3-4 17 0,-3 7 4 0,3-8 1 15,-3 8-13-15,3-3-4 0,-3 3 0 0,0 0 0 16,0 0-51-16,0 0-10 0,0 0-3 0,0 0 0 15,0 0-4-15,0 0 0 0,0 0-1 0,0 0 0 16,0 0-12-16,0 0-3 0,0 5 0 0,-3 3 0 16,3 3 11-16,-3-3 1 0,0 2 1 0,0 4 0 15,0-7-33-15,0 7 0 0,-3-4 0 0,3 3 0 16,-3 3-12-16,3 0-8 0,-3 3-3 0,3-3 0 0,-3 0 37 16,3 2 7-16,0 1 2 0,-3-1 0 0,3-2-35 15,0 0-8-15,0 0 0 0,0 0-1 0,0-6 33 16,3 6 8-16,-3-8 0 0,0 0 1 15,3 0-68-15,0-3-13 0,0-5-4 0,0 0-751 16,0 0-150-16</inkml:trace>
  <inkml:trace contextRef="#ctx0" brushRef="#br0" timeOffset="106258.377">18115 3903 1728 0,'0'0'38'0,"0"0"8"0,0-5 2 0,3-1 0 0,0 6-39 0,-3-8-9 15,0 8 0-15,3 0 0 0,0-8 104 0,-3 8 20 16,0 0 3-16,0-2 1 0,0 2-52 0,0 0-9 0,3-6-3 0,-3 6 0 16,0 0 0-16,0 0 0 0,0 0 0 0,0 0 0 15,3 6-51-15,-3 4-13 0,3-2 0 0,-3-2 0 16,0 7 0-16,-3 0 0 0,0 0 0 0,0 3 0 15,0-3 0-15,0 3 0 16,-3 0 0-16,0 0 0 0,0 3 0 0,0-9 0 16,0 9 0-16,0-4 0 0,0 7 0 0,0-6 0 15,0 5 0-15,0 0 0 0,-2 3 54 0,2-1 8 0,0 1 2 0,0-3 0 16,0 1-52-16,0-4-12 0,0 1 0 0,3-3 0 16,-3 2 0-16,3-7 0 0,0 2 0 0,0 0 0 15,0-5 0-15,0 3 0 0,0-3 0 0,3 2 0 16,-3-7-48-1,3 2-13-15,0-5-3 0,0 5 0 0,0-5-2 16,0 0-1-16,0 0 0 0,0 0-677 0,0 6-136 0</inkml:trace>
  <inkml:trace contextRef="#ctx0" brushRef="#br0" timeOffset="106843.438">18309 4080 1497 0,'0'0'32'0,"0"0"8"0,0 0 0 0,0 0 4 0,0 0-36 0,0 0-8 0,-3-3 0 0,0-2 0 16,0 3 104-16,3 2 20 0,-3-6 3 0,3 6 1 15,0-2 0-15,0 2 0 0,0-8 0 0,0 8 0 16,0 0-52-16,3-6-9 0,0 4-3 0,0-4 0 16,3 4-36-16,-1-1-7 0,4 1-1 0,0 2-1 15,3-6 5-15,0 6 0 0,3-2 1 0,-3 2 0 16,3 0-5-16,-3 0 0 0,3-6-1 0,-3 6 0 15,-1 0-10-15,1 0-1 0,-3 0-8 16,3 6 12-16,-3-6-12 0,-3 0 0 0,0 2 0 16,0 4 0-16,-3-6 0 0,3 2 0 0,-6-2-11 0,0 5 11 15,0 1 0-15,0 2 0 0,-3 0 0 0,-3 0 0 16,0-6 0-16,0 6 0 0,-3 0 0 0,0 3 0 16,0-3-59-1,-3 0-4-15,0 5-1 0,1-5 0 0,-4 2 52 0,3 1 12 0,3 5 0 0,-3-8 0 16,0 5 0-16,3-3 0 0,0 1 0 0,0 2 0 0,3-2 0 15,3-3 0-15,-3 2 0 0,3-2 0 0,3 3 0 16,0-6 0-16,0 3 0 0,0-3 0 0,3 1 0 0,0-1 0 16,0 3 0-16,0-5 0 0,3-1 0 0,0 1 0 15,0 0 0-15,0-1 0 0,3-2 0 0,0 0 0 16,0 0 0-16,0 0-9 0,0-2 9 0,0 2 0 16,3-3 0-16,-1 0 0 15,-2 1-98-15,3-1-24 0,0-5-5 16,0 8-922-16</inkml:trace>
  <inkml:trace contextRef="#ctx0" brushRef="#br0" timeOffset="107186.792">18675 4099 1728 0,'0'0'38'0,"0"0"8"0,0 0 2 0,0 0 0 0,0 0-39 0,0 0-9 0,0 0 0 0,0 0 0 16,0 0 87-16,6 0 15 0,0-6 3 0,0 4 1 16,-1-1-40-16,1 3-8 0,0 0-2 0,3-3 0 15,0 1-13-15,0 2-3 0,0-3-1 0,3 0 0 0,0 1-11 0,-3 2-3 16,6-3 0-16,-3 3 0 0,0 0-14 0,-1-2-3 15,-2 2-8-15,3 0 12 0,-3 0-4 16,0 0-8-16,0 0 11 0,0 0-11 0,0 0 0 0,0 0-22 16,-3 0 3-16,-3 0 1 15,-3 0-35-15,6 2-7 0,-6-2-2 0,0 0 0 16,0 0-126-16,0 0-26 0,0 0-5 0</inkml:trace>
  <inkml:trace contextRef="#ctx0" brushRef="#br0" timeOffset="107479.34">18678 4197 1756 0,'0'0'39'0,"0"0"8"0,0 0 1 0,0 0 1 0,0 0-39 0,0 0-10 0,0 0 0 0,0 0 0 16,0 0 72-16,0 0 12 0,0 0 2 0,0 0 1 15,0 0-30-15,0 0-5 0,0 0-2 0,6 0 0 16,0 0-4-16,0-3-1 0,-1 3 0 0,1-3 0 15,3 3-5-15,0-2 0 0,-3-1-1 0,3 3 0 16,0 0-7-16,0-3 0 0,0 1-1 0,0-1 0 16,0 3-7-16,3-3 0 0,-3 3-1 0,0-2 0 15,2 2-15-15,-2 0-8 0,0 0 8 0,3-6-8 16,-3 6 0-16,3-2 0 0,-3 2 0 0,3 0 0 16,0 0-32-16,0-5-12 15,0 2-1-15,-3 3-1 0,0-3-214 0,-1 1-44 16</inkml:trace>
  <inkml:trace contextRef="#ctx0" brushRef="#br0" timeOffset="107966.505">19097 4046 1558 0,'0'0'34'0,"0"0"7"0,0 0 2 0,0 0 1 0,0 0-35 0,0 0-9 0,0 0 0 0,0 0 0 15,0 0 107-15,0 0 19 16,0 0 4-16,0 0 1 0,0 0-40 0,0 0-8 0,0 0-2 16,0 0 0-16,0 0-31 0,-6 0-6 0,6 0-2 0,0 0 0 15,-6 0-15-15,6 0-3 0,-6 0-1 0,1 2 0 16,5-2-11-16,-3 3-3 0,-3 2 0 16,3 1 0-16,3-6-9 0,-6 8 0 0,3-6 9 0,0 6-9 15,3-3 0-15,-3 1 8 0,3 2-8 0,0 0 0 16,3-6 0-16,-3 6 0 0,0-3 0 0,3 3 0 15,-3-2 0-15,3 2 0 0,0-3 0 0,0 3 0 16,0 0 0-16,0 0 0 0,0-3 0 0,3 3 0 16,-4-3 0-16,4 1 0 0,0-1 0 0,0-3 0 15,0 4 0-15,3-6 0 0,0 0 0 0,0 0 0 16,0 0 0-16,3-6 0 0,-3 4 0 0,0-3 0 16,3 2 0-16,-3-2 9 0,3-1-9 0,-4 1 0 15,1 0 20-15,0-1-4 0,0-1 0 0,0 1 0 0,0-2 13 16,-3 0 3-16,-3 0 0 0,3 0 0 0,-3 1 4 15,0-1 2-15,0 0 0 0,-3 0 0 16,0 0-10-16,0 0-1 0,0 3-1 0,-3-3 0 16,0 0-11-16,-3 2-3 0,3 1 0 0,-3-3 0 15,0 6-12-15,-3-6 9 0,0 8-9 0,-3-8 8 0,0 5-8 16,1 0 0-16,-4 1-10 0,0 2 10 16,0 0-44-16,-3-3-2 0,0 3-1 0,0 0 0 15,3 0-157-15,-2 0-32 0</inkml:trace>
  <inkml:trace contextRef="#ctx0" brushRef="#br0" timeOffset="109024.577">23455 2342 1299 0,'0'0'28'0,"0"0"7"0,0 0 1 0,0 0 0 0,0 0-28 0,0 0-8 0,0 0 0 0,0 0 0 0,0 0 54 16,0 0 10-16,3 2 1 0,0 4 1 0,3-4-14 0,0-2-4 16,3 6 0-16,0-6 0 0,0 0-4 0,3 0-2 15,3 0 0-15,-1 0 0 0,1 0-5 0,3 0-1 16,0 0 0-16,0 0 0 0,0 0-14 0,-3 0-3 15,2 0-1-15,-2 0 0 0,0 0-8 0,0 0-2 16,-3 0 0-16,-3 0 0 0,0 0-8 0,0 0 0 16,-3 0 9-16,-3 0-9 0,-3 0 10 0,0 0-2 15,0 0-8-15,0 0 12 0,0 0 0 0,-3-6 0 16,-3 4 0-16,0 2 0 0,0-6-2 0,-3 6-1 0,0 0 0 16,-3-2 0-16,0 2-1 0,-3 0-8 0,0 0 12 15,-2 0-4-15,-1 0 2 0,0 0 0 0,0 0 0 16,0 0 0-16,3 0-2 0,-3 0-8 0,4 0 12 15,2 0-4-15,3 0 2 0,0 0 0 0,0 0 0 0,3 0 0 16,6 0 3-16,0 0 1 0,0 0 0 0,0 0 0 16,0 0 1-16,0 0 0 0,6 0 0 0,3 2 0 15,0-2 3-15,3 0 1 0,3 0 0 0,-1 0 0 16,4 0-3-16,0 0-1 0,3 0 0 0,-3 0 0 16,3 0 2-16,-3 0 1 0,-1 0 0 0,-2 0 0 15,0-2-6-15,-3 2-2 0,0 0 0 0,0 0 0 16,-6 0-2-16,0 0 0 0,0 2 0 0,-6-2 0 15,0 0-36-15,0 0-7 0,0 0-1 0,0 0-1 16,-3 6-125-16,-3 2-25 0,0-6-5 0,0 4 0 0</inkml:trace>
  <inkml:trace contextRef="#ctx0" brushRef="#br0" timeOffset="114547.568">20770 4445 1728 0,'0'0'38'0,"0"0"8"0,0 0 2 0,0 0 0 0,-6 0-39 0,3-8-9 0,-3 6 0 0,3-1 0 15,-3 0 88-15,3 1 15 0,3 2 3 0,-6-3 1 16,1 0-23-16,-1 1-4 0,0-1 0 0,0-2-1 16,0 2-23-16,0 1-5 0,0-4-1 0,0 6 0 15,-3-2-15-15,3-1-3 0,-3 0-1 0,3 1 0 16,-3 2-7-16,0-3-2 0,3 3 0 0,-3 0 0 15,0 0-3-15,0 0-1 0,1 0 0 0,-4 0 0 16,3-5-5-16,-3 5-1 0,0 0 0 0,0 0 0 16,-3 0 0-16,3 0-1 0,-3 0 0 0,0 0 0 15,-2 0-3-15,-1 0-8 0,3 0 12 0,-6 0-4 16,3 5 0-16,0-5-8 0,0 0 12 0,1 0-4 16,-1 3-8-16,3-1 0 0,0 1 0 0,-3 0 8 15,3-3-8-15,0 2 0 0,3 4 0 0,0-4 8 0,1 1-8 16,-1 2 0-16,3-5 0 0,-3 5 0 0,0-2 0 15,0 0 0-15,3-1 0 0,-3 1 0 16,3 0 0-16,-3-1 0 0,0-2 0 0,1 3 0 16,-4 2 0-16,3-5 0 0,-3 3 0 0,0 2 0 0,0-5 0 0,0 0 0 15,0 3 0-15,0 0 0 16,1-1-20-16,-1 1-7 0,0-1-1 16,0 1 0-16,3 0 28 0,-3 2 0 0,3 0 0 0,-3-2 0 0,3 2 0 0,1-2 0 15,-1 2 0-15,3 0 0 0,0 1 0 0,-3-4 0 16,3 6 0-16,-3-5 0 0,3 2 0 0,-3-2 0 0,3 2 0 15,-6-2 0 1,3 2 18-16,1-2 9 0,-1 2 1 0,0 0 1 0,0-2-29 0,-3 2 0 16,0 1 0-16,0-1 0 0,3 0 0 0,-3 3 0 15,1-3 0-15,-1 1 0 0,0 2 0 0,0 0 0 16,0 0 0-16,3-1 0 16,-3 1-17-16,3 0-10 0,-3 0-1 0,4 0-1 0,-1 0 29 0,3 0 0 0,-3-3 0 0,0 3 0 15,3 0 0-15,0-2 0 0,0 2 0 0,0-1 0 16,0 1 16-16,0 0 10 0,0-2 2 0,0 2 0 15,0 0-28-15,1-1 0 0,-1 1 0 0,-3 0 0 16,0 0 0-16,3-2 0 0,-3 1 0 16,0 1 0-16,0-2 0 0,0-1 0 0,-3 3 0 0,3 0 0 15,1-3 0-15,-1 0 0 0,3 3 0 0,-3-2 0 16,3 2-22-16,0-3-3 0,0 3-1 0,-3 0 0 16,6 0 26-16,-3 0 0 0,0 2 0 0,3 1 0 15,0 2 0-15,0-2 0 0,3-1 0 0,-2 6 0 0,2-3 16 16,3 1 9-16,-3 1 2 0,3 1 0 15,-3 0-43-15,3-3-9 16,3 3-2-16,-3-2 0 0,3-1 43 0,0 0 8 0,2-2 1 0,-2 2 1 16,3-3-42-16,0 1-8 0,0 0-1 0,0-1-1 15,0 1 26-15,0-3 0 0,3 0 0 0,0 2 0 16,0-2 0-16,0 0 0 0,3 0 0 0,0 3 0 0,0-3 11 16,0 2 7-16,-1-2 2 0,4 3 0 0,-3-1-20 0,0 1 0 15,0 2 0-15,0 0 0 0,0-2 0 0,0 2 0 16,0 0 8-16,0-2-8 0,-4-1 0 0,4 1 0 15,-3 2 0-15,3-2 0 0,0-1 0 0,0 1 0 16,0 0 0-16,3-1 0 0,0 3-12 16,0-5-8-16,2 3-3 0,1-3 0 0,3 0 23 0,0 0 0 0,0 0 0 0,3 0 0 15,-1 0 14-15,-2 0 7 0,3-3 2 0,0 0 0 16,0 0-37-16,-6 3-7 0,2-2-2 0,1-1 0 16,-3 0 23-16,3 1 0 0,0-4 0 0,0 3 0 15,5 1 0-15,-2-4 0 0,6 1 0 0,0 2 0 16,0-2 16-16,-1 2 7 0,-2 1 1 0,0-1 1 15,3 3-25-15,-4-6 0 0,1 1 8 0,0 0-8 32,0-3-19-32,3 0-5 0,-1 0-2 0,7 0 0 0,0 0 26 0,-3 0 0 0,2 0 0 0,1 0 0 15,-3 0 0-15,-1 0 0 0,-2-3 0 0,0 0 0 16,0 1 0-16,-1-4 0 0,4 4 0 0,0-1 0 16,3 1 46-16,-1-4 14 0,1 4 4 0,0-4 0 15,-3 4-64-15,-4-4-28 0,1-2 3 0,0 3 0 16,-3 0 40-16,-1-3 8 0,4 3 1 0,3-3 1 15,0 0-25-15,-1-3 0 0,4 3 0 0,-3-2 0 0,0-1 0 16,-4-2 0-16,1 0 0 0,-3-1 0 0,0 1 0 0,-6 0 0 16,2-3 8-16,1 0-8 0,0 0 12 0,0-2 1 15,3 2 0-15,-1 0 0 0,1 0-21 0,0 0-5 16,0 3-1-16,0 2 0 0,-7 1 42 0,4-1 9 16,-3 1 2-16,0-1 0 0,-3 1-31 0,0 2-8 15,-3-6 0-15,-1 4 0 0,-2-1 21 16,0-2 3-16,-3 2 1 0,3-2 0 0,-3 0-25 0,0 0 0 15,0-3 0-15,0-3 0 0,0-2 11 16,0 0-3-16,0 0-8 0,-3 0 12 0,2-3-3 0,1 3-1 16,0 2 0-16,-3-2 0 0,0 5-8 0,0 0 0 15,0 3 0-15,0-3 0 0,-3 6 0 0,-3-1 0 0,3-5 9 16,-6 5-9-16,3 1 8 0,-3-3-8 16,-3 2 10-16,3-2-10 0,-3 0 10 0,0-1-10 0,0 4 10 0,-3-6-10 15,3 3 9-15,-3-3-9 0,1 0 8 0,-1 0-8 16,0-2 0-16,0 2 0 0,0 0 8 0,0 3-8 15,3-3 0-15,-3 2 8 0,0-1-8 0,-3 4 8 16,0 0-8-16,0-4 0 0,0 1 0 0,-2 6 8 16,-1-5-8-16,-3 3 0 0,0 4 0 0,0-2 0 15,-3-2 0-15,-3 4-9 0,1 1 9 0,-1 0-10 16,3 2 33-16,-3-2 6 0,3 2 2 0,1-2 0 16,-1 2-51-16,3 3-9 15,0-2-3-15,3-4 0 0,0 4 32 0,0-1 0 0,0 0 8 0,1-2-8 16,-4 5 0-16,3-8 0 0,-3 6 0 0,0-4-12 15,0 4 12-15,0-4 0 0,1 4 0 0,-1-1 0 16,-3 3 0-16,3-5 0 0,-3 2 0 0,3 3 0 16,-3 0 0-16,4-5 0 0,-1 2 0 0,0 3 0 15,3-2 0-15,0 2-9 0,0 0 9 0,0-3 0 0,3 3 0 16,-2 0-8-16,2 0 8 0,-3 0 0 0,0 0-8 0,0 0 8 16,-3 0-8-16,0 3 8 0,0-3-9 15,-2 0 9-15,-1 0-10 0,-3 0 10 0,3 2-11 0,-3-2 11 16,0 3-12-16,4 2 12 0,-4-5-18 0,3 0 3 15,3 3 1-15,0-3 0 0,3 5-9 0,-3-5-1 0,4 3-1 16,-1-1 0 0,-3 1-22-16,3 2-4 0,0-2-1 0,0 2 0 15,3 3-98-15,-3-5-20 0,4-1-4 0,2 4-1010 0</inkml:trace>
  <inkml:trace contextRef="#ctx0" brushRef="#br0" timeOffset="115707.043">20303 4847 1728 0,'0'0'38'0,"0"0"8"0,0 0 2 0,0 0 0 0,0 0-39 0,0 0-9 0,0 0 0 0,0 0 0 16,0 0 104-16,0 0 20 0,0 0 3 0,0 0 1 15,0 0-52-15,0 0-9 0,0 0-3 0,0 0 0 16,0 0-51-16,0 0-13 0,0 0 0 0,-3 6 0 16,3-1 54-16,0 3 8 0,-3 0 2 0,3 3 0 15,0-4-52-15,0 7-12 0,0 2 0 0,0 2 0 16,3-2 0-16,-3 5 0 0,3-2 0 0,0 2 0 15,-3 0 0-15,3 0 0 0,0 0 0 0,0-2 0 16,0-1 0-16,0-2 0 0,0 0 0 0,0-3 0 16,0 1 0-16,-3-4 0 0,3-2 0 0,-3 3 0 15,0-3 0-15,0-3 0 0,0 0 0 0,0-5 0 16,0 0 0-16,0 0 0 0,-3 5 0 0,3-5 0 16,0 0 0-16,-6 0 0 0,6 0 0 0,-6-2 0 0,0-3 54 0,0-1 8 15,3-2 2-15,-3-2 0 0,3-1-52 0,-3-2-12 16,3 0 0-16,0-8 0 0,3-1 0 0,-3-1 0 15,3-7 0-15,0 1 0 0,0 0 0 0,3 3 0 16,0-1 0-16,3 3 0 0,0 6 0 0,0-6 0 16,3 6 0-16,0-1 0 0,0 6 27 15,3-6 2-15,2 3 1 0,4 1 0 0,0-1-30 0,0 0 0 0,0 5 0 16,-3 1 0-16,3-6 0 0,0 5 0 0,-1 3 0 0,1 0 0 16,-3 3 0-16,0 2 8 15,0 1-8-15,-3 2 0 0,3 2 0 0,-3 1 0 0,-1 2 8 16,1 3-8-16,-3 0 0 0,3 0 0 0,-3 5 0 0,-3-2 0 31,0 0-24-31,-3 2-7 0,-3-3-1 0,0 4-1 0,-3-1 33 0,-3 0 0 0,0-2 0 16,0 2 0-16,0-3 0 0,-3 1 0 0,0 5 0 0,0-8 0 15,3 2 0-15,-2-2 0 0,-1 3 0 0,0-6 0 16,3 3 0-16,0-3 0 0,-3 1 0 0,3-1 0 16,0-2 0-16,6-3 0 0,0 0 0 0,0 0 0 15,0 0 0-15,0 0 17 0,0 0-1 0,0 0-1 16,0 0-15-16,0 0 0 0,3-3-9 0,3 3 9 15,0 0 0-15,0-5 0 0,3 2 0 0,-3 0 0 16,6-2-14-16,-3 5 3 0,2-5 1 0,1 2 0 16,0 3 10-16,0 0 0 0,3 0 0 0,-3 0 0 0,0 3 0 15,0 0 0-15,0 2 0 0,0 0 0 0,-1 3 0 16,-2-5 0-16,0 5 0 0,-3 0 0 0,0 2 0 16,-3 1 0-16,0-1 0 0,0 4 0 0,-3-1 49 15,0 3 12-15,-3-3 3 0,-3 3 0 0,0 2-52 0,-3-4-12 16,-3 1 0-16,1-1 0 0,-4-1 0 0,0-3 0 15,-3 4 0-15,3-4 0 0,-3 1 0 16,3-1 0-16,-3-2 0 0,1 0 0 16,-1 0 27-16,-3 0 2 0,3-3 1 0,-3 1 0 0,0-1 3 0,-2-2 1 15,2-1 0-15,-3 1 0 0,6 0-34 0,0-1 0 16,0-2 0-16,0 6 0 16,7-6-44-16,2 0-16 0,0 0-4 0,0 0 0 15,6 0-51-15,3 0-10 0,0 0-3 0,-3-8 0 0</inkml:trace>
  <inkml:trace contextRef="#ctx0" brushRef="#br0" timeOffset="128902.693">23449 3016 1724 0,'0'0'38'0,"0"0"8"0,0 0 2 0,0 0 0 0,0 0-39 0,0 0-9 15,0 0 0-15,-3-2 0 0,3 2 105 0,-3-5 19 16,3 5 4-16,0 0 1 0,-3-3-52 0,3 3-10 16,0-5-3-16,0 5 0 0,0 0 0 0,0 0 0 0,0 0 0 0,0 0 0 15,0 0 0-15,0 0 0 0,0 0 0 0,0 0 0 16,0 0-24-16,0 0-4 0,0 0-2 0,0 0 0 15,0 0-6-15,-3 5 0 0,3 3-1 0,-3 0 0 16,3 0-10-16,0 5-1 0,-3-5-1 16,3 5 0-16,0-2-15 0,0 2 8 0,0-3-8 0,0 4 0 15,0-1 0-15,0-2 8 0,0-1-8 0,-3 6 0 16,3-3 0-16,0-5 0 0,0 5 8 0,-3-2-8 16,3 2 0-16,0-2 0 0,0-1 0 15,0 1 0-15,0-3 0 0,0 2 0 0,0-2 0 0,0 3 0 16,0-3-19-16,-3 0 3 0,3 0 1 0,0 2 0 31,0-7-39-31,0 5-8 0,0-5-2 0,0-3 0 16,3 8 0-16,-3-8 0 0,0 0 0 0,0 0 0 0,0 0-153 0,0 0-31 15,0-14-7-15,0 14-1 0</inkml:trace>
  <inkml:trace contextRef="#ctx0" brushRef="#br0" timeOffset="134026.549">19475 5469 1267 0,'0'0'28'0,"0"0"5"0,0 0 2 0,0 0 1 0,0 0-36 0,0 0 0 0,0 0 0 0,0 0 0 16,0 0 109-16,0 0 15 0,0 0 4 0,0 0 0 16,0 0-52-16,0 0-9 0,0 0-3 0,0 0 0 15,0 0-20-15,0 0-4 0,0 0 0 0,0 8-1 16,0-2-11-16,0 1-3 0,0-1 0 0,0-1 0 16,-3 0 31-16,0 3 7 0,0 0 1 0,0-3 0 15,1 3-52-15,-1 0-12 0,0 0 0 0,0 0 0 16,-3 0 54-16,0 0 8 0,3-3 2 0,-3 3 0 15,0 0-52-15,0 3-12 0,0-3 0 0,0 2 0 16,0 1 0-16,0 0 0 0,-3-4 0 0,3 4 0 16,-3 0 0-16,0-3 0 0,-3 2 0 0,0 1 0 15,1-1 0-15,-4-2 0 0,0 3 0 0,0 2 0 16,0-2 0-16,-3 2 0 0,0 0 0 0,0 3 0 0,-2 0 0 16,2-3 0-16,0 3 0 0,0 0 0 0,0 0 0 15,0 0 0-15,3-3 0 0,-2 3 0 0,5-3-8 16,-3-2-5-16,0 2-1 0,3-3 0 15,-3 1 14-15,3 0 0 0,-3-1 9 0,0 3-9 0,1-5 9 16,-1 3-9-16,-3-1 8 0,3-2-8 0,-3 0 9 16,0-2-9-16,0 2 10 0,0-3-10 0,4 0 0 0,-4 0 8 15,0 1-8-15,0-1 0 0,3 0 0 0,0 1 0 16,0-1 0-16,0 0 0 0,4-2 0 0,-4 2 0 16,0-2 0-16,0 2 0 0,3-2 0 0,0 2 0 0,0 0 0 15,0-2 0-15,-3 0 20 0,4-1 5 0,-4-2 1 0,0 3 0 16,-3 0-26-16,0-3 0 0,0 0 8 0,-3 2-8 15,3-2 0-15,-2 0 0 0,-1 3 0 0,0-3 8 32,0 2-29-32,0-2-7 0,0 0 0 0,1 3-1 0,-1 0 29 0,3-3 0 15,0 2 0-15,0-2 0 0,0 0 24 0,0 0 10 0,1-2 2 0,-7 2 1 16,3-3-37-16,-6 0 0 0,3 3 0 0,-8-2 0 16,5-1 0-16,-3 1 8 0,0 2-8 0,1 0 0 15,2-3 25-15,0 3 1 0,0 0 0 0,0 0 0 16,1 0-26-16,-1-3-16 0,-3 1 3 0,-3 2 0 15,4-6 13-15,-4 6 0 0,0-2 0 0,0-1 10 16,1 0-10-16,2 3 8 0,0-2-8 0,3 2 8 16,3-3-8-16,1 0 0 0,-1 1 0 0,-3-1 0 15,3-2 0-15,-3 2 8 0,1-2-8 0,-1 2 8 16,0-2-8-16,0 2 0 0,3 1 0 0,-2-1 0 0,5-2 0 16,-3 2 0-16,3-2 0 0,0 2 0 0,3-2 16 15,4 0-1-15,-4-1-1 0,3 1 0 0,0 2-22 0,0-2-5 16,0-3-1-16,0 5 0 0,-3-2 14 0,4 0 0 15,-1-3 0-15,-3 5 0 0,0-2 0 0,3 0 0 16,-3-1 0-16,0 1 0 0,1 2 0 0,-1-2 0 16,3 0 0-16,-3 0 0 0,3-1 0 0,0 1 0 15,0-3 0-15,-3 3 0 16,4-1 0-16,-1 1 0 0,0 0 0 0,3 0 0 0,0-1 0 0,0-2 0 0,0 3 0 16,0 0 0-16,-3 0 0 0,3-1 0 15,1 1 0-15,-4 0 0 0,0 2 0 0,0-2 0 16,0-1 0-16,0 1 0 0,-3 0 0 0,3 0 0 0,-2-1 0 15,2 1 0-15,-3 0 0 0,3-1 0 0,-3 1 0 0,0 0 0 16,3 2 0-16,0-2 0 0,3 0 0 0,1-1 0 16,-4 1 0-16,3 0 0 0,0-1 0 0,0 1 0 15,3 0 0-15,-3 0 0 0,3 2 0 0,0-2 0 16,3-1 0-16,-3 1 0 0,3 0 0 0,-2-1 0 16,-1-2 0-16,3 6 0 0,-3-6 0 0,3 3 0 15,-3 2 0-15,0-2 0 0,3-1 0 0,-3-2 0 16,0 6 0-16,3-4 0 0,-3 1 0 0,0 0 0 15,3 0 22-15,0-3 7 0,-3 2 2 0,0 4 0 16,1-6-19-16,2 2-4 0,0 1-8 0,-3 0 12 16,3 0-4-16,0-3-8 0,-3 2 11 0,3 1-11 15,0 0 12-15,0 0-12 0,0-1 12 0,0 4-12 0,-3-4 11 16,6 1-11-16,-3 0 10 0,0-1-10 16,3 4 8-16,-3-1-8 0,3-2 0 0,0 0 0 0,0-1 8 15,0 4-8-15,1-4 0 0,-4 1 9 0,3 0-9 0,0-1 0 16,0 4 0-16,0-1 0 0,0-2 0 15,0 2 0-15,0-2 0 0,3 5 0 0,-3-3 0 0,3 3 0 16,-6-2 0-16,6 2 0 16,-3-6-51-16,3 6-5 0,0 0-2 0,0 0 0 15,0 0-56-15,0 0-11 0,0 0-3 0,0 0-648 16,0 0-131-16</inkml:trace>
  <inkml:trace contextRef="#ctx0" brushRef="#br0" timeOffset="134638.734">15915 5414 1497 0,'0'0'32'0,"0"0"8"0,0 0 0 0,0 0 4 0,-6 0-36 0,6 0-8 0,-6 0 0 0,6 0 0 16,-5 0 104-16,5 0 20 0,-6 2 3 0,0 1 1 15,0 2-103-15,0-2-25 0,3 5 0 0,-3-3 0 16,3 0 43-16,-3 3 3 0,3 3 1 0,-3 0 0 16,0-1-33-16,3 1-6 0,-3 2-8 0,0 0 11 15,0 0 0-15,3 1 0 0,-3-4 0 0,0 6 0 0,3-5-11 0,0-1-16 16,0 4 4-16,-3-1 1 0,3-3 11 15,0 1 16-15,0-3-4 0,0 0-1 0,0 0-11 0,3 0 0 16,-3-3 0-16,1 3 0 0,2-8 0 16,0 0 0-16,0 0 0 0,0 0 0 0,0 0 0 15,0 0 0-15,0 0 0 0,0 0 0 0,0 0 0 0,0 0 0 16,0 0 0-16,2-3 0 0,1 1 0 0,0-1 0 16,0-2 0-16,3-1 0 0,-3-2 0 0,0 0 0 15,0 1 0-15,0-1 0 0,0-3 53 0,0 0 9 16,0-2 2-16,3 3 0 0,-3-4-52 0,3 1-12 15,0 0 0-15,0 0 0 0,0-1 0 0,0 1 0 0,0-3 0 16,0 3 0-16,0 0 54 0,0 0 8 0,3 2 2 16,-3 1 0-16,3-4-56 0,-1 6-8 15,-2-2 0-15,3 2-10 0,-3 0 10 0,3 3 0 0,0-1 10 0,0 4-10 16,0-4 0-16,0 6 0 0,0-2 0 0,0 2 0 16,3 2 57-16,-3 1 6 0,0 0 1 0,-1 2 0 15,1 0-52-15,3 1-12 0,-3-1 0 0,0 3 0 16,0-3 0-16,0 3 0 0,0 0 0 0,0 3 0 15,0-4 0-15,0 1 0 0,-3 0 0 0,0 0 0 16,3-2 0-16,-3 2 0 0,0-3 0 0,-1 0 0 16,1 0-48-16,0 1-13 0,0-1-3 15,0 0-751-15,0-2-150 0</inkml:trace>
  <inkml:trace contextRef="#ctx0" brushRef="#br0" timeOffset="136143.411">16880 6464 1638 0,'0'0'36'0,"0"0"7"0,0 0 1 0,0 0 3 0,0 0-38 0,0 0-9 15,0 0 0-15,0 0 0 0,0 0 122 0,0 0 22 0,0 0 5 0,0 0 1 16,0 0-66-16,0 0-14 0,0 0-2 0,-6 0-1 16,6 0-3-16,-3 3 0 0,-3-1 0 0,0 1 0 15,3 2-51-15,-3 1-13 0,3 2 0 0,0 0 0 16,-3 0 0-16,3-1 0 0,0 4 0 0,-3 2 0 15,3-2 0-15,0 5 0 0,0 0 0 0,0 2 0 16,0-2 0-16,0 3 0 0,3-1 0 16,0 1 0-16,0-4 0 0,0 1 0 0,3 0 0 0,0 0 0 15,0-3 0-15,0 1 0 0,0-7 0 0,0 1 0 16,3 0 0-16,0-2 0 0,0-4 0 0,3 4 0 16,0-6-12-16,0 2-4 0,0-4-2 0,3 2 0 15,-3-6 18-15,0 1-12 0,-1 0 12 0,1-3-10 16,0 0 10-16,0-3 0 0,-3 1 0 0,3-1 0 15,-3-2 14-15,0 0 8 0,-3-1 2 0,3-2 0 0,-3-2-24 16,0 2 0-16,3 0 0 0,-6 3 0 16,3 0 45-16,-3 2 5 0,0 1 1 0,0 2 0 15,0 2-31-15,0-2-5 0,-3 3-2 0,3 5 0 16,0 0 8-16,0 0 2 0,0 0 0 0,0 0 0 0,0 0-23 0,0 0 9 16,-6 3-9-16,3 5 0 0,-3 0 0 0,3 2 0 15,0 1 0-15,3-1 0 0,-3 4 0 0,3 2 0 16,0-3-8-16,3 0 8 0,-3 3-14 0,3 0 3 15,3 0 1-15,-3-3 0 0,6 0-5 0,-3-2-1 0,0-1 0 16,3 1 0-16,-3-3 3 0,3 0 0 0,0-3 0 16,-1 0 0-16,4-2 25 0,-3 0 6 15,0-3 1-15,3 0 0 0,-3-3-19 0,3 0 0 0,-3 1 0 0,3-4 0 16,-3 1 0-16,0-3 0 0,0 0 0 0,-3 0 0 16,0-2 0-16,2-4 0 0,-2 1 0 0,0 0 0 15,-3-3 55-15,3 0 7 0,0 0 2 0,0 0 0 16,-3-2-52-16,3 5-12 0,0-3 0 0,-3 3 0 15,0-1 0-15,3 4 0 0,-3-1 0 0,0 3 0 32,3 0-48-32,-3 3-13 0,0 0-3 0,3-1 0 15,0 4-51-15,-3-1-10 0,3 1-3 0,0-1-1024 0</inkml:trace>
  <inkml:trace contextRef="#ctx0" brushRef="#br0" timeOffset="136441.719">17398 6652 1958 0,'0'0'43'0,"0"0"9"0,0 0 1 0,0 0 3 0,0 0-45 0,0 0-11 15,6 3 0-15,-3-3 0 0,6 0 97 0,-6 0 18 16,5 0 3-16,-2-3 1 0,3 0-37 0,-3 3-7 0,3-5-2 15,0 2 0-15,3 1-58 0,-3-1-15 0,0 1 0 16,3 2 0-16,0-3 0 16,0 0 0-16,0 1 0 0,-1-1 0 0,-2 3 0 0,3-3 0 15,-3 3 0-15,0 0 0 0,0 0 0 0,-3 0 0 16,0 3 0-16,-6-3 0 16,0 0-48-16,0 0-13 0,3 5-3 0,-3 1 0 15,-3 1-102-15,3 1-21 0,-6-2-4 0,3 4-692 0</inkml:trace>
  <inkml:trace contextRef="#ctx0" brushRef="#br0" timeOffset="136635.604">17439 6806 1728 0,'0'0'38'0,"0"0"8"0,0 0 2 0,0 0 0 0,0 0-39 0,0 0-9 0,0 0 0 0,0 0 0 16,0 0 116-16,0 0 20 0,0 0 5 0,0 0 1 15,0 0-22-15,6 5-5 0,-6-5-1 0,6 0 0 16,0 2-91-16,0-2-23 0,0-2 0 0,0 2 0 15,0 0 0-15,3-3 0 0,0 1 0 0,0 2 0 0,0-3 0 0,3-2 0 16,0-1 0-16,2 1 0 16,1-3-220-16,3 0-49 0,21-8-10 15,-12 0-1-15</inkml:trace>
  <inkml:trace contextRef="#ctx0" brushRef="#br0" timeOffset="136999.022">17820 6551 2188 0,'0'0'48'0,"0"0"11"0,0 0 1 0,0 0 1 0,0 0-49 0,-3-2-12 0,3 2 0 0,-6-3 0 15,6 3 92-15,-5 0 15 0,5 0 3 0,0 0 1 16,-9 3-75-16,3 2-16 0,0-2-2 0,0 2-1 16,3 3 38-16,-3-3 7 0,3 3 2 0,0 3 0 15,0-3-52-15,0 2-12 0,0 1 0 0,0 2 0 16,3 0 0-16,0-2 0 0,0 2 0 0,0 0 0 16,0-2 0-16,0 2 0 0,3-2 0 0,0-1 0 15,0 1 0-15,3 0 0 0,0-3 0 0,0-1 0 16,0 1 0-16,0-2-18 0,0 2 4 0,3-6 1 15,-4 1 13-15,4 0 0 0,0-3 0 0,0 0 10 16,0 0-1-16,0 0 0 0,3-3 0 0,-3 0 0 16,0 1-9-16,0-4 0 0,0 1 0 0,0 0 0 15,-3-6 29-15,3 3 4 0,-1 0 1 0,1-5 0 16,-3 0 0-16,0 0 0 0,0-6 0 0,-3 3 0 16,3-2-34-16,-3-1 0 0,3 3 0 0,-3-2 0 15,0 2 12-15,-3 3 9 0,0-1 2 0,0 4 0 16,0-1-37-16,-3 3-7 0,-3 0-2 0,0 3 0 15,-3 2 8-15,0 1 2 0,-3-1 0 0,1 3 0 16,-4 0-184-16,-3 0-37 0</inkml:trace>
  <inkml:trace contextRef="#ctx0" brushRef="#br0" timeOffset="138431.105">18276 6419 1792 0,'0'0'40'0,"0"0"8"0,0 0 1 0,0 0 1 0,0 0-40 0,0 0-10 0,0 0 0 0,0 0 0 0,3-5 90 0,-3 5 16 15,0 0 3-15,0 0 1 0,0 0-37 0,0 0-7 16,0 0-2-16,0 0 0 0,0 0 0 0,0 0 0 16,0 0 0-16,-3 5 0 0,0 3-51 0,-3 0-13 0,3 0 0 15,-6 3 0-15,3 2 0 0,0 0 0 0,0 3 0 0,0 2 0 16,0 4 0-16,-3-1 0 0,3 5 0 16,0 1 0-16,0-1 0 0,0 1 0 0,1-1 0 15,-1 3 0-15,0-2 0 0,3-4 0 0,-3 1 0 16,0 3 0-16,0-9 0 0,0 3 0 15,0-2 0-15,0-1 0 0,0 1 0 0,0-3 0 0,3 0 0 16,-3 0 0-16,3-1 0 0,-3 1 0 0,0-2 0 16,3 1 0-16,-3-1 0 0,3-1 0 0,0-2 0 0,0-1 0 15,3 1 0-15,-3-3 0 0,0 0 0 0,3-3 0 32,0-5-48-32,0 0-13 0,0 0-3 0,0 0 0 0,0 0-204 0,0 0-42 15,0 0-8-15,12-11-2 0</inkml:trace>
  <inkml:trace contextRef="#ctx0" brushRef="#br0" timeOffset="138946.14">18398 6713 1314 0,'0'0'37'0,"0"0"8"0,0 0-36 0,0 0-9 15,0 0 0-15,0 0 0 0,0 0 109 0,0 0 20 16,0 0 4-16,0 0 1 0,0 0-42 0,0 0-8 16,3-5-1-16,0 2-1 0,0-2-14 0,3 2-4 0,0-2 0 0,0 2 0 15,3-2-4-15,0 2-2 16,-1-2 0-16,4 2 0 0,0-2-11 0,-3 2-3 0,3-2 0 0,0 2 0 15,0 1-14-15,-3-1-3 0,0 0-1 0,0-2 0 16,0 5-17-16,0-3-9 0,-4 3 10 0,4 0-10 16,0 0 0-16,-3 3 8 15,0 0-8-15,0-1 0 16,-3 4-21-16,0-1-7 0,0 3-2 0,-3 2 0 0,-3-2 30 0,3 3 0 0,-3 0 0 0,-3 2 0 16,3-3 0-16,-3 4 0 0,0-1 0 0,-3 0 0 15,3 0 0-15,-2 1 0 0,-4-1 0 0,3 0 0 16,-3 0 0-16,0 0 0 0,0-2 0 0,0 0 0 15,0-1-24-15,3 1 0 0,0-3 1 0,0 0 0 16,0 0 14-16,6 0 9 0,-2 0-12 0,2-1 12 16,3-1-10-16,0-1 10 0,0 0-8 0,3 1 8 15,2-1-9-15,-2-2 9 0,3 2-10 0,0-3 10 16,0-2-8-16,3 3 8 0,-3 0 0 0,0-1-9 16,3-2 1-16,0 0 0 0,0 0 0 0,0 0 0 15,0-2-56-15,0-1-10 0,3 0-2 16,-3-2-611-16,2 0-121 0</inkml:trace>
  <inkml:trace contextRef="#ctx0" brushRef="#br0" timeOffset="139231.383">18770 6761 1530 0,'0'0'33'0,"0"0"7"0,0 0 2 0,0 0 2 0,0 0-36 0,0 0-8 0,0 0 0 0,0 0 0 15,3-3 100-15,-3 3 19 0,6-3 3 0,-3 1 1 16,3-1-34-16,0 0-6 0,0 3-2 0,0-2 0 16,0-1-25-16,0 3-4 0,2-3-2 0,1 1 0 15,0-1-14-15,0 3-2 0,0-3-1 0,0 3 0 16,0-2-19-16,0 2-4 0,0-3-1 0,3 0 0 16,-3 3-9-16,0-2 0 0,0-1 0 0,-3 3 0 15,3 0-14-15,-4-2-5 0,1 2-1 0,0 0 0 31,0 0-37-31,-3 0-8 0,-3 0-2 0,0 0 0 0,0 0-172 0,0 0-34 16,-6 10-7-16,-3 1-2 0</inkml:trace>
  <inkml:trace contextRef="#ctx0" brushRef="#br0" timeOffset="139458.035">18779 6880 1645 0,'0'0'36'0,"0"0"7"0,0 0 1 0,0 0 4 0,0 0-39 0,0 0-9 16,0 0 0-16,0 0 0 0,6 0 82 0,3 0 14 16,-3 0 4-16,0 0 0 0,0 0-36 0,0 0-6 15,2 0-2-15,-2 0 0 0,3-3-12 0,-3 3-4 16,3-3 0-16,0 3 0 0,0 0-17 0,0-2-4 16,0-1-1-16,3 0 0 0,-3 3-18 0,0-2 0 15,0-1 8-15,3-2-8 16,-3-1-37-16,-1 4-11 0,4-3-3 0,-6-1-975 0</inkml:trace>
  <inkml:trace contextRef="#ctx0" brushRef="#br0" timeOffset="139900.642">19193 6641 1976 0,'0'0'44'0,"0"0"8"0,0 0 3 0,0 0 0 0,0 0-44 0,0 0-11 0,-6 3 0 0,6-3 0 16,-3 5 64-16,3-5 12 0,-6 3 1 0,3 5 1 16,0-3-34-16,0 1-8 0,0 1 0 0,0 1-1 0,0 0-15 0,0 0-4 15,0 0 0-15,3 3 0 16,-3-3-16-16,0 2 10 0,0-2-10 0,3 3 8 16,-3-3-8-16,3 2 0 0,0-2 0 0,0 0 0 15,0 0 0-15,0 0 0 0,0 0 0 0,0-3 0 16,3 3 0-16,0-2 0 0,0-1 0 0,0 3 0 0,0-6 0 0,0 4-14 15,3-4 5-15,-3 1 1 0,3 0 0 0,0-3 0 16,0 2 0-16,0-2 0 0,0 0 8 0,0 0 0 16,2-2 0-16,-2 2-8 15,3-6 8-15,0 4 0 0,0-1 0 0,-3-2 8 0,3 0 24 0,0-1 4 16,-3 1 2-16,0 0 0 0,3-3 10 0,-3 0 3 16,3-3 0-16,-3 3 0 0,0 0-10 0,0-2-1 0,-3-1-1 15,0-2 0-15,0 2-7 0,-1-2-2 16,1 0 0-16,-3 2 0 0,0-2-11 0,0 2-3 15,-3-2 0-15,1 3 0 0,-1-1-8 0,-3 3-8 0,3 0 12 16,-6 0-12-16,3 0 8 0,-3 0-8 16,-3 0 0-16,3 1 0 15,-6 1-19-15,3 1-10 0,-3 2-3 0,0-2 0 16,-2 2-109-16,2 3-23 0,-3 0-4 0</inkml:trace>
  <inkml:trace contextRef="#ctx0" brushRef="#br0" timeOffset="146833.337">23946 2926 1184 0,'0'0'26'0,"0"0"6"0,0 0 0 0,0 0 1 0,0 0-33 0,0 0 0 0,0-2 0 0,0 2 0 0,0 0 77 0,0 0 9 16,0 0 2-16,0 0 0 0,0 0-21 16,0 0-4-16,0 0-1 0,0 0 0 0,0 0-12 0,0 0-2 15,0 0-1-15,0 0 0 0,0 0-15 0,0 0-2 16,0 0-1-16,0 0 0 0,0 0-9 0,-3 8-1 16,0 0-1-16,0 0 0 0,0 0-9 0,0 5-1 15,3-3-8-15,-3 4 12 0,0-1-12 0,3 3 0 16,-3 0 8-16,0-1-8 0,0 4 0 0,1-3 0 15,2-3 8-15,-3 3-8 0,3-3 0 0,-3 6 0 0,3-3 8 16,-3-3-8-16,3 3 0 0,-3-3 0 16,3 0 0-16,0 0 0 0,-3-2 0 0,3 2 0 0,0-2 0 0,-3-1 0 15,3 1 20-15,-3-3 2 0,3 2 0 0,0 6 0 16,3-8-22-16,-6 0 0 0,3 5 0 0,-3-5 0 31,3 0-47-31,0-2-13 0,0 4-4 0,0-2 0 0,0-3 52 0,3 3 12 0,-3-5 0 16,0 0 0-1,0-3-105-15,0 0-19 0,3 5-3 0,-3-5-615 0</inkml:trace>
  <inkml:trace contextRef="#ctx0" brushRef="#br0" timeOffset="169610.045">21809 4556 1353 0,'0'0'29'0,"0"0"7"0,0 0 0 0,0 0 4 0,0 0-32 0,0 0-8 0,0 0 0 0,0 0 0 15,0 0 77-15,0 0 15 0,0 0 2 0,0 0 1 16,0 0-13-16,0 0-2 0,0 0-1 0,0 0 0 15,-3-8-15-15,3 3-4 0,-3 0 0 0,3-3 0 16,0 5-1-16,0-5-1 0,0-2 0 0,3 2 0 16,-3 0-10-16,0 0-3 0,0 0 0 0,3 0 0 15,-3-2-17-15,3-1-4 0,0-2-1 0,0 2 0 16,3-2-23-16,-3-3 0 0,3 0 0 0,-3-2 0 16,3-1 56-16,3-5 6 0,-3 0 2 0,6-5 0 15,-3 3-52-15,-1-1-12 0,4 1 0 0,0 5 0 0,3-6-16 16,-3 6-5-16,3 5-2 0,0-2 0 15,0 5 37-15,3-3 7 0,-4 0 2 0,4 3 0 0,-3-3-23 16,0 2 0-16,3-1 0 0,-3 1 0 0,0-2 0 16,0 3 9-16,-1-3-9 0,1 0 0 15,3 3 0-15,-3-3 0 0,3 6 0 0,0-6 0 0,3 5 0 16,2 1 0-16,1 2 0 0,3-3 0 0,0 6 10 16,0 0 5-16,2 2 1 0,-5 3 0 0,0 3-16 15,0-1 0-15,0 1 0 0,-4 5 0 0,-2 0 0 0,0 0 0 0,0 0 0 0,3 2 0 16,-3 1-10-16,3-1-5 0,-1 6-1 15,1-8 0-15,3 5 16 0,-3-2 0 0,3 2 0 16,-3-2 0-16,2 2 9 0,-2 0 5 16,0-2 1-16,0 2 0 0,0-2-24 0,-3 2-5 0,-1 0-1 0,1-2 0 15,0 2 15-15,-3 0 0 0,0 0 0 0,0 3 0 16,0-2 0-16,3 1 0 0,-4 1 0 0,4 3 0 16,0 2 0-16,3 3 0 0,-3-6 0 0,3 4 0 15,-3-1 9-15,-1-3 5 0,1 1 1 0,-3-3 0 16,3-1-15-16,-3 4 0 0,-3-8 0 0,3 7 0 15,-3-7 8-15,-1 2-8 0,-2 0 0 0,0-2 9 16,0-1-9-16,-3 6 0 0,3-8 0 0,-3 5 0 16,0 3 0-16,-3-5 0 0,3 7 8 0,0-4-8 15,-3 1 0-15,0 1 0 0,0 0 9 0,0 0-9 16,0 3 0-16,-3-1 8 0,3-2-8 0,-3 3 0 16,0-1 0-16,0-2 9 0,-3 0-9 0,3 0 0 15,-3-3 8-15,0 3-8 0,0-3 0 0,-3 0 0 16,3 0 9-16,-3-2-9 0,-3 0 0 0,3 2 9 15,-3-8 17-15,-3 6 3 0,3-1 1 0,-3 1 0 16,1-3-30-16,-4 2 0 0,0 1 0 0,-3 2 0 0,0-2 0 16,0 2 0-16,0 0 0 0,1 3 0 15,-1 0 0-15,-3-3 0 0,3 3 0 0,0 0 0 0,3 0-11 0,-3-3-8 16,3 0-1-16,-2 1-1 0,2-1 33 0,-3-3 8 16,0 1 0-16,0 0 1 0,0-3-21 0,0 2 0 15,-2-2 0-15,-1 3 0 0,0-3 0 0,0 0 0 16,0-1 0-16,-3-1 0 0,4-1 0 0,-1 3 0 0,0-3 0 15,0 3 0-15,0-3-12 0,3 1-8 0,-2-1 0 16,2 0-1-16,-3-2 33 0,0 0 8 16,0-1 0-16,0 4 1 0,1-6-21 0,-4 0 0 15,3 2 0-15,0-2 0 0,-3 3 0 0,3-3 0 0,-2 3 0 16,2-1 0-16,0-2 0 0,0 3 0 0,3-3 0 0,-3 2 0 16,6 1-12-16,1-3-6 0,-1 3-2 15,0-3 0-15,0 0 20 0,3-3 0 16,-3 3 0-16,3-3 0 0,-3 1 0 0,3-1 0 0,1 1 0 0,-1-1 0 15,0 0 12-15,0 1 7 0,-3-6 1 0,3 5 0 16,0 0-20-16,0 1 0 0,0-1 0 0,0 0 0 16,1 1 0-16,-1-1 0 0,3-2 0 0,-3 5 0 15,3-3 0-15,0 1 0 0,-3-1 0 0,3 0 0 16,3 1 0-16,-3-1 0 0,0 3 0 0,3-3 0 16,-3 1 0-16,3-1 0 0,0 3 0 0,3-3 0 15,3 3 0-15,0 0 0 0,-5 0 0 0,5 0 0 16,-6-2-13-16,6 2-7 0,0 0 0 0,0 0-1 15,0 0 21-15,0 0-9 0,0 0 9 0,0 0 0 16,0 0-39-16,0 0-1 0,0 0 0 0,0 0 0 16,0 0-124-16,0 0-24 0,0 0-6 15,0 0-891-15</inkml:trace>
  <inkml:trace contextRef="#ctx0" brushRef="#br0" timeOffset="170083.583">22154 5109 1332 0,'0'0'37'0,"0"0"10"0,0 0-38 0,0 0-9 0,0 0 0 0,0 0 0 16,0 0 130-16,0 0 24 0,0 0 5 0,0 0 1 16,0 0-52-16,0 0-11 0,0 0-1 0,0 0-1 15,0 0-30-15,0 0-5 0,0 0-2 0,0 0 0 16,0 0-17-16,0 0-3 0,0 0-1 0,0 0 0 15,-3 0-13-15,-3 3-2 0,0 2-1 0,-2-5 0 16,2 3-5-16,-3 0-2 0,0 2 0 0,0 0 0 16,-3-2-14-16,0 2 0 0,-3 0-12 0,0 3 12 15,0-5 0-15,0 2 0 0,1 1 0 0,-1-1 0 16,0 0 0-16,-3 1 0 0,3 1 0 0,0-4 0 16,3 2 44-16,-3 1 16 0,3-1 4 0,1 0 0 15,-1 3-64-15,0-5 0 0,3 2-9 0,0 0 0 16,3 1 9-16,-3-4 16 0,6 4-4 0,-3-4-1 15,3 4-3-15,3-6 0 0,-3 2 0 0,3-2 0 16,-3 8 1-16,3-8 0 0,0 3 0 0,0-3 0 16,0 8-22-16,0-3-5 0,3-2-1 0,0 5 0 15,0-3 42-15,0 0 8 0,0-2 1 0,0 2 1 0,3 0-22 16,-3 1-11-16,3-1 10 0,0 0-10 0,0 1 0 0,3-1 8 16,0 3-8-16,0-3 0 0,2 3 23 0,-2-3 1 15,3 3 1-15,0 0 0 16,0-2-71-16,0 1-14 0,3-1-4 0,0-1 0 0,0 0 52 0,3 3 12 15,-4-5 0-15,1 5 0 16,3-5-174-16,-3-1-32 0,3 1-6 0</inkml:trace>
  <inkml:trace contextRef="#ctx0" brushRef="#br0" timeOffset="171252.288">22500 5633 1638 0,'0'0'36'0,"0"0"7"0,0 0 1 0,0-5 3 0,0 0-38 0,0-1-9 16,0 1 0-16,0 0 0 0,3 2 124 0,-3 3 24 15,0 0 4-15,0-5 0 0,0 5-70 0,0 0-14 16,0 0-4-16,0 0 0 0,0 0 0 0,0 0 0 15,0 0 0-15,0 0 0 0,0 0-51 0,-3 8-13 16,-3 2 0-16,0-2 0 0,0 0 0 0,0 3 0 16,0-1-9-16,-3 4 9 0,3-4 0 0,0 1 0 0,3 2 0 0,-3 3 0 15,3-3 0-15,0 0 0 16,0 3 0-16,3-2 0 0,0 1-16 0,0-1 4 16,3 2 0-16,3-3 0 0,-3-5 23 0,3 2 5 15,3-2 0-15,-3-2 1 16,3-1-65-16,0-5-12 0,0 0-4 0,0 0 0 0,3-5 52 0,-4-1 12 0,1 1 0 15,3-3 0-15,-3 0 0 0,0 0 0 0,0-2 0 0,-3-1 0 16,0-2 48-16,0 2 13 0,0 1 3 0,-3-4 0 16,3 4-52-16,-3-1-12 0,0 1 0 0,0 2 0 15,-3 2 54-15,3-4 8 0,-3 4 2 0,0 1 0 16,0 5-52-16,0 0-12 0,0 0 0 0,0 0 0 16,0 0 0-16,0 0 0 0,0 0 0 0,0 0 0 15,0 0 0-15,0 0 0 0,-3 8 0 0,3 0 0 16,-3 3 0-16,3-3 0 0,0 5 0 0,3-3 0 15,-3 4-48-15,3-4-13 0,0 3-3 16,3-2 0-16,-3 2 52 0,3-2 12 0,0 2 0 0,2-5 0 0,-2 3 0 16,3-6 0-16,-3 3 0 0,3-3 0 15,3-5 0-15,-3 3 0 0,3-6 0 0,-3 0 0 16,0-2 0-16,3 0 0 0,0-3 0 0,-3 0 0 16,2-3 0-16,-2 1 0 0,3-3 0 0,-3 2 0 15,3-5 48-15,-3 3 13 0,0 0 3 0,0-1 0 0,0 1-52 0,-3 0-12 16,3 0 0-16,-3 2 0 0,0-2 54 0,3 2 8 15,-3-2 2-15,2 3 0 0,-2-4-64 0,0 4-20 16,-3-1 0-16,6 3 0 0,-6-2 6 0,3 4 1 16,-3-2 0-16,0 3 0 15,3 5-90-15,-3-8-17 0,0 8-4 0,3 0-688 16,-3 0-136-16</inkml:trace>
  <inkml:trace contextRef="#ctx0" brushRef="#br0" timeOffset="171470.287">22985 5752 1926 0,'0'0'42'0,"0"0"9"0,0 0 1 0,0 0 3 0,0 0-44 0,0 0-11 0,6-2 0 0,0-1 0 16,-3 0 96-16,3 1 16 0,0-3 4 0,0 2 1 16,2-2-26-16,-2 2-6 0,3-2-1 0,0 2 0 15,0 0-68-15,0 3-16 0,3-5 0 0,-3 2 0 16,3 1 0-16,-3-1 0 0,0 3 0 0,0-3 0 15,0 3 0-15,0 0 0 0,-6 0 0 0,-3 0 0 16,0 0-133-16,5 6-31 0,-5-6-7 0,0 0-834 16</inkml:trace>
  <inkml:trace contextRef="#ctx0" brushRef="#br0" timeOffset="171653.775">22991 5890 1872 0,'0'0'41'0,"0"0"9"0,0 0 2 0,0 0 0 15,0 0-42-15,0 0-10 0,0 0 0 0,0 0 0 0,0 0 72 0,0 0 13 16,6 0 3-16,0 0 0 0,0-3-20 0,0 1-3 16,0-1-1-16,-1-2 0 0,1-1 0 0,3 1 0 0,0 0 0 0,0-3 0 31,0 3-102-31,3-3-21 0,3-3-4 0,0 1-1 16,0-1-102-16,3 0-21 0,-1 1-4 0,4-3-692 0</inkml:trace>
  <inkml:trace contextRef="#ctx0" brushRef="#br0" timeOffset="171872.012">23363 5639 1504 0,'3'-14'43'0,"-3"6"9"0,3 1-42 0,-3-1-10 0,3-3 0 0,-3 0 0 16,0 6 155-16,0-5 29 0,0 2 5 0,0 2 2 16,0-2-67-16,0 6-14 0,0 2-2 0,0 0-1 15,0 0-7-15,0 0 0 0,0 0-1 0,0 0 0 16,0 0-79-16,0 0-20 0,0 0 0 0,-6 5 0 16,3 0 0-16,0 3 0 0,0 0 0 0,0 3 0 15,0-3 55-15,0 2 7 0,0 4 2 0,0-4 0 16,0 1-64-16,0 2-13 0,0-3-3 0,0 4 0 15,0-1 16-15,0-2 0 0,0 4 0 0,0 1 0 16,0 0 0-16,0 0 0 0,3 3-9 0,-3-1 9 16,0-2-25-16,0 2 0 0,3 1 0 0,-3-3 0 15,3-3-37-15,-3 0-7 0,3 1-2 16,-3-4-761-16,3-2-152 0</inkml:trace>
  <inkml:trace contextRef="#ctx0" brushRef="#br0" timeOffset="172201.115">23845 5469 2617 0,'0'0'57'0,"0"0"12"0,-3-5 3 0,3 0 2 0,0-1-59 0,-3 1-15 0,3 2 0 0,0 3 0 16,0 0 61-16,0 0 10 0,0 0 1 0,0 0 1 15,0 0-7-15,0 0-2 0,0 0 0 0,0 0 0 16,-3 8-51-16,0 3-13 0,0 2 0 0,-3 0 0 15,3 3 0-15,0 0 0 0,-3 3 0 0,0-1 0 16,0 1 0-16,0-1 0 0,-2 3 0 0,-1-2 0 16,0-1 0-16,-3 4 0 15,-3-1 0-15,0 3 0 0,0 2 0 0,-3 3 0 0,0 3 0 16,-5 0 0-16,5-3 0 0,-3 0 0 0,0-3 0 0,3-2 0 16,0-3-13-16,3 1-3 0,4-4 0 0,-4-2 0 31,6 0-25-31,0-3-6 0,3-2-1 0,0 2 0 0,3-3-114 15,3-2-23-15,0 0-5 0,0-2-898 0</inkml:trace>
  <inkml:trace contextRef="#ctx0" brushRef="#br0" timeOffset="172848.779">23902 5744 1036 0,'0'0'23'0,"0"0"5"0,0 0 0 0,0 0 1 0,0 0-29 0,0 0 0 0,0 0 0 0,0 0 0 15,0 0 108-15,0 0 16 0,0 0 4 0,0 0 0 16,0 0-52-16,0 0-9 0,3-2-3 0,-3 2 0 16,3-5 38-16,0-1 7 0,0 4 2 0,-1-1 0 15,1-2-24-15,3 2-5 0,-3 0-1 0,3 3 0 16,0-5-13-16,0 2-4 0,3 1 0 0,-3 2 0 16,6-3-51-16,-3 0-13 0,3 3 0 0,-3-2 0 15,3 2 28-15,-3 0 2 0,3 0 1 0,-4 2 0 16,4-2-22-16,-6 0-9 0,3 3 8 0,-3 0-8 15,0-1 0-15,0 6 0 0,0-8 0 0,-3 6 0 0,-3-1 0 0,0 3 0 16,0 0 0-16,-6 0 0 16,3 0-32-16,-3 2 0 0,-3 1 1 0,0 2 0 15,0 0 31-15,-3 3 0 0,1 3 0 0,-1-3 0 0,0 2 0 0,0-2 0 16,0 0 0-16,0 0 0 0,0-3 0 0,3 0 0 0,3 0 0 16,-3-2 0-16,3 0 0 0,3-1 0 0,0-2 0 15,0 0 0-15,3 0 0 0,3-3 0 0,-3 1 0 16,3-1 0-16,3 0 0 0,-3-2 0 0,3-1 0 0,3-2 0 15,-3 3-16-15,3-3 4 0,3 0 0 0,-3 0 0 32,3 0-31-32,0-3-5 0,3 1-2 0,0-1-692 0,-1-2-138 15</inkml:trace>
  <inkml:trace contextRef="#ctx0" brushRef="#br0" timeOffset="173098.241">24250 5821 1918 0,'0'0'42'0,"0"0"9"0,0 0 1 0,0 0 3 0,0 0-44 0,0 0-11 0,0 0 0 0,0-5 0 15,0 0 62-15,3-1 10 0,0 4 3 0,3-4 0 16,-3 4 42-16,3-4 9 0,3 4 2 0,0-3 0 0,-1 2-103 0,1-2-25 16,3 2 0-16,0-2 0 0,0 2 37 0,0-2 3 15,0 2 0-15,0 0 0 0,3 1-13 0,-3-1-3 16,0 3 0-16,-1-3 0 0,1 3-24 0,0-2 0 15,-3 4 0-15,0-2 0 16,0 0-46-16,0 0-14 0,-3 3-4 0,-3-3 0 16,-3 0-125-16,6 3-26 0,-6-3-5 15</inkml:trace>
  <inkml:trace contextRef="#ctx0" brushRef="#br0" timeOffset="173367.154">24283 5948 1728 0,'0'0'38'0,"0"0"8"0,0 0 2 0,0 0 0 0,0 0-39 0,0 0-9 0,0 0 0 0,0 0 0 15,0 0 104-15,0 0 20 0,0 0 3 0,0 0 1 16,0 0-52-16,6 3-9 0,0-3-3 0,-1 0 0 16,1 0 0-16,0 0 0 0,0-3 0 0,3 3 0 15,0 0-51-15,0-2-13 0,0 2 0 0,3-3 0 16,0 0 0-16,0 1 0 0,0-1 0 0,3 0 0 15,-4-2 13-15,4 0 0 0,-3-1 0 0,3 1 0 16,0 0-28-16,-3-3-5 0,3 0-2 0,0 0 0 31,0 3-206-31,-4-3-42 0</inkml:trace>
  <inkml:trace contextRef="#ctx0" brushRef="#br0" timeOffset="176673.762">24762 5684 1501 0,'0'0'32'0,"0"0"8"0,0 0 0 0,0 0 4 0,0-3-36 0,0 3-8 0,0-5 0 0,0 5 0 16,0-6 121-16,0 1 23 0,0 5 4 0,0 0 0 15,0 0-20-15,0 0-4 0,0-5 0 0,0 5-1 0,0 0-23 0,0 0-5 16,0 0-1-16,0 0 0 0,0 0-30 0,0 0-7 16,0 0-1-16,0 0 0 0,0 0-28 0,0 0-5 15,0 0-2-15,-3 8 0 0,0 0-10 0,0 0-3 16,0 0 0-16,0 5 0 0,3-3-8 0,-3 4 0 15,0 1 0-15,3 1 8 0,0 3-8 0,-3 2 0 16,3 0 0-16,0 3 0 0,0-3 0 0,0 0 0 16,0-2 8-16,0 2-8 0,0-5 0 0,0 2 0 15,0-2 0-15,0 0 0 0,0-3 0 0,0-2 0 0,0 2 0 16,0-5 0-16,0 0-12 0,0 0-2 0,0 0 0 0,0 3 0 31,0-6-39-31,3 0-8 0,-3 0-2 0,3 1 0 16,0-1-169-16,-3-5-33 0</inkml:trace>
  <inkml:trace contextRef="#ctx0" brushRef="#br0" timeOffset="179674.243">21202 8308 2196 0,'0'0'48'0,"0"0"11"0,0 0 1 0,0 0 1 0,0 0-49 0,0 0-12 0,0 0 0 0,0 0 0 16,0 0 82-16,0 0 14 0,3 6 2 0,0-1 1 0,3 3-36 0,-3 3-7 16,0-1-2-16,-3 3 0 0,3 1-26 0,0-1-6 15,0 3-1-15,-3-3 0 0,3 5-12 16,0-2-9-16,0 3 12 0,0-1-12 0,-1 4 8 0,1-4-8 15,0 6 0-15,0 2 0 0,0 3 0 16,0 3 0-16,0 3 0 0,0-1 0 0,0-2 11 0,-3-1-2 16,3-1 0-16,0-4 0 0,0 3-9 15,-3-5 0-15,3 0 0 0,-3 0 0 0,0-3 0 0,0 3 0 16,0-1 0-16,0-1 0 0,0-1 0 0,0 0 0 16,0-3 0-16,0 1 0 0,0-3 0 0,0-3 0 15,3 0 0-15,-3 1 0 16,3-7-49-16,-3-1-12 0,3-1-3 0,-3-5-751 0,6 0-150 15</inkml:trace>
  <inkml:trace contextRef="#ctx0" brushRef="#br0" timeOffset="180119.882">21788 8375 2188 0,'0'0'48'0,"0"0"11"0,0 0 1 0,3-6 1 0,-3 1-49 0,0 5-12 0,3-3 0 0,-3 3 0 16,0-5 105-16,0 5 19 0,0 0 3 0,0 0 1 0,0 0-52 0,0 0-9 15,0 0-3-15,0 0 0 0,0 0-51 0,0 0-13 16,3 5 0-16,0 6 0 16,-3-3 54-16,3 5 8 0,-3 0 2 0,3 1 0 15,-3-1-52-15,0 3-12 0,3 0 0 0,-3-1 0 16,3 4 0-16,-3-1 0 0,0-2 0 0,0 6 0 0,0-1 0 0,3 2 0 16,-3 1 0-16,0 3 0 0,3 2 0 0,-3-3 0 15,3 3 0-15,0-2 0 0,0-3 20 0,-3 0 0 16,3-6 1-16,0 3 0 0,-3-2-21 0,3-3 9 0,-3-1-9 0,0 1 0 15,0 0 8-15,0-3-8 0,0 1 0 16,0-1 0-16,0-2 0 0,0-1 0 0,0 1 8 0,0-1-8 31,0-2-19-31,0 0-7 0,0 0-2 0,0-3 0 16,3 1-130-16,-3-6-26 0,3 5-6 0</inkml:trace>
  <inkml:trace contextRef="#ctx0" brushRef="#br0" timeOffset="181768.231">21824 8951 1267 0,'0'0'28'0,"0"0"5"0,0 0 2 0,0 0 1 0,0 0-36 0,0 0 0 0,0 0 0 0,0 0 0 16,0 0 109-16,0 0 15 16,-3 3 4-16,3-3 0 0,0 0-52 0,0 8-9 0,-3-3-3 0,3 1 0 15,0-1 0-15,0 0 0 0,0 3 0 0,0-3 0 16,0 3 0-16,0 0 0 0,0 3 0 0,0-1 0 16,0 1-51-16,0 2-13 0,0 0 0 0,0-2 0 15,0 2 54-15,0 1 8 0,0-1 2 0,0 0 0 16,0-2-52-16,0-1-12 15,0 3 0-15,0-2 0 0,-3 0 0 0,3-1 0 0,0-2 0 0,0 0 0 16,0 0 0-16,0 0 0 0,0-3 0 0,0 3 0 16,0-3 0-16,0-5 0 0,3 6 0 0,-3-6 0 15,0 0 0-15,0 2 0 0,0-2 0 0,3 6 0 32,-3-6-151-32,0 0-33 0,0 0-6 0,0 0-2 0</inkml:trace>
  <inkml:trace contextRef="#ctx0" brushRef="#br0" timeOffset="186494.233">22637 8438 1036 0,'0'0'23'0,"0"0"5"0,0 0 0 0,0 0 1 0,0 0-29 0,0 0 0 0,0 0 0 0,0 0 0 0,0 0 108 0,0 0 16 16,0 0 4-16,0 0 0 0,0 0-52 0,0 0-9 16,0 0-3-16,0 0 0 0,0 0 52 0,0 0 9 15,0 0 3-15,0 0 0 0,0 0-52 0,0 0-9 16,0 0-3-16,0 0 0 0,0 0-51 0,0 0-13 15,0 0 0-15,0 0 0 0,0 0 54 0,0 0 8 0,0 0 2 0,0 0 0 16,0 0-52-16,0 0-12 16,-3 5 0-16,3 3 0 0,0 0 41 0,0-2 6 0,0 1 1 15,3 1 0-15,-3 0-26 0,0 3-5 0,3-3-1 0,-3 2 0 16,0 1-16-16,0 0 0 16,0 2 0-16,2 0 0 0,-2 3 0 0,0 2 0 0,0 1 0 0,3 2 0 15,-3 0 0-15,0 1 0 0,0 1 0 0,3 4 0 16,-3-6 0-16,0 0 0 0,0-2 0 0,0 2 0 15,0-5 0-15,3 2 0 0,-3-2 0 0,0 0 0 16,0 0 0-16,0-3 0 0,0 0 0 0,0 1 0 16,0-4 0-16,0 3 0 0,0 1 0 0,0-1 0 15,-3 0 0-15,3 0 0 0,0 1 0 0,0-1 0 16,0 0 0-16,0 0 0 0,0 0 0 0,0 1 0 16,0-1 0-16,0-3 0 0,0 1 0 0,0 2 0 15,0-5 0-15,0 3 0 0,0-3 0 0,0 0 0 16,0 0 0-16,0-3 0 0,0 0 0 0,0 0 0 15,0-5 0-15,0 6 0 0,0-6 0 0,0 0 0 0,0 0 0 0,0 0 0 16,3 5 0-16,-3-5 0 16,0 0-48-16,0 0-12 0,0 0-4 0,6 0 0 15,-3 0-154-15,-3 0-31 0,0 0-7 16,0 0 0-16</inkml:trace>
  <inkml:trace contextRef="#ctx0" brushRef="#br0" timeOffset="188236.742">21580 8203 1292 0,'0'0'28'0,"0"0"7"0,0 0 1 0,0 0 0 0,0 0-36 0,3-3 0 0,-3 3 0 0,3-3 0 16,-3 3 93-16,0 0 12 0,3-2 3 0,-3 2 0 15,0 0-41-15,0 0-8 0,0 0-2 0,0 0 0 16,3 5-9-16,-3 3-1 0,0-3-1 0,0 6 0 16,0-3-12-16,-3 5-2 0,0 0-1 0,0 6 0 15,0-1-11-15,0 1-3 0,3-1 0 0,-3 3 0 16,0 1-4-16,3-4-1 0,0 3 0 0,0 0 0 15,0-5-1-15,0 3-1 0,3-1 0 0,0 1 0 16,-3-1-10-16,3 4 10 0,0-1-10 0,0 3 10 0,0 2-10 16,0 3 0-16,0 3 0 0,0 0 8 15,3-1 14-15,-3-2 2 0,0 1 1 0,0-1 0 16,0-3-25-16,-3-2 0 0,3 0 0 0,0 0 0 0,-3-1-11 16,0 1-7-16,2 0-2 0,-2 5 0 0,0 0 20 0,-2-2 0 15,2 2 0-15,0-3 0 0,0-2 0 16,0 3 0-16,0-6 0 0,-3-3 0 0,3 1 0 0,0-1 0 15,0-2 0-15,3-3 0 0,-3 1 0 0,0-1 0 16,2-3 0-16,-2 1 0 0,0-3 8 16,3 0-8-16,-3 0 0 0,3 0 0 0,-3 0 0 0,3 0 0 15,0 0 0-15,0-3 0 0,0 3 0 0,0-3 0 16,0 3 0-16,0-3 0 0,0 1 11 0,0-1-11 16,3-2 12-16,-3 2-12 0,0 3 12 0,3-3-4 15,-3-2 0-15,0 2-8 0,3-2 8 0,0-1-8 0,0 1 0 0,0 0 0 16,0-1 0-16,3 1 0 0,-3 0 0 0,3-1 0 15,0-2 0-15,-1 3 0 0,1-3 0 0,3 2 0 16,-3 1 0-16,0-3 0 0,3 0 0 0,-3 0 0 16,6 0 0-16,-3-3 0 0,6 3 0 0,0-2 0 15,-1 2 0-15,4-3 0 0,3 1 0 0,3-1 0 16,3 0 21-16,-1 1-2 0,1 2-1 0,3-3 0 16,-3 0-18-16,-1 1 0 0,4-1 0 0,3-2 0 15,3 2-13-15,-1 3-3 0,4-3-1 0,3 3 0 16,-1 0 27-16,-5 0 6 0,3 0 0 0,-4 0 1 15,1-2-27-15,0 2-6 0,-1-3 0 0,4 3-1 16,0 0 17-16,-4 0 0 0,1 0 0 0,0 3 0 16,-6-3 0-16,-1 0 0 0,-2 0 0 0,-6-3 0 15,0 3 0-15,-3-5 0 0,2 2 0 0,-5 1 0 16,0-1 0-16,0 0 0 0,-3 1 0 0,0-1 0 16,-3 0 0-16,0 1 0 0,-1-1 0 0,-2-2 0 15,0 2 48-15,-3 0 12 0,0 1 4 0,0-1 0 0,0 1-52 0,-3-1-12 16,3 0 0-16,-3 1 0 0,0-4 0 0,-3 4 0 15,3-4 0-15,0 4 0 0,-3-4 0 0,0 1 0 16,0-3 0-16,0 3 0 0,0-3 0 0,-3 3 0 16,3-3 0-16,-3-3 0 0,0-2 0 0,0 0 0 15,0-3 0-15,0-5 0 0,0-1 0 0,3-4 0 0,-3-3 0 16,0-3 0-16,3-2 0 0,-3 2 0 0,0 0 0 0,3-2 0 16,-3 7 33-16,3-2 4 0,0-2 1 15,-3-4 0-15,3-2-25 0,0 0-5 0,3-8 0 16,-3 3-8-16,3-1 15 0,-3 6-4 0,3 6-1 0,-3-1 0 15,3 5-10-15,-3 4 10 0,3-4-10 0,-3 3 10 16,3 0-10-16,-3 3 0 0,3 3 9 16,-3-3-9-16,3 2 0 0,-3-2 0 0,0 5 0 0,3-2 8 15,-3 2-8-15,0 0 0 0,0 3 8 16,-3-1-8-16,3 4 8 0,0 2-8 0,-3 0 8 0,0 3-8 16,-3-3 8-16,3 2-8 0,0 4 10 0,-3-4-10 15,0 4 9-15,0-1-9 0,-3 0 8 0,0 3-8 16,1-2 0-16,-1 2 0 0,-6-3 8 0,3 3-8 15,0 0 0-15,-3 3 0 0,3-3 0 0,0 2 8 16,0 1-8-16,-3-3 0 0,4 3 0 0,-4-1 0 0,-3-2 0 16,0 3 0-16,0-6 0 0,-3 3 0 0,-3 0 0 0,-2 3 0 15,-1-3 8-15,-3 0-8 0,-3 3-15 0,4-3-5 16,2 5 0-16,0-2-1 0,0-1 35 0,3 1 7 16,1-3 2-16,2 3 0 0,-3-3-37 0,3-3-7 15,0 3-2-15,0-3 0 0,1 1 35 0,-4-1 8 16,3-2 0-16,-3 2 1 0,3-2-33 0,0 2-8 15,-2-2 0-15,5 2-1 0,-3 1 21 0,3-4 0 0,3 4 0 16,-3-1 0-16,0 0 14 0,4 1 7 0,-1-1 2 16,0 0 0-1,3 1-23-15,-3-1 0 0,0 0 0 0,0 1 0 0,0-4 0 0,-2 4 0 16,2-1 0-16,-6 1 0 0,0 2-19 0,-3-3-1 16,3 0-1-16,-3 3 0 0,-2 0 21 0,2 0 0 0,3 0 0 15,0 0 0-15,0 3 14 0,4-3 7 0,2 3 2 0,-3-1 0 16,6 1-23-16,0-3 0 0,3 2 0 0,0 1 0 15,3 0 0-15,0-1 0 0,6-2 0 0,-3 3 0 16,3-3-8-16,0 0 8 0,-6 5-8 0,3 1 8 31,3-6-48-31,0 5-4 0,-3 0 0 0,3 1-1 16,-3 1-142-16,3-1-28 0,0 2-5 0</inkml:trace>
  <inkml:trace contextRef="#ctx0" brushRef="#br0" timeOffset="188980.246">22794 9893 2127 0,'0'0'47'0,"0"0"9"0,0 0 3 0,0 0 1 0,0 0-48 0,0 0-12 15,0 8 0-15,0 0 0 0,0 0 67 0,0 3 11 16,0-1 2-16,0 4 1 0,0-1-13 0,0 0-4 16,0 3 0-16,0 0 0 0,0 2-51 0,0-2-13 15,-3 3 0-15,3-3 0 0,0-1 54 0,0 1 8 16,-3 0 2-16,3 0 0 0,0 0-52 0,-3 0-12 0,3 2 0 16,-3 1 0-16,3-1 0 0,0 1 0 0,-3 2 0 15,3 0 0-15,0 0 0 0,0-2 0 16,0 2 0-16,0-2 0 0,0-3 0 0,0-1 0 0,0-1 0 0,3-4 0 15,-3 3 0-15,3-5 0 0,0 0 0 0,0 0 0 32,0-2-151-32,3-1-33 0,0 0-6 0,3-2-2 15</inkml:trace>
  <inkml:trace contextRef="#ctx0" brushRef="#br0" timeOffset="-189010.541">17219 11272 2127 0,'0'0'47'0,"0"0"9"0,0 0 3 0,0 0 1 0,3-5-48 0,0-1-12 0,0 1 0 16,0 0 0-16,3-1 86 0,0 4 15 0,-3-3 3 0,3-1 1 15,3 1-30-15,-3 0-7 0,3-1 0 0,-3 4-1 16,3-4-24-16,-1 4-5 0,4-3-1 0,0 2 0 15,-3 0-11-15,0 1-2 0,0-1-1 0,3 0 0 16,-3 3-14-16,3-2-9 0,-3 2 12 0,0 0-12 16,0 0 8-16,0 5-8 0,-1-2 0 0,-2 2 0 15,0 0 0-15,0 0 0 0,-3 6 0 0,0 0 0 32,-3-1-20-32,0 3-8 0,-3 1-2 0,-3 2 0 15,0-3-29-15,-3 5-5 0,1 1-2 0,-4-1 0 0,0 1 3 16,0 2 1-16,0 0 0 0,-3 0 0 15,-3-2 18-15,3 2 3 0,-3-2 1 0,4 2 0 0,-1 0 26 0,3-3 6 0,0-2 8 0,3 0-13 16,3 0 13-16,3-3 0 0,0-2 0 0,3-1 0 16,3-2 0-16,0 0 12 0,3-2-3 0,0-1 0 15,3 0 6-15,3-2 1 0,0-1 0 0,3-2 0 16,-1 3 8-16,-2-3 1 0,3 0 1 0,0-3 0 16,0 3-26-16,0-2 0 0,0-1 0 0,3 1 0 0,-1-4 0 15,1 1 0-15,0 0 0 0,3-1-724 16,-3-4-138-16</inkml:trace>
  <inkml:trace contextRef="#ctx0" brushRef="#br0" timeOffset="-188121.333">17672 11219 1443 0,'0'0'32'0,"0"0"6"0,0 0 2 0,0 0 0 0,0 0-32 0,3 5-8 15,-3-5 0-15,0 0 0 0,3 3 78 0,-3-3 14 0,0 0 2 0,2 3 1 16,4-3-23-16,0-3-5 0,-3-2-1 0,3-1 0 15,0-2-8-15,-3 1-2 0,6-4 0 0,-3-2 0 16,0-1 0-16,0 1-1 0,0-3 0 0,0-2 0 16,0 2-7-16,-3-3-2 0,3 1 0 0,3-1 0 15,-3 1 0-15,-3-1 0 0,3-2 0 0,-3 5 0 16,3 0-13-16,-3 1-2 0,3 1-1 0,-4 1 0 16,1 0-14-16,0 2-4 0,0 1 0 0,0 2 0 15,-3 0-3-15,0 3-1 0,3-1 0 0,-3 6 0 16,0 0-18-16,0 0-4 0,0 0-1 0,0 0 0 15,0 0 15-15,0 0 0 0,3 8 0 0,3 0 0 16,-3 0 0-16,3 3 0 0,-3 2 0 0,3 0 0 16,-3 0-54-16,3 3-8 15,0-3-2-15,0 3 0 0,0 0 52 0,3-3 12 0,0 1 0 0,-3-1 0 16,3 0-61-16,0 0-10 16,0-2-1-16,-1 0-1 0,1-4 73 0,3 1 0 0,-3 0 0 0,0 0 14 15,3-2-14-15,-3-4 0 0,0 1 0 0,0-3 0 0,0 0 0 16,-3 0 0-16,3-3 0 0,-3 1 0 0,0-4 54 0,0 1 8 15,-1 0 2-15,-2-3 0 0,3 0-52 0,-3-3-12 16,3 3 0-16,-3-2 0 0,3 2 54 0,0-5 8 16,-3 2 2-16,3-2 0 0,0-1-52 0,0 1-12 15,0-3 0-15,0 3 0 0,0 3 0 16,-3-4 0-16,3 1 0 0,-3 3 0 0,3-1 0 16,0 3 0-16,-3 0 0 0,0 0 0 0,0 0 0 0,3 0 0 15,-3 0 0-15,3 3 0 16,0 0-152-16,2-1-32 0,-2 4-8 0,3-1 0 0</inkml:trace>
  <inkml:trace contextRef="#ctx0" brushRef="#br0" timeOffset="-187706.67">18597 11190 1785 0,'0'0'39'0,"0"0"8"0,0 0 1 0,0 0 4 0,0 0-42 0,0 0-10 16,0 0 0-16,0 0 0 16,3 3 92-16,0 2 16 0,-3-5 3 0,6 3 1 0,-3 2-39 0,3-3-7 15,0 4-2-15,3-1 0 0,-3-2 0 0,3-1 0 16,0 1 0-16,0 0 0 0,3-3-51 0,3 2-13 16,-1-2 0-16,1 3 0 0,3-3 54 0,0 0 8 15,0 0 2-15,3 0 0 0,0-3-52 0,-4 3-12 0,4-2 0 16,-3 2 0-16,3-3 0 0,-3 3 0 0,-3-3 0 15,0 3 0 1,-4 0-48-16,-2 0-13 0,3 0-3 0,-3 0 0 16,-3 0-58-16,0 3-12 0,0 0-2 0,-6-3-567 0,0 0-113 0</inkml:trace>
  <inkml:trace contextRef="#ctx0" brushRef="#br0" timeOffset="-187461.075">18663 11402 1958 0,'0'0'43'0,"0"0"9"0,0 0 1 0,0 0 3 0,0 0-45 0,6 0-11 0,0 2 0 0,0-2 0 15,0 0 91-15,0 0 16 0,2 0 3 0,1 0 1 16,0 0-31-16,0 0-5 0,0 0-2 0,3 0 0 16,-3 0-52-16,3 0-10 0,3 0-3 0,-3 0 0 15,3 0 45-15,-3 3 9 0,-1-3 2 0,4 3 0 16,-3-3-52-16,0 2-12 0,3-2 0 0,0 0 0 15,-3 0 0-15,3-2 0 0,0-1 0 0,-1 3 0 16,-2-3-151-16,3-2-33 0,3 2-6 0,-3-2-898 16</inkml:trace>
  <inkml:trace contextRef="#ctx0" brushRef="#br0" timeOffset="-186597.164">19472 11161 1267 0,'0'0'28'0,"-3"2"5"0,3-2 2 0,-6 8 1 0,4-2-36 0,-1-4 0 16,3-2 0-16,-6 8 0 0,6-8 88 0,0 0 10 0,0 0 2 0,0 0 1 15,0 0-8-15,0 0-1 0,0 0-1 0,0 0 0 16,0 0-22-16,-3-5-4 0,3 0-1 0,0-1 0 16,0 1 0-16,3-3 0 0,0 0 0 0,3 0 0 15,-1 0 0-15,1 0 0 16,0 0 0-16,3 3 0 0,0-3 0 0,0 0 0 0,0 0 0 0,3 0 0 16,0 3-42-16,0 0-9 0,3 0-1 0,-3-1-1 15,-1 4 7-15,4-1 2 0,-3 0 0 0,3 3 0 16,-3 0-8-16,0 0-2 0,-3 0 0 0,3 3 0 15,-3 0-10-15,0 2 0 0,0 0 9 0,-3 1-9 16,2 1 0-16,-2 4 0 0,0 2 0 0,-3 0 0 16,0 1-8-16,-3-1-7 0,0 5-1 0,0-2 0 31,-3 3-22-31,0-3-5 0,-3 0-1 0,-2-1 0 16,-1 4-5-16,-3-6-2 0,3 3 0 0,-3 0 0 0,-3-3 15 0,3 3 4 15,-3-5 0-15,0 2 0 0,0 0 21 0,1-2 11 0,2-1-10 0,0 1 10 16,0-1 26-16,3 1 11 0,0-3 3 0,0 3 0 15,0-1-32-15,6-2-8 0,-3 0 0 0,3 0 0 0,3 0 0 16,0-3 0-16,0 1 0 0,3-1 0 0,0-3 0 0,0 1 0 16,6 0 0-16,-3-1 0 0,6-2 23 15,0 0 3-15,0 0 1 0,0 0 0 0,5 0 6 16,-2 0 2-16,3-2 0 0,0-1 0 16,0 3-11-16,0-3-1 0,0 3-1 0,-3 0 0 15,2-2-13-15,-2-1-9 0,0 1 12 0,0-1-12 0,-3 3 8 0,3-3-8 16,-3-2 0-16,3 2 0 15,0 1-24-15,-1-1-11 0,1 0-2 0,0 1-1 16,0 2-166-16,0-3-34 0,0 3-6 0</inkml:trace>
  <inkml:trace contextRef="#ctx1" brushRef="#br0">21261 15982 0</inkml:trace>
  <inkml:trace contextRef="#ctx0" brushRef="#br0" timeOffset="-185469.903">17889 12418 1695 0,'0'0'37'0,"0"0"8"0,0 0 2 0,0 0 1 15,0 0-39-15,0 0-9 0,0 0 0 0,0 0 0 0,0 0 53 0,0 0 9 16,0 0 2-16,0 0 0 0,0 0-10 0,0 0-2 16,3-3 0-16,-3 3 0 0,3-3-24 0,-3 3-6 15,6-2-1-15,-6 2 0 0,0-3 35 0,3-2 6 16,0 2 2-16,0-2 0 0,0 0-52 0,0-3-12 0,0 0 0 0,0 0 0 16,3-5 54-16,-3 2 8 0,2-2 2 0,-2-1 0 15,3-1-64-15,0 1 0 0,0 1-16 0,0-3 3 16,3 3 25-16,-3-3 6 0,0 3 1 0,0 0 0 15,3 2-5-15,-3 1-1 0,0-1 0 0,-3 0 0 16,3 3-5-16,0 3 0 0,-3-3-8 0,0 3 12 16,0 2-12-16,-3 3 8 0,0 0-8 0,0 0 0 15,0 0 8-15,0 0-8 0,0 0 0 0,3 6 9 32,-3 1-33-32,3 4-8 0,-3 2 0 0,0 1-1 0,0-1 33 0,0 3 0 0,0 0 10 0,0 2-2 15,0 1-58-15,0 2-11 16,3-3-3-16,0 3 0 0,3-2-12 15,-3-1-2-15,0-2-1 0,2 0 0 0,-2-3 23 0,3 1 5 0,0-6 1 0,-3 0 0 16,3-1 42-16,3-4 8 0,-3 0 0 0,0-1 0 16,3-2 57-16,-3 0 9 0,0-2 2 0,0-1 0 15,0-2 24-15,0 0 6 0,-3 2 1 0,3-5 0 0,0 0-22 16,-3-3-4-16,3 4-1 0,-3-4 0 0,3-2-27 0,-3-1-5 16,0-1-2-16,2 1 0 0,1-2-25 0,-3 1-5 15,3-1 0-15,0 0-8 0,3 3 0 0,-3-1 0 16,0 1 0-16,3 3 0 0,-3-4-16 0,3 4-6 15,0-1-2-15,0 3 0 16,0 0-156-16,0 0-32 0,12-5-7 0,-4 3-1 0</inkml:trace>
  <inkml:trace contextRef="#ctx0" brushRef="#br0" timeOffset="-185127.637">18693 12169 2269 0,'0'0'64'0,"0"0"15"0,0 0-63 0,5 0-16 0,1 3 0 0,0-3 0 0,3 0 64 0,3-3 9 16,-3 3 3-16,3-3 0 0,0 3-15 0,0 0-2 15,0 0-1-15,0 0 0 0,0-2-36 0,2 2-7 16,1-3-2-16,-3 3 0 0,3 0-25 16,0 0-6-16,0 0-1 0,0 0 0 0,-3 3 19 0,0-1 0 15,0-2 0-15,-4 3 0 16,4 0-157-16,-3-3-28 0,-3 2-6 0,-3 4-1 15</inkml:trace>
  <inkml:trace contextRef="#ctx0" brushRef="#br0" timeOffset="-184915.715">18716 12404 1792 0,'0'0'51'0,"0"0"10"0,0 0-49 0,0 0-12 0,0 0 0 0,0 0 0 16,6 3 103-16,3-3 17 0,0 0 4 0,0 0 1 15,3 0 5-15,0 0 1 0,0-3 0 0,3 1 0 16,-3 2-105-16,2-3-26 0,1 1 0 0,3-1 0 16,-3 0 0-16,3 1 0 0,-3-1 0 0,3 0 0 15,-3 1 0-15,-3-1 0 0,2-2 0 0,1-1 0 16,0 1 0-16,0 0 0 0,0-3 0 0,3 0-780 16,-3-3-160-16</inkml:trace>
  <inkml:trace contextRef="#ctx0" brushRef="#br0" timeOffset="-184567.41">19213 12060 2094 0,'0'0'60'0,"0"0"12"0,0 0-58 0,0 0-14 16,0 0 0-16,0 0 0 0,0-5 106 0,3 0 18 15,0 2 4-15,3-2 1 0,0 2-45 0,0 1-8 16,0-1-3-16,3 3 0 0,-3-3-32 0,3 3-6 15,0-2-2-15,3 2 0 0,-3 0-13 0,3 2-2 16,-3-2-1-16,0 3 0 0,-1 0-8 0,-2-1-1 16,0 1-8-16,0 2 12 0,0 1-12 0,0-1 0 0,0 0 0 0,0 3 0 15,-3 0 0-15,0 0 0 16,0 0 0-16,0 2 0 0,0-2-11 0,-3 3-5 16,0 2 0-16,-3 0-1 0,3-2-3 0,-3 5 0 0,-3-3 0 15,3 3 0-15,-3-3 8 0,0 3 2 0,0 0 0 16,-3 2 0-16,3-2 10 0,-3 0 0 0,4 0 0 0,-4 0 0 15,0 0 0-15,3 0 0 16,0-3 0-16,0 0 0 0,3-2-9 0,-3-1 0 0,3 1 0 0,0-3 0 31,0 0-167-31,3 0-34 0,9 2-6 0,-9-10-2 0</inkml:trace>
  <inkml:trace contextRef="#ctx0" brushRef="#br0" timeOffset="-184394.105">19413 12619 2269 0,'0'0'64'15,"0"0"15"-15,0 0-63 0,0 0-16 0,-3 5 0 0,3-5 0 16,0 0 156-16,-3 8 29 0,3-8 6 0,0 0 1 0,0 0-154 0,0 5-30 16,0-5-8-16,0 0 0 0,0 0 0 15,0 0 0-15,0 6 0 0,0-6-852 16,0 0-172-16</inkml:trace>
  <inkml:trace contextRef="#ctx0" brushRef="#br0" timeOffset="-179365.803">17082 10788 1882 0,'0'0'41'0,"-9"0"9"0,-6 2 55 0,9-2-94 0,-3 0-11 0,4 0 0 0,-1 0 0 16,0 0 50-16,6 0 8 0,-9 0 2 0,3 3 0 16,6-3-28-16,-6 0-6 0,6 0-1 0,-9 0 0 15,9 0-25-15,-9 5 0 0,3-2 0 0,0 2 0 16,0-2 17-16,0 2-1 0,0 0-1 0,3 3 0 0,-3 0-7 0,3 3-8 16,-3-3 11-16,3 5-11 0,0 0 9 0,0 3-9 15,3 0 0-15,-3 3 9 16,0-1-9-16,3 3 0 0,0 3 0 0,3 3 0 0,-3 2 0 0,6 0 0 15,-3 0 0-15,3 3 0 0,-3-1-17 0,3-1-6 16,0-1-1-16,0 0 0 0,0-5 24 0,-3 2 0 16,0-2 0-16,0 2 0 0,-3-2 0 0,0 0 0 15,0 0 0-15,-3 2 0 0,0 3 0 0,-3-2 0 16,0-1 0-16,0 1 0 0,-3-4 15 0,0 1 7 16,-3 0 2-16,-2-3 0 0,-1 0-24 0,-3 1 0 0,0-4-12 15,0 1 4-15,0-3 8 0,0-1 0 16,1 1 0-16,-1-2-8 0,0 1 8 0,3-1 0 0,0 1 0 15,3 1 0-15,3-2 0 0,-3-1 0 0,6-3 0 16,-3 1 0-16,6-3 0 0,0 0 8 0,0 2-8 16,3-2 11-16,0-2-11 0,0 2 0 0,3 0 0 0,3-1 0 15,0-1 11-15,0 2-3 0,0 2-8 0,3 1 12 16,0-1-12-16,0 1 11 0,3 0-11 0,0 2 10 16,0-3 1-16,0 4 0 0,3-1 0 0,-4 0 0 15,1 0 6-15,-3 3 2 0,3 0 0 0,-3 0 0 16,3 3-19-16,-3-4-11 0,-3 4 2 0,3 2 0 15,-3 0 9-15,3 6 0 0,-6-1 0 0,3 3 0 16,0 0 0-16,-3 3 0 0,3-3 0 0,0 3 8 16,-1 0-8-16,-2 0 0 0,0 2 0 0,3 3 0 15,-3 3 0-15,0 2 0 0,0 0 0 0,3 3 0 16,-3-2 0-16,0-4 0 0,3 1 0 0,-3 0 0 0,0-3 0 0,3-3 0 16,-3 3 0-16,0 3 8 0,0-6-8 0,3 3 0 15,-3-5 0-15,0 0 0 0,3-3 0 0,0-5 0 16,3-3 0-16,-3-5 0 15,3-3-46-15,0 3-4 0,-1-6-1 0,7 1-964 0</inkml:trace>
  <inkml:trace contextRef="#ctx0" brushRef="#br0" timeOffset="-97404.109">7450 14812 1164 0,'0'0'32'16,"0"0"9"-16,0 0-33 0,0 0-8 0,0 0 0 0,0 0 0 0,0 0 85 0,0 0 15 15,0 0 4-15,0 0 0 0,0 0 19 0,0 0 4 16,0 0 1-16,0 0 0 0,0 0-52 0,0 0-9 0,0 0-3 0,0 0 0 15,0 6-3-15,3-1-1 0,0 0 0 16,-3 0 0-16,0 1-15 0,0 2-3 0,0 0-1 0,0 0 0 16,0 2-9-16,0 1-1 15,0 2-1-15,-3-2 0 0,0 2-30 0,3 0 0 0,-3-2 0 0,3 2 0 16,-3 0 12-16,3 0 7 16,0 1 1-16,-3-1 0 0,3 3-20 0,0 2 0 0,-3 3 8 0,3 3-8 15,3 0 0-15,-3 5 0 0,0 3 0 16,0 0 0-16,0-6 0 0,0 0 0 0,0 1 0 0,0-3 0 15,0-3 0-15,0-3 0 0,0-2 0 0,0 0 0 16,0-3 0-16,-3 1-11 0,3 2 2 0,0-3 0 16,-3 0-3-16,3 0-1 0,0 0 0 0,-3-2 0 15,3 0-9-15,0-1-2 0,0 1 0 0,0-3 0 16,3 0-22-16,-3-3-5 0,0 0-1 16,3 1 0-16,-3-6-94 0,0 0-19 0,0 0-4 15,6-3-717-15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0:34.46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14317 11611 806 0,'0'0'17'0,"0"0"4"0,0 0 1 0,0 0 2 0,0 0-24 0,0 0 0 0,0-6 0 0,0 6 0 0,-3-5 107 16,3 5 17-16,-3-5 3 0,3 5 1 15,0-6-52-15,0 6-9 0,0 0-3 0,0 0 0 0,-3-5 0 0,3 5 0 16,0 0 0-16,0 0 0 16,0 0 0-16,0 0 0 0,0 0 0 0,0 0 0 15,0 0-20-15,0 0-4 0,0 0 0 0,0 0-1 16,0 0-19-16,0 0-3 0,0 0-1 0,-3 8 0 0,3-3-5 0,0 6-2 16,0-3 0-16,0 3 0 15,0 2-9-15,0-3 0 0,0 4 0 0,-3 1 0 0,3 1 0 0,0 3 0 16,0-3 0-16,0 0 0 0,0-1 0 0,-3 1 0 15,3 3 0-15,-3-3 0 0,3 0 0 0,-3-1 0 16,0 4 0-16,0 0 0 0,3-4 0 0,-3 1 0 16,0 0 0-16,0-3 0 0,0 1 0 0,0-1 0 0,0-3 0 15,0 1 0-15,0-3 0 0,0 0 0 0,0-3-10 0,0 0 10 16,3-5 0-16,0 0 0 0,0 0 0 16,0 0 0-16,0 0 8 0,0 0-8 15,0 0 0-15,0 0 0 0,0 0 0 0,-3-5 0 0,0-3 0 0,3-2 0 16,0-4 0-16,0-1 0 0,3-1 0 15,0-3 0-15,0-2 0 0,3-3 0 0,-3 3 0 16,3-5 0-16,3 2 0 0,0 0 0 0,0-3 0 0,3 1 0 16,-3 0 55-16,3-4 7 0,0-1 2 0,3-1 0 15,-3 0-52-15,2 3-12 0,1 3 0 0,0 2 0 16,0 3 54-16,0 2 8 0,0 1 2 0,0 2 0 16,0 0-52-16,-4 3-12 0,4-1 0 0,-3 4 0 15,0-1 0-15,0 3 0 0,0 0 0 0,-3 3 0 16,0 0 12-16,0 2-1 0,0 0 0 0,0 3 0 15,-3 3-2-15,3-3 0 0,-4 3 0 0,1 5 0 16,0-3-23-16,0 6-5 0,-3-1-1 0,3 1 0 0,-3 2 32 0,3 3 7 16,-3 2 1-16,0 6 0 0,0 0-20 0,0 2 0 15,0 4 8-15,-3-1-8 0,0 0 0 0,0 0 0 16,0-3-11-16,-3 1 11 0,3-1-20 0,-3 1 4 16,0-3 0-16,0 2 0 0,0 0 16 0,-3 1 0 15,3-3 0-15,-3 5 0 16,3-5-55-16,3 2-7 0,-3-2-2 0,0 0 0 15,0-3 0-15,0-3 0 0,3 1 0 0,-3-3 0 16,3-3 0-16,-3 0 0 0,3-2 0 0,0-1-546 16,0-2-110-16</inkml:trace>
  <inkml:trace contextRef="#ctx0" brushRef="#br0" timeOffset="423.094">14350 11661 1245 0,'0'0'27'16,"0"0"5"-16,0 0 2 0,-6 3 2 0,0-3-28 0,6 0-8 0,-6 0 0 0,6 0 0 15,0 0 76-15,-6 2 13 0,6-2 3 0,0 0 1 0,0 0-11 0,0 0-2 16,0 0-1-16,0 0 0 16,0 0-11-16,0 0-3 0,0 0 0 0,0 0 0 0,0 0-32 0,0 0-6 15,0 0-2-15,0 0 0 0,6 0 31 0,0 3 7 16,3-3 1-16,0 2 0 0,0-2 0 0,2 0 0 15,-2 0 0-15,3 0 0 0,0 0-52 0,0 0-12 16,3 0 0-16,0 0 0 0,0 0 27 0,3 0 2 16,-4 0 1-16,4 0 0 15,-3 0-48-15,3 0-10 0,0 0-1 0,3-2-1 16,0-1-41-16,-1 3-8 0,4-2-1 0,0-1-1017 16</inkml:trace>
  <inkml:trace contextRef="#ctx0" brushRef="#br0" timeOffset="3714.629">17121 11640 1497 0,'0'0'32'0,"0"0"8"0,0 0 0 0,0 0 4 0,0 0-36 0,0 0-8 0,0 0 0 0,0 0 0 0,0 0 53 0,0 0 9 16,0 0 2-16,0 0 0 0,0 0 0 0,0 0 0 15,0 0 0-15,0 0 0 0,0 0-6 0,0 0-1 16,0 0 0-16,0 0 0 0,0 8-26 0,0-3-6 16,3 3-1-16,-3 0 0 0,3 2-8 0,-3 1-1 15,3 0-1-15,-3 2 0 0,0 3-14 0,3-3 8 16,-3 0-8-16,0 3 0 0,0 0 8 15,0 2-8-15,0-2 0 0,0 3 0 0,-3-1 0 0,3 1 0 0,-3-1 0 0,3 1 0 16,-3-3 0-16,3 0 0 16,-3 0 0-16,0-3-10 0,3 0 10 0,-3-2-8 0,3-1 8 15,-3-2-8-15,0-3 8 0,3 1 0 0,0-6 0 0,0 0 0 16,0 0 0-16,0 0 0 0,0 0 0 16,0 0 0-16,-6-6 0 0,0 1 0 0,0-5 0 15,3-1 0-15,0-2 0 0,0-1 0 0,0-4 0 0,0-1 0 16,3-2 0-16,0 0 9 0,3 0-9 0,-3 0 0 15,3-3 16-15,3 3-3 0,0 0-1 0,3-1 0 16,-3 1 7-16,3-3 1 0,3 3 0 0,0-5 0 16,0 2 4-16,3-2 2 0,-1 2 0 0,4-3 0 15,0 6 10-15,0 0 1 0,0 0 1 0,0 5 0 16,0 0-30-16,-4 3-8 0,1 2 0 0,0 1 0 16,0 2 0-16,0 0 0 0,-3 2 0 0,3 1 0 15,-3 3 0-15,0-1 0 0,-3 3 0 0,2 0 0 16,-2 3 0-16,-3-1 0 0,0 3 0 0,0 1 0 15,-3 2 0-15,0 0 0 0,0 2 0 0,-3 1 0 16,0 5 0-16,-3-3 0 0,0 5 0 0,0-2 0 0,-3 3 0 0,0-1 0 16,-3-2 0-16,0 5 0 15,1-5-50-15,-1 0-11 0,0-3-3 0,0 3 0 0,-3-3 46 0,3-2 9 16,0 2 9-16,-3-2-13 0,0-1 13 16,3-2 0-16,-3 0 0 0,3 0-9 0,0-2 9 0,1-1 12 15,2 0-2-15,0-2-1 0,6-3-9 0,0 0 0 16,0 0 0-16,0 0 0 0,0 0 0 0,0 0 0 15,3 0 0-15,3-5 0 0,-1 2 0 0,4 0 0 0,0 1 0 16,0-4 0-16,0 4 0 0,0-4 0 0,0 4 0 16,3-1 0-16,-3 0 0 0,3 3 0 0,-3 0 0 0,3-2 0 15,0 4 53-15,-1-2 9 16,-2 0 2-16,0 3 0 0,0 0-52 0,0-1-12 16,-3 4 0-16,3-1 0 0,-3 3 0 0,-3-3 0 15,0 3 0-15,0 0 0 0,-3 3 0 0,0-3 0 0,-3 2 0 0,-3 1 0 16,3 2-11-16,-3-2-5 0,0 2 0 0,-3 0-1 15,0 3 17-15,-3 0 0 0,0-3 0 0,1 3 0 16,-1-3 10-16,0 3 6 0,-3-3 0 0,0-2 1 16,0 2-17-16,0-2-14 0,-6-1 2 0,1 1 1 15,2-3 11-15,-3-3 0 0,0 3 10 0,0-3-10 16,3-2 8-16,0 0-8 0,4-3 0 0,-1 0 9 16,3-3-9-16,3 3 0 0,-3-3 9 0,6 1-9 15,0-4-98-15,0 4-24 0,0-4-5 0,6 6-922 16</inkml:trace>
  <inkml:trace contextRef="#ctx0" brushRef="#br0" timeOffset="11116.529">19690 11603 742 0,'0'0'20'0,"0"0"7"0,0 0-27 0,0 0 0 0,0 0 0 0,0 0 0 16,6 0 84-16,-6 0 11 0,0 0 2 0,0 0 1 15,3-3-14-15,-3 3-2 0,3-3-1 0,-3 3 0 16,3-2-8-16,-3 2-1 0,3-6-1 0,0 4 0 15,-3-3 0-15,0 5 0 0,3-6 0 0,-3 4 0 16,0-4-7-16,-3 1-2 0,3 2 0 0,-3-2 0 0,3 0-12 0,-3-1-2 16,0 1-1-16,0 3 0 0,0-4-8 0,0 1-2 15,0 2 0-15,-3-2 0 0,3 2-5 0,3 3-2 16,-6-2 0-16,0-1 0 0,3 0-3 0,-3 1-1 16,0-1 0-16,0 1 0 0,0 2-9 0,-3 0-1 15,3 0-1-15,-3 2 0 0,3 1-6 0,-9 2-1 16,4 0 0-16,5 1 0 0,0-1-8 0,-3 0 0 15,3 3 0-15,-3 0 8 0,3 3-8 0,-3-1 0 16,0 4 0-16,0-4 0 0,0 6 0 0,3-3 0 16,-3 0 0-16,0 3 0 0,3-2 0 0,0-1 0 15,0 3 0-15,1-3 0 0,-1 3 0 0,3 0 0 16,-3-3-9-16,3 0 9 0,0 0-9 0,0 3 9 16,3-3-13-16,-3 1 5 0,3-4 8 0,3 1 0 0,-3-1 0 0,3 1 0 15,3 0 0-15,-3-1 0 0,3-2 0 0,0 3 0 16,2-3 0-16,1-3 0 0,0 0 0 0,3 1 0 15,0-1-9-15,0-3 0 0,3 1 0 0,0-3 0 16,3 0 9-16,-3 0 12 0,2-3-2 0,4 1-1 16,-3-1-9-16,3-2 0 0,0 2 0 0,0-2 0 15,-1 0 0-15,-2-3 0 0,0 0 0 0,0 0 0 16,-3 0 0-16,0-3 0 0,3 1 0 0,-3-1 0 16,-1 1 0-16,1-1 0 0,-3-2 0 0,3 2 0 15,-3-2 0-15,0 0 8 0,-3-1-8 0,3 4 8 16,-3-3 8-16,-3-1 2 0,3 4 0 0,-4-3 0 15,-2 2 0-15,0-2 0 0,-3 0 0 0,0-1 0 0,0 1-2 16,-3 0 0-16,0 0 0 0,-2-1 0 16,-1 1-4-16,-3 3 0 0,0-1-1 0,0 0 0 15,-3 1-11-15,0 2 10 0,0 0-10 0,0 0 10 0,0 3-10 0,-3-1 0 16,3 1 0-16,-2 3 8 16,2-1-8-16,-3 0 0 0,0 1 0 0,0-1 0 0,-3 3-17 0,0 0 1 15,0 0 0-15,-2 0 0 16,2 0-25-16,-3 3-5 0,0-1-1 0,0 4 0 15,0 1-158-15,-2-1-32 0,-22 4-7 0,9 1 0 0</inkml:trace>
  <inkml:trace contextRef="#ctx0" brushRef="#br0" timeOffset="12303.027">7724 5665 836 0,'0'0'24'0,"0"0"4"0,0 0-28 0,0 0 0 0,0 0 0 0,-6 3 0 16,6-3 57-16,-3 2 6 0,-3 4 1 0,6-6 0 16,-6 2 0-16,6-2 0 0,-3 3 0 0,-3 0 0 15,3-1 0-15,3-2 0 0,0 0 0 0,-6 3 0 16,0 0 0-16,-3-3 0 0,3 0 0 0,-3 2 0 15,3 1 0-15,-6-3 0 0,3 0 0 0,1 0 0 16,-1 0-52-16,-3 0-12 0,0 0 0 0,0 0 0 16,-3-3 0-16,3 3 0 0,-3 0 0 0,3 0 0 15,-3 0 0-15,1 0 0 0,-1 0 0 0,0 0 0 16,0 0 54-16,0-2 8 0,0 2 2 0,0 2 0 0,3-2-52 16,-3 3-12-16,1-3 0 0,-1 0 0 0,3 0 0 0,3 0 0 15,-3 2 0-15,3 1 0 0,0-3 0 16,3 3 0-16,-3-3 0 0,3 2 0 0,6-2 0 15,-6 0 0-15,0 3 0 0,0 2 0 0,0-5 0 0,1 3 0 16,5-3 0-16,-6 3 0 0,6-3 0 16,0 0 0-16,-3 2 0 0,-3 4 0 15,6-6-48-15,0 0-13 0,-3 5-3 0,3-5 0 16,0 0 0-16,0 0 0 0,0 3 0 0,0-3 0 0</inkml:trace>
  <inkml:trace contextRef="#ctx0" brushRef="#br0" timeOffset="15001.762">13745 3784 672 0,'0'0'19'0,"0"0"4"0,0 0-23 0,0 0 0 0,0 0 0 0,0 0 0 16,0 0 68-16,0 0 8 0,0 0 3 0,0 0 0 15,0 0-24-15,0 0-5 0,0 0-1 0,0 0 0 16,0 0-18-16,0 0-4 0,0 0-1 0,0 0 0 16,0 0 8-16,3 5 2 0,3-5 0 0,0 3 0 15,3-1-3-15,0-2 0 0,3 3 0 0,3-3 0 16,0 0-4-16,3 0-1 0,0 0 0 0,2-3 0 0,4 3-8 15,3 0-1-15,0-2-1 0,3 2 0 16,-1-3 0-16,1 3 0 0,0-5 0 0,0 2 0 16,2 3-4-16,1-5-1 0,0 0 0 0,0-1 0 15,2 4-4-15,1 2-1 0,-3-3 0 0,2 0 0 16,-5 3 0-16,0 0 0 0,0-2 0 0,-6-1 0 0,-1 3-19 0,1 0-4 16,-6-5-1-16,3 2 0 15,-3 3 16-15,0-5 0 0,-3 5 0 0,-1-3 0 0,-2 1 0 0,0 2 0 16,0 0 0-16,-3-3 0 0,0 3 28 0,-3 0 9 15,0 0 2-15,-6 0 0 16,6 3-63-16,-6-3-12 0,0 0-2 0,3 5-1 0</inkml:trace>
  <inkml:trace contextRef="#ctx0" brushRef="#br0" timeOffset="16254.721">22973 11597 1267 0,'0'0'28'0,"0"0"5"0,0 0 2 0,-3-5 1 0,0 0-36 0,0 0 0 0,0-1 0 0,0-2 0 15,0 3 109-15,0 0 15 0,0-1 4 0,0 1 0 16,-3 0-52-16,3 0-9 0,-3 2-3 0,0 0 0 16,3-2 0-16,-3 5 0 0,0-3 0 0,0 1 0 15,0 2 0-15,-2 0 0 0,2 0 0 0,-3 0 0 16,0 0-30-16,0 2-6 0,0 1-2 0,0 2 0 16,-3-2 10-16,3 2 1 0,-3 0 1 0,3 3 0 15,0 0-30-15,0 0-8 0,0 0 0 0,1 5 0 16,2-2 0-16,-3 0 0 0,3 2 0 0,-3-3 0 15,3 4-12-15,0-4-4 0,3 3-1 0,0 1 0 16,0-4 17-16,0 4 0 0,0-4 0 0,3 1 0 0,0 2-8 16,0-2 8-16,0-1 0 0,3 1 0 0,0-3 9 0,3 0 9 15,0 0 2-15,0-1 0 0,3-1-20 16,0-1 0-16,3 0 0 0,2-2 0 16,1-3-48-16,0 3-12 15,3-6-4-15,0 3 0 0,3-3 72 0,-3-2 15 0,2 0 2 0,4-1 1 0,-6-1 10 0,3-1 1 16,-3 0 1-16,0-3 0 15,-3 0-56-15,-1 1-11 0,1-3-3 0,-3 2 0 16,-3 0 44-16,0-2 9 0,0 3 2 0,-3-4 0 0,-3 1-11 0,0-3-3 16,-3 0 0-16,-3 1 0 0,0-1 50 0,-3 0 9 15,0 3 3-15,-3-1 0 0,0 1-63 0,0 3-8 16,-3-1-9-16,-2 0 9 0,-1 3 44 0,-3 3 16 16,0-3 3-16,-3 3 1 0,0 0-52 0,0 2-12 15,1 3 0-15,-4 0 0 0,3 0 0 0,-3 5 0 0,3-2 0 0,0 5 0 31,1 0-48-31,2 2-13 0,0 1-3 0,0 2-819 0,3 0-164 0</inkml:trace>
  <inkml:trace contextRef="#ctx0" brushRef="#br0" timeOffset="22009.643">14275 12590 1698 0,'0'0'48'0,"0"0"11"0,0 0-47 0,0 0-12 0,0 0 0 0,0 0 0 15,-3-3 71-15,3 3 12 0,0 0 2 0,0 0 1 16,0 0-29-16,0 0-5 0,-6 3-2 0,6-3 0 16,-3 5-38-16,0 0-12 0,0 3 0 0,3 0 0 15,-3 3 10-15,3-1-10 0,-3 1 8 0,3 5-8 16,0 0 0-16,-3 0 0 0,0 2-14 0,3 3 5 31,-2-2-29-31,-1-1-6 0,0 1 0 0,0-1-1 0,0-2 24 0,-3 0 5 0,3-3 0 0,0 0 1 16,0-2-27-16,0-3-6 0,0 0 0 15,0 0-1-15,3-8 62 0,0 0 13 0,0 0 2 0,0 0 1 16,0 0-21-16,0 0-8 0,0 0 0 0,-3-8 0 16,3-3 16-16,0-2-2 0,0 0-1 0,3-3 0 15,0-2 6-15,3-1 1 0,0-2 0 0,0-3 0 16,3 3 25-16,-3-3 6 0,2 3 1 0,1 0 0 16,3 0-1-16,-3-1 0 0,3 1 0 0,3 0 0 0,0 2-21 15,0 1-4-15,0-3-1 0,0 2 0 0,-1 1 12 0,1 2 3 16,0-3 0-16,-3 3 0 0,3 3-24 0,-3 3-5 15,0 2-1-15,-3 2 0 0,3 1-2 0,-6 3 0 16,2 2 0-16,-2 2 0 0,0 1-8 0,0 2 12 0,0 0-12 0,-3 6 12 16,3 0-12-16,-3 2 8 15,3 3-8-15,-3-3 8 0,0 3-8 0,-3-3 0 0,3 3 0 16,0 2 8-16,-3-2-8 0,0 0 0 0,3 0-12 16,-3 3 12-16,0-1-24 0,-3-2 4 0,3 2 0 15,0 1 0 1,0 0-20-16,0-1-3 0,-3 3-1 0,3-2 0 15,0-1-16-15,0-2-3 0,0 3-1 0,-3-6 0 16,3 0-29-16,0 0-7 0,-3 1 0 0,0-4-772 0</inkml:trace>
  <inkml:trace contextRef="#ctx0" brushRef="#br0" timeOffset="22300.315">14201 12778 1792 0,'0'0'51'0,"0"0"10"0,0 0-49 0,0 0-12 15,0 0 0-15,6-3 0 0,0 0 105 0,0 1 19 16,3-4 3-16,3 4 1 0,-1-4-52 0,1 1-9 15,3 0-3-15,3-1 0 0,0 4-16 0,3-3-3 16,0-1-1-16,2 1 0 0,-2 2-19 0,3-2-4 16,0 5-1-16,0-3 0 15,-3-5-40-15,2 3-8 0,1 0-1 0,0-3-738 16,3 3-147-16</inkml:trace>
  <inkml:trace contextRef="#ctx0" brushRef="#br0" timeOffset="24495.928">17192 12513 1497 0,'0'0'32'0,"-6"-5"8"0,0 2 0 0,3-2 4 0,-3-1-36 0,4 4-8 16,-1-4 0-16,3 6 0 0,-3-5 104 0,3 5 20 0,0 0 3 0,0 0 1 16,0 0-30-16,0 0-6 0,0 0 0 0,0 0-1 15,0 0-31-15,0 0-7 0,0 0-1 0,0 0 0 16,-3 8-31-16,3 0-6 0,0 0-2 0,0 3 0 15,0-1-13-15,0 3 8 0,0 3-8 0,0 0 0 16,0 0 0-16,0 0 8 0,0 2-8 16,0 4 0-16,-3-1 0 0,3 0 0 0,-3 5 0 15,0-2-10 1,0 3-14-16,0-4-4 0,-3 1 0 0,3-3 0 0,-3 1 28 0,0-4 0 16,3-2 0-16,-3-3 0 15,0 0-26-15,3-2 0 0,-3 0 0 0,0-3 0 0,3-3 26 0,-3 0-10 0,6-5 10 0,0 0 0 16,0 0-35-16,0 0 0 0,-3-2 0 15,-3-4 0-15,3-2 35 0,0-2-8 0,3-4 8 0,0-1 0 16,0-4 0-16,3-2 0 0,0-3 0 0,3-2 0 16,0-3 0-16,0 2 11 0,3-2-3 0,0 0-8 15,0 5 36-15,0-2 1 0,3 2 0 0,0 0 0 16,0 0 1-16,-1 3 0 0,1-3 0 0,3-2 0 16,0 2-3-16,0 0-1 0,0 3 0 0,0-3 0 15,3 6-15-15,-3-4-3 0,-1 7-1 0,1-1 0 0,0 0-2 0,3 3 0 16,-3-1 0-16,0 4 0 0,0 2-23 15,0 0-5-15,-1 3-1 0,-2 2 0 0,3 0 43 0,-6 6 8 16,0-3 1-16,0 5 1 0,-3 3-27 0,0 3-10 16,-3-1 0-16,-3 9 9 0,-3-3-9 0,0 5 0 15,0 0 0-15,-6 3-11 16,0-3-20-16,0 3-4 0,-3-6-1 0,0 4 0 0,0-4 36 16,1-2-8-16,-1 0 8 0,0 0 0 0,0 0-8 15,3-3 8-15,-3-3-12 0,0 1 12 0,3-3-8 0,0 0 8 0,3 0 0 0,-3-3 0 16,3 0-8-16,6-5 8 0,0 0 0 15,0 0 0-15,0 0 0 0,0 0 0 0,0 0 0 0,0 0 0 16,3-5 9-16,0 0-1 0,3-3 0 0,3 3 0 16,0-3-8-16,-3 0 0 0,6 2 0 0,-3-2 0 15,3 0 34-15,-3 3 5 0,3 0 1 0,3 0 0 16,-1 2-17-16,-2 0-3 0,3 1-1 16,-3-1 0-16,0 3-11 0,3 0-8 0,-3 0 9 0,3 3-9 15,-3 2 15-15,0-2-3 0,-4 2-1 0,-2 3 0 16,3 0-11-16,-3 0 8 0,-3 2-8 0,-3-2 8 15,0 3-8-15,0-3 10 0,-6 5-10 0,0 0 10 16,-3-2-24-16,1 5-5 0,-7 2-1 0,0 1 0 16,-3-1 20-16,0 1 0 0,-3-1 0 0,0 1 0 15,4-3 0-15,-7 0 0 0,3-1 0 0,0 1 0 16,-3-2 25-16,0-1 9 0,-2 0 2 0,-1-2 0 16,3-3-7-16,-3 2-1 0,0-5 0 0,4 1 0 0,2-4-28 15,0 1 0-15,0-3 0 0,3 0 0 16,3 0 0-16,3-3 0 0,1 1 0 0,2-4 0 15,0 1-45-15,3-3-15 0,0 3-4 0,3-3-819 16,0-3-164-16</inkml:trace>
  <inkml:trace contextRef="#ctx0" brushRef="#br0" timeOffset="30870.539">13284 7700 1130 0,'0'0'24'0,"0"0"6"0,0 0 1 0,0 0 1 0,0 0-32 0,-6 3 0 0,6-3 0 0,0 0 0 16,0 0 88-16,0 0 12 0,0 0 1 0,0 0 1 16,0 0-30-16,0 0-7 0,0 0-1 0,0 0 0 15,0 0 0-15,0 0 0 0,0 0 0 0,3 5 0 16,-3-5-51-16,3 5-13 0,-3-5 0 0,6 3 0 15,-3-1 0-15,-3-2 0 0,6 3 0 0,0 0 0 16,-3-3 0-16,3 2 0 0,0-2 0 0,0 0 0 16,0 0 54-16,0 0 8 0,3 0 2 0,-1 0 0 15,1 0-64-15,3 0-15 0,0 0-1 0,0-2-1 16,3 2 17-16,3 0 0 0,-3 0 0 0,6-3 0 16,-1 3 10-16,7 0 6 0,-3 0 0 0,3 0 1 15,0 0-17-15,-1 0 0 0,1 0 0 0,-3-3 0 16,0 1 0-16,0 2 0 0,-1-3 0 0,1 0 0 0,3 1 0 15,0-1 0-15,3 3 0 0,-1-2 0 0,-2 2 0 0,3-3 0 16,0 3 0-16,-1 0 0 0,-2 0 0 0,-3 0 0 16,0 0 0-16,-3 0 0 0,0 0 0 0,-4 0 0 15,1 0 0-15,0 0 0 0,3 0 0 0,-3 0 0 16,3 0 0-16,-1 3 0 0,1-3 0 16,0 2 0-16,0-2 0 0,0 3 0 0,3-3 0 0,-4 2 0 15,4 1 0-15,-3-3 0 0,0 0 0 16,-3 3 0-16,0-3 0 0,0 0 0 0,-1 0 0 0,-2-3 0 15,3 3 0-15,-3-3 0 0,-3 1 0 0,3-1 0 0,-3 3 0 0,0-2 0 16,0-1 0-16,-4 0 0 16,4 3 0-16,-3-2 0 0,0-1-9 0,3 0 9 0,-3 1-8 15,-3-1 8-15,0-2 0 0,3 2 0 0,-3 0 0 16,0 1 0-16,-3-1 0 0,3-2 0 0,-3 2 0 0,0-2 0 16,0 0 0-16,-3 5 0 15,0-3 0-15,0-2 0 0,3-1 0 0,-3 1 0 0,0 5 8 0,-3-3-8 16,3-2 8-16,0 5-8 0,-3-5 8 0,3 5-8 15,-3-5 0-15,3 5 0 0,0 0 0 0,-3-3-654 16,-3-2-123-16</inkml:trace>
  <inkml:trace contextRef="#ctx0" brushRef="#br0" timeOffset="32082.445">19716 12640 1404 0,'0'0'31'0,"0"0"6"0,0 0 2 0,0-3 0 0,0-2-31 0,-2 0-8 0,2-1 0 0,-3 1 0 0,3 0 96 0,-3 0 19 15,0-1 3-15,-3 1 1 0,3 0-24 0,0-1-5 16,-3 1-1-16,0 2 0 0,0-2-19 0,0 2-4 15,-3 1-1-15,0-1 0 16,-3 1-22-16,0-1-5 0,3 3-1 0,-6 0 0 0,6 0-1 16,-2 0 0-16,-1 0 0 0,0 3 0 0,0-1-28 15,0-2-8-15,0 3 0 0,0-1 0 16,3 4 0-16,0-1 0 0,0-2 0 0,0 5 0 0,0-6 0 0,4 6 0 16,2-2 0-16,-3-1 0 15,3 3 26-15,0 0 4 0,0 2 1 0,3-2 0 0,0 0-31 0,3 3 0 16,0-1 0-16,0 4 0 0,3-4-8 0,2 1 8 15,1-1-12-15,0 1 12 0,3 2-24 0,0-5 1 0,3 0 1 16,3 0 0-16,-3-3 22 0,6 1 0 0,-4-1 0 0,4-3 0 16,3-2-20-16,-3 0 0 0,0-5 0 15,0 3 0-15,-1-6 20 0,1 0 0 16,-3 0 0-16,3-3 0 0,-3-2 0 0,0 0 0 0,0-1 0 0,-1 4 0 16,1-3 0-16,-3-1 20 0,0 1-3 0,-3 3 0 15,-3-1-17-15,0 0 10 0,0 1-10 16,-6-1 8-16,0 1 45 0,-3-1 9 0,-6-2 2 0,3 5 0 15,-3-3-52-15,-3 1-12 0,-3-1 0 0,0 3 0 16,0 0 54-16,-3 0 8 0,-3 0 2 0,1 0 0 16,2 1-64-16,-3 1-20 0,0 1 0 0,-3 0 0 15,0 2 20-15,0 3-8 0,1-3 8 0,-4 3 0 16,3-2-26-16,-3-1 2 0,3 0 0 0,-3 3 0 16,7 0-33-16,-4-2-7 0,6 2 0 15,-3 0-1-15,6-3-166 0,0 0-33 0</inkml:trace>
  <inkml:trace contextRef="#ctx0" brushRef="#br0" timeOffset="33010.055">20434 5766 1130 0,'0'0'24'0,"0"0"6"0,0 0 1 0,0 0 1 0,0 0-32 0,-6-3 0 0,6 3 0 0,0 0 0 15,0 0 66-15,-6 0 6 0,6 0 2 0,0 0 0 16,0 0-37-16,0 0-7 0,0 0-2 0,0 0 0 16,0 0 29-16,0 0 6 0,0 0 1 0,0 0 0 15,6 3 0-15,-3-1 0 0,3 1 0 0,3 0 0 16,0-1-52-16,0 1-12 0,3 0 0 0,-1-1 0 16,1 1 0-16,3-1 0 0,0 1 0 0,3-3 0 15,3 0 54-15,0 0 8 0,2 0 2 0,7-3 0 16,0 1-52-16,6 2-12 0,2 0 0 0,4 0 0 0,0 0 54 15,-4-3 8-15,4 1 2 0,0-1 0 16,2 0-52-16,1 1-12 0,0-1 0 0,2 0 0 16,-2 3 0-16,0-2-12 0,-4 2 3 0,1 0 0 15,0-3 9-15,-7-2 12 0,1 2-2 0,0 3-1 16,0-3-9-16,-7 1 0 0,4 2 0 0,-3 0 0 0,-3 0 0 16,-7 0 0-16,1 2 0 0,-3-2 0 0,-3 3 0 0,0-3 0 15,-6 3 0-15,0-3 0 0,-3 0 0 0,0 2 0 16,-6-2 0-16,0 0 0 0,0 0 0 0,0 0 0 15,0 0 0-15,0 0 0 0,0 0 0 0,0 0 0 0,0 0 0 0,0 0 0 32,0 0-100-32,0 0-23 0,0 0-4 0,-3 6-1 0</inkml:trace>
  <inkml:trace contextRef="#ctx0" brushRef="#br0" timeOffset="34086.906">22937 12479 1267 0,'0'0'28'0,"-3"-3"5"0,-3-2 2 0,3 2 1 0,0-2-36 0,0-1 0 0,0 1 0 0,0 0 0 15,3-1 129-15,-3 1 19 0,0 0 4 0,3 5 1 16,0-5-32-16,0 5-6 0,0-3-2 0,0 3 0 16,0 0-20-16,0 0-4 0,0 0-1 0,0 0 0 15,0 0-25-15,0 0-6 0,0 0-1 0,0 0 0 16,0 0-12-16,0 0-4 0,-3 5 0 0,3 3 0 16,0 0-10-16,0 0-2 0,-3 3-1 0,3-1 0 15,0 1-10-15,-3 2-1 0,3 0-1 0,0 1 0 16,-2-1-3-16,2 0-1 0,0 3 0 0,0-3 0 15,0 3-11-15,0 0 12 0,0 0-12 0,0 2 12 16,0-2-12-16,0 5 0 0,2-2 9 0,-2 2-9 16,0 0 0-16,0 0 0 0,0 0 0 0,0-2 0 0,0 0 0 0,0-4 0 15,0 1 0-15,0-3 0 0,3 1 0 16,-3-1 0-16,0-2 0 0,0-1 0 16,3 1-28-16,-3-3-3 0,3 0-1 0,0 0 0 15,0-3-146-15,3 0-30 0,-3 0-5 0,3-2-900 0</inkml:trace>
  <inkml:trace contextRef="#ctx0" brushRef="#br0" timeOffset="40688.167">16880 14524 1954 0,'0'0'43'0,"0"0"9"0,0 0 1 0,0 0 3 0,-6 3-45 0,6-3-11 16,-3 2 0-16,-3 3 0 0,6-5 68 0,-3 3 11 16,3-3 2-16,-6 3 1 0,3 2-30 0,-3 0-5 0,3-2-2 0,0 5 0 15,0-3-34-15,0 1-11 0,0 1 0 0,0 1 0 32,0 3 15-32,0 0-4 0,0-1-1 0,-3 3 0 0,3 3-10 0,0 0 0 15,-3 3 0-15,0-1 8 0,3 3-8 0,-2 6 0 16,-1-3-12-16,-3 5 12 0,3-3-12 0,0-2 12 0,-3 0-12 0,0 0 12 31,3-3-33-31,0-3 1 0,-3 1 0 0,3-1 0 0,0-2 17 0,0-3 4 0,0 1 1 0,0-1 0 16,3-5 10-16,0 0-13 0,-3 0 5 0,3-3 8 15,3-5-21-15,0 0 3 0,0 0 1 0,0 0 0 16,3-8-3-16,-3 0 0 0,3-5 0 0,3 0 0 16,-3-3 20-16,6-3-10 0,-3-2 10 0,3-8-8 15,0-3 8-15,3-2 9 0,0-3-1 0,3 0-8 16,3 5 32-16,-4-2-1 0,4 2 0 0,0 0 0 15,0 0-3-15,0 6-1 0,0-3 0 0,-3 2 0 16,-3-2-7-16,-1 5 0 0,1 1-1 0,0 1 0 16,-3 1-11-16,0 5-8 0,0 3 12 0,-3 0-12 15,0 5 58-15,3 0 5 0,-6 3 1 0,0 5 0 16,-3 0-52-16,0 0-12 0,6 5 0 0,0 3 0 16,-3 3 0-16,0 2 0 0,0 3 0 0,3 5 0 15,-3-3 0-15,0 4 0 0,0-1 0 0,-3 0 0 16,3-3 0-16,-3 1 0 0,0-1 0 0,2 4 0 0,-2-4 0 0,0 3 0 15,0 0 0-15,-2 1 0 16,2 1-25-16,0 1-8 0,-3 3-2 0,3-1 0 16,0 1-2-16,-3-4-1 0,3-1 0 0,-3-1 0 15,3-3-22-15,0 1-4 0,-3-6 0 0,3 0-1 16,-3-2-145-16,0-1-29 0,-6 6-5 0,6-5-2 0</inkml:trace>
  <inkml:trace contextRef="#ctx0" brushRef="#br0" timeOffset="40912.231">16725 14733 2030 0,'-6'3'44'0,"0"-1"10"0,0 1 2 0,0 0 1 0,6-3-45 0,0 0-12 0,0 0 0 0,0 0 0 15,0 0 72-15,0 0 13 0,0 0 3 0,6 5 0 16,3-3-36-16,0 1-6 0,3 0-2 0,3-3 0 15,0 0-21-15,3 2-5 0,-1-2-1 0,4 0 0 16,-3-2 5-16,3 2 1 0,-3-3 0 0,3 0 0 16,-4 1-45-16,4-3-9 0,0-1-1 0,0 4-1 15,6-4-203-15,0 1-41 0</inkml:trace>
  <inkml:trace contextRef="#ctx0" brushRef="#br0" timeOffset="41243.048">17856 14688 1728 0,'0'0'38'0,"0"0"8"0,0 0 2 0,0 0 0 0,0 0-39 0,0 0-9 0,0 0 0 0,0 0 0 16,3-5 49-16,3 2 8 0,0 0 2 0,0 1 0 15,0-1-7-15,3 0-2 0,0 3 0 0,0-2 0 16,3-1-22-16,0 3-4 0,2-3 0 0,-2 3-1 16,3-2-23-16,0-1 0 0,3 3 0 0,-3 0-8 15,0 0 8-15,0 0 0 0,-1 0 0 0,1 0 0 16,0 0-53-16,-3 0-9 15,0 3-2-15,0-1 0 0,-3-2-112 0,-3 3-22 0,-6-3-5 16,0 0-1-16</inkml:trace>
  <inkml:trace contextRef="#ctx0" brushRef="#br0" timeOffset="41497.312">17862 14963 2026 0,'0'0'44'0,"0"0"10"16,0 0 2-16,0 0 1 0,0 0-45 0,0 0-12 0,0 0 0 0,0 0 0 0,6 0 38 0,0 0 6 15,0 0 0-15,3-3 1 0,-3 3 12 0,6 0 3 16,-3-2 0-16,6 2 0 16,-1-3-34-16,1 1-6 0,0-1-2 0,0 0 0 0,0-2-18 0,0 2 8 15,3-2-8-15,0 2 0 0,-1-2 8 0,-2 0-8 0,0-1 0 0,0 4 0 16,0-6 0-16,0 3 0 0,3-3 0 15,-3 2-9 1,2-2-126-16,1 1-25 0,3-1-4 0</inkml:trace>
  <inkml:trace contextRef="#ctx0" brushRef="#br0" timeOffset="41945.76">18752 14627 2005 0,'-15'5'44'0,"6"-5"8"0,0 3 3 0,0 0 2 0,0-3-45 0,1 2-12 0,-1-2 0 0,0 3 0 16,3-3 43-16,0 3 6 0,6-3 2 0,0 0 0 16,-9 0 10-16,9 0 3 0,-6 2 0 0,6-2 0 0,-3 6-52 0,-3-1-12 15,6 0 0-15,0 3 0 0,0-3 14 0,0 3 0 16,0 3 0-16,3-1 0 0,0 1-14 0,0 0-8 15,0 2 8-15,0 3-13 16,3 0-17-16,0-3-3 0,3 3-1 0,-3-3 0 16,6 0-22-16,-4 0-4 0,4 1 0 0,0-6-1 15,0 2 2-15,3-2 1 0,0-3 0 16,3-2 0-16,-3 0 31 0,3-3 7 0,-4 0 0 0,4-3 1 16,0-2-6-1,-3-1-2-15,3-1 0 0,-3-4 0 0,-3 3 66 0,0-5 13 0,0 0 2 0,-4-1 1 16,4-2 1-16,-3 3 0 0,0-3 0 0,0 0 0 0,0-2 20 0,0 2 4 15,-3 0 0-15,-3 0 1 0,3 0-65 0,-6 3-16 16,0-3 0-16,0 3 0 0,-3 0 55 0,0-3 7 0,0 5 2 0,-3-2 0 16,-3 0-52-16,0 5-12 0,3-3 0 0,-6 3 0 15,0 3 0-15,-3 0 0 0,-2 2 0 0,-7 1 0 16,-3 4-9-16,0-2-5 0,-3 3-1 0,-2 2 0 31,2 0-149-31,-3 3-29 0</inkml:trace>
  <inkml:trace contextRef="#ctx0" brushRef="#br0" timeOffset="42609.012">16811 15619 1756 0,'0'0'39'0,"0"0"8"0,0 0 1 0,-6 6 1 0,6-6-39 0,-3 5-10 0,3-5 0 0,-3 5 0 16,0 3 61-16,0-3 11 0,0 3 1 0,1 0 1 0,-1 0-19 15,0 0-4-15,3 0-1 0,-3 5 0 0,0-2-18 0,3 2-3 16,0 0-1-16,0 3 0 0,0 0-16 0,0 0-3 15,-3 3-1-15,3 2 0 0,0 0-8 0,-3 3 8 16,3 2-8-16,-3 3 8 16,0 6-8-16,0-4 0 0,0 4 0 0,0-1 0 0,0-2 0 15,0-6 8-15,0 1-8 0,0-3 0 16,0-3 0-16,0 0 0 0,0 3 0 0,-3-3 0 0,3-2-12 0,-3-1-2 16,3-2 0-16,0 2 0 15,0-2-25-15,0 0-5 0,0-3 0 0,0-2-1 16,0 0-31-16,3-3-5 0,-3-1-2 0,0-4 0 15,3-3-141-15,0 0-28 0,3-24-5 0,-3 3-302 0</inkml:trace>
  <inkml:trace contextRef="#ctx0" brushRef="#br0" timeOffset="43182.02">16785 15871 1332 0,'0'0'29'0,"3"-6"7"0,-1-2 0 0,1-2 1 0,0 2-29 0,3-3-8 0,-3 3 0 0,0 0 0 16,0 1 64-16,0 1 12 0,0 1 3 0,0 0 0 15,0-1-15-15,0 1-4 0,0 2 0 0,0-2 0 16,0 3-20-16,3-1-4 0,0-2 0 0,0 2-1 16,3-2 12-16,-3 2 2 0,3-2 1 0,3 2 0 15,-3-2-11-15,0 2-3 0,2 0 0 0,-2 1 0 16,3-3-7-16,-3 2-1 0,3 0-1 0,0 3 0 16,0-2-10-16,3-1-1 0,0 3-1 0,0 0 0 15,-1 0-15-15,1 0 0 0,-3 3 0 0,3-1 0 16,0 1 0-16,-3 2 12 0,0 3-3 0,0 0-1 15,-3-3-8-15,-3 6 0 0,0-3-10 0,-3 2 10 16,-3 1-49-16,0 2-4 0,-6 0-1 0,0 1 0 16,-3-1-23-16,0 3-5 0,-3-3-1 0,0 3 0 15,0 0 31-15,-3 0 5 0,3 0 2 16,-3-1 0-16,4 1 26 0,-1 0 6 0,3-3 1 0,0 1 0 0,0-1 12 16,3-3 0-16,0-2 0 0,3-2 0 0,3-6 41 15,0 0 11-15,0 0 3 0,0 0 0 0,0 0-37 16,0 0-7-16,0 0-2 0,6 0 0 0,0-3 27 0,3 0 6 0,0-2 1 15,3 0 0-15,0 0-10 0,2 2-1 16,1-2-1-16,0 2 0 0,3 0-8 0,0 3-2 16,0 0 0-16,-3 0 0 0,2 3-4 0,-2 0-1 15,-3 2 0-15,3 3 0 0,-6 0-4 0,3 2-2 16,-6 1 0-16,0 2 0 0,-3 3 1 0,0 0 0 0,-3 0 0 16,-3 2 0-16,-3 1-11 0,0-1 10 0,-6 1-10 15,-3-1 10-15,0 1-10 0,-3-1 0 0,-2 1-10 0,-1 2 10 16,0 0 0-16,-3 3 0 0,3-3 0 0,0 6 0 15,1-3-9-15,2-3 9 0,0 3-8 0,-3-6 8 16,3-2 0-16,0 0 0 0,-2-3 12 0,2 0-4 16,0-5-8-16,0-3 0 0,0 1 0 0,0-6 0 15,0-3 0-15,3 0-13 0,1-2 3 0,2-5 1 32,3-4-51-32,0-1-9 0,3-1-3 0,0-6-599 0,6 4-120 0</inkml:trace>
  <inkml:trace contextRef="#ctx0" brushRef="#br0" timeOffset="43632.034">18035 15977 1494 0,'-15'2'32'0,"9"1"8"0,0-3 0 0,-3 0 3 0,3 0-35 0,0 0-8 0,0 0 0 0,0 0 0 16,6 0 66-16,0 0 11 0,0 0 3 0,0 0 0 15,0 0-34-15,0 0-6 0,0 0-2 0,0 0 0 16,0 0-7-16,0 0-2 0,3 0 0 0,6 0 0 16,-3 0 11-16,6 2 3 0,0-2 0 0,0 3 0 15,3 0-1-15,0-3 0 0,-1 0 0 0,1 0 0 16,0 2-15-16,0-2-3 0,0-2-1 0,-3 2 0 16,3-3-23-16,0 3 8 0,-1-3-8 0,4 1 0 15,-3-1 0-15,3 1 0 0,0 2 0 0,0-3 0 16,0 0 0-16,0 3-18 0,-1 3 3 0,-2-3 1 15,0 3-102-15,0-1-20 0,-3 1-4 16,0-1-476-16,-3 4-96 0</inkml:trace>
  <inkml:trace contextRef="#ctx0" brushRef="#br0" timeOffset="43919.594">18032 16318 1800 0,'0'0'40'0,"0"0"8"0,3 0 1 0,3-3 1 0,0-2-40 0,3 2-10 0,-1-2 0 0,-2 2 0 16,6-2 72-16,-3 0 12 16,0 2 2-16,0-2 1 0,0 2-38 0,-3 1-7 0,3-1-2 0,0 0 0 15,0 1-15-15,0-1-3 0,0 0-1 0,0 1 0 16,0-1 3-16,-1 3 0 0,4-3 0 0,3 1 0 15,-3-1-24-15,3 3-15 0,0-3 3 0,3 1 0 16,0-1 12-16,-1 0 0 0,4 1 0 0,0-3 0 16,0 2 0-16,-3-2 0 0,3-3 0 0,0 2 0 15,-4 1-40 1,4-3-11-16,-3 0-2 0,-3 0-952 0</inkml:trace>
  <inkml:trace contextRef="#ctx0" brushRef="#br0" timeOffset="44248.318">18963 15805 2095 0,'0'0'46'0,"0"0"10"0,0 0 1 0,-6 2 2 0,1 1-47 0,5-3-12 15,-3 2 0-15,3-2 0 0,-6 6 82 0,3-4 14 16,3-2 4-16,-3 6 0 0,0-1-40 0,3 0-7 15,-3 3-1-15,0 0-1 0,0 0-18 0,3 0-3 16,-3 0-1-16,0 3 0 0,3-1-11 0,0 3-2 0,-3 1-1 0,3 1 0 16,0 7-7-16,-3-1-8 0,3 0 11 15,0 3-11-15,0 0 8 0,3-1-8 16,-3 1 0-16,0 0 0 0,3-3 8 0,-3-2-8 16,3-1 0-16,-3 1 0 0,3-3 0 0,0 2 0 15,-3-5 0-15,3 3 0 0,0 0 0 0,-3-5 0 0,3-1 0 0,0 1 0 31,-3-3-92-31,3-3-16 0,0 0-4 0,-3-5-656 0,0 0-132 0</inkml:trace>
  <inkml:trace contextRef="#ctx0" brushRef="#br0" timeOffset="45096.769">16451 14392 1799 0,'-9'8'51'0,"9"-8"11"0,-6 2-50 0,0 1-12 0,0-3 0 0,6 0 0 16,0 0 88-16,-6 0 16 0,6 0 2 0,-3 0 1 16,3 0-24-16,-6 2-5 0,6-2-1 0,-5 3 0 15,5-3-21-15,-6 3-5 0,0-1-1 0,0 4 0 16,0-1-23-16,-3 3-5 0,-3 0-1 0,0 2 0 16,0 1-10-16,0 2-3 0,-3 3 0 0,3 0 0 15,-3-3-8-15,1 3 0 0,2 3 0 0,-3-1 8 16,3 3-8-16,0 0-16 0,0 1 4 0,3 4 1 15,0 3 11-15,3 0 0 0,0 6 0 0,3 2 0 16,0 0 0-16,3-5 0 0,0 2 0 0,3-2 0 16,0-3 0-16,3 0 0 0,0-5 0 0,3 2 0 15,-3 1 0-15,3-1 0 0,3-2 0 0,-3 5 0 16,0-2 0-16,3-4 9 0,-3 4-1 0,3-3-8 0,-6-1 0 0,2-1 0 16,-5-4 0-16,0 1 0 15,0-4-35-15,-3-1-4 0,-6-1-1 0,0 0 0 16,-2 0-49-16,-4 3-11 0,-3 0-1 0,-3 3-1 15,0-1-13-15,0 3-2 0,-3 1-1 0,-2 1 0 0,-4 4 81 0,0-1 16 16,-3 1 3-16,-3 2 1 0,7-3 45 0,-4 1 10 16,6-3 2-16,-3-1 0 0,6-4 0 0,4-3 1 15,-1 2 0-15,3-4 0 0,3 1 19 0,0-4 3 16,3 2 1-16,3 0 0 0,3-5-52 0,0 3-12 16,3 0 0-16,0-1 0 0,3-2 54 0,0 3 8 15,3-1 2-15,3 3 0 0,0 3-64 0,0 0-26 0,3 3 2 16,3-1 0-16,0 6 40 0,-1 0 8 0,4 0 1 0,0 2 1 15,-3-2 8-15,3 0 2 0,0 0 0 16,0 2 0-16,-4 1-8 0,1 2-2 0,0 5 0 0,-3 6 0 16,0 2 14-16,-3 0 4 0,3 3 0 0,-6 0 0 15,3-5-18-15,-3 0-3 0,-3-1-1 0,3 4 0 16,0-4-6-16,-3 4-2 0,0 2 0 0,0 0 0 16,0-6-14-16,2-4 8 0,-2-1-8 0,3-5 0 15,-3-2-9-15,0-3-8 0,3-1-2 0,0-1 0 16,-3-4-205-16,3-2-42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1:37.52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12727 13815 1354 0,'0'0'38'0,"0"0"10"0,-3-3-39 0,3-2-9 0,0 0 0 0,0 5 0 15,0-6 96-15,0 1 16 0,0 5 4 0,0 0 1 16,0-5 21-16,0 5 4 0,0 0 1 0,0 0 0 16,0-3-24-16,0 3-5 0,-6-5-1 0,4 5 0 15,2 0-39-15,-6 0-8 0,6 0-2 0,-9 0 0 16,3 0-51-16,0 2-13 0,-3 4 0 0,3-1 0 16,-3 0 0-16,0 1 0 0,3 1 0 0,-3 4 0 0,3 0 0 15,-3 2 0-15,3 0 0 0,0 3 0 0,0 2 0 16,3 1-13-16,0 2 4 0,3 0 1 0,0 1-14 0,0-1-2 15,3-3-1-15,3 1 0 16,0-3-23-16,0-1-5 0,3-4-1 0,3 0 0 16,0-3-1-16,3-3 0 0,0-2 0 15,0-3 0-15,0 0 5 0,2-3 1 0,-2-2 0 0,3-1 0 0,0-4 90 0,0-1 19 16,0-5 3-16,-3 3 1 0,-1-6-52 16,-2 1-12-16,0-1 0 0,-3 1 0 0,0-1 37 0,0 1 5 15,-3-1 1-15,0 1 0 0,-3 2-18 0,0-3-3 16,-3 4-1-16,0-1 0 0,-3 2 32 0,0 1 7 0,0 0 0 0,-3 2 1 15,0 1-46-15,-3 2-15 16,-3 0 8-16,0 0-8 0,-3 3 13 0,1 2-1 0,-1 0 0 0,0 1 0 16,-3 2-12-16,3 2 0 0,-6 4 0 0,3-1 0 15,1-2-12-15,-1 5-9 0,0 0-2 0,0 2 0 32,3 1-137-32,3 2-27 0,0 3-5 0,0 0-2 0</inkml:trace>
  <inkml:trace contextRef="#ctx0" brushRef="#br0" timeOffset="720.092">12784 14775 1735 0,'0'0'38'0,"0"0"8"0,0 0 2 0,0 0 0 0,0 0-38 0,-6 0-10 0,6 0 0 0,-6-2 0 15,6 2 96-15,-6 0 18 0,6 0 3 0,-6 0 1 16,0 2-38-16,0-2-8 0,6 0-2 0,-9 6 0 15,3-4-27-15,0 1-6 0,0 2-1 0,1 0 0 16,-1 1-16-16,0 2-3 0,0 2-1 0,0 1 0 16,0-1-16-16,0 4 8 0,0 2-8 0,0-3 0 15,0 3 0-15,0-1 0 0,3-1 0 0,-3 2 0 16,3 2-11-16,-3-2-5 0,3 0-2 0,0 5 0 31,0-2-26-31,0-1-6 0,0 3-1 0,3-2 0 0,-3 2-6 0,3-3-2 16,0-2 0-16,3 3 0 0,-3-3 3 0,3-3 1 15,0-2 0-15,0-1 0 0,0-5-5 0,0 1 0 0,3-6-1 16,3-3 0-16,0 0 32 0,0-5 6 0,0-2 2 0,3-6 0 16,0 0 21-16,2-2-11 0,-2-4 11 0,3 1-8 0,0-5 46 0,0 5 10 15,0 0 1-15,0-1 1 0,-3 1 7 0,0-3 2 16,0 1 0-16,-4-4 0 0,-2 1 9 16,3-3 3-16,-6-1 0 0,3 1 0 0,-3 0-15 0,-3 3-4 15,0 2 0-15,0 3 0 0,-3 0-20 0,-3 2-5 16,-3 3-1-16,0 3 0 0,1 2-10 0,-4 3-1 0,0 0-1 15,-3 3 0-15,0 3-14 0,-3-1 9 0,0 0-9 0,0 3 8 32,1 3-32-32,-1 0-8 0,0-1 0 0,0 1-1 15,0-3-148-15,6 2-30 0,-3 4-5 0,3-4-2 0</inkml:trace>
  <inkml:trace contextRef="#ctx0" brushRef="#br0" timeOffset="1386.315">15618 13481 1886 0,'0'0'41'0,"0"0"9"0,0 0 2 0,0 0 1 0,0-5-42 0,0 5-11 0,0 0 0 0,0 0 0 16,0 0 69-16,0 0 12 0,0 0 3 0,0 0 0 16,0 0 11-16,0 0 2 0,0 0 1 0,0 0 0 0,-6 0-44 0,6 0-9 15,-6 3-1-15,0-1-1 16,3 4-18-16,0 2-3 0,0 0-1 0,0-1 0 15,0 7-44 1,3-1-9-16,-3 3-1 0,0 2-1 0,0 1 58 0,0-1 11 0,0 4 2 0,0-1 1 16,3-3-30-16,-3 1-8 0,0-3 0 0,0 2 0 15,0-2 0-15,0 3 0 0,0-4-11 0,3 4 11 16,-3-3-40-16,3 5-1 0,-3-5-1 0,3 5 0 16,-3 0-126-16,0 3-24 0,0-3-6 0</inkml:trace>
  <inkml:trace contextRef="#ctx0" brushRef="#br0" timeOffset="1933.403">15481 14566 1954 0,'0'0'43'0,"0"0"9"0,0 0 1 0,0 0 3 0,0 0-45 0,-3 6-11 15,0 1 0-15,0-1 0 0,0-1 84 0,0 0 14 16,0 1 3-16,0 2 1 0,3-1-26 0,0 1-4 0,-3 3-2 0,3 0 0 15,0 2-39-15,-3 0-8 0,3 3-2 0,0 2 0 16,0 4 35-16,-3-1 6 16,3 3 2-16,-3 5 0 15,3-5-103-15,-3 2-20 0,3-2-4 0,0-3-1 0,-3-3 103 0,0 1 20 16,0 0 4-16,0-4 1 0,3 4-52 0,-3-3-12 0,0 2 0 0,0 1 0 16,0-1 0-16,0 1 0 0,3-1 0 0,-3 1 0 31,3-3-48-31,0 2-13 0,-3-2-3 0,3-3 0 0,3 1 52 0,-3-4 12 15,0 1 0-15,3-3 0 16,0 0-220-16,-3-8-40 0,0 0-9 0,3-16-2 0</inkml:trace>
  <inkml:trace contextRef="#ctx0" brushRef="#br0" timeOffset="18716.179">18145 13595 1690 0,'0'0'48'0,"0"0"11"0,0 0-47 0,-6 5-12 0,0-2 0 0,0 2 0 16,0 1 105-16,0-1 19 0,3-2 4 0,-3 5 1 16,0-3-53-16,3 3-10 0,-3 0-2 0,0 0-1 15,3 0-30-15,0 0-5 0,0-1-2 0,0 4 0 16,0-3-14-16,3 0-4 0,-3 3 0 0,3-1 0 16,-3 1-8-16,3-3 0 0,0 5 0 0,3-3 8 15,-3 1-8-15,3 2 0 0,0-2 0 0,0 2 0 0,0 0 0 0,3-2 0 16,-3-1-10-16,3 1 10 15,0 0-20-15,3-1 1 0,-3-2 1 0,0 0 0 16,3-3 4-16,-3-2 1 0,3 2 0 0,0-5 0 16,0 0 13-16,-3 0 0 0,3-5-10 0,0 2 10 0,-4-5 0 15,4-2 0-15,0 2 0 0,0-3 0 0,0-2 20 16,0 0 8-16,-3 0 1 0,3-3 1 0,-3 3 27 0,3-1 6 16,-6 1 1-16,0-3 0 0,0 0-52 0,-3 0-12 15,0-2 0-15,-3 2 0 0,0-2 0 0,0 2 0 16,-3-3 0-16,0 6 0 0,0-3 54 0,0 5 8 0,-3 1 2 15,0 5 0-15,0-1-52 0,0 4-12 0,0 2 0 16,-2 2 0-16,-1 4 0 0,0-1 0 0,0 5 0 0,-3 4 0 31,-3-1-139-31,3 3-30 0,-3 0-7 0,3 2 0 0</inkml:trace>
  <inkml:trace contextRef="#ctx0" brushRef="#br0" timeOffset="19367.501">18189 14656 2188 0,'0'0'48'0,"0"0"11"0,0 0 1 0,0 0 1 0,-5 0-49 0,-1 5-12 0,3-2 0 0,-3 0 0 16,0 2 52-16,3 0 8 0,-6 1 2 0,3 2 0 15,0-3-18-15,0 3-3 16,0 2-1-16,-3 1 0 0,6 2-11 0,-3 0-2 0,0 1-1 0,0 2 0 16,3-1-16-16,0 1-10 15,0 3 12-15,3-3-12 0,-3-3 8 0,3 3-8 0,3-3 0 0,-3 0 0 16,3-2 0-16,0 2 0 0,3-5 0 0,0 3 0 15,3-6 0-15,-3 3 0 0,0 0 0 0,3-3 0 16,-3-2-14-16,0-1 3 0,3 1 1 0,-3-3 0 16,3 0 1-16,-3 0 0 0,0-3 0 0,2 1 0 15,-2-1 19-15,0-2 4 0,3-3 1 0,-3 0 0 16,3 0-15-16,0-5 0 0,-3 2 0 0,3-2 0 16,-3-3 0-16,0-2 0 0,0-4 0 0,-3-1 0 15,3 1 0-15,-6 4 0 0,0-6 0 0,0 6 0 16,0-4 0-16,-3 6 0 0,0-2 0 0,0 2 0 15,-3 0 32-15,0 6 4 0,0-4 1 0,-3 6 0 0,3 0-21 16,-3 1-5-16,3 1-1 0,-3 1 0 0,0 2-10 0,0 1 12 16,1-1-12-16,-1 6 12 0,3-3-12 15,-6 2-14-15,3 1 3 0,0 2 1 16,0-2-48-16,0 0-10 0,0 2-1 16,3 0-720-16,-3 0-144 0</inkml:trace>
  <inkml:trace contextRef="#ctx0" brushRef="#br0" timeOffset="20171.151">21068 13555 2214 0,'0'0'48'0,"0"0"11"0,0 0 1 0,-6 6 3 0,3-4-51 0,-3 4-12 0,6-6 0 0,-6 5 0 15,3 3 54-15,-3 0 8 0,0 0 2 0,0 2 0 16,3 1-6-16,-3 0-1 0,-3 2 0 0,3 0 0 15,3 0-57-15,-3 0-12 0,3 6-3 0,-2-6 0 16,2 3 15-16,0 0 0 0,0 0 0 0,0 0 0 16,0 2 0-16,0-2 0 0,3 0 0 0,3 0 0 15,-3-3 0-15,3 3 0 0,0-3 0 0,0 0-9 32,3 1-15-32,-3-4-2 0,5 1-1 0,-2-1 0 0,3-4-4 15,0-1-1-15,3-2 0 0,-3-3 0 0,3-3 16 0,3 0 2 0,0-2 1 0,0-3 0 16,0 0 13-16,2-2 0 0,1-4 0 0,0 4-9 15,0-3 29-15,0-1 5 0,-3 1 2 0,3-3 0 16,-7 3-27-16,1-3 0 0,-3 3 0 0,0-3 0 16,0 3 59-16,-3 0 6 0,-3-1 2 0,0 1 0 15,-3-3-24-15,-3 3-5 0,0-3-1 0,-3 3 0 0,0 2-9 0,-3 1-1 16,-3-1-1-16,0 6 0 0,-2 0-10 16,-1 2-1-16,-3 0-1 0,0 6 0 0,-3 0-14 15,3 2 0-15,3 3 8 0,-5 0-8 0,5 0-12 0,0 0-4 16,0 2-2-16,3 1 0 15,3 2-190-15,-3-2-39 0,6 2-7 0</inkml:trace>
  <inkml:trace contextRef="#ctx0" brushRef="#br0" timeOffset="20637.65">21175 14569 1948 0,'0'0'55'16,"0"0"13"-16,0 0-55 0,0 0-13 0,0 0 0 0,0 0 0 0,0 0 109 0,0 0 19 15,0 0 4-15,-3 5 1 0,3-5-41 0,-3 8-8 16,0 0-1-16,0 0-1 16,0 3-15-16,0-4-3 0,0 4-1 0,0 0 0 0,0-1-51 0,0 3-12 15,0 1 0-15,0 2 0 0,0-1 54 0,0 1 8 16,0 6 2-16,0-1 0 0,0 0-52 0,3 0-12 15,-3 0 0-15,3 0 0 16,-3 1 0-16,3-4 0 0,0-2 0 0,0 0 0 0,0 0 0 0,3 0 0 16,-3-3 0-16,0-3 0 0,3 1 0 0,-3 2 0 15,3-2 0-15,-3-1 0 0,3-2 0 0,-3 3 0 0,3-3 0 16,0 0 0 0,0 0-151-16,0-3-33 0,0-2-6 0,3-1-1000 15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2:23.50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12242 9346 1724 0,'0'0'38'0,"0"0"8"0,0 0 2 0,0 0 0 0,0 0-39 0,0 0-9 0,0 0 0 0,3 2 0 16,-3-2 101-16,3 3 19 0,0 2 3 0,0 1 1 16,0-1-44-16,0 0-9 0,0 0-2 0,-3 3 0 15,3 0-4-15,0 3-1 0,-3-3 0 0,3 5 0 16,0-2-51-16,-3 5-13 0,0-3 0 0,0 5 0 15,3 1 0-15,-3-1 0 0,3 1 0 0,-3 2 0 16,0 0 0-16,0-2 0 0,3 2 0 0,-3 0 0 16,0 0 8-16,3 0-8 0,-3 1 11 0,0 1-11 15,3 1 0-15,-3 3 0 0,0 2 0 0,0 5-12 16,0 1 12-16,3-1 0 0,-3 3 0 0,0-3 0 16,3-2 0-16,-3 0 0 0,3 0 0 0,-3 2 0 0,3 0 0 15,-3 3 0-15,3 6 0 0,-3 2 0 16,3-3 24-16,0 0 7 0,-3-2 1 0,3 0 1 0,0-3-17 0,-3 0-3 15,0 3-1-15,0 2 0 0,3 0-12 0,-3 3 9 16,0 0-9-16,3-2 8 0,-3-4-8 0,0-4 0 16,3 2 0-16,-3-3 8 0,0 0-8 15,3 4 0-15,-3-1 0 0,3 5 0 0,-3 0 0 0,3-5 0 16,-3 0 0-16,2-5 0 0,-2-3 0 0,0 0 0 16,0 0 9-16,0 1-9 15,0-4 0-15,0 0 0 0,0 1 0 0,-2-1 8 0,2 1 0 0,-3-1 1 16,3-2 0-16,0 3 0 0,0-4-9 0,-3-1-11 15,3-4 3-15,0 1 0 0,0-4 8 0,0-1 0 16,-3-1 0-16,3-3 0 0,0-2-16 0,0 0 1 0,0 0 1 0,0-2 0 31,0-6-29-31,0 0-5 0,0 0-2 0,0 0 0 16,0 0-131-16,0 0-27 0</inkml:trace>
  <inkml:trace contextRef="#ctx0" brushRef="#br0" timeOffset="1632.155">12314 9317 1267 0,'0'0'28'0,"0"0"5"0,0 0 2 0,0 0 1 0,0 0-36 0,0 0 0 0,0 0 0 0,0 0 0 16,0 0 109-16,-3-3 15 0,3 3 4 0,0 0 0 15,0 0-103-15,0 0-25 0,0 0 0 0,0 0 0 16,0 0 54-16,0 0 6 0,0 0 0 0,0 0 1 16,0 0-32-16,0 0-6 0,0 0-2 0,0 0 0 15,0 0-6-15,0 0-2 0,0 0 0 0,0 0 0 0,0 8-1 0,0-8-1 16,0 2 0-16,3 4 0 15,3-1 3-15,-3-2 1 0,3 2 0 0,0-2 0 0,2 2-7 0,-2-2 0 16,3 2-8-16,3-2 12 0,0 2-1 0,0-3-1 16,0 1 0-16,3 0 0 0,0-1-10 0,3 1 0 15,-4 0 0-15,1-1 8 0,3 1-8 16,-3-3-17-16,6 0 4 0,0 0 1 0,0 0 12 16,2 0 0-16,1 0 0 0,6 0 0 0,-3 0 0 0,6 0 13 15,-4 0-2-15,4 0-1 0,0 0-10 0,0 0 0 16,-1-3 0-16,-2 1 0 0,3-1 0 0,-1 0-14 15,4 1 3-15,3 2 1 0,0 0 18 0,-1-3 3 16,4 3 1-16,-3-3 0 0,-1 3-12 0,-2 0 10 0,0-2-10 16,3-1 10-16,-1 1-22 0,1-1-4 0,0 3 0 0,2 0-1 15,-2-3 31-15,0 3 6 0,-1-2 2 0,-2 2 0 16,-3-3-22-16,0 0 8 0,-1 3-8 0,1 0 0 16,0-2 0-16,0 2 8 0,-1 0-8 0,1 0 0 15,0 0 0-15,-3 0 0 0,-1 0 0 0,1 0 0 16,-6 2 0-16,0-2 0 0,-1 0 0 0,1 0 8 31,-3 0-28-31,0-2-6 0,0-1-1 0,0 3 0 0,-1 0 45 0,1 3 9 0,0-3 1 0,-3 0 1 16,3 0-29-16,-3 0 0 0,0 0 0 0,-1 2 0 15,-2-2 8-15,0 3-8 0,0-3 0 0,-3 0 0 16,3 0-19 0,-3 0-9-16,0 0-3 0,0 0 0 0,-3 0 31 0,-1 0 0 0,1 0 0 0,-3-3 0 15,0 1 45-15,0-1 15 0,0 3 4 0,0 0 0 16,0 0-52-16,-3 0-12 0,3 0 0 0,0 0 0 15,-3 0 0-15,0-3 0 0,-3 3 0 0,6 0 0 16,0 0 0-16,-3-2 0 0,3-1 0 0,-3 0 0 0,0 1 0 0,3 2 0 16,-3 0 0-16,3 0 0 0,0-3 0 0,-3 3 0 15,2 0 0-15,1 0 0 0,0 0 0 0,0-3 0 16,0 1 0-16,-3 2 0 0,3 0 0 0,-6 0 0 16,9 0 0-16,-3 2 0 0,0-2 14 0,-3 0 0 15,3 0 0-15,0 3 0 0,0 0-14 0,0-3 9 16,-3 0-9-16,3 2 8 0,0-2-8 0,-6 0 10 15,3 3-10-15,0 0 10 0,-3-3-1 0,6 2 0 0,-6-2 0 16,3 6 0-16,0-1 2 0,0-2 0 16,0 2 0-16,-3-5 0 0,3 5-11 0,0 0 12 0,-1 3-12 15,1-2 12-15,-3-6-12 0,3 8 8 0,0 0-8 16,-3 2 8-16,3-5 3 0,0 6 0 0,-3-3 0 16,3 3 0-16,-3 2-11 0,0-3 0 0,3 4-10 0,-3-1 10 15,0 0 0-15,0 3 0 0,3-3 0 0,-3 3 0 16,0 0 0-16,0 0 0 0,0 0 8 0,0-3-8 15,0 3 0-15,0-3 0 0,3 3 0 0,-3 0 0 16,0 0 0-16,3 0 0 0,-3-1 0 0,3 1 0 16,-3 0 0-16,3 3 0 0,0-1 0 0,-3 3 0 15,3 1 0-15,0 1 0 0,-3 1 0 0,3 3 0 16,0-1 0-16,-3-2 0 0,3-3 0 0,0 3 0 16,0-3 0-16,-3 0 0 0,3 0 0 0,0 3 0 15,0-5 0-15,-3 2 0 0,3 0 0 0,0 3 0 16,0-3 0-16,-3 3 0 0,3 2 0 0,0-2 0 0,-3 3 0 0,3-4 0 15,-3 1 0-15,3 3 0 0,-3-4 0 0,0-1 0 16,0-1 0-16,3 0 0 0,-3 0 0 0,0-2 0 16,0 2 0-16,0 0 0 0,0-2 0 0,0 2 0 15,0-3 0-15,0 3 0 0,0 1 0 0,0-1 0 16,0 3 0-16,0-3 0 0,3 3 0 16,-3-3 0-16,0 0 0 0,0 0 0 15,0 0 0-15,0-2 0 0,3-1 0 0,-3 1 0 0,0-3 0 16,0 0 0-16,0 2 0 0,0-2 0 0,0-3 30 0,0 3 2 15,0 0 1-15,0-3 0 0,3 3-20 0,-3 0-4 16,3 0-1-16,-3 0 0 0,0 0 0 0,3-1-8 16,-3 4 12-16,0-1-4 0,3-2 0 0,-3 3-8 15,0-3 12-15,3 2-4 0,-3-5-8 0,0 6 8 0,3-6-8 0,-3 0 8 16,0-2 0-16,0 2-8 0,0-2 12 16,0 2-4-16,0-2-8 0,0 2 12 15,0 0-12-15,0-2 12 0,0-1-12 0,0-2 8 0,0 3-8 0,0-3 8 16,0 2-8-16,0-2 0 0,0 0 0 0,-3 0 0 15,3 0 0-15,0-3 8 0,-3 3-8 0,3-2 0 16,0-6 0-16,-3 5 0 0,3-5 8 0,0 0-8 16,0 0-23-1,-3 5-6-15,3-5-2 0,0 0 0 0,0 0-129 16,-6-2-25-16,0-1-6 0</inkml:trace>
  <inkml:trace contextRef="#ctx0" brushRef="#br0" timeOffset="2747.299">12424 11738 1116 0,'0'0'24'0,"0"0"6"0,0 0 1 0,-3 0 0 0,3 0-31 0,-6-6 0 0,0 6 0 0,0-2 0 16,6 2 108-16,-6 0 15 0,0-3 3 0,6 3 1 15,0 0-16-15,-3 0-3 0,3 0-1 0,0 0 0 16,0 0-35-16,0 0-6 0,0 0-2 0,0 0 0 15,0 0-15-15,0 0-3 0,0 0-1 0,0 0 0 0,0 0-21 0,0 0-5 16,3 3-1-16,3-1 0 0,0 1-10 0,3 0-8 16,0-1 9-16,3 1-9 0,0 0 0 0,3-3 0 15,-1 2 0-15,-2 1 0 16,6-3 0-16,-3 3 0 0,3-3 0 0,0 2 0 16,3-2 0-16,-1 3 0 0,4-3 0 0,3 0 0 15,3 0 0-15,-3 0 0 0,2 0 0 0,4 0 0 0,0 0 0 16,-3 0 0-16,-1 0 0 0,4 0 0 0,-3 0 0 0,3 0 0 15,2 0 0-15,1-3 0 0,3 6 0 0,2-3 0 16,1 0 0-16,3 0 0 0,-7 0 0 0,1 0 0 0,-3 2 0 16,3-2 0-16,-1 0 0 0,1 3-8 15,0-3 8-15,5 3 0 0,-2-1 0 0,-3-2 0 0,-1 3 0 16,-2 0 0-16,0-1 0 0,-3 1 0 0,-1-3 0 0,4 3 0 16,-3 2 0-16,0-2 0 15,-1-1 0-15,1 1 0 0,0 0 51 0,-4-1 10 0,-2 1 3 0,3-1 0 16,-6 4-52-16,-3-4-12 0,0-2 0 0,2 6 0 31,-2-6-19-31,-3 2-6 0,3-2-2 0,0 3 0 0,0-3 43 0,-1 3 9 0,1-3 2 0,0 0 0 16,0 0-27-16,-3 2 0 0,3-2 0 0,-4 3 0 15,1-3 0-15,0 0 0 0,0 0 0 0,0 0 0 16,-3 0 0-16,3-3 0 0,-3 3 0 0,-4-2 0 16,4 2 0-16,-3 0 0 0,0-3 0 0,3 3 0 15,-6-3 0-15,3 3-11 0,0-2 1 0,-3 2 0 16,3 0 10-16,-1-3 0 0,1 3 0 0,-3-3 0 15,3 1 0-15,0 2 14 0,0-3-3 0,-3 3-1 16,3-3-10-16,-3 3 0 0,3 0 0 0,-3-2 0 16,0 2 0-16,0 0 0 0,-1-3 0 0,1 3 0 0,0-2 0 15,0 2 0-15,-3-3 0 0,3 3 0 0,0 0 0 16,0 0 0-16,-3 0 0 0,3 0 0 0,0-3 0 0,0 1 0 16,0 2 0-16,-3-3 0 0,3 0 0 15,-1 1 0-15,1-1 0 0,-3 0 0 0,0 1 0 0,0 2 0 16,0-6 0-16,-3 4 0 0,3-1 0 0,-3 0 0 15,0 1 0-15,0-1 0 0,0 1 0 0,0-1 0 16,0-2 0-16,-3 5 0 0,0-6 0 0,0 4 0 16,0 2 0-16,0-6 0 0,0 1 53 0,0 0 9 0,0-1 2 15,0 1 0-15,-3 0-52 0,0 0-12 16,3-3 0-16,-3 0 0 0,0 0 54 0,0 0 8 16,0-3 2-16,0 1 0 0,-3-1-52 15,3 1-12-15,-3-6 0 0,3 2 0 0,0-1 0 0,-3 1 0 0,3-2 0 0,0-2 0 16,0 2 0-16,3 0 0 0,-3 0 0 15,0 0 0-15,1 3 0 0,-1 0 0 0,0 2 0 0,0-2 0 16,-3 0 0-16,3 2 0 0,3-2 0 0,-3 3 0 31,0-1-100-31,0-2-22 0,0 2-5 0,3 1-717 0,-3-1-144 0</inkml:trace>
  <inkml:trace contextRef="#ctx0" brushRef="#br0" timeOffset="3767.396">13370 9359 831 0,'0'0'18'0,"0"0"4"0,0 0 1 0,-3 5 1 0,3-5-24 0,-3 5 0 0,3 1 0 0,0-4 0 16,0-2 72-16,-3 6 9 0,3 2 3 0,0-3 0 15,0 0-38-15,0 1-7 0,0-6-2 0,0 5 0 16,0 3 58-16,0-3 11 0,0 3 2 0,0-8 1 15,0 5-21-15,0 1-4 0,0 2 0 0,0-3-1 16,0 3 13-16,0-3 4 0,0 0 0 0,0 3 0 16,-3 0-36-16,3 0-8 0,0-3 0 0,0 3-1 15,0-2-21-15,0 2-4 0,0 0-1 0,0 2 0 0,0-2-17 16,0 3-3-16,0-3-1 0,0 2 0 0,0-2-8 16,0 0 0-16,3 3 0 0,-3-1 0 0,0 1 0 15,3-1 0-15,-3 1 0 0,0 2 0 16,3-2 0-16,-3 2 0 0,0 0 0 0,0 3 0 0,0 0 0 15,0-3 0-15,3 3 0 0,-3 3 0 0,0-4 0 0,0 7 0 16,0-4 0-16,0 6 0 0,0 0 15 0,0 0 1 16,3-1 0-16,-3 1 0 0,3 3-26 0,-3-3-5 15,3-3-1-15,0 3 0 0,0-1 16 0,-3 1 0 16,3 0 0-16,3 0 0 0,-3 2 0 0,0-2 0 16,0 5 0-16,0 0 0 0,3 0 0 15,-3 0 0-15,0 1 0 0,0-1 0 0,3-3 48 0,-3 1 13 16,3-4 3-16,-3 1 0 0,0 0-52 0,0 0-12 0,0-3 0 0,0 0 0 15,0 0 0-15,0 3-15 0,-3 0 3 0,3 2 1 16,0 1 11-16,-3 2 0 0,3-5 0 0,-3 5 0 16,3-5 0-16,-3 0 16 0,0-3-4 0,0 0-1 15,3-3-11-15,-3 1 0 0,0-1 0 0,0 1 0 16,0-3 0-16,0 0 0 0,0 0 0 0,0 2 0 16,0-2 0-16,0 3 0 0,0-4 0 0,0 4 0 15,0-1 0-15,3 4 0 0,-3-4 0 0,0 3 0 16,3-2 0-16,-3-3 0 0,2 5 0 0,-2-5 0 15,3 0 0-15,-3-1 0 0,0-1 0 0,3 2 0 16,-3-6 0-16,0 1 0 0,3-1 9 0,-3 1-9 16,0 2 0-16,3-2 0 0,-3-3 0 0,0 5 0 15,0-5 0-15,3 2 0 0,-3 1 0 0,0 0 0 16,0-1 0-16,0 1 0 0,0-1 0 0,0 1 0 16,0 0 0-16,3 2 0 0,-3-3 0 0,3 4 0 15,-3 1 0-15,0-1 0 0,0-1 0 0,0 0 0 0,0 0 0 0,0-2 0 16,0 2 0-16,0-2 0 0,0-1 0 15,3 1 0-15,-3 0 0 0,0-4 0 0,0 1 0 0,0 0 0 16,0 0 0-16,0-2 0 0,0 1 0 0,0-1 0 16,0-1 0-16,0-5 0 15,0 5-36-15,0-5-1 0,0 0-1 0,0 6 0 16,0-6-17-16,0 0-3 0,0 0-1 0,0 0 0 16,0 0-140-16,0 0-28 0</inkml:trace>
  <inkml:trace contextRef="#ctx0" brushRef="#br0" timeOffset="4693.877">12168 10896 1269 0,'0'0'36'0,"0"0"8"0,0 0-36 0,0 0-8 16,0 0 0-16,0 0 0 0,0 0 63 0,0 0 10 15,6 0 3-15,0 0 0 0,-3 0 39 0,3 0 8 0,0 0 1 0,0 0 1 16,0 0-67-16,-1-2-14 16,4 2-2-16,0 0-1 0,0 0-12 0,0 0-2 0,3 0-1 15,-3 0 0-15,6 0-26 0,0-3 0 16,0 6 0-16,3-6 0 0,-1 3 0 0,4 0 0 0,0-3 0 0,0 3 0 15,3 0 27-15,0 0 0 16,-1 0 0-16,1 0 0 0,0 0-15 0,6 0-2 0,-1 0-1 0,4 0 0 16,0 0 15-16,0 0 4 0,5 0 0 0,1-2 0 15,-3 2-28-15,0-3 0 0,-1 3 0 0,1 0 0 16,0 0 0-16,2 0 0 0,-2 0 0 0,6-3 0 16,-4 3 0-16,1-5 0 0,-3 2 0 15,3 3 0-15,-7-2 0 0,1-1 0 0,-3 0 0 0,0 3 0 16,-1-2 56-16,4 2 7 0,-3 0 1 15,0-3 0-15,-1 1-52 0,1-1-12 0,0 0 0 0,0 3 0 16,-1-2 0-16,-5-1 0 0,0 0 0 0,0 3 0 16,-3 0 0-16,3 0 0 0,-7 0 0 0,4 0 0 15,0 0 0-15,0 0 11 0,0 0-11 0,0 0 10 16,2 0-10-16,-2 0 0 0,0 0-10 0,3 0 10 16,0 0 0-16,-3 0 0 0,-1 0 0 0,1-2 0 15,0 2 0-15,0 0 0 0,-3 0 0 0,-3 0 0 16,0 0 0-16,-1 2 0 0,1-2 0 0,0 0 0 0,-3 3 0 15,3-3 0-15,0 0 0 0,0 0 0 0,0 3 0 16,0-1 0-16,-1-2 0 0,4 3 0 0,-3-3 0 0,3 0 0 16,-3 0 0-16,3 0 0 0,0 0 45 0,-4 0 15 15,1 0 4-15,3 0 0 0,-3 0-52 0,0 0-12 16,3 0 0-16,-3 0 0 0,0-3 0 0,-3 3 0 16,2 0 0-16,-2 0 0 0,0 0 0 0,0 3 0 15,-3-3 0-15,3 0 0 0,-3 3 0 0,0-3 0 0,0 0 0 0,0 0 0 16,0 0 0-16,0 0 0 0,-1 0 0 0,1 0 0 15,0 0 0-15,0 0 0 0,0 0 0 16,0 0 0-16,-3-3 0 0,3 3 0 0,-3 0 0 16,0-3 0-16,3 3 0 0,-3 0 0 0,3-2 0 15,-3-1 0-15,-3 0 0 0,3 3 0 0,0-2 0 16,0-1 0-16,-1 0-10 0,-2 1-2 0,3-1 0 0,0-2 0 31,-3 2-32-31,0-2-6 0,0 0-2 0,-3-1 0 16,3-2-144-16,-3 0-28 0,-3 0-7 0</inkml:trace>
  <inkml:trace contextRef="#ctx0" brushRef="#br0" timeOffset="5449.155">11593 8809 1404 0,'0'0'31'0,"0"0"6"0,0 0 2 0,0 0 0 0,0 0-31 0,0 0-8 0,0 0 0 0,0 0 0 16,-6-3 84-16,6 3 16 0,0 0 4 0,0 0 0 16,0 0-19-16,0 0-3 0,0 0-1 0,0 0 0 15,0 0-17-15,0 0-3 0,0 0-1 0,0 0 0 16,6-3-16-16,0 3-4 0,-3-2-1 0,3 4 0 16,-3-2-14-16,3 3-2 0,0-3-1 0,0 3 0 15,0 2-7-15,3 0-2 0,0-2 0 0,0 2 0 16,-3-2-5-16,3 2-8 0,0 0 11 0,-3 3-11 0,5 0 10 0,-2-3-10 15,0 3 8-15,0 3-8 0,0-3 19 16,3-3-2-16,-3 3 0 0,3 3 0 0,0-3-17 0,0 2 0 16,0-2 0-16,3 0 0 0,-4 0 0 15,4 0 0-15,0 3-8 0,0-1 8 0,-3-2 0 0,3 3 0 16,0-1 13-16,-3 1-4 0,3-1 1 0,-4 1 0 16,1 2 0-16,0 0 0 0,-3-2 0 15,3 2 0-15,0 1 0 0,0-4 0 0,-3 3 0 16,0-2 0-16,3 2 0 0,-3 0 0 0,0 1-2 0,-1-4-8 15,-2 1 12-15,3-1-4 0,0-2 13 0,-3 3 3 0,3-3 0 16,-3 2 0-16,3-2-24 0,-3 0 0 0,0 0 0 0,0 0 0 16,0 0 0-16,-3 0 0 15,3 0 0-15,0 0 0 0,0 0 0 0,0 0 0 0,0-3 0 0,0 3 0 16,0-3 0-16,-1 1-10 0,-2-1 1 16,3 0 0-16,-3-2 9 0,3-1 12 0,0 4-2 15,-6-6-1-15,6 2-9 0,-6-2 0 0,3 0 0 0,3 3 0 31,-6-3-91-31,6 3-20 0,-3-6-4 0,3 0-669 0,0 3-133 0</inkml:trace>
  <inkml:trace contextRef="#ctx0" brushRef="#br0" timeOffset="6267.097">11912 8586 1728 0,'0'0'38'0,"-3"-2"8"0,0-6 2 15,3 2 0-15,-3 1-39 0,0-3-9 0,3 3 0 0,-3 0 0 0,0-1 104 0,3 6 20 0,-3-2 3 0,3 2 1 16,-3-6-19-16,3 6-3 0,0 0-1 0,0 0 0 15,0 0-65-15,0 0-14 0,0 0-2 0,0 0-1 16,0 0 5-16,0 0 2 0,-6 6 0 0,3-1 0 16,0 0-48-1,0 6-10-15,3-1-1 0,-3 4-1 0,3 1 30 0,0 4 0 0,3 0 0 0,-3 2 0 16,3 0 0-16,3 0 0 0,0 0 0 0,3 0 0 16,-3-2 15-16,6-3 9 0,-3-3 1 0,3-2 1 15,0-1-39-15,-1 1-8 0,1-3-2 0,0-3 0 16,-3 0 4-16,3 1 1 0,0-4 0 0,0 1 0 15,-3-3 18-15,-3 3-8 0,3-3 8 0,0 0 0 0,-3-3 0 16,-3-2 0-16,3 2 0 0,-1-2 0 0,-2-1 0 0,0 1 0 16,0-3 0-16,0 0 0 0,0 0 11 0,-3-2-1 15,0 2 0-15,0-3 0 0,0 1 14 0,0-1 4 16,0-2 0-16,3 2 0 0,-3 1 0 0,0 2 0 16,0 0 0-16,0 0 0 0,0 2-11 0,0 6-1 15,0 0-1-15,0 0 0 0,0 0-15 0,0 0 11 16,0 0-11-16,0 0 10 0,0 8-10 0,3 3 0 15,0 0 0-15,0 2-11 0,0-3 11 0,0 4 0 16,0-1 0-16,3-3 0 0,0 4 0 16,0-4-8-16,0-2 8 0,0 3-8 0,3-6 8 0,-3 3-12 15,3 0 12-15,-3-5-12 0,3 2 12 0,-3-5 9 0,0 3-1 16,3-3-8-16,-4-3 0 0,4 3 0 0,-3 0 0 16,0-5 0-16,0 2 0 0,0-5 0 0,0 3 0 15,0-3 0-15,-3 0 0 0,3-3 0 0,-3 1 0 0,-3-4 0 16,3-1 58-16,0-1 5 0,-3 0 1 0,3-5 0 15,-3 2-52-15,3-2-12 0,-3 0 0 0,0 0 0 16,0 5 0-16,3-3 0 0,-3 3 0 0,0 3 0 16,-3 0 0-16,3 2 0 0,0 1 0 0,-3 2 0 15,0 0-43-15,0 3-11 0,0-1-2 0,0 1-1 16,-3 2-181-16,-3 3-36 16,-9-2-7-16,-3 7-727 0</inkml:trace>
  <inkml:trace contextRef="#ctx0" brushRef="#br0" timeOffset="7211.735">11444 9078 1370 0,'0'0'39'0,"0"0"8"0,-2-5-38 0,2 0-9 0,-3 0 0 0,0-1 0 16,3 6 135-16,0-5 25 0,-3 2 4 0,3 3 2 15,0 0-73-15,0 0-14 0,0-5-3 0,-3 2-1 16,3 3-9-16,0 0-2 0,0 0 0 0,0 0 0 0,0 0-8 0,0 0-3 16,3 8 0-16,-3 3 0 0,0-3-33 0,0 2-8 15,3 4 0-15,-3-1-1 0,3 0-11 0,-3 0 0 16,3 1 0-16,-1-1 0 0,4-3 0 0,-3 4 0 16,3-4 0-16,0 3 0 0,3-5 0 0,-3 0 0 15,3 0 0-15,0 0 0 0,0-3-19 16,0 3 1-16,0-2 0 0,3-4 0 0,-3 1 9 0,0 0 9 15,3-1-13-15,-4-2 5 0,4 0 8 0,0-2 0 16,0 2-9-16,-3-3 9 0,0 0 20 16,0 1 8-16,-3-4 1 0,0 4 1 0,0-4-42 0,0 1-9 0,-3 0-2 15,0 0 0-15,0-1 48 0,-3-2 10 0,0 0 1 16,0 0 1-16,-3 1 12 0,3-1 3 16,-3-3 0-16,0 3 0 0,3 0-16 0,-3 0-4 15,3 3 0-15,-3 0 0 0,0-1-1 0,3 6-1 0,0 0 0 0,0 0 0 16,0 0-30-16,0 0 8 0,0 0-8 0,0 0 0 15,0 0 8-15,0 0 0 0,0 0-8 0,0 0 12 16,-3 8-12-16,3 0 0 0,0 0 8 0,-3 3-8 16,3-1 0-16,0 4 0 0,0-4 0 0,0 3 0 15,0 1 0-15,0-1 0 0,0 0 0 0,0 0 0 16,0 3 0-16,-3-3 0 0,0 3 0 0,0 0 0 16,0-3-10-16,0 3 10 0,-3-3-8 0,0 3 8 15,0 3-18-15,0-1 2 0,-3 1 0 0,0-1 0 16,0-2 4-16,0 3 0 0,1-3 1 0,-4 2 0 0,0-5 11 15,0 1 0-15,0-4 0 0,0 1 0 0,3-1 15 16,-3-2 8-16,0 0 1 0,0-2 1 16,0-1-25-16,4-2 0 0,-1-3 0 0,0 0 0 15,0 0 0-15,0-3 0 0,3 0 0 0,-3-2 0 0,3 2 16 0,0-5-3 16,0 0 0-16,3 1 0 16,-3-1-13-16,3-3 8 0,3 3-8 0,-3 0 0 0,0 0 0 15,3 0-20-15,0-2 4 0,-3 4 0 0,6-2 16 0,-3 3 0 16,0 0 0-16,3 0 0 15,0-3-55-15,0 5-7 0,3-2-2 0,3-1-819 16,0 1-164-16</inkml:trace>
  <inkml:trace contextRef="#ctx0" brushRef="#br0" timeOffset="7779.726">12701 8970 1872 0,'0'0'41'0,"0"0"9"15,0 0 2-15,0 0 0 0,0 0-42 0,0 0-10 0,0 0 0 0,0 0 0 0,0 0 110 0,0 0 20 16,0 0 4-16,0 0 1 0,0 0-43 0,-6 3-9 16,0 2-2-16,0 3 0 0,0 0-65 0,0 0-16 15,3 5 0-15,-3 0 0 0,3 0 0 0,-3 1 0 16,3 1 0-16,0 1 0 0,0 0 0 0,3 0 0 15,0 3 0-15,3-3 0 0,3-3 0 0,-3 0 0 16,3-2 0-16,0-1 0 0,0 1 9 0,6-3-1 16,-3-3-8-16,3 0 12 0,2-2-12 0,-2 0-13 15,3-1 2-15,0-2 1 0,0-2 10 0,3-1 0 16,-3 0 0-16,3-2 0 0,-3 0 0 0,-1-3 0 16,-2 0 0-16,0-3 8 0,0 3-8 0,-3-2 0 15,-3-4 0-15,3 1 0 0,-3 3 52 0,0-6 10 0,0 3 2 0,-3-6 0 16,0 3-14-16,-3 0-2 0,0 0-1 0,0 3 0 15,0-3-24-15,-3 3-5 0,0 0-1 0,0 2 0 16,0 3-17-16,-3-2 0 0,0 2 0 0,-3 0 0 16,0 3 0-16,0-1 0 0,-3 1 0 0,-3 0 0 15,0 5 0-15,4-3 0 0,-4 3 0 0,0 0 0 16,0 3-99 0,0-1-23-16,3 1-5 0,-3 2-717 0,6 1-144 0</inkml:trace>
  <inkml:trace contextRef="#ctx0" brushRef="#br0" timeOffset="8184.558">14076 8888 1933 0,'0'0'42'0,"-3"-5"9"0,-3 2 1 0,3-2 4 0,3 5-45 0,0 0-11 16,-3-3 0-16,3 3 0 0,0 0 110 0,0 0 20 0,0 0 4 0,0 0 1 15,0 0-57-15,0 0-11 0,0 0-3 0,0 0 0 16,0 0 0-16,-3 8 0 0,3 0 0 0,-3 0 0 15,3 0-51-15,-3 2-13 0,3 1 0 0,-3 2 0 16,3-2 0-16,-3 2 0 0,3 3 0 0,0 2 0 16,-3-2 0-16,3 5 0 0,0-2 0 15,0 2 0-15,-3 0 27 0,3 0 2 0,0 1 1 0,0-4 0 16,0 1-30-16,0-3 0 0,0-1 0 0,0 1 0 31,-3 0-48-31,3-3-4 0,-3 1 0 0,3-4 0 16,-3 6-97-16,3-5-20 0,-3 2-4 0,0-5-891 0</inkml:trace>
  <inkml:trace contextRef="#ctx0" brushRef="#br0" timeOffset="8832.598">11831 10079 1926 0,'0'0'42'15,"0"0"9"-15,-5 2 1 0,-1 1 3 0,6-3-44 0,-6 3-11 0,0-1 0 0,-3 1 0 16,6 2 60-16,-3 3 11 0,3-3 1 0,-3 3 1 16,0 0-7-16,3 3-2 0,0-1 0 0,0 4 0 0,0-4-64 0,0 6 0 15,0-3-11-15,3 6 1 16,-3-3 10-16,3 0 0 0,0 2 0 0,0-2 0 16,3 0 0-16,0 0 0 0,3-3 0 0,0 0-8 15,0 0 16-15,3-2 3 0,0-3 1 0,3 0 0 16,-3-3-61-16,2 0-12 0,1-2-3 0,0-3 0 15,3-3 52-15,0 1 12 0,0-3 0 0,0-3 0 0,3-3 0 0,-3 0 0 16,-1-2 0-16,1 0 0 0,-3-3 48 0,3 3 13 16,-3-3 3-16,0 0 0 0,0 0 0 0,-6 0 0 15,3 3 0-15,-6-3 0 0,0 0-52 0,-3 3-12 16,0-3 0-16,-3 0 0 0,0 3 53 0,-3 0 8 16,-3 0 2-16,0-1 0 0,0 4-50 0,-3-1-13 15,-3 3 0-15,3 3 0 0,-6 0 0 0,1 2 0 0,2 1 0 16,-3 2 0-1,0 0-19-15,0 2-9 0,0 3-1 0,0 1-1 16,1 2-157-16,-1 0-31 0,-24 10-6 0,12 3-2 0</inkml:trace>
  <inkml:trace contextRef="#ctx0" brushRef="#br0" timeOffset="9355.074">11855 11081 1710 0,'0'0'37'0,"0"0"8"0,0 0 2 0,0 0 1 0,0 0-38 0,0 0-10 0,0 0 0 0,0 0 0 16,0 0 88-16,0 6 15 15,-3-1 3-15,3 3 1 0,0 0-21 0,0 0-4 0,0 0-1 0,0 2 0 16,0-2-6-16,0 6-2 0,0-1 0 0,0 0 0 16,0 0-58-16,0 0-15 0,0 3 0 0,0 0 0 15,3 0 54-15,-3-3 8 0,3 1 2 0,-3 1 0 16,3-1-52-16,0 2-12 0,-3-1 0 0,3 1 0 16,0 0 12-16,-3 3 0 0,3-1 0 0,-3 3 0 15,3 1-12-15,-3 1-16 0,3-1 3 0,-3 1 1 16,3-2 12-16,-3-2 0 0,3 2 0 0,-3-2 0 15,3-3 0-15,0-6 0 0,0 3 0 0,-3-2 0 16,3-3-11-16,-3-3 1 0,3 6 0 0,0-6 0 16,3-2-170-1,0 2-33-15</inkml:trace>
  <inkml:trace contextRef="#ctx0" brushRef="#br0" timeOffset="16001.058">12766 10076 1267 0,'0'0'28'0,"0"0"5"0,0 0 2 0,0 0 1 0,-3-5-36 0,3 5 0 0,0 0 0 0,0 0 0 16,0-3 109-16,0 3 15 0,0 0 4 0,0 0 0 15,0 0-52-15,0 0-9 0,0 0-3 0,0 0 0 16,0 0 0-16,-6 5 0 0,0 1 0 0,3 4 0 16,0-2-51-16,-3 3-13 0,3-1 0 15,0 1 0-15,0 2 0 0,0-2 0 0,0 2-9 0,0 0 9 16,3-2 0-16,0 5-9 0,0-3 9 0,3 3 0 15,0-3-13-15,0 3 2 0,6-3 1 0,-3 0 0 16,3-2-30-16,0-1-5 16,0-2-2-16,0-2 0 0,3-1 21 0,-3-2 4 0,3-3 1 0,3-3 0 15,-3 0 21-15,-1-2 18 0,1-3-3 0,0-2-1 16,0-4 37-16,-3 1 7 0,3 0 2 0,-3-3 0 16,0 3 11-16,-3-3 2 0,3 5 1 0,-6-2 0 0,3 0-7 15,-6 0-2-15,3-3 0 0,-6 5 0 0,3-2-22 16,-3 0-5-16,-3 2-1 0,0-2 0 0,0 2-17 0,0 1-4 15,0 2-1-15,-3 0 0 0,0 3-15 0,-3 2 0 16,0 0 0-16,-3 3 0 16,0 3-39-16,1 2-10 0,-4 3-3 0,0 0 0 15,0 3-112-15,0 2-22 0,-3 3-5 0,0 0-1 16</inkml:trace>
  <inkml:trace contextRef="#ctx0" brushRef="#br0" timeOffset="16673.354">12909 11179 1668 0,'0'0'47'0,"-3"-5"11"0,0 0-46 0,3 5-12 16,-3-6 0-16,3 6 0 0,-3-2 108 0,-3-1 19 15,0 1 4-15,6 2 1 0,-6 0-49 0,0 0-10 0,6 0-1 0,-6 2-1 16,0 3-38-16,0 1-7 0,0 2-2 0,-2 2 0 15,2 1-24-15,0 2 0 0,0 3 0 0,0-3 0 16,3 3 0-16,-3-3 8 0,3 1-8 0,3 1 12 16,-3-1-12-16,6-1 0 0,-3 0 0 0,3-2 0 15,3 2 0-15,-3-2-11 16,6-1 11-16,-3 1-8 0,6-3-14 0,-4-3-2 0,4 0-1 16,0 0 0-16,-3-2 16 0,0-3 9 0,3 0-10 15,0-5 10-15,-3 2 0 0,3-2 10 0,0 0 0 16,0-3 0-16,2 0 25 0,-5 0 5 0,3-3 0 0,0 1 1 15,-3-1 7-15,0-2 2 0,-3 2 0 0,0-2 0 16,-3 0 6-16,0-3 0 0,0 0 1 0,-3-3 0 16,0 1-46-16,-3-3-11 0,-3 0 0 0,0-1 0 15,0 4 0-15,0-1 0 0,-3 4 0 0,0-1 0 16,3 2 0-16,-3 4 0 0,0-1 0 0,0 6 0 16,-2 0-48-16,2-1-13 0,3 1-3 15,-6 2 0-15,3 1-102 0,0-1-21 0,0-2-4 0,0 2-1 16</inkml:trace>
  <inkml:trace contextRef="#ctx0" brushRef="#br0" timeOffset="18243.785">15665 6266 1645 0,'0'0'36'0,"0"0"7"0,0 0 1 0,0 0 4 0,0 0-39 0,0 0-9 0,0 0 0 0,0 0 0 16,0 0 51-16,0 0 8 0,0 0 1 0,0 0 1 16,0 0-28-16,-3-6-5 0,3 6-2 0,0 0 0 15,-6 0 13-15,6 0 2 0,0 0 1 0,0 0 0 16,0 0-16-16,0 0-3 0,0 0-1 0,0-5 0 16,3 0 11-16,3 0 3 0,0-1 0 0,3 1 0 15,3 0-20-15,-3-1-4 0,3-2-1 0,3 3 0 16,0-3 5-16,0 3 0 0,-1 0 1 0,4-1 0 15,3 1-17-15,0 2 0 0,3 1 0 0,-3-1 0 16,2 0 0-16,-2 3-12 0,3-2 1 0,0 4 1 16,-6-2 10-16,3 6 0 0,-4-6 0 0,1 2 0 15,-3 4 0-15,-3-1 0 0,0-2 0 0,-3 2 0 16,0-2 0-16,-3 2 0 0,0-2 0 0,0 2 8 16,0 0-8-16,-3 0 9 0,0 1-9 0,0-1 10 15,0 0-10-15,0 3 8 0,0-3-8 0,3 3 8 16,-3 3-8-16,-1 0 8 0,1-1-8 0,0 1 8 15,3 2-8-15,-3 0 0 0,0 0-12 0,3 3 12 16,-3 0 0-16,0 0 0 0,3 0 0 0,-3 0 0 16,3 0 0-16,-3 0 0 0,3-1 0 0,-3 4 0 0,0-3 0 0,0 5 0 15,0-2 0-15,0 4 0 0,0-1 0 0,-3 4 0 16,3 0 0-16,0 4 0 0,0-4 0 0,0 0 0 16,3-2 0-16,-3 3 0 0,0-3 0 0,0-1 0 15,0-1 0-15,3 1 0 0,-6-1 0 0,6-1 0 16,-3 3 0-16,0 2 0 0,3 3 0 0,-1-2 0 0,-2 4 0 15,3 1 0-15,-3-3 0 0,3 0 0 0,-3-2 0 16,0-1 0-16,0 1 0 0,0-4 0 0,0-1 0 16,-3 1 0-16,3-1 0 0,-3-1 0 0,-3 3 0 0,3-1 0 15,0 4 0-15,-3 2 0 0,0 0 0 0,0 0 0 16,0-2 0-16,0-1 0 0,-3 1 0 0,0-4 0 16,0-1 8-16,1-1 8 0,-1 0 3 15,0-3 0-15,0 1-31 16,-3-6-5-16,3 3-2 0,0-3 0 0,0 3 19 0,0-3 0 0,3-2 0 0,-3 2 0 15,0 0 0-15,0-2 0 0,3 0 0 0,0-1 0 16,0-2 0-16,-3 3 0 0,3-3 0 0,0 0 0 16,0-1 0-16,-3-1 0 0,3-1 0 0,0 0 0 15,-3-2 0-15,3 2 0 0,3-5 0 0,-9 6 0 16,1-4 19-16,-1 1 7 0,0 0 2 0,0-1 0 16,-3 1-28-16,0-1 0 0,0 1 8 0,0 0-8 15,-3-1 0-15,0 4 0 0,-2-4 0 0,-1 4 8 16,0-4-8-16,-3 4 0 0,3-4 9 0,-3 4-9 0,3-4 28 15,1 1 2-15,-1-1 0 0,0 1 0 0,3-3-30 16,0 0 0-16,3-3-8 0,-3 3 8 0,3 0 9 16,3-2 9-16,-2-1 2 0,2-2 0 0,0 0-12 0,-3-1-8 15,3-2 12-15,-3 0-12 0,3 0 10 0,-3 1-10 16,3-1 8-16,0-3-8 0,0 0 0 0,0 3 8 16,3 1-8-16,-3-1 0 0,4 0 0 15,-4 0 0-15,3 2 0 0,0-1 0 0,-3 1 0 0,6-2 0 16,-3 3 0-16,0 0 0 0,3-1 0 15,-3-2 0-15,3 3 0 0,-3 0 0 0,3-3-20 0,0 3-4 16,0-1 0-16,0-2 0 0,0 0 39 0,0 1 7 16,3-4 2-16,-3 0 0 0,3-2-39 0,0 0-7 0,-3-3-2 15,3-5 0-15,0 0 24 0,0-3 0 16,0-5 0-16,0-3 0 0,3-5 0 0,-3 3 0 0,0-1 0 0,3 1 0 16,0-1 0-16,0 1 0 0,3 0 0 0,-3-6 0 15,0-2 0-15,0-1 0 0,0-2 0 0,0 0 0 16,0 6 0-16,-3 2 0 0,3 2 0 0,-3 1 0 15,0 2 0-15,0-2 0 0,-3-3 0 0,3-3 0 16,-3 0 16-16,0 3 8 0,0-3 2 0,0 3 0 16,3 6-42-16,-3 2-8 15,0 2-1-15,-3 1-1 0,3 2 72 0,3 3 14 0,-3-1 4 0,0 1 0 16,3 3-103-16,-3-1-20 16,3 1-4-16,0 2-1 0,0 0 103 0,0-3 20 0,0 4 4 0,0-1 1 15,3 0-52-15,-3 3-12 0,3-1 0 0,-3 1 0 16,3 3 0-16,0 2 0 0,-3 0 0 0,3 0 0 15,0 2-19-15,-3 1-6 0,3 0-2 0,-3 5 0 16,0 0-8-16,0 0-1 0,0 0-1 0,0 0 0 16,0 0 37-16,0 0 0 0,0 0 0 0,3-3 0 15,-3 3-161-15,0 0-25 0,0 0-5 0,6 6-1 0</inkml:trace>
  <inkml:trace contextRef="#ctx0" brushRef="#br0" timeOffset="21005.477">18234 6319 836 0,'0'0'24'0,"-6"-3"4"16,0-2-28-16,0 2 0 0,3 0 0 0,-3 1 0 0,0-4 97 0,3 4 14 15,-3-3 2-15,3 2 1 0,1-2-23 0,2 5-5 16,-3-3-1-16,3 3 0 0,0-5-13 0,0 5-4 15,0-6 0-15,3 1 0 0,-1 2-30 0,1 1-6 16,3-4-2-16,0 4 0 0,3-1 0 0,-3 1 0 16,6-4 0-16,0 4 0 0,3-1-2 0,3 0 0 15,3 1 0-15,-1-4 0 0,4 4 1 0,3-4 0 16,0 4 0-16,3-1 0 0,2 1-20 0,-2-1-9 16,0-2 8-16,3-1-8 0,-4 4 0 0,1-4 0 15,-3 1 0-15,3 2 0 0,0 1 0 16,-7 2 0-16,1 0 0 0,-3 0 0 0,0 2 0 0,-6-2 0 15,0 3 14-15,-4 0-4 0,-2-1-10 0,0 4 0 0,-3-4 9 0,0 4-9 16,0-4 12-16,-3 4-3 0,-3 1 0 0,3 1 0 16,-3 0-9-16,0 3 12 0,0-1-12 0,0 4 12 15,0-1-12-15,0 3 0 0,0 2 0 0,0 1 8 16,-3 2-8-16,3-2 0 0,0 2 0 0,0 3 8 16,0-1-8-16,3 1 0 0,-3 0 0 0,0 0 0 15,3 5 0-15,0 0 0 0,0 0 0 0,0 6 0 16,0-4 0-16,0 1 8 0,3 2-8 0,3-2 0 15,-3 3-22-15,0-1-10 16,0 0-1-16,0 1-1 0,0-1 58 0,0 3 12 0,0 0 3 0,0 6 0 16,-1-4-39-16,1-2 0 0,0 3 0 0,0 0-8 0,0-3 8 15,0-3 0-15,0 1 0 0,-3 4 0 0,3-4 0 0,0 2 0 16,0 0 0-16,-3 0 0 0,3-3 0 0,-3-2 0 16,0 0 0-16,-3-1 0 15,3-4-29-15,-3 2-4 0,0-5-1 0,0 5 0 16,0-5 57-16,-3 2 11 0,3-2 2 0,-3 0 1 0,0 0-19 0,0-3-4 15,0 0-1-15,-3 0 0 0,3-5 1 0,-3 0 0 16,0 0 0-16,0 0 0 0,3-6-14 0,-3 1 0 16,0-3 0-16,-3 2 0 0,3-4 22 0,-2-1 2 15,-4-2 0-15,3 2 0 0,-3-3-1 0,0-2 0 16,-3 3 0-16,0-3 0 0,0 0-2 0,0 0 0 0,-5-3 0 16,2 1 0-16,-6-3-21 0,3-1 0 0,-3 1 0 15,-3 0-8-15,1-3 8 0,-1 0 0 16,0 0 0-16,-3-3 0 0,0 3 20 0,-2 0 5 0,2 0 2 15,-6 1 0-15,4-1-17 0,-1 0-10 0,-3-3 12 16,0 3-12-16,7-2 16 0,-4 2-3 0,3-3-1 16,3 3 0-16,-2-3 6 0,2 4 1 0,0-7 0 0,0 1 0 15,3 3-19-15,1-4 0 0,-1 1 0 0,3 0 0 16,3 0 0-16,0-1 0 0,3-2 0 0,0 1 10 16,3-4-10-16,4 1 0 0,-1-4 0 0,0-1 0 15,6-1 0-15,0-5 0 0,3-3 0 0,0-5 0 16,3 0 0-16,0 0 0 0,0-3 0 0,3-5 0 15,0 3 0-15,3-6 0 0,2-5 0 0,1-5 0 16,0 0 0-16,3 5 0 0,0 0 0 0,0 0 0 16,0-3-11-16,0 1 11 0,0-1-8 0,2 1 8 15,-5 4 0-15,3 4-8 0,-3-1 8 0,0 1 0 16,0 4 0-16,-3 1 0 0,0 2 0 0,0 1 0 0,0 4 0 16,-3 1 0-16,2 2 12 0,1 3-4 0,-3 2-8 0,3 4 0 15,-3-1 0-15,0 5 0 0,0 3 0 0,0 1 0 16,-3 1 0-16,3 1 0 0,-3 3 0 0,0-1 0 15,0 3 0-15,0 0 0 0,-3 5 0 0,3-2 0 16,-3 5 0-16,0 0 0 16,0 0-50-16,0 0-11 0,0 0-3 0,0 0 0 15,-3 8-53-15,3 0-11 0,-3 5-3 0,3 3-575 16,-3 3-115-16</inkml:trace>
  <inkml:trace contextRef="#ctx0" brushRef="#br0" timeOffset="21791.336">13972 9756 1900 0,'0'0'42'0,"-6"-3"9"0,3 1 1 0,3 2 1 0,0 0-42 0,0 0-11 0,0 0 0 0,-6 2 0 16,6-2 51-16,-6 3 8 0,0 2 1 0,0 0 1 15,0 3-33-15,0 0-8 0,-3 3 0 0,3 2-1 16,-3 0 36-16,3 3 7 0,0 3 2 0,-3 2 0 15,3 3-52-15,0-3-12 0,0 3 0 0,4-1 0 16,-1 1 0-16,0-3 0 0,3-2 0 0,3 2 0 16,0-2 0-16,-1-1 0 0,7-2 0 0,0 0 0 15,0-3-12-15,6-2-6 0,0 2-1 0,0-2 0 16,3-3 19-16,0-3 0 0,2 0 0 0,-2-2 0 16,6-3 9-16,-3 0 9 0,-3-6 2 0,3 1 0 15,0-3 11-15,-4-2 2 0,1-1 1 0,0-2 0 0,0 0-3 16,0-1-1-16,-6 1 0 0,0-3 0 0,-3 0 18 0,-1 1 4 15,-5-4 1-15,0-2 0 0,-6 0-33 0,0-3-8 16,-5 3 0-16,-1-3-1 0,0 3-11 0,-3 2 0 16,-3 1 0-16,0-1 0 0,0 6 31 0,-3 0 4 15,0-1 1-15,-5 4 0 0,2 2-36 16,-3 3 0-16,-3-1 0 0,-3 4 0 16,4-1-29-16,-4 6-3 0,0-1-1 0,0 6 0 15,4 5-76-15,-1 1-15 0,3 2-4 0,3 5-648 16,3-3-131-16</inkml:trace>
  <inkml:trace contextRef="#ctx0" brushRef="#br0" timeOffset="22332.651">14159 10994 1893 0,'0'0'41'0,"0"0"9"0,0 0 2 0,0 0 2 0,0 0-43 0,0 0-11 0,0 0 0 0,0 0 0 16,0 0 73-16,0 0 13 0,0 0 2 0,-3 8 1 15,3-3-35-15,0 3-7 0,-3 0-2 0,3 3 0 16,0 2-18-16,0 0-4 0,0 3-1 0,0 0 0 16,0 3-7-16,0-1-2 0,0 3 0 0,0 0 0 15,0 1-5-15,3-1-8 0,-3 0 11 16,0 3-11-16,3-3 11 0,-3 0-11 0,3-2 10 0,0 2-10 16,-3-3 0-16,3 1 8 15,-3-1-8-15,3-2 0 0,-3 0 0 0,3 0 8 16,-3 0-8-16,0-3 0 0,0 0 8 0,0 1-8 0,-3-4 0 0,3-2 0 31,0-3-128-31,0-5-32 0,0 0-7 0,0 0-1 0</inkml:trace>
  <inkml:trace contextRef="#ctx0" brushRef="#br0" timeOffset="26849.402">13882 10965 1261 0,'0'0'36'0,"0"0"8"15,0 0-36-15,0 0-8 0,0 0 0 0,-6 0 0 0,6 0 116 0,0 0 20 16,0 0 5-16,0 0 1 0,0 0-62 0,0 0-13 16,0 0-3-16,0 0 0 0,0 0-20 0,0 0-4 15,0 0 0-15,6 5-1 16,0-5-63-16,3 0-12 0,0 0-2 0,3 0-1 0,0 0 63 0,3 0 12 0,3-2 2 0,0 2 1 16,-1-3-31-16,4 3-8 15,0-3 0-15,0 1 0 0,-3-1 21 0,3 0 3 16,-4 1 1-16,4-1 0 0,-3 3-33 0,0-3-8 0,0 1 0 15,0-1-1-15,0 3 17 0,-1-2 0 0,-2 2 11 16,3-3-11-16,0 3 0 0,-3-3 0 0,0 3 0 0,0 0 0 16,0 0 8-16,-3 0 2 0,-1 0 0 0,-2 0 0 15,3 3-10-15,-3 0 0 0,0-3 9 0,-3 5-9 16,0-3 33-16,0-2 3 0,0 3 0 16,0 0 0-16,-3-1-7 0,3 1-1 0,-3-3 0 0,-3 0 0 15,6 3-28-15,-3-1 0 0,0 1 0 0,3 0 0 16,-3-1 0-16,0 1 0 0,-3-3 0 0,3 5 0 15,3-2 39-15,-6-3 1 0,3 3 1 0,-1 2 0 16,-2-5-21-16,3 5-5 0,-3 0-1 0,3 1 0 16,-3-1-5-16,0 0-1 0,0 3 0 0,0 0 0 15,0 0-8-15,0 0 0 0,0 3 0 0,-3-1 0 16,3 3 0-16,0 1 0 0,0-1 0 0,-3 3 0 0,3 0 0 16,0 0 0-16,3-1 0 0,-3 4 0 0,0-1 0 15,-3 1 0-15,3-3 0 0,0 2 0 16,0-2 0-16,-2 3-9 0,2-3 0 0,-3 2 0 0,3 1 9 0,-3-3 12 15,3-3-2-15,0 3-1 16,0 0-29-16,-3-3-5 0,3 3-2 16,-3-3 0-16,6 0 27 0,-3 0-10 0,-3 1 10 0,3-1 0 0,0-3 0 0,0 1 0 15,0 0 0-15,0-4 0 0,0 1 0 0,0 0 0 0,-3 0 0 16,3-2 0-16,-3-1 0 0,3-2 0 16,0-3 0-16,-3 5 0 0,3-5 24 0,-3 5 3 15,0 0 0-15,-3-2 0 0,6-3-27 0,-6 3 0 16,0-1 0-16,0 4 0 0,0-6 0 0,0 2 0 0,-3 1 0 15,0 0 0-15,0-1 0 0,0-2 0 0,-3 3 0 0,0 0 0 16,1-1 0-16,-4 1 0 0,0-1 0 0,0 1 0 16,0 0 0-16,-3-1 0 0,0 4 0 0,3-4 0 15,-2-2 0-15,2 6 0 0,-3-4 0 0,3 1 0 16,3 0 0-16,-3 2 0 0,0-3 0 0,-3 4 0 16,4-4 0-16,-4 4 0 0,0-4 0 0,0 1 0 15,3 2 0-15,0-2 0 0,-3 0 0 0,3-1 0 16,1-2 56-16,2 3 7 0,0 0 1 0,0-3 0 15,0 0-64-15,3 0-15 0,-3 0-1 0,3 0-1 16,0 0 27-16,3 0 6 0,0-3 0 0,0 0 1 16,0 3-17-16,0-2 0 0,1 2 0 0,5 0 0 15,-3-3 0-15,3 3 0 0,-6-3 0 0,0 1 0 16,6 2 0-16,-3-3 0 0,3 3 0 0,-6-5 0 16,3 2 0-16,0-2 0 0,0-1 0 0,0 1 0 15,0 0 0-15,3 0 0 0,-3-3 0 0,0-3 0 16,0 1 0-16,3-4 0 0,-3-2 0 0,0-5 0 0,0 0 0 0,0-3 0 15,0 0 0-15,0-2 0 0,-3 2 0 0,3-2 0 16,0-3 0-16,0 0 0 0,0 2 0 0,3-5 0 16,-3 1 0-16,0-7 0 0,3 1 0 0,-3 3 0 15,3 0 0-15,0 2 0 0,3 3 24 0,-3 5 0 16,0 0 1-16,0 6 0 0,3-1-16 0,-3 3-9 16,0 3 10-16,3 0-10 0,-3 2 33 0,0 3 1 0,3 0 0 15,0 3 0-15,-3-3-34 0,3 5 0 16,0-2 0-16,-3 5 0 15,0 0-44-15,3-2-16 0,0 2-4 0,-3 0 0 0,6-3 52 0,0 6 12 0,-3-3 0 0,3 2 0 32,0 3-54-32,0-2-8 0,0 5-2 0,-3-3-751 0,3 3-150 0</inkml:trace>
  <inkml:trace contextRef="#ctx0" brushRef="#br0" timeOffset="27735.646">16570 9883 658 0,'-6'-11'14'0,"3"9"3"0,0-6 1 0,-3 2 2 0,3-2-20 0,-3-2 0 0,3-1 0 0,-3 3 0 16,4 3 29-16,-4 0 3 0,3-1 0 0,-3-2 0 16,3 3 32-16,-3 3 8 0,0-4 0 0,0 1 1 15,0 2-7-15,0 1-2 0,0 2 0 0,0 0 0 16,0-3 0-16,-3 3 0 0,3 0 0 0,0 3 0 16,3-3 0-16,-3 2 0 0,6-2 0 0,0 0 0 15,-3 3 0-15,3-3 0 0,0 0 0 0,0 5 0 16,3 1 0-16,0-1 0 0,3 0 0 0,0 0 0 0,6 1 0 15,0-1 0-15,3 0 0 0,0 1 0 0,0-4 5 0,-1 4 1 16,1-4 0-16,3 1 0 0,0-1-10 0,0-2-1 16,3 3-1-16,0 0 0 0,-1-1-58 0,1 1-25 15,0 0 1-15,0-1 1 0,0 4 23 0,0-1 0 16,-3 0 0-16,-1 1 0 0,-2 1 0 0,0 1 0 16,0 0 0-16,-3 0 0 0,-3 3 0 0,3-1 0 15,-6 4 0-15,0-1 8 0,-3 0 9 0,-3 0 2 16,0 3 0-16,-6-3 0 0,0 6-19 0,-6-3 0 15,0 0 0-15,-3 2 0 16,0 1-48-16,-3-3-12 0,-3 2-4 0,1 1 0 0,-1-1 64 0,0 3 20 16,0 1 0-16,3 1 0 0,0 1-32 0,1-3-7 0,2 3-1 15,3 0 0-15,0-6 20 0,3 4 0 0,3-4 0 16,0-2 0-16,0 0 0 0,3-3 0 0,0 0 0 16,3 1 0-16,0-6 0 0,3 2 0 0,0-2 0 0,3 0 0 15,0-3 0-15,0 3 0 0,3-2 0 0,0-1 0 16,0-3 0-16,3 4 0 0,2-6 0 0,1 2 0 15,0-2 0-15,3 0 0 0,3 0 0 0,0 0 0 16,3-2 0-16,-1-1 0 0,4 0 0 0,0 1 0 16,0-3-106-16,0-3-18 15,-1 0-3-15,1 0-922 0</inkml:trace>
  <inkml:trace contextRef="#ctx0" brushRef="#br0" timeOffset="28048.45">17529 10147 1807 0,'0'0'40'0,"0"0"8"0,0 0 1 0,0 0 2 0,0 0-41 0,0 0-10 0,0 0 0 0,0 0 0 0,0 0 84 0,6 0 16 15,-3-2 2-15,6 2 1 0,-4 0-28 0,7 0-6 16,-3 0-1-16,3 0 0 0,3 0-15 0,-3 0-3 15,3 0-1-15,3 0 0 0,0 2-13 0,-1-2-2 16,1 0-1-16,0-2 0 0,0 2-14 0,0 0-3 0,0-3-1 0,0 0 0 16,2-2-15-16,1 5 9 0,0-5-9 0,3 5 8 15,-3-3-8-15,3 1 0 0,-4-1 0 0,1 3 8 16,-3 0-22-16,0-3-5 0,0 3-1 0,-6 3 0 31,0-3-39-31,0 0-8 0,-3 0-1 0,-4 3-1 0,-5-3-167 16,0 0-34-16,0 0-6 0,0 0-2 0</inkml:trace>
  <inkml:trace contextRef="#ctx0" brushRef="#br0" timeOffset="28300.759">17585 10388 1756 0,'0'0'39'0,"0"0"8"0,0 0 1 0,0 0 1 0,0 0-39 0,3 5-10 0,0-2 0 0,3 0 0 16,0-1 133-16,0-2 25 0,3 0 5 0,3 0 1 15,-3 0-52-15,3 0-9 0,0-2-3 0,3-1 0 0,-4 3-36 16,4-3-8-16,-3 1-2 0,0-1 0 0,3 1-23 0,0-1-5 16,3 0-1-16,-3 1 0 15,2-4-45-15,1 4-8 0,3-4-3 0,0 1 0 0,0 2 53 0,3-5 10 16,2 3 3-16,1 0 0 16,-3-3-114-16,3 3-22 0,0-1-5 15,-1 1-720-15,-2-3-144 0</inkml:trace>
  <inkml:trace contextRef="#ctx0" brushRef="#br0" timeOffset="32018.395">18562 10050 1074 0,'3'-8'30'0,"-3"8"8"0,3-6-30 0,-1 1-8 0,-2 0 0 0,3-3 0 15,0 2 104-15,-3 1 19 0,3-3 4 0,-3 0 1 16,0 3 0-16,0-3 0 0,0 3 0 0,0-1 0 16,0 1 0-16,0 5 0 0,0-5 0 0,0 5 0 15,0-5-52-15,0 5-9 0,0 0-3 0,0 0 0 16,0 0-51-16,0 0-13 0,0 0 0 0,0 0 0 15,0 0 0-15,-6 2 0 0,1 4 0 0,2-1 0 16,-3 3 54-16,3 2 8 0,-3 1 2 0,0 0 0 16,3-1-52-16,-3 1-12 0,0 2 0 0,3 0 0 15,-3 0 0-15,3 1 0 0,3 1 0 0,-3 1 0 16,3-2-48-16,0-1-13 0,0 3-3 16,3-3 0-16,0 0 0 0,0-2 0 0,0 2 0 15,3-5 0-15,-3 2 18 16,3-2 3-16,0 0 1 0,3-5 0 0,-3 2 14 0,0-2 2 0,2-3 1 0,-2-3 0 15,3 3 17-15,0-5 8 0,-3 0-8 0,3-1 8 0,0-2 0 0,0 1 16 16,0-1-3-16,-3-3 0 0,3 3 36 0,-3-2 7 16,3 2 2-16,-3-3 0 0,0 3 5 0,0 0 1 15,0 0 0-15,-1-2 0 0,-2 2-52 0,0 0-12 16,0 2 0-16,-3 1 0 0,0 5 0 0,0 0 0 16,0 0 0-16,0 0 0 0,0 0 0 0,0 0 0 0,0 0 0 15,0 0 0-15,0 0 0 0,0 0 0 16,6 8 0-16,-3 3 0 15,0-3-48-15,0 0-13 0,3 2-3 0,3 1 0 16,-3-1 0-16,3 1 0 0,3 2 0 0,-3-2 0 16,6-1-153-16,-3-2-31 0,3 3-7 0,-1-3-1 15,1-3 154-15,3 0 30 0,-3 1 7 0,3-4 1 16,-3 1 0-16,0-3 0 0,-3-3 0 0,0 1 0 0,-1-1 102 0,-2-5 21 0,0 3 4 0,0-3 1 16,-3 0 102-16,0 0 21 0,0-3 4 0,0 3 1 15,-3-2-52-15,0 2-9 0,0-3-3 0,0-2 0 16,0 0-51-16,-3-3-10 0,3 3-3 0,0-3 0 15,-3 0 0-15,0 0 0 0,0-2 0 0,3-1 0 16,-3 1-51-16,0-4-13 0,0 1 0 0,0 0 0 16,0 2 0-16,0 4 0 0,-3-1 0 0,3 0 0 15,-3 3 0-15,3 2 0 0,0 3 0 0,0 0 0 16,0 3-100-16,0 5-22 0,0 0-5 0,0 0-1 0</inkml:trace>
  <inkml:trace contextRef="#ctx0" brushRef="#br0" timeOffset="32994.857">19380 9745 1267 0,'0'0'28'0,"0"0"5"0,0 0 2 0,0 0 1 0,0 0-36 0,0-5 0 15,0 0 0-15,0 5 0 0,0 0 109 0,0-6 15 16,0 1 4-16,0 5 0 0,0 0-52 0,0 0-9 16,0 0-3-16,0 0 0 0,0 0 0 0,0 0 0 15,0 0 0-15,0 0 0 0,0 0 0 0,0 0 0 16,0 0 0-16,6 5 0 0,-6-5 0 0,3 3 0 0,0 5 0 16,0-3 0-16,0 3-51 0,-3 3-13 0,3-1 0 0,-3 1 0 15,3-1 0-15,0 4 0 16,0-1 0-16,0 0 0 15,0 6-48-15,3-3-13 0,0-1-3 0,0 1 0 16,0 0 0-16,3-3 0 0,-3 1 0 0,2-1 0 16,4-3-13-16,-3-2-3 0,3 0-1 0,0-2 0 0,0-1 45 0,3-2 10 15,0-1 2-15,-3 1 0 0,3-6 24 0,-4 1 0 0,1-1 0 0,0-2 0 16,0-1-24-16,-3 1 1 0,3-3 0 0,-6 0 0 16,0-2 70-16,0 2 13 0,0-3 4 0,-3 0 0 15,0-2 51-15,0 0 10 0,-3 0 3 0,3 0 0 16,-3-3-52-16,0 2-9 0,-3-1-3 0,3 1 0 15,-3 1-22-15,3 0-5 0,-3 2-1 0,0 3 0 16,3 0-8-16,-3 1-1 0,0 1-1 0,0 1 0 16,0-3-7-16,3 5-2 0,0 3 0 0,0 0 0 15,0 0-6-15,0 0-2 0,0 0 0 0,0 0 0 16,0 0-9-16,-6 6 0 0,3 2 0 0,3 0 8 16,-3-1-8-16,0 7 0 0,3-4 0 0,-3 6 8 15,3 3-8-15,-3-1 0 0,0 3 0 0,0 3 0 0,0 0 0 0,0 0 0 16,-3 0 0-16,0-1 0 0,3 4 0 0,-3-6 0 15,0 0 0-15,-3 0-11 0,4 1-7 0,-4-1-2 16,0-3 0-16,-3 3 0 0,0 1 20 0,0-1-10 16,-3 0 10-16,3 0-8 0,-3 0 8 0,0 0 0 15,1-5 0-15,-1 3 0 0,0-1-11 16,0-4 0-16,3 1 0 0,0-4 0 0,-3 0 11 0,3-3 0 16,3-1 0-16,-3-1 0 0,1 2 0 0,2-6 0 15,3 1 0-15,-3-3 0 0,3 0 12 0,0 0-3 16,6 0 0-16,0 0 0 0,-3-3-9 0,0-2 0 15,0-3 0-15,3 3 0 0,0 0 0 0,0-1 0 16,0-2 0-16,0 3 0 16,0-3-49-16,3 3-12 0,0-1-3 0,0 1 0 15,0 0-102-15,0 2-21 0,6-7-4 0,-9 10-1 0</inkml:trace>
  <inkml:trace contextRef="#ctx0" brushRef="#br0" timeOffset="38061.436">12498 13349 1396 0,'0'0'31'0,"0"0"6"0,0 0 2 0,0 0 0 0,0 0-31 0,0 0-8 0,0 0 0 0,0 0 0 16,0 0 88-16,0 0 16 0,0 0 3 0,0 0 1 16,0 5-20-16,0 3-3 0,3-2-1 0,-3 2 0 15,0-1-17-15,0 1-4 0,0 0-1 0,0 0 0 16,0 0-18-16,0 0-4 0,0 3-1 0,0-1 0 16,0 4-13-16,0-4-2 0,0 1-1 0,-3 2 0 0,3 0 7 0,0 3 2 15,-3-3 0-15,3 6 0 16,0-3-44-16,0 2-9 0,0 1-2 0,0 2 0 0,0-3 23 15,0 1 0-15,0 2 0 0,0 0 0 0,0 0 0 0,0 1 0 16,0 4 0-16,-3-2 0 0,3 2 0 0,0 1 0 16,0-1 0-16,-3 6 0 0,3-3 12 0,-3 0 1 15,3 3 0-15,-3 0 0 0,0-3 4 0,3 0 1 16,-3 0 0-16,0 0 0 0,3-2-5 16,-3 2-1-16,0 0 0 0,3 0 0 0,-3 3-12 0,3-3 0 15,0 3 8-15,0-1-8 0,0 1 0 0,0-3 0 16,0 0 8-16,0 3-8 0,0-6 0 0,0 4 0 15,0-4 0-15,0 6 0 0,-3-6 0 0,3 3 0 0,0-2 0 16,-2 2 0-16,2 0 8 0,0-3-8 16,0 1 0-16,-3-3 0 0,3 0 0 0,0-3 8 0,0 0-8 0,0-3 0 15,0 1 0-15,-3-3 0 0,3-3 0 0,0 3 0 16,0-3 0-16,0-2 0 0,0 2 0 0,0-5 0 16,0 3-10-16,0-4-2 0,0-1 0 0,3-1 0 15,-3-5-28 1,0 0-5-16,0 0-2 0,0 0 0 0,0 0-106 15,3-3-22-15,2-7-4 0</inkml:trace>
  <inkml:trace contextRef="#ctx0" brushRef="#br0" timeOffset="39796.792">12522 13378 1036 0,'0'0'23'0,"0"0"5"0,0 0 0 0,0 0 1 0,0 0-29 0,0 0 0 16,0 0 0-16,0 0 0 0,0 0 108 0,0 0 16 16,0 0 4-16,0 0 0 0,0 0-52 0,0 0-9 15,0 0-3-15,0 5 0 0,0-5-20 16,0 0-4-16,0 0 0 0,3 6-1 0,-3-6-11 0,0 0-3 0,3 5 0 0,0 0 0 15,3-2 31-15,-6-3 7 0,6 3 1 16,0-1 0-16,0-2-52 0,3 3-12 0,-3-3 0 0,3 0 0 16,0 0 0-16,-1 0 0 0,1 0 0 15,3-3 0-15,-3 3 0 0,3-2 0 0,3 2 0 0,0-3 0 16,-3 3 0-16,3-3 0 0,3 1 8 0,-1 2-8 16,1-3 0-16,0 3 0 0,3-3 0 0,-3 3 0 15,3 0 0-15,-1-2 0 0,1 2 0 0,0-3 0 16,-3 3 0-16,0 0 0 0,3 0 0 0,0 0 0 15,2 0 0-15,-2 0 0 0,3 0 0 0,0 0 0 16,3 0 0-16,-4 0 0 0,1 0 0 0,3 0 0 16,0 3 0-16,-3-1 0 0,2-2 0 0,1 3 0 15,-6-3 0-15,3 3-8 0,-3-1 8 0,3 1 0 16,-4-3 0-16,4 3 0 0,0-1 0 0,-3-2 0 16,3 3 0-16,-1 0 0 0,4-1 0 0,-6 1 0 15,3 0 0-15,-3-1 0 0,3 1 0 0,-1-1 0 16,-2 1 0-16,-3 0 0 0,3-1 0 0,-3-2 0 15,0 3 0-15,-1-3 0 0,1 3 0 0,3-3 0 16,-3 0 0-16,3 0 0 0,-3 0 0 0,3 0 0 0,-1 2 0 16,4-2 0-16,-3 0 0 0,0 0 0 0,3 0 0 0,-4 0 0 15,4 0 0-15,0 3 0 0,-3-3 0 0,0 0 0 16,0 0 0-16,-4-3 0 0,4 3 0 0,-3 0 0 16,3-2 0-16,0 2 0 0,-3 0 0 0,3 0 11 15,-1 0-11-15,-2 0 10 0,3 0-10 0,0 0 0 16,0 0-10-16,0 0 10 0,-1 0 0 0,1 0 0 0,0 0 0 15,-3-3 0-15,3 3 0 0,-3-3 0 16,0 3 0-16,-1-2 0 0,-2 2 0 0,0-3 0 0,0 3 0 16,0-3 0-16,0 1 0 0,0-1 0 0,-3 3 0 0,2-2 0 15,1 2 0-15,0-3 0 0,0 0 0 0,-3 1 0 16,3 2 0-16,-3-3 0 0,0 3 11 0,0-3-3 16,0 3-8-16,-1 0 0 0,1 0 0 15,-3-2 0-15,0-1 0 0,0 3 0 16,0 0 0-16,-3 0 8 0,3 0-8 0,-3 0 0 0,3 0 0 15,-3 0 0-15,0 0 0 0,0 0 8 0,0 0-8 0,0 0 0 16,-3 0 0-16,3 3 8 0,-1-3-8 0,1 2 0 16,0-2 0-16,-3 0 0 0,0 3 0 0,-3-3 8 15,6 3-8-15,-3-3 0 0,-3 0 0 0,6 2 0 16,-6-2 0-16,3 6 0 0,0-4 0 0,-3-2 8 16,6 3-8-16,-6-3 9 0,3 2-9 0,0 1 10 15,0 2-26-15,-3-5-4 0,3 6-2 0,0-4 0 0,-3-2 69 0,3 6 13 16,-3-6 4-16,3 8 0 0,-3-3-52 15,0-5-12-15,3 5 0 0,-3 0 0 0,3 3 0 0,-3-2 0 16,0 2 0-16,0-3 0 0,0 3 54 0,0 0 8 16,0 0 2-16,0 0 0 0,0 2-64 0,-3 1-10 15,3-3-3-15,0 2-1 0,0 4 14 0,-3-4 0 16,3 3 12-16,-3 1-12 0,3-1 13 16,-3 3-4-16,3-3-1 0,-3 0 0 0,0 0-8 0,3 1 0 15,-3 2 0-15,0-3 0 16,0 0 0-16,0 0 0 0,0 3 0 0,0 0 0 0,0-3 21 0,0 0 3 15,0 1 0-15,0-1 0 0,-3 0-12 0,3 3-3 16,0 0 0-16,-3-3 0 0,3 3-1 0,0 0-8 16,1 2 12-16,-1 1-4 0,-3-3-8 0,3 2 0 0,3-2 9 15,-3 3-9-15,0-1 0 0,3 1 8 0,-3-3-8 0,3-1 0 16,-3-1 0-16,3 2 8 0,0-1-8 0,-3 1 0 16,3-2 0-16,0 1 8 0,-3 1-8 0,3 0 0 15,0-3 0-15,-3 3 8 0,3 0-8 0,-3 0 0 16,3 0 0-16,-3 0 0 0,3 0 0 0,-3 0 8 15,3 2-8-15,0-2 0 0,-3 2 0 0,3 1 8 16,-3-3-8-16,3 0 0 0,0 0 0 0,-3-1 0 16,3 1 8-16,0-2-8 0,0-1 8 0,-3 0-8 15,3 3 0-15,0-3 9 0,0 0-9 0,0 1 0 16,-3-1 10-16,3 0-10 0,-3 0 8 0,3 1-8 16,0-1 0-16,-3 0 0 0,3 0 0 0,0 0 0 15,-3 3 9-15,3-2 3 0,0 1 1 0,-3 1 0 16,3-2-5-16,-3 1-8 0,3-1 11 0,0 2-11 15,-3-3 8-15,3 0-8 0,0 0 0 0,0-2 0 16,-3 2 0-16,3-2 0 0,-3-1 0 0,3 1 0 16,0-3 0-16,0 0 0 0,0 0 0 0,-3 0 0 0,3-3 0 15,0 0 0-15,0 0 0 0,0 1 0 0,0-6-11 0,0 0-5 16,0 0-2-16,-3 5 0 16,3-5-38-16,0 0-8 0,0 0-2 0,0 0 0 15,0 0-59-15,0 0-12 0,0 0-3 0,-6 0-560 16,0 0-113-16</inkml:trace>
  <inkml:trace contextRef="#ctx0" brushRef="#br0" timeOffset="41511.737">12448 15003 1360 0,'0'0'30'0,"0"0"6"0,0 0 2 0,0 0 0 0,0 0-30 0,0 0-8 0,0 0 0 0,0 0 0 15,0 0 103-15,0 0 19 0,0 0 4 0,0 0 1 16,0 0-36-16,0 0-7 0,3 5-2 0,-3 3 0 15,3-3-30-15,0 3-5 0,0 0-2 0,-1-2 0 16,1 1-13-16,0 1-4 0,0 0 0 0,0 3 0 16,0-3-9-16,-3 2-3 0,3 4 0 0,-3-4 0 15,0 3-4-15,0 1-2 0,0 2 0 0,-3-1 0 16,3 4-10-16,0-1 12 0,0 1-12 0,0 0 12 0,-3-1-12 16,3 1 8-16,-3-1-8 0,3 1 8 0,0-4-8 0,-3 1 0 15,3 3 0-15,0-1 8 0,0 1-8 0,0-1 0 16,0-2 0-16,0 6 0 0,0-4 0 0,0 1 0 15,0 2 0-15,0 0 0 0,0 0 0 0,3 0 0 16,-3-2 0-16,0 2 8 0,3 0 0 0,-3-5-8 0,0 2 12 16,3-2-4-16,0 0-8 0,-3-3 12 0,3 1-12 15,0-4 12-15,-3 1-12 0,3-1 0 16,0 1 9-16,-3-3-9 0,3 3 0 0,0-4 0 16,0 1 0-16,0 0 0 0,0 3 0 0,0-3 0 0,-3 0 0 0,3-3 0 15,0 3 0-15,0-3 8 16,-3 3-8-16,3-2 0 0,0 2 0 0,0-6 0 0,0 3 0 15,0 1 8-15,0 2-8 0,0-6 0 0,0 4 0 0,3-1 8 16,-3-2-8-16,0-1 0 0,3 1 0 0,-3-1 0 16,0 1 0-16,3 0 0 0,0-1 0 0,0 1 0 15,-1 0 0-15,4-3 0 0,-3 0 0 0,3 2-8 16,0-2 20-16,0 0 5 0,0 0 1 0,3 0 0 16,0 0-30-16,0 0-7 0,3-2-1 0,0 2 0 15,2 0 32-15,-2-3 7 0,6 0 1 0,-3 1 0 16,0-1-20-16,6 0 0 0,-3 1 0 0,2-3 0 15,1 2-15-15,0-2-6 0,0 2-2 0,3-2 0 0,2-1 37 16,4 4 7-16,0-4 2 0,3 1 0 0,-1 0-37 16,1 0-7-16,3-1-2 0,-4 1 0 0,-2 2 37 15,0-2 7-15,0 0 2 0,5-1 0 0,-2 1-23 16,3 3 0-16,-1-4 0 0,1 4 0 0,0-4-15 0,0 1-7 16,-4 2-2-16,-2 1 0 0,0-1 39 15,2 3 7-15,-2-3 2 0,3 3 0 0,0 0-24 16,-1-2 0-16,-2 2 0 0,3-3 0 0,0 3-14 0,-7-3-7 15,4 3-2-15,-6 3 0 0,0-3 37 0,-1 0 7 16,4 3 2-16,-3-3 0 0,0 2-23 0,0 1 0 16,2-3 0-16,-2 3 0 0,0-3-14 0,0 2-7 15,-1-2-2-15,-2 0 0 0,0 0 23 0,0 0 0 0,0 3 0 0,-3-3 0 16,-4 3 14-16,4-1 7 0,-3-2 2 16,0 3 0-16,0-3-23 0,-3 3 0 0,3-1 0 0,-1-2 0 15,-2 3 0-15,3 0 0 0,-3-3 0 16,0 2 0-16,-3-2-12 0,3 0-6 0,-3 3-2 15,0-3 0-15,-4 2 20 0,4-2 0 0,-3 0 0 16,-3 3 0-16,3-3-12 0,-3 0 12 0,0 0-12 0,0 0 12 16,-3 3-12-16,3-3 12 0,-3 0-12 0,0 0 12 15,-3 0-13-15,0 0 4 0,6-3 1 0,-6 3 0 16,0 0-12-16,0 0-3 0,0 0 0 0,0 0 0 16,3-3 31-16,-3 3 5 0,3-5 2 0,-3 3 0 15,0 2-15-15,3-6 0 0,-3 6 0 0,0-2 0 16,0-4-9-16,3 1-5 0,-3 5-1 0,0-5 0 15,0-1 24-15,0 1 5 0,0 0 1 0,-3 0 0 16,3-1-15-16,0-2 0 0,-3 0 0 0,3 3 0 16,-3-3-9-16,3-2-5 0,0 2-1 0,-3-3 0 15,3 0 15-15,-3-2 0 0,0 0 0 0,3 0 0 0,-3 0 9 16,0-3 5-16,3-3 1 0,-3 3 0 0,3-2-15 0,-3 2 0 16,3 0 0-16,0 0 0 0,0 0-9 0,0 3-5 15,0-6-1-15,0 4 0 0,0-1 15 0,0 0 0 16,0 3 0-16,0-3 0 0,0 3 0 0,0-1 0 15,0 1 0-15,0 0 0 0,0 0 20 0,0-1 8 16,0-2 0-16,0 3 1 0,0-3-16 0,0 1-3 16,0-1-1-16,0 0 0 0,0 0-9 0,0 0 0 0,0 0 9 15,0 0-9-15,0 3 0 0,-3-3 9 0,3 3-9 0,0 2 0 16,-3-2 11-16,3 3-11 0,0-1 10 0,-3 3-10 16,3-3 12-16,-3 3-4 0,3-2-8 15,-3 2 12-15,3 0-3 0,0 0-1 16,0 0 0-16,0 0 0 0,0 0-8 0,0 3 0 0,0-3-10 15,0 0 10-15,0 3 0 0,0-3 0 0,0 3 0 0,0 2 0 16,0-5 0-16,0 3 0 0,0 2 0 0,0-5 0 16,0 8-8-16,0-5 8 0,0 0 0 0,0-1-9 31,0 6-28-31,0-5-6 0,-3 0-1 0,3-1 0 0,0 1-151 0,0 5-30 16</inkml:trace>
  <inkml:trace contextRef="#ctx0" brushRef="#br0" timeOffset="42730.744">13790 13447 1267 0,'0'0'28'0,"0"0"5"0,0 0 2 0,0 0 1 0,0 0-36 0,0 0 0 0,0 0 0 0,0 0 0 16,0 0 109-16,0 0 15 0,0 0 4 0,0 0 0 16,0 0-52-16,0 0-9 0,0 0-3 15,-6 3 0-15,6-3 0 0,0 0 0 16,-6 2 0-16,3 4 0 0,0 1-3 0,3-1-1 0,-3 2 0 0,0 0 0 15,3 2 7-15,-3 1 1 0,0 2 0 0,3 0 0 16,0 3-68-16,-3 0 0 0,3 0-13 0,-3 2 1 16,3 1 12-16,0-3 16 0,-3 2-4 15,3 1-1-15,0-1-11 0,-3-2 0 0,3 3 0 0,0-1 0 16,0 1 0-16,-3-3 0 0,3 2 0 0,-3 1 0 16,3-1 0-16,0 1 0 0,0 2 0 0,-3 0 0 15,3 3 0-15,-3 2 0 0,3-2 0 0,0 3 0 16,-2-4 0-16,2 1 0 0,0 0 0 0,0 3 0 15,0-6 0-15,0 3 0 0,0-3 0 0,0 3 0 16,0-3 32-16,0 0 5 0,0 3 1 0,0-3 0 16,-3 0-10-16,3 3-1 0,0 0-1 0,0-1 0 15,3 1-26-15,-3 0-9 0,0 0 0 0,0 0 0 16,0-3 9-16,0 0 0 0,0-2 0 0,2 2 0 16,-2-3 0-16,0 1 11 0,0-1-1 0,3 3 0 15,-3-2-10-15,0 0 0 0,0-1 0 0,0 1 0 0,0 2 0 16,0-3 0-16,0 1 0 0,-3-1 0 0,3 3 0 15,0-2 0-15,0 0 0 0,0 2 8 0,0-5-8 16,0 2 0-16,0-2 0 0,0 2 0 0,0-4 0 0,0 2 0 16,0-1 0-16,3-1 0 0,-3 2 0 0,0 2 0 15,0-2 0-15,3 0 0 0,-3-3 0 0,0 3 0 16,0 0 0-16,0 2 0 0,0-2 0 0,0 0 0 0,0 3 0 0,0-1 0 16,0-2 8-16,0 3-8 0,0-1 0 0,0 1 8 15,0-4-8-15,3 1 0 0,-3 0 0 16,0 0 0-16,0-3 0 0,3 3 0 15,-3-3 0-15,0 1 0 0,0-4 0 0,0 1 0 0,0-1-12 0,3 4 12 16,-3-1 0-16,0-3 0 0,0 4 9 0,0-1-1 16,0-2-8-16,0 2-10 0,0-3 10 0,0 4-13 15,0-1 13-15,0 0 0 0,0 3 0 0,0-3 0 16,0 0 0-16,-3 1 0 0,3-1 0 0,0 0 0 16,0-2 0-16,-3 2 0 0,3-3 0 0,0 1 0 15,0-3 9-15,-3 0 5 0,3-3 1 0,0 3 0 16,-3-3-15-16,3 1 0 0,0-6 0 0,0 0 0 15,0 0-16-15,0 0-7 0,0 0-1 0,0 0 0 16,0 0-24-16,0 0-6 0,0 0-1 16,0 0 0-16,0 0-174 0,-8-3-35 0,-10-10-8 15,6-3 0-15</inkml:trace>
  <inkml:trace contextRef="#ctx0" brushRef="#br0" timeOffset="43818.499">12415 14749 1137 0,'0'0'24'0,"0"0"6"0,0 0 1 0,-6-3 2 0,0 1-33 0,0 2 0 0,6 0 0 0,-3-3 0 15,-3 0 89-15,6 3 11 0,-3-2 3 0,3 2 0 0,-6-3-19 0,6 3-4 16,0 0-1-16,0 0 0 0,0 0-2 0,0 0 0 16,0 0 0-16,0 0 0 15,0 0-35-15,0 0-7 0,3-5-2 0,-3 5 0 16,6-3-3-16,0 0-1 0,0 3 0 0,0 0 0 0,0-2-17 0,0 2-4 15,3 0-8-15,0 0 12 0,3 0-12 0,0 0 0 16,-4-3 0-16,4 0 0 0,0 6 0 0,0-3 0 16,0 0 0-16,0-3 0 0,3 3 0 0,3 0 0 15,0-2 0-15,-1-1 0 0,4 0 8 0,0 3-8 16,3-2 0-16,3-1 0 0,0 3 0 0,-4-2 0 0,4 2 0 16,0 0 0-16,-3-3 0 0,0 3 8 15,-1 0-8-15,1 0 0 0,-3 0 0 0,0 0 0 0,3 0 0 16,-1-3 0-16,-2 3 22 0,6 0 2 0,-3 3 0 15,6 0 0-15,-4-1-39 0,-2 1-7 16,6-1-2-16,0 4 0 0,-3-4 24 0,-4 4 0 0,1-4 0 0,0 1 8 16,0 0-8-16,-3-1 10 0,-3 1-10 15,5 0 10-15,-2-1 4 0,3 4 1 0,-3-1 0 16,3 0 0-16,-4 0-15 0,4 1-12 0,0-4 3 16,-3 6 0-16,3-2 9 0,-3-1 12 0,2 3-2 0,-5-3-1 15,3 0-9-15,-3 3 0 0,0-2-12 0,0-1 12 16,0 0 0-16,-1 0 0 0,1 1 0 0,3-4 0 15,0 4 0-15,0-1 0 0,0 0 0 0,2-2 12 16,1 2-12-16,-3-2 0 0,3 0-12 0,0-1 12 16,-3-2 0-16,-1 3 0 0,4-3 0 0,-3 0 0 15,0 0 0-15,-6 0 0 0,3 0 0 0,-1 0 0 16,1 0 0-16,-3 0 8 0,3-3-8 0,0 3 0 0,0-2 0 16,0 2 0-16,2 0 0 0,-2-3 0 0,3 3 0 15,-3-3 0-15,3 1 0 0,0-1 0 0,-3 3 0 16,-1-3 0-16,1 1 0 0,0 2 0 0,0-3 0 15,0 3 0-15,0 0 0 0,-3-3 0 0,-4 3 0 0,4-2 0 16,-3 2 0-16,0 0 0 0,0 0 0 16,3 0 0-16,-3 0 0 0,0 0 0 0,0 0 0 15,0 0 0-15,0 2 0 0,-1-2 0 0,1 3 0 16,0-3 0-16,0 0 0 0,0 3 0 0,0-1 12 16,-3 1-2-16,0-3-1 0,0 3 0 0,0-3-9 0,0 2-12 15,0 1 2-15,-1 0 1 0,-2-3 17 0,3 2 3 16,-3 1 1-16,0-1 0 0,0 1-12 0,-3 0 0 0,0-1 9 15,-3-2-9-15,6 3 0 0,-6-3 9 0,3 0-9 0,-3 0 0 16,6 3 0-16,0 2-22 0,-6-5 3 0,0 0 1 16,3 0 32-16,-3 0 6 0,6 3 2 0,0-1 0 15,-3-2-22-15,3 3 0 0,0-3 0 0,-3 3-8 16,3-3 8-16,0 0 0 0,0 0 0 0,-3 0 0 16,3 0-16-16,-1 0-2 0,1-3 0 0,-3 3 0 15,-3 0 18-15,6 0 0 0,-3-3 0 0,3 1 0 16,-3-4-183-1</inkml:trace>
  <inkml:trace contextRef="#ctx0" brushRef="#br0" timeOffset="44621.422">11974 12643 1090 0,'0'0'31'0,"0"0"6"0,-6 0-29 0,0 0-8 0,6 0 0 0,0 0 0 16,0 0 90-16,0 0 17 0,-6 2 3 0,6-2 1 16,0 0-27-16,0 0-6 0,0 0-1 0,0 0 0 0,0 6-9 0,0-1-1 15,0 0-1-15,0 3 0 16,3-3-13-16,0 1-2 0,0-1-1 0,0 0 0 15,3 3-6-15,0 0 0 0,0 0-1 0,0 0 0 0,0 0-13 16,0 0-2-16,3 0-1 0,0 2 0 0,0-2-9 0,0 0-2 16,0 0 0-16,-3 3 0 0,3-3-16 0,0 0-12 15,-1 2 1-15,1-2 1 0,0 0 29 0,0 3 5 16,0-3 2-16,3 2 0 0,-3-2 10 0,0 0 1 16,-3 0 1-16,3 0 0 0,0-3-30 0,0 3-8 15,0 0 0-15,0 0 0 0,0-3-18 0,-1 3-5 0,1-2-1 16,0 2 0-16,0-1 24 0,0-1 0 15,0 2 0-15,-3-3 0 0,6 0 0 0,-3 1 0 16,0 1 8-16,0-1-8 0,0 2 0 0,0-3 0 0,0 3 0 0,2 0 8 16,-2-3-8-16,-3 0 0 0,3 3 0 15,0 0 0-15,0-2 19 0,-3 2-2 0,0 0 0 0,0-1 0 16,0 4-17-16,0-3-16 0,-3 0 4 16,3 3 0-16,0-4 12 0,-3 4 0 0,3-3 0 0,-3 0 0 15,3 0 8-15,-3 2-8 0,3-2 0 16,-3 3 0-16,-1-3 0 0,-2 0 0 0,3 0 0 15,0 0 0-15,0 0-13 0,0 0 3 0,0-3 1 0,0 0 0 16,0 3-9-16,0-3-2 0,0-2 0 0,0 2 0 16,0-2-18-16,0 0-4 15,-3-3-1-15,6 2 0 0,-3-2-104 0,3 0-21 0,0-2-4 16</inkml:trace>
  <inkml:trace contextRef="#ctx0" brushRef="#br0" timeOffset="45522.863">12317 12534 1602 0,'0'0'35'0,"0"-3"7"0,-3-2 2 0,0 3 1 0,3-4-36 0,0 1-9 0,-3 2 0 0,3 3 0 15,0-5 81-15,0 5 15 0,0 0 2 0,0 0 1 16,0 0-1-16,0 0 0 0,0 0 0 0,0 0 0 15,0 0-54-15,0 0-12 0,0 0-1 0,0 0-1 0,0 0 6 16,0 0 2-16,0 0 0 0,0 0 0 16,0 0-26-16,0 8-4 0,0 0-8 0,3 0 11 0,0 2 7 0,0 1 2 15,0 2 0-15,3-2 0 0,0-1-20 0,2 1 0 16,-2 0 0-16,3-1 0 16,3 3-20-16,0-2-7 0,-3 0-1 0,3-1-1 15,0-2-5-15,-3 0-1 0,3 0 0 0,0-3 0 0,-3-2 10 16,-1 2 1-16,1-2 1 0,0-1 0 15,-3-2-14-15,0-2-3 0,0-1-1 0,0-2 0 0,0 2 52 16,-3-2 10-16,3-3 3 0,-3 0 0 0,0 3-39 16,3-3-7-16,-3 0-2 0,0 3 0 0,0-3 71 0,-3 0 13 15,0 0 4-15,3 0 0 0,-3 0-52 0,0 3-12 16,0-1 0-16,0 1 0 0,-3-3 54 0,3 3 8 0,0-1 2 0,0 1 0 16,0 5-46-16,0 0-9 0,0 0-1 0,0 0-8 15,0 0 0-15,0 0 0 16,0 0-10-16,0 0 10 0,0 0 0 0,3 5 0 0,0 1 0 0,3-1 0 15,-3 3 0-15,0 3 8 0,3-1 2 0,-3 1 0 16,3-1-10-16,-3 1-14 0,3 2 3 0,0-2 1 16,-1-1-43-1,1 1-9-15,3 0-2 0,-3-4 0 0,3 1 52 0,-3 0 12 0,3-2 0 0,-3-1 0 16,6 0 0-16,-6-2 0 0,3-3 0 0,0 0 0 16,-3-3 8-16,3 1-8 0,0-4 9 0,-3 1-9 15,0-3 36-15,-1 0 0 0,1 0 1 0,0-2 0 16,0-1 7-16,-3 0 2 0,3-2 0 0,-3 3 0 15,0-1-6-15,-3-2-2 0,3 2 0 0,-3-2 0 0,3 0-20 0,-3 2-4 16,0-2-1-16,0 0 0 0,0-3-13 16,0 3-18-16,0-3 4 0,0 0 1 0,0 0 13 0,0 0 0 15,0 0 0-15,0 3 0 0,-3-3 0 0,3 6 0 16,0-1 0-16,-3 0 0 16,3 3-105-16,-3 6-19 0,0-4-3 0,3 6-1025 0</inkml:trace>
  <inkml:trace contextRef="#ctx0" brushRef="#br0" timeOffset="49055.995">11671 13045 1941 0,'0'0'55'16,"-6"-3"12"-16,3 0-54 0,-3-2-13 0,0 0 0 0,3 0 0 0,-3 2 115 15,3-2 20-15,-3-1 4 0,3 1 1 0,-3 2-54 0,6 3-10 16,-3-5-3-16,3 5 0 0,-6-3-26 0,6 3-6 15,-3-2-1-15,3 2 0 0,0 0-14 0,0 0-3 16,0 0-1-16,0 0 0 0,0 0-14 0,0 0-8 16,0 0 10-16,0 0-10 0,0 0 11 0,0 8-11 15,0-3 12-15,0 3-12 0,3 0 0 0,0 0 0 16,0 2 0-16,3-2 0 0,0 3 0 0,0-3 0 16,3 3-9-16,0-1 9 15,-3 1-56-15,3-3-7 0,0-3-1 0,0 3 0 16,-3-3 0-16,2-2 0 0,1-1 0 15,0-2 0-15,0 0 52 0,0 0 12 0,-3-2 0 0,3-3 0 0,0-1 0 0,-3-2 0 0,3 0 0 0,0 0 0 16,-3 0 0-16,0 1 0 0,3-1 0 0,-3 0 0 16,-3-3 0-16,3 3 0 0,-3 0 0 0,-1 0 0 15,-2 0 48-15,3 0 13 0,-3 0 3 0,0 3 0 16,-3-3-52-16,1 3-12 0,2-3 0 0,-3 3 0 16,-3-1 54-16,3 1 8 0,0 0 2 0,3 5 0 15,-3-5-52-15,3 5-12 0,0 0 0 0,0 0 0 16,0 0 54-16,0 0 8 0,0 0 2 0,0 0 0 15,0 0-52-15,0 0-12 0,0 0 0 0,-6 5 0 16,6 0 0-16,-3 0 0 0,3 3 0 0,-3 3 0 16,3-1 0-16,0 1 0 0,3 2 0 0,-3 1 0 15,0 1 0-15,0 4 0 0,0-1 0 0,0 6 0 16,0 0-48-16,0 0-13 0,-3-3-3 16,0 3 0-16,0-3 44 0,0 0 9 0,0-2 2 0,-3-1 0 15,3-5-37-15,-3 3-7 0,0-2-2 0,0-1 0 16,0 0 44-16,0-2 11 0,-3-1 0 0,3 3 0 0,-3-5 0 0,3 3 0 15,-3-3 0-15,3 0 0 0,-2-3 0 0,-1 0 0 16,0-5 0-16,0 3 0 0,0-3 49 0,3 0 12 16,-3-3 3-16,0 1 0 0,3-3-52 0,0 2-12 15,3-2 0-15,-3-3 0 0,0 2 0 0,3 1 0 16,0-3 0-16,0 0 0 0,3 3 0 0,0-3 0 16,0 0 0-16,3 0 0 0,0 0 0 0,0 0 0 0,3 0 0 15,3-2 0 1,0 2-151-16,0-3-33 0,3 3-6 15,0-2-2-15</inkml:trace>
  <inkml:trace contextRef="#ctx0" brushRef="#br0" timeOffset="49734.754">13296 12838 1609 0,'0'0'35'0,"0"0"7"0,0 0 2 0,-6 0 2 0,0 3-37 0,0 0-9 0,-3-3 0 0,3 2 0 16,-6 4 82-16,0-1 14 15,3 0 4-15,-2 3 0 0,-4 0-12 0,3 0-3 0,0 3 0 0,-3-1 0 16,3 1-21-16,0-1-5 0,0 4-1 0,0-1 0 16,0 0-26-16,4 0-6 0,-1 0-1 0,0 3 0 15,0 0-15-15,0 0-10 0,3 0 12 0,0 0-12 16,3 0 0-16,-3 0 0 0,6 0 0 0,-3-1 0 16,6-1 19-16,-3-1-3 0,3 0-1 15,0-2 0-15,3-1-26 0,0-2-5 0,0-3 0 0,3 1-1 16,3-4 17-16,-3 1-8 0,2-3 8 0,1-3 0 15,3-2 0-15,0 0-8 0,0-3 8 0,0-3 0 16,0 1 0-16,0-4 0 0,0-1 0 0,-1 1 0 16,1-1 0-16,-3-1 16 0,0 0-4 0,-3 0 0 15,3 0 11-15,-3 0 1 0,-3 0 1 0,0 0 0 16,0 3 3-16,-3 0 1 0,-3-3 0 0,3 3 0 16,-3 0-2-16,-3-1-1 0,0 4 0 0,0-3 0 15,0-1-11-15,-3 4-3 0,3-1 0 0,-3 1 0 16,-3 2-12-16,0 0 11 0,0 2-11 0,0 1 10 0,0 2-10 15,-3 3 0-15,3 0 0 0,-2 3 0 16,-1 2-29-16,0 1-5 0,0-1-1 0,0 0 0 16,0 3-114-16,3 0-23 0,0-3-5 0</inkml:trace>
  <inkml:trace contextRef="#ctx0" brushRef="#br0" timeOffset="50219.998">14439 12830 1578 0,'0'0'44'0,"0"0"12"0,0 0-45 0,0-5-11 0,0 5 0 0,0 0 0 0,3-2 131 0,-3 2 24 16,0 0 5-16,0 0 0 0,0 0-57 0,0 0-12 15,0 0-3-15,0 0 0 0,0 0-14 0,-3 7-3 16,0 1-1-16,0 3 0 0,0 0-34 0,0 2-6 16,0-3-2-16,0 4 0 0,-3-4-10 0,3 3-2 15,0 1-1-15,-3-1 0 0,3 3-15 16,0-3 11-16,0 3-11 0,0-3 10 0,0 3-10 0,0 0 0 16,0 0 0-16,0 0 0 0,3 2 0 0,0 1 0 15,-3-1 0-15,3 1 0 0,0-3 0 0,0-3-14 16,0 3 3-16,0-3 1 15,3-3-22-15,-3 1-4 0,3-3 0 0,-3-3-1 16,3 3-33-16,0-5-6 0,-3-3-2 0,0 0 0 16,0 5-141-16,0-5-28 0,0 0-5 0</inkml:trace>
  <inkml:trace contextRef="#ctx0" brushRef="#br0" timeOffset="50876.939">11891 13997 2188 0,'0'0'48'0,"0"0"11"0,-3-2 1 0,-3-1 1 0,6 3-49 16,-3-3-12-16,-3 1 0 0,0 2 0 0,0 2 54 0,0-2 8 0,-3 3 2 0,3 2 0 16,-3 3-52-16,4 0-12 0,-1 3 0 0,0 2 0 15,0 0 0-15,0 0 0 0,3 3 0 0,-3-2 0 16,3 1 0-16,3-1 0 0,-3 2 0 0,3-3 0 16,0 3 0-16,3-3 0 0,-3 0 0 0,3 0 0 15,3-2 0-15,-3 0 0 0,6-1 0 0,-3 1 0 16,3-3 0-16,-1-3 0 0,4 0 0 0,-3 1 0 15,6-4-48 1,-3-2-13-16,3 0-3 0,-3-2 0 0,3-1 52 0,0 0 12 0,-3-2 0 0,2-3 0 16,1 0 22-16,-3 0 7 0,3-2 2 0,-3-1 0 15,0 0 1-15,0 1 1 0,-6-1 0 0,0 1 0 16,0-4 16-16,0 4 3 0,-3-1 1 0,-3 1 0 16,0-4-1-16,-3 1 0 0,3 0 0 0,-6 0 0 15,3-1-11-15,-6-1-2 0,0 1-1 0,0 1 0 16,-3 0-20-16,0 2-4 0,-3 1-1 0,0 2 0 15,0 0-13-15,-2 3 11 0,-1 2-11 0,-3 0 10 0,6 3-10 0,-3 3 0 16,3 2 0-16,0 3 0 16,0 0-32-16,4 0-3 0,-1 3 0 0,0-1 0 15,3 6-139-15,0-3-28 0,3 3-6 0,0 3 0 0</inkml:trace>
  <inkml:trace contextRef="#ctx0" brushRef="#br0" timeOffset="51442.697">12081 15392 1756 0,'0'0'39'16,"0"0"8"-16,0 0 1 0,0 0 1 0,0 0-39 0,0 0-10 0,0 0 0 0,0 0 0 0,0 0 96 0,-2 2 16 16,2-2 4-16,-3 8 1 0,0-2-38 0,3 2-8 15,0 0-2-15,-3-1 0 0,3 7-14 0,0-4-3 16,-3 4-1-16,3 4 0 0,0 1-21 0,0-1-4 15,-3 6-1-15,3 0 0 0,0 2-10 0,0-2-3 16,-3 2 0-16,3 1 0 0,0-3-12 0,-3-3 9 16,3-3-9-16,0 1 8 0,0-1-8 0,0-2 0 0,0 0 0 0,0 0 0 15,0 3 0-15,0-4 0 0,0-1 0 16,3 2 0-16,-3-3 0 0,0-3 0 0,0 1 0 0,3 0 0 16,-3-6 0-16,3 0 0 0,-3-5 0 0,0 0 0 31,0 0-43-31,3-3-1 0,3-2 0 0,-3-5 0 15,2-1-156-15,1-5-31 0</inkml:trace>
  <inkml:trace contextRef="#ctx0" brushRef="#br0" timeOffset="53466.543">10617 6274 1058 0,'0'0'23'0,"0"0"5"0,0-14 31 0,0 6-59 0,0 3 0 15,0 0 0-15,-3 0 0 0,3-1 53 0,-3 1 5 16,0 0 1-16,0 2 0 0,-3-2 3 0,0 2 1 0,0 1 0 16,0-1 0-16,0 0-51 0,-3 1-12 15,3-4 0-15,-2 6 0 0,2-2 54 0,-3 2 8 16,3-3 2-16,-3 3 0 0,3-3-21 0,0 3-4 0,6 0-1 0,-9 0 0 16,0 0-10-16,3 0-1 0,-3 3-1 0,-3 0 0 15,3-1-5-15,0 4-1 0,-3-4 0 0,1 4 0 16,2-1-1-16,0 0-1 0,0 3 0 15,-3 0 0-15,3 0-9 0,0 0-1 0,3 0-8 16,-3 2 12-16,0 1-12 0,3 0 0 0,-3-4 8 0,0 7-8 16,0-4 0-16,3 1 0 0,1-1 0 0,-1 4 0 15,0-1 16-15,0-2 1 0,0 2 0 0,0 0 0 16,0-2-17-16,-3 4 0 0,6-1 0 0,-3 4 0 16,0-2 0-16,0 0 0 0,0 0 0 0,3 5 0 15,0 3 0-15,0 0 10 0,-3 2-10 0,3 3 8 16,0-2-8-16,3-1 0 0,0 1 0 0,0-4 0 15,0 1 0-15,0-3 0 0,3 1 0 0,-3 1-11 16,3-2 11-16,-3 1 0 0,0-1 10 0,3 3-10 16,0 5 0-16,-3 0 0 0,0 3 0 0,3-1 0 15,-3-2 8-15,0 3-8 0,3-3 0 0,-3-2 0 0,3-1 0 0,-3-2 0 16,3 0 0-16,-3 0 0 0,3-1 0 0,-3 1 0 16,3 3 0-16,-3 2 0 0,0 0 0 15,3 0 0-15,0 3 0 0,0-3 0 0,0 0 8 16,0-2-8-16,0-4 0 0,3-2 0 0,-3 1 0 15,0-1-8-15,3-3-1 0,-3 1 0 0,3-1 9 0,-3 1 12 16,3-3-2-16,0 2-1 0,-3 1-9 0,2-1-12 16,1-2 2-16,0 5 1 0,3-2 9 0,-3-1 12 15,0-2-2-15,-3 3-1 0,3-3-9 0,0 2-12 16,0-2 2-16,0-3 1 0,0 1 9 0,0 1 12 0,3-4-2 0,-3 2-1 16,0-2-9-16,0-1 0 0,0-2 0 15,0 3 0-15,0-3 0 0,-1 2 0 0,4-2 0 16,-3 0 0-16,0-2 0 15,0 2 0-15,-3 0 0 0,3-3 0 0,0 0 0 0,0 0-11 0,-3-2 1 0,3 2 0 16,0-2 18-16,-3 0 3 0,3-1 1 0,-3 1 0 16,3-3-12-16,-3 0 0 0,3-3 0 0,0 3 8 15,-3-2-8-15,3-1 0 0,3 0 0 0,-3 1 0 16,0-4 0-16,-1 4-19 0,4-4 3 0,-3 4 1 16,0-3 15-16,3-1 0 0,0 1 0 0,3 0 0 15,-3-1 18-15,3-2 6 0,-3 3 2 0,3-3 0 16,0 0-14-16,0 0-4 0,-1 0 0 0,4-2 0 15,-3-1 7-15,0-2 1 0,0 0 0 0,3 0 0 16,-3-3-7-16,0 0-1 0,0-3 0 0,0 1 0 16,-3-1-8-16,2 1 10 0,1-3-10 0,-3 2 10 0,0-2-10 15,0 2 0-15,0 1 0 0,0-1 0 0,-3 1 0 16,3-3 0-16,-3 2 0 0,0-2 0 0,0 0 32 0,0 0 2 16,0-3 0-16,0-3 0 0,0 1-17 0,-1-3-3 15,4 0-1-15,-3-1 0 16,3 7-13-16,-3-4 0 0,-3 1 0 0,3 2 0 0,0 0 16 0,-3 3 1 15,0 0 0-15,3-3 0 16,-3 5-17-16,0-7 0 0,0 2 0 0,-3 0 0 0,3-2 0 0,-3-3 0 16,3 2 0-16,-3-2 0 0,3 3 0 0,-3 5 0 15,-3-3 0-15,3 3 0 0,0-1 0 0,0 4 0 16,-3-1 0-16,3 1 0 0,-3-1 41 0,3 3 5 0,-3-2 1 16,3-1 0-16,-3-2-24 0,0 3-5 0,3-3-1 15,-3-1 0-15,0-1-17 0,3 1 0 0,-3 1 0 16,0 0 0-16,0 0 0 0,-3 5 0 0,3-2 0 15,-3 2 0-15,3 2 0 0,-6 1 0 0,6 0 0 0,-6 0 0 16,3 2 0-16,1-2 0 0,-4 0 0 0,0 2 0 16,0-2 0-16,0 2 0 0,0 1 0 0,-3-1 0 15,0-2 0-15,0 2 0 0,0 1 0 0,0-1 0 16,0 1 0-16,1-1 0 0,-1 0 0 0,3 1 0 16,-3 2 0-16,3-3 0 0,0 3 0 0,-3 0 0 15,0 0 0-15,3 3 0 0,0 0 0 0,0 2 0 16,3-2 0-16,0 5 0 0,-2-3 0 0,2 3 0 15,3 0-48-15,-3 0-12 16,3 3-4-16,-3 2 0 0,3 1-102 0,0 1-21 16,0 1-4-16,0 6-1 0</inkml:trace>
  <inkml:trace contextRef="#ctx0" brushRef="#br0" timeOffset="54636.696">13162 13772 1846 0,'-6'3'40'0,"-3"0"9"0,3-3 2 0,0 2 1 0,-3 1-41 0,3 0-11 16,-3-3 0-16,3 5 0 0,-2-2 76 0,2-1 14 15,-3 4 2-15,3-1 1 0,-3 0-21 0,3 0-5 16,0 3-1-16,-3 0 0 0,3 3-30 0,0-1-7 0,0 4-1 0,3 2 0 16,-3-1-17-16,3 4-11 0,0 2 12 0,0 3-12 15,0 0 0-15,6-3 0 16,-3 0 0-16,3 0 0 0,3-5 0 0,-3 3 0 15,6-3 0-15,0-3 0 0,0-3 0 0,3-2-9 16,3 0 9-16,-3 0-12 0,2-5 4 0,1-1 0 0,0 1 0 16,0-3 0-16,0 0-8 0,0-3-2 0,3-2 0 0,-3 0 0 15,-3 0 18-15,2-6 0 0,1 0 0 0,-6-2 0 16,3-3 0-16,-3 0 0 0,0 1 0 0,-3-4 0 16,0 0 47-16,-3 1 13 0,0-1 2 15,0-2 1-15,0 3-50 0,-3-1-13 0,0 3 0 0,-3 0 0 16,0 3 56-16,0 0 7 0,0 0 1 0,-3 0 0 15,0 2-52-15,-3 0-12 0,0 1 0 0,0 5 0 16,0-1 0-16,-3 1 0 0,3 2 0 0,-2 1 0 16,2 2 0-16,-3 0 0 0,0 0 0 0,0 5 0 15,0 0-114-15,0 1-26 0,0 4-4 0,3-2-990 16</inkml:trace>
  <inkml:trace contextRef="#ctx0" brushRef="#br0" timeOffset="55279.482">12960 15217 1497 0,'0'0'32'0,"0"0"8"0,0 0 0 0,0 0 4 0,0 0-36 0,-6 0-8 0,6 0 0 0,-6 5 0 16,6-5 94-16,-6 3 17 0,6-3 3 0,-6 5 1 0,3 3-51 0,0 0-11 16,0 0-1-16,0 0-1 15,0 5-19-15,3-2-3 0,0 0-1 0,0 2 0 16,0 0-14-16,3 0-3 0,-3 0-1 0,3 1 0 0,0-4-10 0,0 3 0 15,0 1 0-15,3 2 0 0,0-3 0 0,-3-3 0 16,3 4 0-16,0-1 0 0,2-3-25 0,-2 1 2 16,3-3 1-16,0-3 0 0,0 1 22 0,0-4 16 15,3-2-2-15,0 0-1 16,-3-2-35-16,3-1-7 0,0-2-2 0,0-3 0 16,0 0-1-16,-1-3-1 0,1 1 0 0,0-1 0 0,0-2 72 0,-3 2 14 0,3-2 3 15,-3 2 1-15,-3-2 2 0,0 3 0 16,0-4 0-16,-6 4 0 0,3-4 13 0,-6 1 4 15,0 0 0-15,0-3 0 0,-6 0-28 0,3 0-6 0,-6 1-1 16,0-1 0-16,0 0-14 0,-3 0-3 0,3 0-1 16,-2 5 0-16,2-2-23 0,-3 5 0 0,0-2 0 0,0 4 0 15,3 1 0-15,0 0 0 0,0 2 0 16,0 3 0-16,0 3 0 0,4-3 0 0,-1 5 0 0,0 0 0 16,6 1-245-1,-6-4-54-15</inkml:trace>
  <inkml:trace contextRef="#ctx0" brushRef="#br0" timeOffset="56754.794">13478 6290 1497 0,'0'0'32'0,"-3"-8"8"0,0 0 0 0,0-3 4 0,0 0-36 0,0 1-8 15,-3-1 0-15,0 3 0 0,0 0 53 0,0 1 9 16,-3-4 2-16,0 6 0 0,0-1-14 0,0 4-2 0,0-4-1 0,-3 4 0 15,0 2-24-15,3-3-5 0,-2 3-1 0,-1 0 0 16,0 0 8-16,0 3 2 0,-3-1 0 0,0 4 0 16,0-4-15-16,-3 4-4 0,0-1 0 0,1 3 0 15,-1 2-8-15,0 1 0 0,0 0 0 16,0 4 0-16,0 1 0 0,3 3 0 0,1-3 0 0,-1 2 0 16,3-2 0-16,-3 3 0 0,6-3 0 0,-3-1 0 15,0 1 0-15,3 0 0 0,0 0 0 16,0 0 0-16,3 2 0 0,-3-2 0 0,3 3-9 0,-2-3 9 15,2 2 0-15,0 1 0 0,-3-1 0 0,3 1 0 16,0 2 0-16,0-2 0 0,3 2 0 0,-3-3 0 16,0 3 8-16,3-2-8 0,-3-1 11 0,3 1-11 15,-3-3 18-15,3 0-3 0,3 0-1 0,-3 2 0 16,0-2-4-16,0 0-1 0,3 0 0 0,-3 0 0 16,6-1 2-16,-3 1 0 0,0-2 0 0,0 1 0 15,3 4 1-15,0-1 0 0,-3 4 0 0,3-4 0 16,0 3-2-16,0 1 0 0,0-1 0 0,0 0 0 0,0 0-2 15,3 0 0-15,-3-2 0 0,0-1 0 0,0 3 0 0,0-2-8 16,0-1 12-16,0 4-4 0,0-4 8 0,0 3 2 16,-3 0 0-16,3 3 0 0,0-3-18 0,0 6 0 15,0-1 0-15,0 1 0 0,0-1-12 16,0 1-5-16,0-1-2 0,0 1 0 0,0-6 19 0,0 3 0 16,-1-3 0-16,-2 0 0 0,3 0 0 15,-3 0 0-15,3-2 0 0,-3 2 0 0,3 0 16 16,-3 0 1-16,3-2 0 0,-3 5 0 0,3-3-17 15,0 3-17-15,-3-3 3 0,3 0 1 0,0-2 21 0,0 2 4 16,0-3 0-16,0-2 1 0,0-3-13 0,0 1 0 16,0-1 0-16,0-3 0 0,3 1-8 0,-3 0-5 0,3-4-1 15,0 1 0-15,0 0 22 0,0 0 5 0,0-2 1 0,0-1 0 16,3 0-14-16,0 0-16 0,0 1 3 0,0-1 1 16,-1-2 12-16,1-1 0 0,0 1 0 0,0-3 0 15,3 0 0-15,0 0 0 0,0 0 0 0,-3 0 0 16,3-3 0-16,3 1 0 15,-3-4 0-15,-1 1 0 0,1 0 0 0,0 0 0 0,0-3 0 0,-3 0 0 16,3 0 8-16,-3 0-8 0,0-3 0 0,0 1 0 16,0-4 9-16,0 1-9 0,0-3 0 0,0-2 9 15,-1-3-9-15,1-3 8 0,3-3-8 0,-3-2 8 16,3 3 45-16,0-1 9 0,0-2 2 0,3 3 0 16,0-1-64-16,-3 1 0 0,3-1 0 0,-1-2-13 15,-2 0 25-15,3-5 6 0,0-1 1 0,-3-2 0 16,3 0-3-16,-3 3 0 0,-3 2 0 0,3 0 0 15,-3 3 0-15,-1 0 0 0,-2 0 0 0,0 0 0 0,-3 0 3 16,0-3 0-16,-3-2 0 0,0-3 0 16,0 0-1-16,-3 0 0 0,0 2 0 0,0 1 0 15,0 2-10-15,0 0-8 0,-3 3 9 0,1-3-9 16,-1 1 9-16,-3-1-9 0,0-3 8 0,0-2-8 0,0 3 8 0,0 2-8 16,0-2 0-16,-6 5 8 0,6 5-8 0,-3 0 0 15,-3 6 0-15,3-1 0 16,1 3-18-16,-4 3-9 0,3 0-1 0,0 2-1 0,-3-2 50 0,3 5 11 15,-3 0 1-15,3 3 1 0,3-1-34 0,-3 4 0 0,4-1 0 16,-1 3-9 0,-3 3-19-16,3-1-4 0,0 1-1 0,0 2 0 15,0 1-75-15,-3 2-14 0,3 0-3 0,0 2-1 16,0 1-74-16,3 2-16 0</inkml:trace>
  <inkml:trace contextRef="#ctx0" brushRef="#br0" timeOffset="57573.412">14403 13759 1926 0,'0'0'42'0,"0"0"9"0,0 0 1 0,-3-2 3 0,3 2-44 0,0 0-11 15,0 0 0-15,0 0 0 0,0 0 82 0,0 0 14 16,-6 0 4-16,6 0 0 0,0 0-36 0,0 0-8 15,0 0 0-15,-6 5-1 0,6 0-7 0,-3 3-2 16,3 0 0-16,-3 0 0 0,3 0-26 0,0 5-6 0,0-2-1 0,3 2 0 16,-3 3-2-16,0 2-1 0,0 6 0 15,3 3 0-15,-3-1-10 0,0 6 0 16,0-3 9-16,3 3-9 0,-3-6 0 0,0 3 0 0,0-2 0 16,-3-1 8-16,3-2-8 0,0 0-12 0,-3 0 4 15,3 2 0 1,-3-2-23-16,3 0-4 0,-3-1-1 0,3 4 0 15,-3-6-8-15,3 3-3 0,0-3 0 0,-3-2-692 0,3-3-138 0</inkml:trace>
  <inkml:trace contextRef="#ctx0" brushRef="#br0" timeOffset="58062.686">14254 14976 1728 0,'0'0'38'0,"-3"6"8"0,0-1 2 0,-2-2 0 0,2 2-39 0,-3 0-9 0,3 3 0 0,0-3 0 16,0 3 97-16,0 0 18 0,0 3 3 0,0-3 1 15,0 2-37-15,0 1-7 0,3 2-2 0,-3-2 0 16,0 2-58-16,3 0-15 0,0 3 0 0,0 0 0 16,0 3 54-16,0-1 8 0,3 3 2 0,-3 0 0 15,3-2-52-15,-3-1-12 0,3-2 0 0,0 3 0 16,0-3 0-16,0-3 0 0,0-3 0 0,0 4 0 16,-3-4-30-16,3 1-9 0,0-3-1 15,0 0-1 1,0 0-5-16,0 0-1 0,-3-3 0 0,2 3 0 0,1-3-45 15,-3-5-10-15,0 0-2 0,0 5-524 0,0-5-106 0</inkml:trace>
  <inkml:trace contextRef="#ctx0" brushRef="#br0" timeOffset="60377.73">14112 13635 1450 0,'0'0'32'0,"0"0"6"0,0 0 2 0,0 0 1 0,0 0-33 0,0 0-8 16,0 0 0-16,0 0 0 0,0 0 12 0,0 0 1 15,0 0 0-15,0-5 0 0,3 2 41 0,-1-2 8 16,1 2 2-16,0-2 0 0,3 2-24 0,0-2-4 0,-3 2 0 0,6-2-1 16,-3 2-9-16,3-2-2 0,3 2 0 15,-3-2 0-15,3 2-1 0,3-2-1 16,0 2 0-16,3-2 0 0,-1 0-6 0,1-1-2 16,6 1 0-16,-3 3 0 0,3-4-4 0,0 4-1 0,-1-4 0 0,-2 6 0 15,0-2 4-15,-3-1 1 16,0 3 0-16,0-3 0 0,-7 3-3 0,4 0-1 0,-3 0 0 0,-3 0 0 15,3 0-10-15,-3 3 0 0,-3 0 0 0,3-1 0 16,-3 1 0-16,0 0 0 0,0-1 0 0,0 4 0 16,0-1 32-16,0 0 4 0,0 0 0 0,-3 1 1 15,0 2-23-15,2-3-5 0,-2 0-1 0,0 3 0 16,0-3 8-16,0 3 0 0,0 3 1 0,0-3 0 16,0 0 4-16,0 0 1 0,0 0 0 0,0 0 0 15,-3 0-1-15,3 0 0 0,-3 2 0 0,3-2 0 16,-3 0 2-16,3 0 0 0,-3 0 0 0,0 2 0 15,0-2-15-15,-3 0-8 0,3 0 8 0,-3 3-8 16,3-3 0-16,0 2 0 0,-3 1 0 0,0-3-8 16,3 2 8-16,-3 1 0 0,0 2 0 0,-3-2 0 15,3 2 0-15,0 3 0 0,0-3 0 0,0 3 0 16,0 0 0-16,1 2 0 0,-1-2 0 0,0 6 0 16,0-7 0-16,0 4 0 0,3-1 0 0,-3 1 0 0,0-3 0 0,3 0 0 15,-3 0 0-15,0-3 0 0,3 0 0 16,-3 0 0-16,3 1 0 0,-3-4 0 0,0 1 0 15,3 2 0-15,-3 0 0 0,-3 0 0 0,6 1 0 0,-6 1 0 16,3-1 0-16,-3 2 0 0,3-1 49 0,-3 4 12 16,0-1 3-16,3 4 0 0,-3-1-64 0,0-3-26 15,3 1 2-15,-3 2 0 0,3-5 24 0,0 2 0 0,0-2 0 16,0 0 11-16,0 0-11 0,3-3 0 0,-3 1 0 16,3-1 8-16,0-3-8 0,-3 1 0 15,3 0 0-15,0-1 0 0,0 1 0 0,0-1 0 16,0-2 0-16,0 3 0 0,0-1 0 0,0 1 0 15,0-3 0-15,0 2 0 0,0-2 0 0,0 0 0 16,0 3 0-16,0 0 0 0,0-1 0 0,0 1 0 0,0-3 0 0,0 2 0 16,3 1 0-16,-3-1 0 0,0 4 0 0,0-4 0 15,0 1 0-15,3 2 0 0,-3-2 0 0,0-1 0 16,0 1 16-16,3 2 0 0,-3-2 1 0,0-1 0 16,0 1-27-16,0-1-6 0,0-2 0 0,0 3-1 15,3-1 17-15,-3-2 0 0,0 0 0 0,0 0 0 16,0-2 0-16,0 1 0 0,0 1 0 0,0-2 0 15,3 2 0-15,-3 0 0 0,0-3 0 0,0 3 0 16,0-3 0-16,0 3 0 0,0-3 0 0,0 3 0 16,0 0 0-16,0 0 0 0,0-3 0 0,0 3 0 15,0 0 0-15,0 0 0 0,-3 0 0 0,3 3 0 0,0-3 0 0,-3 2 0 16,3 1 0-16,0-1 0 0,0 1 0 16,-3 0 0-16,3 2 0 0,0-3 0 0,-3 4 0 0,3-1 0 15,0-3 0-15,0 4 0 16,-3-4 0-16,3 4 0 0,0-4 0 0,0 1 0 15,0-1 0-15,0 1 0 0,0-1 0 0,-3-2 0 16,3 0 0-16,0 3 0 0,0-3 0 0,0 0 0 0,0 0 0 0,-3 0 0 16,3-3 0-16,0 3 0 0,0-3 0 0,-3 0 0 15,3 3 0-15,0-2 0 0,-2-1 0 0,2 0 0 16,0 3 8-16,0-2-8 0,0-1 0 0,0 0 0 16,-3 0 0-16,3 1 0 0,0-1 0 0,-3 0 0 0,3-5 0 0,0 6 0 15,-3-1 0-15,3-5 0 16,0 8 0-16,-3-3 0 0,3-5 0 0,0 0 0 0,0 0 0 0,0 0 0 15,-3 5 0-15,3-5 0 0,0 0 0 0,0 0 0 16,0 0 8-16,-3 3-8 0,3-3 0 0,-3 5 0 16,3-5 8-16,-6 3-8 0,6-3 0 0,-6 0 0 15,0 3 11-15,-3-3-11 0,3 0 12 0,0-3-12 16,0 3 14-16,0 0-4 0,-3-3-1 0,0 3 0 16,-3-2-9-16,0 2 10 0,1-3-10 0,-1 3 10 15,0 0-10-15,-3 3 0 0,3-3 0 0,-3 0 0 16,0 2 0-16,3 1-16 0,0 0 3 0,-3-1 0 15,4 1 13-15,-1 0 0 0,0 2 0 0,0-3 0 16,3 4 0-16,-3-1 0 0,3-2 0 0,0 2 0 16,3-2 10-16,-3 2 5 0,3-2 1 0,6-3 0 15,-3 5-26-15,3-5-5 0,-6 3-1 0,0-1 0 16,6-2 25-16,0 0 5 0,0 0 1 0,0 0 0 16,-6 3-24-16,6-3-5 0,0 0-1 0,0 0 0 15,-6 0 15-15,6 0 0 0,0 0 0 0,0 0 0 16,0 0 11-16,0 0 5 0,0 0 0 0,0 0 1 0,-5 0-27 0,5 0-6 15,0 0 0-15,0 0-1 0,-6 0 17 0,6 0 0 16,0 0 0-16,0 0 0 0,0 0 10 0,0 0 6 16,0 0 0-16,0 0 1 0,-6-3-27 0,6 3-6 15,0 0 0-15,0 0-1 0,0 0 27 0,0 0 6 16,0 0 0-16,-6-2 1 0,3-4-27 0,0 4-6 0,0-4 0 0,0 1-1 16,3 0 25-16,-3-3 6 15,3 2 1-15,0-1 0 0,0-1-15 0,-3 0 0 16,3-3 0-16,0 1 0 0,0-1 0 0,-3 0 0 0,3 3 0 0,0-2 0 15,0-1 0-15,0 1 0 16,0-4 0-16,0 4 0 0,-3-6-9 0,3 0-5 0,0-2-1 16,0-1 0-16,0-2 15 0,0 0 0 0,0 0 0 0,0-6 0 15,0 3 0-15,0 0 0 0,3 3 0 0,-3-3 0 16,0 6 0-16,3-3 0 0,-3 2 0 0,0 3 0 16,0 1 0-16,0-1 0 0,3 0 0 0,-3 0 0 15,0 3 0-15,0-3 0 0,3 0 0 0,-3 0 0 16,0 0 0-16,0 0 0 0,3-2 0 0,-3-1 0 15,3 3 0-15,-3-2 0 0,3-1 0 0,-3 3 0 16,0-2 0-16,3 2 0 0,-3-2 0 0,0 2 0 16,0 0 0-16,0 3 0 0,0-3 0 0,0 2 0 15,0 1 0-15,3 0 0 0,-3 0 0 0,0-1 0 16,0 1 0-16,0 0 0 0,0 0 0 0,0 0 0 16,0-3 0-16,0-3 0 0,0 3 0 0,0-5 0 0,0 0 0 15,0 0 0-15,0 2 0 0,0-2 0 16,0 0 0-16,0 0 0 0,0 2 0 0,0 1 0 15,0 2 0-15,0 0 0 0,0 3 0 0,0 0 0 16,0-1 0-16,-3 1 0 0,3 2 0 0,0-2 0 0,0 3 0 16,-3 2 0-16,3 0 0 0,-3-3 0 0,3 3 0 0,-3-2 0 15,3 2 0-15,-3-3 0 0,3 1 0 0,-3 2 0 16,3-6 0-16,-3 1 0 0,3 3 0 0,0-4 0 16,0 1 0-16,0 0 0 0,0-3 0 0,3 0 0 0,-3 0 0 15,0 0 0-15,3 1 0 0,-3-1 0 16,3 0 0-16,-3 3 0 0,3-1 0 0,0 1 0 0,-3 0 0 0,3 2 0 15,-3 1 0-15,3-1 0 0,-3 1 0 0,3 2 0 16,-3-3 0-16,0 0 0 0,3 3 0 0,-3 1 0 16,0-1 0-16,0 0 0 0,3 0 0 0,-3 2 0 15,0-2 0-15,3 3 0 0,-3-5 0 0,0 4 0 16,3-2 0-16,-3 3 0 0,0-5 0 0,3 2 0 16,-3 0 0-16,0 0 0 0,2 0 0 0,1 0 0 15,-3 0 0-15,3 0 0 0,0 0 0 0,0 0 0 16,-3 0 0-16,6 0 0 0,-3 0 0 0,0 0 0 15,0 0 0-15,3 0 0 0,-3 0 0 0,0 1 0 16,0-4 0-16,3 6 0 0,-3-3 0 0,3 2 0 16,0 4-54-16,-3-3-8 15,3-1-2-15,0 4 0 0,0-1-68 0,-3 0-13 0,6 3-3 16,-3-2-881-16</inkml:trace>
  <inkml:trace contextRef="#ctx0" brushRef="#br0" timeOffset="61374.343">17216 13693 2419 0,'0'0'53'0,"-6"0"11"0,0 0 3 0,0-3 1 16,6 3-55-16,-6-2-13 0,0 2 0 0,6 0 0 0,0 0 49 0,0 0 7 15,0 0 2-15,0 0 0 0,0 0-15 0,0 0-3 16,0 0-1-16,0 0 0 0,0 0-20 0,0 0-4 16,0 0-1-16,0 0 0 0,6 5-14 0,-3 0 9 15,6 1-9-15,-3 2 8 0,3 0 1 0,0-1 0 16,0 1 0-16,0 3 0 0,3 2-9 0,-3-2 8 16,6 5-8-16,-6 0 8 0,2-1-8 0,-2 4 0 15,3-1 9-15,-3 6-9 0,0-3 0 16,0 6 0-16,0-1 0 0,3 1 0 0,-3-1 0 15,3-2 0-15,0 0 0 0,-3-3 0 0,3-2 0 0,-4-4 0 16,1-1 0-16,-3-1 0 16,3-2-29-16,-3-4-1 0,0-1 0 0,-3 2 0 15,0-6-106-15,-3-2-20 0,0 0-5 0,0 0-909 0</inkml:trace>
  <inkml:trace contextRef="#ctx0" brushRef="#br0" timeOffset="61608.189">17820 13751 2188 0,'0'0'48'0,"0"0"11"0,0 0 1 0,0 0 1 0,0 0-49 0,0 0-12 0,0 0 0 0,0 0 0 15,-3-2 105-15,3 2 19 0,0 0 3 0,-6 0 1 16,6 0-73-16,-5 2-15 0,-1 1-2 0,0 0-1 16,3-1-12-16,-3 3-2 0,0 1-1 0,3 2 0 15,-3-3-6-15,3 3 0 0,-3 3-1 0,0-1 0 16,0 1-15-16,-3-1 11 0,0 4-11 0,-3-1 10 15,0 3-10-15,-3-1 0 0,1 1-10 0,-4 3 10 16,0 2-50-16,-3 0-4 16,-3-2-1-16,3 2 0 0,0-3-125 0,4-2-24 0,-4 0-6 0</inkml:trace>
  <inkml:trace contextRef="#ctx0" brushRef="#br0" timeOffset="61949.294">17475 14058 1947 0,'0'0'43'0,"0"0"9"0,0 0 1 0,0 0 2 0,0 0-44 0,0 0-11 0,0 0 0 0,-3 5 0 16,3 1 96-16,0 2 16 0,0-3 4 0,0 0 1 15,0 3-41-15,0 0-8 0,0 3-1 0,0-1-1 16,-3-2-25-16,6 3-5 0,-3-1 0 0,0 1-1 16,3 2-11-16,-3 0-1 0,3 1-1 0,0-1 0 15,0 0-6-15,0 6 0 0,0-1-1 0,3 6 0 16,-3 0-7-16,3 5-8 0,0 0 11 15,0 3-11-15,0-3 8 0,-3-3-8 0,6-2 0 0,-6 0 0 16,3-3 0-16,-3-2 0 0,2-3 0 0,-5-1 0 16,3 1 12-16,-3-2 9 0,0 1 2 0,0-1 0 15,0-4-23-15,0 3 8 0,-3 1-8 0,3-4 0 16,0 4 0-16,0-4 0 0,0 1 0 0,0-1 0 16,0-2 0-16,0 0 8 0,0-3-8 0,0-5 0 15,0 0-21-15,0 0-9 0,0 0-2 16,0 0 0-16,0 0-82 0,0 0-17 0,6-2-3 0,-3-6-633 15,0 0-126-15</inkml:trace>
  <inkml:trace contextRef="#ctx0" brushRef="#br0" timeOffset="62419.681">18207 13918 1497 0,'0'0'32'0,"0"0"8"0,0 0 0 0,0 0 4 0,0 0-36 0,0 0-8 0,0 0 0 0,6 3 0 15,0-1 123-15,3 1 22 0,0 0 5 0,0-1 1 16,3 3-53-16,3-2-10 0,-3-3-3 0,6 5 0 0,-1-5-24 0,4 3-5 15,0-3 0-15,0 3-1 0,0-1-20 0,0-2-4 16,-1 0-1-16,-2 0 0 16,0-2-16-16,0-1-3 0,-3 0-1 0,-3 1 0 0,0-1-10 15,0 0-16-15,0-2 4 0,-4 0 1 0,1 2 11 16,0-2 0-16,0 2 0 0,0 1 0 0,-3-1 0 0,0 3 0 16,0-3 0-16,-6 3 0 15,0 0-179-15,0 0-33 0,0 0-8 0</inkml:trace>
  <inkml:trace contextRef="#ctx0" brushRef="#br0" timeOffset="62684.811">18270 14172 2188 0,'-6'3'48'0,"0"-1"11"0,0 1 1 0,0 0 1 0,0 2-49 0,6-5-12 0,-3 2 0 0,3-2 0 16,0 0 98-16,0 0 17 0,0 0 3 0,0 0 1 15,0 0-59-15,0 0-11 0,0 0-2 0,0 6-1 16,0-6-16-16,6 5-3 0,0-2-1 0,3 2 0 16,0-2-5-16,3-3-1 0,0 2 0 0,3 1 0 15,-1-3 0-15,4 0-1 0,3 3 0 0,-3-3 0 16,3 0-7-16,-3 0-2 0,3 0 0 0,-4 0 0 16,4-3-10-16,-3 3 0 0,-3-3 0 0,0 1 8 15,0-1-8-15,-3 0 0 0,3 1 0 0,-1-1-11 16,1 0-79-16,0-2-16 0,0 2-3 15</inkml:trace>
  <inkml:trace contextRef="#ctx0" brushRef="#br0" timeOffset="66256.691">19074 13833 1886 0,'0'0'41'0,"0"0"9"0,0 0 2 0,-3-5 1 0,3 5-42 0,0 0-11 0,-3-5 0 0,3 5 0 0,0 0 120 16,0 0 23-16,0 0 4 0,0 0 1 0,0 0-68 0,0 0-12 16,0 0-4-16,0 0 0 0,0 0-51 0,0 0-13 15,0 8 0-15,3 0 0 16,-3 0 45-16,3 2 7 0,-3 3 0 0,3 6 1 15,-3-1-33-15,2 4-8 0,-2 1 0 0,0 4-1 0,0-1-11 0,3 1-12 16,-3-1 2-16,0-2 1 0,0-3 9 0,0-2 12 16,3-1-2-16,-3 3-1 0,0-2-21 0,3-3-4 15,-3 0 0-15,3 0-1 16,0-3-24-16,0-3-5 0,0 1-1 0,0 0 0 0,3-1 38 0,-3-2 9 16,3-5 0-16,-3 2 0 0,3-2 0 0,0-3 0 0,0 0 8 15,3 0-8-15,0-6 0 0,0 1 0 16,0-3-12-16,0 0 4 0,3-2 8 0,-3-1 0 15,-1 0 0-15,1 1 0 0,0-3 13 0,0 5 5 16,-3-6 1-16,0 4 0 0,0-1 19 0,0 1 4 0,-3-1 1 16,0 1 0-16,0-1 4 0,0 3 1 0,-3 0 0 0,0 0 0 15,3 0-16-15,-3 6-2 0,0 2-1 0,0 0 0 16,0 0-7-16,0 0-2 0,0 0 0 0,0 0 0 16,0 0-10-16,0 0-2 0,0 0-8 0,0 7 12 15,-3 1-12-15,3 0 0 0,0 6 0 0,0-4 0 16,3 1 0-16,0-1-10 0,0 1 10 0,0 5-12 15,3-3-3-15,0 0-1 0,0 0 0 0,0 1 0 16,3-1-12 0,-3 0-2-16,2 0-1 0,-2-2 0 0,3 0-2 0,0-4-1 15,-3 1 0-15,3 0 0 0,0-2 14 0,0-1 4 0,-3-5 0 0,0 3 0 16,3-3 16-16,0-3 0 0,0-2 0 0,-3 2 0 16,3-5 0-16,-3 3 0 0,3-6 8 0,-1 3-8 0,1-2 32 15,0-1 1-15,-3-2 0 0,3 2 0 16,-3-5-1-16,3 6-1 0,0-6 0 0,0 3 0 15,-3-1-16-15,0-1-3 0,0-1-1 0,3-3 0 0,-3 1-2 0,0-3 0 16,0-6 0-16,0 1 0 0,-1-1-9 0,-2-2 0 16,3 5 0-16,-3 0 8 0,3 1-8 15,-3 1 0-15,0 1-12 0,-3 3 12 16,0-3-152-16,0 2-22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4:17.12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18752 4961 1706 0,'0'0'36'0,"0"0"7"16,0 0-35-16,0 0-8 0,0 0 0 0,0 0 0 16,0 0 116-16,0 0 20 0,0 0 5 0,0 0 1 15,0 0-50-15,0 0-11 0,0 0-1 0,6 0-1 16,3 0-17-16,0 0-3 0,0 0-1 0,6 0 0 15,0 3 1-15,2-3 0 0,1 3 0 0,0-3 0 16,3-3-10-16,3 3-1 0,0-3-1 0,-1 1 0 16,7-1-13-16,0 0-2 0,3 1-1 0,-1-1 0 15,4 0-11-15,-3 3-1 0,0 0-1 0,-1-2 0 0,-2 2-18 0,0 0 10 16,-3-3-10-16,2 3 8 0,-5 0-8 16,0 0 0-16,-3-5 0 0,3 2 0 0,-3 0 0 0,-1 3 0 15,-2 0 8-15,0-2-8 0,-3 2 0 0,0 0 0 0,-3 2 0 16,0-2 8-1,-3 0-8-15,-3 3 0 0,0-3 0 0,0 3 0 0,-6-3-8 0,2 5-4 0,-2-5-1 16,0 3 0 0,0-3-27-16,0 5-6 0,0 0-1 0,-2 1 0 15,-1-1-103-15,-3 0-21 0,0 3-4 0</inkml:trace>
  <inkml:trace contextRef="#ctx0" brushRef="#br0" timeOffset="937.15">19079 5218 2180 0,'0'0'62'0,"0"-5"13"0,0-1-60 0,0 6-15 0,0-5 0 0,0 5 0 16,0-5 98-16,0 5 17 0,3-3 3 0,0 0 1 15,-3 3-45-15,0-5-9 0,3 0-1 0,-3 5-1 16,0 0-27-16,0 0-4 0,0 0-2 0,0 0 0 15,0 0-12-15,6 0-2 0,-6 0-1 0,3 3 0 16,0-1-15-16,0 3 11 0,3 1-11 0,-6-1 10 16,3 3-10-16,0 0 0 0,-3 0 9 0,3 0-9 15,0 0 0-15,-3 0 0 0,3 0 0 0,0 2 8 16,0-2-8-16,3 0 0 0,-3 3 0 0,0-6 0 16,3 3-12-16,0-3-1 0,0 3 0 0,0-3 0 15,0 1-7-15,0-4 0 0,3 4-1 0,-3-4 0 16,3 1 8-16,-4-3 1 0,4 0 1 0,0 0 0 15,0 0 11-15,-3-3-8 0,3 3 8 0,-3-5-8 16,0 2 8-16,0-2 0 0,0 2 0 0,-3-5 8 16,3 3 17-16,-3 0 4 0,-3-3 1 0,3 3 0 15,0-6 6-15,-3 3 0 0,3 0 1 0,-3 0 0 0,3-2-6 16,-3 2-2-16,0 0 0 0,0 0 0 0,3 0-11 16,-3 3-2-16,0-1-1 0,0 6 0 0,0 0-6 0,0 0-1 15,0 0 0-15,0 0 0 16,0 0-8-16,0 0 0 0,0 0 0 0,0 0 8 0,0 0-8 0,0 0 0 15,0 0 0-15,-3 6 0 0,0 2 0 0,3-1 0 0,-3 1 0 0,3 0 0 16,-3 0 0-16,3 3 0 0,-3-3 0 16,3 2 0-16,-3 4 0 0,3-4 0 0,-3 1 0 15,3 2 0-15,-3 0 0 0,0 3 0 0,3-3 0 16,-3 6 0-16,0-3 0 0,0 0 0 0,0 2 0 16,0-2 0-16,0 0 0 0,0 0 0 0,0 0 0 0,-3-3 0 15,0 0 0-15,0-2 0 0,0-1 0 0,0-2 0 16,-3 0 0-16,4 0 0 0,-4-3 0 0,0 1 0 15,0-1 0-15,0-2 0 0,0-1 0 0,0 1 0 16,0 0 13-16,0-3-2 0,0 0-1 0,3-3 0 16,-3 3 10-16,3-3 3 0,0 1 0 0,3-1 0 15,3 3-12-15,-6-3-3 0,3-2 0 0,3 5 0 16,-3-5-8-16,0 2 0 0,1-5 0 0,2 6 0 16,0-4 0-16,-3 1 0 0,3 0 0 0,0-1 0 15,3 4-40-15,-3-6-1 0,2 2 0 16,-2 1 0-16,3 0-201 0,-3 2-40 0</inkml:trace>
  <inkml:trace contextRef="#ctx0" brushRef="#br0" timeOffset="2662.451">16448 4398 1580 0,'0'0'67'16,"-3"-6"-54"-16,3 6 195 16,0-5 38-16,0 5 8 0,-3-5 2 15,3 5-154-15,0 0-30 0,0 0-7 0,0 0-1 16,0 0 25-16,-6 0 5 0,6 0 1 0,-9 5 0 0,0 0-50 0,0 1-9 0,1 2-3 0,-1 2 0 15,-3-5-33-15,0 3 0 0,-3 3 0 0,0 2 0 16,0-7 0-16,0 7 0 0,0-3 0 0,1 1 0 16,-1 2-11-16,-3 0 11 0,3 1-12 0,3-1 12 31,0 0-50-31,0-2-3 0,0 2-1 0,3-3 0 16,0-2-110-16,3 0-23 0,-2-2-4 0</inkml:trace>
  <inkml:trace contextRef="#ctx0" brushRef="#br0" timeOffset="5895.282">15957 4284 1348 0,'0'0'28'0,"-6"-5"7"16,6 5-35-16,-3-3 0 0,3 3 0 0,0 0 0 0,0 0 116 0,0 0 17 0,0 0 3 0,0 0 1 15,0 0-30-15,0 0-7 0,0 0 0 0,0 0-1 16,0 0-15-16,0 0-2 0,0 0-1 0,3 5 0 16,3 1-13-16,0 1-4 0,0 4 0 0,0-3 0 15,0-3-56-15,0 3-8 0,0 0 0 0,0 0-12 16,0 3 12-16,3-3 0 0,-3 0 12 0,2 2-12 16,1-2 0-16,0 0 0 0,0 3 0 0,0-1 0 15,0-2 0-15,0 3 0 0,0-1 0 0,-3-2 0 16,0 0 20-16,3 0-2 15,-3 5-1-15,0-5 0 0,0-2-17 0,0 4 0 0,0-2 8 0,0 5-8 16,-1-7 0-16,-2 2 8 0,3-1-8 0,-3 1 0 16,3-2 8-16,-3-1-8 0,0 3 0 0,0-3 0 15,0 1 0-15,0-4-19 0,0 3 4 0,0-2 1 16,3-3-104-16,-3 3-21 0,0-3-4 0</inkml:trace>
  <inkml:trace contextRef="#ctx0" brushRef="#br0" timeOffset="6346.017">16192 4588 1838 0,'0'0'38'0,"0"0"10"0,0 0-39 0,0 0-9 0,0 0 0 16,0 0 0-16,0 0 107 0,0 0 19 0,0 0 4 0,0 0 1 16,0 0-43-16,0 0-8 0,0 0-1 0,0 0-1 15,0 0-30-15,0 0-5 0,0 0-2 0,-3 8 0 16,3-3-12-16,0 3-2 0,-3 0-1 0,3 0 0 16,0 3-5-16,0-3-1 0,0 2 0 0,0 4 0 15,-3-4-4-15,3 3-2 0,0-2 0 0,0 2 0 16,0-2-4-16,0-1-1 0,0 1 0 0,0 5 0 15,0-8-9-15,3 2 8 0,-3 1-8 0,0-1 8 16,0 1-8-16,0 0 0 0,0 2 9 0,0-8-9 16,0 6 0-16,3-3 0 0,-3 0 0 0,0 0 0 15,0 0 0-15,0-1 0 0,0 1 0 0,0 3 8 16,0-6-8-16,3 3 0 0,-3 0 0 0,0 0 0 16,0-3 0-16,3 3 0 0,-3-2 0 0,0-1 8 15,0-5-8-15,0 5 0 0,3 3 0 0,-3-8 0 16,0 3 0-16,0-3 0 0,0 0 0 0,0 0 8 15,0 0-8-15,3 5 0 0,-3-5-8 0,0 0 8 16,0 0-54-16,6 0-6 0,-3-3 0 0</inkml:trace>
  <inkml:trace contextRef="#ctx0" brushRef="#br0" timeOffset="14485.649">13850 5062 1713 0,'0'0'48'0,"-6"2"12"0,3 1-48 0,3-3-12 0,-6 3 0 0,0 2 0 31,3 0 86-31,3-5 15 0,-3 3 3 0,-3 5 1 0,3-5-49 0,0 4-9 0,0-1-3 0,3 4 0 16,-3-7-12-16,3 5-2 0,0 0-1 0,0-3 0 16,0 0-19-16,0 3-10 0,3-2 10 0,-3-1-10 15,0-5 8-15,3 5-8 0,3 1 0 0,-3-4 0 16,3 1 11-16,-3 2-11 0,3-5 12 0,0 5-12 16,0-5 25-16,0-5-1 0,0 5-1 0,2-2 0 15,-2-1 13-15,0-2 2 0,3 2 1 0,-3-2 0 16,-3-1 12-16,3 1 2 0,-3-3 1 0,-3 3 0 15,3-3-2-15,-6 0-1 0,3 0 0 0,-3-3 0 16,-3 3-11-16,3 1-1 0,-3-1-1 0,0 2 0 16,0-2-16-16,-3 0-3 0,4 3-1 0,-4 3 0 15,0-1-10-15,0 0-8 0,3 3 12 0,-3 0-12 16,0 0 9-16,0 0-9 0,3 3 0 0,-3 0 9 16,3 2-9-16,0-3 0 0,0 6 0 0,0 0 0 15,3-2 0-15,0 2 0 0,3-3-9 0,-3 3 9 16,3 2 0-16,3-4 0 0,-3 2-8 0,3 0 8 15,3-3 0-15,-3 5 0 0,3-7-8 0,0 0 8 16,0-1 0-16,3 1 0 0,-3 0-8 0,3-3 8 16,0 0 0-16,0 0 0 0,0 0 0 0,0-3 0 15,0 0 0-15,-1 1 0 0,-2-4 0 0,3 6 0 16,-3-8 0-16,-3 3 8 0,3 0-8 0,-3-3 12 16,-3 3 11-16,3-1 1 0,-3-2 1 0,-3 0 0 0,0 3-1 15,0 0-1-15,0 0 0 0,-3-1 0 16,3-2-8-16,-3 6-2 0,0-4 0 0,-2 4 0 15,2 2-13-15,0 0 8 0,-3 0-8 0,3 0 0 0,-3 2 0 0,3 1 0 16,0 2 0-16,0 3 0 0,0-5 0 0,3 0 0 16,0 5 0-16,0-3 0 0,3 0 0 15,-3 0 0-15,3 3 0 0,0-2 0 0,3 2-8 0,0-3 8 16,3 0 0-16,0 0 0 0,0-2-8 0,3 2 8 0,-3-2 0 0,3 0 0 16,0-3 0-16,0 2-8 0,0-2 8 0,-1 0 0 15,1-2 0-15,0 2 0 16,-3-3 0-16,3 0 0 0,-3-2 0 0,-3 2 0 0,3-2 0 0,-3 0 0 15,-3 0 11-15,0-1-11 0,0 1 12 0,-3-3-12 16,3 0 20-16,-3 3-4 0,-3-3 0 0,3 3 0 16,-3-1-4-16,0-2 0 0,0 3-1 0,0 0 0 15,-3 0-11-15,3 2 10 0,1 0-10 0,-4 3 10 16,3 0-10-16,0 0 0 0,-3 0 0 0,3 3 0 16,0 0 0-16,-3 2 0 0,3-3 0 0,0 6 0 15,3 0 0-15,-3-2 0 0,3 2 0 0,0-1 0 16,0 1 0-16,3 0 0 0,-3 0 0 0,3 0 0 15,0 0-8-15,3 0 8 0,-3 0 0 0,3 0 0 16,0-3 0-16,3 1 0 0,-3-1-9 0,3 0 9 16,0 0 0-16,0-2 0 0,0-3 0 0,0 3 0 15,3-3 0-15,-3 0 0 0,0 0 0 0,0-3 0 16,0 3 0-16,-1-3 0 0,1-2 0 0,0 0 0 16,-3 2 0-16,0-2 9 0,0 0-9 0,0-1 8 15,0 1 0-15,0-3-8 0,-3 0 12 0,0 0-4 16,3 0-8-16,-3 0 0 0,-3-2 0 0,3 2 0 15,0-3 0-15,-3 3 0 0,3 0 0 0,-3 0 0 0,0 3-20 0,-3 0-4 16,3-3 0-16,-3 5 0 16,0 1-85-16,1-1-18 0,-1 3-3 0</inkml:trace>
  <inkml:trace contextRef="#ctx0" brushRef="#br0" timeOffset="15730.429">11736 5080 1387 0,'-12'0'58'0,"0"0"-46"15,3 0 119-15,-2 0 24 0,2 0 5 0,0 0 0 16,0 3-62-16,3-3-13 0,-3 0-2 0,3 0-1 15,6 0 37-15,0 0 7 0,0 0 2 0,0 0 0 16,0 0-84-16,0 0-16 0,0 0-3 0,0 0-1 16,0 0 1-16,0 0 0 0,0 0 0 0,0 0 0 15,0 0-13-15,0 0-2 0,0 0-1 0,0 0 0 16,6 3 3-16,-3-1 1 0,3 1 0 0,3 0 0 16,-3-1-2-16,3 1-1 0,-3-1 0 0,3-2 0 15,-1 3-1-15,4-3 0 0,-3 3 0 0,0-3 0 16,3 2-1-16,0-2 0 0,3 3 0 0,0-3 0 15,3 5 1-15,-3-5 0 0,2 0 0 0,1 0 0 16,3 0-1-16,-3 0-8 0,3 0 12 0,0 0-4 16,-4-5-8-16,1 5 0 0,3-3 0 0,-3 3 8 15,0 0-8-15,0 0 0 0,0 0 9 0,-4 0-9 16,4 0 12-16,-3 0-3 0,0 0 0 0,-3 0 0 16,3 0-9-16,0 3 0 0,0-3 0 0,0 0-11 15,-1 0 11-15,1 0 0 0,3 0 0 0,-3 0 0 16,0 0 0-16,0 0 0 0,0 0 0 0,3 0 0 15,-4 0 0-15,1 0 0 0,0 0 0 0,0-3 0 16,0 3 0-16,0 0 0 0,0-2 0 0,0-1 8 16,0 0-8-16,-1 3 0 0,-2-2 0 0,3 2 0 0,-3 0 0 0,0-3 0 15,3 3 0-15,-3 0 0 0,3 0 0 0,-3 0 0 16,2-2 0-16,1 2 0 0,-3 0 0 0,3 0 0 0,3-3 0 16,-3 6 0-16,0-6 8 0,0 3-8 0,0 0 8 0,-1 0-8 15,1 0 0-15,3 0 0 0,-6 0 0 16,3 0 8-16,0 0-8 15,-3 0 0-15,0 0 0 0,3 0 0 0,-4 0 0 0,4 0 0 0,-3 0 0 0,0 0 8 16,0 0-8-16,0 3 0 0,0-3 0 16,0 2 0-16,0 1 0 0,0-3 9 0,-1 0-9 15,1 2 0-15,3-2 8 0,-3 3-8 0,3 0 0 0,0-1 0 16,0-2 0-16,0 0 8 0,0 3-8 0,-1-3 0 16,1 5 9-16,0-5-9 0,0 0 0 0,0 0 9 15,0 0-9-15,0 0 12 0,-3 0-12 0,0 0 12 16,2 0-12-16,-2 0 10 0,0 0-10 0,0 0 10 15,-3 0-10-15,3 0 0 0,0 0 9 0,-3 3-9 16,0-3 0-16,0 0 0 0,0 0 0 0,0 0 0 16,-3 3-21-16,2-3-9 0,1 0-2 0,0 0 0 15,-3 2 77-15,3-2 15 0,0 0 4 0,0 0 0 16,0 0-103-16,0 0-20 0,0 0-4 0,0 0-1 16,0 0 80-16,3 0 15 0,-3 0 3 0,-1 0 1 15,4 0-24-15,-3 0-11 0,3 0 10 0,-3 0-10 16,0 0 10-16,0 0-10 0,0 0 10 0,0 0-10 15,-3 0 10-15,3-2-10 0,-3 2 10 0,0 0-10 0,3 0 8 16,-3 0-8-16,-1 0 0 0,1 0 9 0,0 0-9 0,0 0 8 16,0 0-8-16,-3 0 8 0,3 0-8 0,0 0 12 15,-3-3-12-15,3 3 12 16,0 0-4-16,-3 0-8 0,3-3 12 0,0 3-4 0,0 0-8 16,-3 0 0-16,3 0 0 0,0 0 8 0,-3 0-8 0,3 0-11 15,0 0 3-15,-3 0 0 16,3 0 8-16,-3 0 0 0,0-5 0 0,-3 5 0 0,6 0 0 0,-4-3 0 15,-2 3 0-15,6 0 0 16,-3 0-53-16,-3 0-9 0,6-2-2 0,-6 2 0 16,0 0-51-16,0 0-10 0,0 0-3 0</inkml:trace>
  <inkml:trace contextRef="#ctx0" brushRef="#br0" timeOffset="16744.6">10888 5170 2381 0,'0'-5'49'0,"-3"0"13"16,3 2-50-16,0-5-12 0,0 3 0 0,0 0 0 16,0-1 90-16,0 6 15 0,3-5 3 0,-3 5 1 15,0-5-36-15,0 5-7 0,0-3-2 0,0 3 0 16,0 0-51-16,0 0-13 0,0 0 0 0,0 0 0 16,0 0 0-16,3 3 0 0,0 5 0 0,-3 0 0 15,0-1 0-15,3 4 0 0,-3 0 0 0,3 2 0 16,-3 0 0-16,3 3 0 0,0-3 0 0,0 3 0 15,0 3 0-15,0-6 0 0,0 0 0 0,0 3 0 0,3-3 0 16,-3 0 0-16,0-2 0 0,2 2 0 16,-2-2 0-16,3-3 0 0,0 2 0 0,0-2 0 15,0-2 0-15,-3-1 0 0,3-3 0 0,0-2 0 16,-3 0 0-16,3 0 0 0,0-2 0 0,0 2 0 0,0-8 0 16,0 0 0-16,0 3 0 0,-3-3 0 0,3-3 0 15,0 3 0-15,-3-2 0 0,3-1 0 0,-3-2 36 16,0 2 4-16,0 1 0 0,0-4 1 0,0 1-14 0,-3 3-3 0,3-6-1 0,-3 2 0 15,0 1 5-15,2 3 0 0,-2-4 1 16,3 4 0-16,-3 2-14 0,0 0-3 0,0 0-1 16,0 5 0-16,0 3-3 0,0 0 0 0,0 0 0 0,0 0 0 15,0 0-8-15,0 0 0 0,0 0 0 0,3 3 0 16,0 2 0-16,0 1 0 0,3 2 0 0,-3 2 0 16,3 1 0-16,-3-1 0 0,3 1 0 0,0 2 0 15,0-2 0-15,0 5 0 0,3-6 0 0,-3 3 0 16,3 1 0-16,-3-1 0 0,3 0-9 15,0 0 9-15,0-2-10 0,0 0 2 0,-1 2 0 0,-2-3 0 16,3-2 8-16,0-2 0 0,0 1 0 0,-3-4 8 16,3 0-8-16,0-1 0 0,-3-2 0 0,3-2 0 15,-3-1 0-15,0-2 0 0,0 0 0 0,0-3 0 16,0 0 12-16,-3-3 4 0,3 1 0 0,0-1 1 16,-3 0-6-16,3-2-2 0,-1 0 0 0,-2 0 0 15,0-3 44-15,3 0 9 0,-3-3 2 0,0 1 0 16,3-1-52-16,-3 3-12 0,3-7 0 0,-3 1 0 15,0 4 0-15,3-3 0 0,-3 0 0 0,0-1 0 16,0 9 0-16,0-8 0 0,3 5 0 0,-6 3 0 16,3 0-48-16,-3 2-13 0,0-2-3 0,0 0 0 15,0 2-153-15,-3-2-31 0</inkml:trace>
  <inkml:trace contextRef="#ctx0" brushRef="#br0" timeOffset="31892.852">19586 4892 1302 0,'0'0'36'0,"0"0"10"0,0 0-37 0,0 0-9 0,-3 8 0 0,3-8 0 16,0 0 56-16,0 0 8 0,0 0 3 0,0 0 0 16,0 0 27-16,0 0 6 0,0 0 0 0,0 0 1 15,0 0-59-15,0 0-12 0,0 0-2 0,0 0-1 16,0 0 54-16,0 0 11 0,0 0 3 0,0 0 0 16,0 0-50-16,0 0-9 0,0 0-3 0,0 0 0 15,0-5 13-15,0 0 2 0,0 0 1 0,0-3 0 16,0 5-12-16,3-8-2 0,-3 3-1 0,0 0 0 15,2 1-5-15,-2-4-1 0,0 0 0 0,3-2 0 16,-3 0-9-16,3-3-3 0,0 3 0 0,0-8 0 16,-3 2 2-16,3-2 0 0,0-3 0 0,0 6 0 15,0-9-8-15,0 1-2 0,0 2 0 0,0 3 0 16,0 0 4-16,3-1 1 0,-3 4 0 0,0-1 0 16,0 1 3-16,0-1 0 0,-3-2 0 0,3 0 0 0,-3 0 1 15,0 0 1-15,0-3 0 0,0 0 0 0,0-2-2 16,0-1-1-16,0 1 0 0,0 2 0 0,0-3-7 15,0 4 0-15,0-1-8 0,0 5 12 0,0 1-4 16,-3-1-8-16,3 3 11 0,0 0-11 0,0 3 10 0,-3-3-10 16,3 0 8-16,0 3-8 0,-3-3 8 0,3 0-8 0,-3 1 0 15,3 1 8-15,0-7-8 0,0 5 0 0,3-2 0 16,-3-1 0-16,3 3 0 0,-3-2 0 0,3-1 8 0,-3 6-8 16,0-3 0-16,3 3 0 0,-3 0 0 15,0 0 0-15,0 2 0 16,0 3 0-16,3 0 8 0,-3 0-8 0,0 0 0 0,0 3 0 0,3 0 0 15,-3 2 0-15,3-5 0 0,-3 8 0 0,3-8 0 0,-3 8 0 16,0-3 0-16,0 3 0 0,3-2 0 0,-3 2 0 16,0 0 0-16,3-3 0 0,-3 3 0 0,0 0 0 15,3-3 0-15,3 1 0 0,-3 2 0 0,-3 0 0 16,6 0 0-16,-3-5 0 0,3 5 0 0,0 0 0 16,-3-3 0-16,3 3 0 0,0 0 0 0,-1 0 0 15,1 0 0-15,0 0 0 0,3 0 0 0,0-5 0 16,-3 5-9-16,3 0 9 0,0-3 0 0,0 0 0 15,3 3 0-15,0-2 0 0,3-1 0 0,0 3 0 16,2-3 0-16,1 3 0 0,3-2 0 0,0-1 0 16,3 3 0-16,0 0-8 0,2-3 8 0,-2 3 0 15,0 0 0-15,0-2 0 0,3 2 0 0,-4 0 0 16,1 0 0-16,0-6 0 0,3 4 0 0,0-3 0 16,-1 2 0-16,4 0 0 0,3-2 0 0,-3 2 0 15,-1 1 0-15,1 2 0 0,0-8 0 0,0 8 0 16,-6-6 0-16,2 4 0 0,-5-3 0 0,3 2 0 15,0-2 0-15,-3 2 0 0,5-2 0 0,-2 5 0 16,0-8 0-16,3 8 0 0,0-8 0 0,-1 8 0 16,-2-8 0-16,3 5 0 0,-3-2 0 0,0 2 0 0,-6 1 0 15,2-4 0-15,-5 4 0 0,3-4 0 0,-3 4 0 0,0 2 0 0,-3 0 0 16,0-6 0-16,0 4 0 0,-3-1 0 16,-1 0 0-16,1 3 0 0,3-2 20 0,-6 2 0 15,3 0 1-15,-3-3 0 0,3 3-21 0,-3 0 0 16,0 0 0-16,0 0 0 0,0 0 0 15,0 0 0-15,0 0 0 0,0 0 0 0,0 0 0 0,-3 0 0 0,3 0 0 0,-6 0 0 16,0 0-47-16,0 0-13 16,0 0-4-16,0 0 0 0,0 0 52 0,0 0 12 0,0 0 0 0,0 0 0 15,3-2-156-15,-3 2-29 16,3-6-6-16</inkml:trace>
  <inkml:trace contextRef="#ctx0" brushRef="#br0" timeOffset="32917.733">19389 2829 1127 0,'-12'-8'23'0,"6"5"7"16,3 0-30-16,0 1 0 0,-3-1 0 0,6 3 0 16,0 0 77-16,-3-3 10 0,3 3 1 0,0 0 1 15,0 0-24-15,0 0-5 0,0 0 0 0,0-5-1 16,0 5-11-16,0 0-3 0,0-3 0 0,0 3 0 16,6-5-13-16,-3 3-4 0,0 2 0 0,3-6 0 15,-3 6 6-15,3 0 1 0,0-2 0 0,0 2 0 16,0 0-2-16,3 0 0 0,0 0 0 0,0 0 0 15,3 0-5-15,3 0-2 0,-4-3 0 0,4 3 0 16,3 0-3-16,-3 0-1 0,6 0 0 0,-3 0 0 16,0 3-6-16,2-3-2 0,-2 0 0 0,3 2 0 15,0-2 1-15,-3 0 0 0,0 6 0 0,0-6 0 0,-4 0-2 0,4 0 0 16,0 0 0-16,0 0 0 0,0 0-1 0,3 0-1 16,0-6 0-16,2 6 0 0,-2 0-11 0,3-2 12 0,3 2-12 15,-3 0 12-15,-1 0-12 0,1 0 10 16,0 0-10-16,0 0 10 0,-3 0-10 0,0 2 12 0,-1-2-12 15,1 0 12-15,-3 0-3 0,3 0 0 0,-3-2 0 0,3 2 0 16,-4-3 11-16,7 3 3 0,-3 0 0 16,3-3 0-16,0 3-23 0,0 0-10 0,-1 0 1 0,1 0 0 15,0 0 9-15,-3 0 12 16,0 0-2-16,-3 0-1 0,2 0-9 0,-2 0 0 0,0-5 0 16,0 5 0-16,0 0 0 0,-3 0 0 0,3 0 0 0,-1 0 0 15,4 0 0-15,-3 0 0 0,3-3 0 0,0 3 0 16,-3 0 0-16,0 0 0 0,2 0 0 0,-2 0 0 15,0 0 0-15,0 0 0 0,-3 0 0 0,0 0 0 16,0 0 0-16,-4 0 0 0,1 0 0 0,-3 0 0 16,3 0 0-16,-3 0 0 0,0-5 0 0,0 5 0 15,0 0 34-15,0 0 5 0,-3 0 1 0,0 0 0 16,3 0-26-16,-3 0-5 0,0 0-1 0,-3 0 0 16,3 0 7-16,0 0 1 0,-4 0 0 0,-2 0 0 15,6 0-16-15,-3 0 0 0,3 0 0 0,-6 0 0 16,6 0 0-16,-3 0 0 0,-3 0-9 0,6 0 9 15,0 5 0-15,-3-5 0 0,3 0 0 0,0 0 10 0,0 0-10 16,-3 0 0-16,3 0 0 0,0 3 0 0,0-3 0 16,-3 0 0-16,3 0 0 0,0 0 0 0,-3 5 0 0,3-5 0 15,-3 0 0-15,-3 0 0 0,6 0 0 0,-6 0 0 16,3 0 0-16,-3 0 0 0,3 3 0 0,-3-3 0 16,6 0 0-16,-6 0 0 15,0 0-226-15,0 0-47 0</inkml:trace>
  <inkml:trace contextRef="#ctx0" brushRef="#br0" timeOffset="33559.747">21023 2448 1094 0,'0'0'46'15,"0"0"-37"1,0-3 95-16,0-5 20 0,3 3 3 0,-3 5 1 16,0-3 13-16,0 3 3 0,3-5 1 0,-3 5 0 15,0 0-39-15,0 0-8 0,3-8-2 0,-3 8 0 16,0 0-25-16,0 0-6 0,0 0-1 0,0 0 0 15,0 0-33-15,0 0-7 0,0 0-2 0,0 0 0 16,0 0-13-16,0 0-9 0,0 0 12 0,0 0-12 16,0 0 10-16,3 8-10 0,-3-3 8 0,3 3-8 15,0 0 9-15,-3 0-9 0,3 2 10 0,0 4-10 0,-3-1 9 0,3 3-9 16,0 0 8-16,-3 2-8 0,3 6 8 0,0-3-8 16,-3-2 0-16,3 7 8 15,0-5-29-15,-3-2-7 0,3 2 0 0,0-2-1 0,-3 4 29 16,3-9 0-16,0 4 0 0,-3-2 0 0,3 2 0 0,-3 1 0 0,3 0 0 15,-3 2 0-15,3-3 0 0,-3 9 0 16,0-4 0-16,3 4 0 0,-3-1 0 0,0 1 0 0,0 2 0 0,0-5 0 16,0-3 45-16,0 0 15 15,0 3 4-15,0-8 0 0,0 5-52 0,0-8-12 0,0 3 0 0,0 0 0 16,0 0 0-16,0 0 0 0,0 2 0 16,0-2 0-16,0 5 0 0,0-2 0 0,0 2 0 15,0 0 0-15,0 0 0 0,0 0 0 0,0 1 0 0,0 1 0 16,3-7 0-16,-3 3 0 0,0-3 0 15,3 0 0-15,-3-1 0 0,3-1 0 0,0-1 0 0,-3 3 0 16,3-8 0-16,0 2 0 0,0 1 0 0,-3-3 0 16,3 2 0-16,0-2 0 0,-3 0 0 0,2 3 0 15,1-3 0-15,0-3 0 0,-3 3 0 0,3 0 0 16,-3 0 0-16,3 0 0 0,-3-5 0 0,3 2 0 16,-3-5 0-16,0 5 0 0,0-5 0 0,0 8 0 15,0-8 0-15,0 0 0 0,0 0 0 0,0 0 0 16,0 0-100-16,0 0-22 0,0 0-5 0</inkml:trace>
  <inkml:trace contextRef="#ctx0" brushRef="#br0" timeOffset="33996.947">21059 2403 1789 0,'0'0'37'0,"0"0"9"0,0 0-37 0,0 0-9 0,0 0 0 0,0 0 0 16,0 0 100-16,0 0 19 0,0 0 3 0,0 0 1 15,0 0-37-15,0 0-7 0,0 0-2 0,0 0 0 16,0 0-18-16,3-3-4 0,0-2-1 0,3 5 0 16,3 0-7-16,0-6-2 0,3 6 0 0,0-2 0 15,2 2-21-15,1 0-5 0,3 0-1 0,0 0 0 16,0 0-18-16,3 0 10 0,3 0-10 0,-4 0 8 15,1 0-8-15,3 0 0 0,-3 0 0 0,3 0 8 16,-4 0-8-16,4 0 0 0,-3 0 0 0,3 0-11 16,0 0-23-16,-3 0-5 0,-1 2-1 0,1 4 0 15,-3-1-108-15,0-2-21 0,-3 2-5 0</inkml:trace>
  <inkml:trace contextRef="#ctx0" brushRef="#br0" timeOffset="34435.444">21139 3651 1579 0,'0'0'32'0,"0"0"10"0,0 0-34 16,0 0-8-16,0 0 0 0,3-2 0 0,3 2 116 0,0 0 22 16,0-5 4-16,0 5 1 0,3-3-40 0,-3 3-8 0,3 0-2 0,0 0 0 15,3 0-39-15,-3 0-8 0,3 0-2 0,-3 0 0 16,2 0-21-16,1 0-5 0,0 3-1 0,0-3 0 16,0 5-9-16,3-5-8 15,-3 0 12-15,3 0-12 0,0 0-12 0,-1 0-8 0,1 0-3 0</inkml:trace>
  <inkml:trace contextRef="#ctx0" brushRef="#br0" timeOffset="35490.555">21592 2395 1094 0,'0'0'46'16,"-6"-6"-37"-16,6 6 77 0,-6-2 15 0,6 2 3 0,-6 0 1 15,6 0-29-15,0 0-7 0,-6 0-1 0,6 0 0 16,0 0-9-16,0 0-3 0,0 0 0 0,0 0 0 16,0 0-8-16,0 0-3 0,0 0 0 0,0 0 0 15,0 0 5-15,0 0 1 0,0 0 0 0,6 2 0 16,0-2 1-16,0 6 1 0,3-6 0 0,-3 0 0 16,6 5-13-16,-3-5-2 0,2 0-1 15,4 3 0-15,-3 2-11 0,0 3-2 0,0-6-1 0,0 4 0 16,0-1-12-16,0 3-3 0,3-5 0 0,-3 5 0 15,-1-1 0-15,4-1-8 0,-3 2 12 0,3 0-4 16,0 0-8-16,0 0 10 0,3-1-10 0,0 7 10 16,-4-1-1-16,4 0 0 0,0-2 0 0,0 5 0 15,0 2-1-15,0-2-8 0,0-3 12 0,-3 6-4 16,-1-6 1-16,1 3 0 0,-3 0 0 0,0-3 0 16,0 0-9-16,0 0 8 0,-3 3-8 0,-3-5 8 15,3-1 0-15,-3 6 0 0,0-8 0 0,0 6 0 16,0-4-8-16,-3 1 0 0,2-1 0 0,-2 4 0 15,3-4 8-15,-3 9 0 0,0-9 0 0,3 9 0 16,-3-3-8-16,0-3 0 0,0 5 0 0,-3-2 0 16,3 3 0-16,0-1 0 0,-3 1 0 0,3 2 0 15,0-5 0-15,-3-3 0 0,0 3 0 0,0 0 0 0,0 0 0 16,0-3 0-16,0 3 0 0,0-3 0 0,0 0 0 16,-3 3 0-16,0-8 0 0,0 3 0 15,0-1 0-15,0 1 0 0,0-3 0 0,0 5 8 16,-3 0-8-16,3-5 0 0,0 0 0 0,-3 5 8 0,3-5-8 0,-2 3 8 15,-1-1-8-15,3 1 8 0,-3 0-8 0,0-1 0 16,0 3 0-16,0-2 0 0,0-3 0 0,0 3 0 16,0-1 0-16,-3 1 0 0,3-1 0 0,0-2 8 0,-3 5-8 0,3-5 0 15,-3 0 0-15,3 6 0 0,-3-9 8 16,0 3-8-16,4 0 0 0,-4 0 0 0,3 0 0 0,-3-6 0 16,0 6 0-16,3-5 0 0,-3 5 0 0,0 0 0 15,0-6 0-15,0 4 8 0,0-4-8 0,0 4 0 16,0-1 0-16,0 3 0 0,0-8 0 0,1 8 0 15,-1-6 0-15,0 4 0 0,0-6 8 0,0 5-8 16,0-2 0-16,3-1 0 0,-3 1 0 0,0 0 0 16,3 2 0-16,-3-5 0 0,3 0 0 0,-3 2 0 15,3-2 0-15,-3 6 0 0,0-6 0 0,-2 0 0 16,2 0 0-16,0 2 8 0,0-2-8 0,0 0 0 16,3 3 0-16,-3-3 0 0,0 3 0 0,0-1 0 15,3-2 0-15,-3 0 0 0,0 3 0 0,-3-3 0 16,3 0 0-16,1 3 0 0,-1-3-11 0,-3 0 11 15,3 0-16-15,0 2 3 0,0-2 0 0,0 0 0 16,0 0-19-16,0 0-3 0,0 0-1 0,3-2 0 16,0-1-125-16,0 3-26 0,0-3-5 0</inkml:trace>
  <inkml:trace contextRef="#ctx0" brushRef="#br0" timeOffset="36101.599">22244 3141 1313 0,'0'0'27'15,"0"0"8"-15,0 0-35 0,0 0 0 0,-6-3 0 0,6 3 0 16,0 0 107-16,0 0 14 0,0 0 3 0,0 0 1 15,0 0-29-15,0 0-7 0,0 0-1 0,0 0 0 16,0 0-25-16,0 0-6 0,0 0-1 0,0 0 0 16,0 0-6-16,6 0-2 0,3-2 0 0,-1 2 0 15,1 0-8-15,6-3-3 0,-3 3 0 0,6-3 0 16,0 3-5-16,0 0-2 0,3-2 0 0,2 2 0 16,-2 0 2-16,3 0 1 0,0-3 0 0,3 3 0 15,-3 0 3-15,2-5 0 0,-2 5 0 0,6-3 0 16,6 3-12-16,-1 0-3 0,7 0 0 0,0-5 0 0,-4 5-5 15,1 0 0-15,0-3-1 0,-1 3 0 0,-2 0-6 16,0-5-1-16,-3 5 0 0,2-3 0 0,1 0-8 16,-3 1 12-16,3-1-12 0,-4 3 12 0,-2-2-12 0,-3-1 0 0,-3 3 9 15,-4 0-9-15,-2-5 8 0,0 5-8 0,-3-3 8 0,-3 3-8 16,0 0 0-16,-3 0 9 0,0-5-9 0,0 5 0 16,-3 0 8-16,0 0-8 0,0 0 0 0,-3 5 0 15,-3-5 0-15,0 0 0 0,0 0 0 16,5 0 0-16,-5 0 0 0,6 0-19 0,-6 0 4 0,0 0 1 15,3 0-41 1,-3 0-8-16,0 0-1 0,0 0-1 0,0 0-171 0,0 0-35 16</inkml:trace>
  <inkml:trace contextRef="#ctx0" brushRef="#br0" timeOffset="36764.812">21571 3614 1690 0,'0'0'48'0,"3"-2"11"15,-3 2-47-15,0 0-12 0,0 0 0 0,0-6 0 0,0 6 96 0,0 0 16 16,-3-2 4-16,-3-3 1 0,0 2-51 0,0 3-10 0,0 0-3 0,-3 0 0 15,-3 3-27-15,0-3-6 0,0 5 0 0,-2-3-1 16,-1 4-19-16,0-1 8 0,0 0-8 0,0 1 0 16,-3 2 0-16,3-3-14 0,-3 3 1 0,1-6 0 31,-1 4-100-31,3-1-20 0,-3 3-4 0</inkml:trace>
  <inkml:trace contextRef="#ctx0" brushRef="#br0" timeOffset="37496.107">22988 3453 2062 0,'0'0'43'0,"0"0"10"0,0 0-42 0,0 0-11 0,0 0 0 0,0 0 0 15,6 0 100-15,0 0 19 0,0-3 3 0,0 1 1 16,3-1-32-16,-1 3-7 0,4-3 0 0,-3 3-1 15,6-5-20-15,0 3-4 0,0 2-1 0,0-6 0 16,3 4-18-16,0 2-3 0,-1 0-1 0,-2-6 0 16,3 6-14-16,-3 0-3 0,0 0-1 0,0 0 0 15,0 0-18-15,-3 6 0 0,-3-6 0 0,-1 2 0 16,1 4 0-16,0-6 0 0,-6 7 0 0,3-4 0 16,-3 5 8-16,-3-3-8 0,3 3 0 0,-6 3 0 15,0-1 0-15,0 4 0 0,-3-4 0 0,-3 1 0 16,0 5 0-16,-2-6-9 0,-1 9 1 15,-3-9 0-15,0 4-2 0,0-1 0 0,-3-3 0 0,0 6 0 16,3-2 23-16,1-1 5 0,-1 3 1 0,0 0 0 16,3 2-19-16,0-2 0 0,6-3 0 0,-3 3 0 15,6-3-20-15,0 3-8 0,0-5-2 0,0-1 0 16,6 6 30-16,0-8 0 0,3 0 0 0,0 0 0 16,3 0 0-16,3-3 0 0,0 3 0 0,6-5 0 15,-1-1 15-15,1 4-4 0,0-4-1 0,3 6 0 16,-3-8-10-16,6 0 0 0,-3 3 9 0,-1 2-9 15,1-5 0-15,0 3 0 0,3 0 0 0,-3 2 0 16,2-3-8-16,1 4-7 0,0-4-1 0,0 6 0 16,0-5-42-16,0 2-9 0,-1-2-1 0,1 2-1 15,-3 1-161-15,0-1-32 0</inkml:trace>
  <inkml:trace contextRef="#ctx0" brushRef="#br0" timeOffset="39511.841">13802 5072 1337 0,'0'0'28'0,"0"0"6"0,0 0-34 0,0 0 0 0,0 0 0 15,0 0 0 1,0 0 109-16,0 0 15 0,0 0 4 0,0 0 0 0,0 0-27 0,0 0-5 16,0 0 0-16,0 0-1 0,0 0-27 0,0-5-4 0,-3 0-2 0,3-3 0 15,0 5-8-15,0-7-2 0,0-1 0 16,0 3 0-16,0 0-4 0,0-5 0 0,0 0-1 0,0 2 0 16,0-5-8-16,0 6-2 0,0-1 0 0,0-7 0 15,0 7-9-15,3-5-3 0,-3 0 0 16,0 0 0-16,0 0 0 0,0-5 0 15,0 0 0-15,0-3 0 0,0-5-11 16,0-5-2-16,0-3-1 0,0 0 0 0,0 0-11 0,0 2 12 0,0-2-12 16,0 0 12-16,0-2-12 0,0-1 8 15,0 0-8-15,0-8 8 0,0 4 0 0,0-4-8 0,0 0 12 0,0-2-4 16,0 8-8-16,0-6 12 0,0 6-12 0,-3-6 12 16,3 0-4-16,0 1-8 0,0-6 12 0,0 3-4 15,0 5-8-15,-3 5 0 0,3 3 9 0,0-5-9 16,0 2 0-16,0-5 0 0,0 3 0 0,0-3 8 15,0 0-8-15,0 10 0 0,0 1-8 0,0 2 8 16,0 3 0-16,0 5 0 0,0-5 0 0,0 5 0 16,-3-5 0-16,3 0 8 0,0-5 0 0,0 4 0 15,0 1-8-15,0 0 0 0,0 3 0 0,0 5 0 16,0-3 0-16,0 5-12 0,3 3 4 0,-3 3 0 16,0 3 8-16,3 2 0 0,0-3 0 0,-3 3 0 15,3 6 0-15,0-6 0 0,-3 2 0 0,3 1 0 16,3 2 0-16,-3 1 0 0,0-1 0 0,3 0 0 15,0 3 0-15,0 0 0 0,0 0 0 0,3 0 0 16,-1-5 0-16,4 5 0 0,0 0 0 0,0 0 0 16,3 0 0-16,3 5 0 0,0-5 0 0,0 0 0 15,2 3 0-15,1-3 0 0,3 3 0 0,0-1 0 16,0-2 0-16,3 0 0 0,2 0 0 0,4 0-8 16,3 0 8-16,5 0 0 0,1 0 0 0,3 0 0 0,-1 0 0 15,-2 0 0-15,3 0 0 0,2 0-8 0,1 3 8 16,3-3 0-16,5 0 0 0,-2 3 0 0,-1-3 0 0,-5 0 0 15,0 0 0-15,2 0 0 0,1 0 0 0,-1 2 0 0,7-2 0 16,-1 0 0-16,-8 6 0 0,3-6 0 0,-7 0 0 0,7 0 0 16,-3 0 0-16,2 0 0 0,4 0 0 0,2 0 0 15,-8 0 0-15,-3 0 0 0,-1 0 0 0,4 0 0 16,0 0 0-16,2 0 0 0,1 0 0 0,-1 0 0 16,-2 0 0-16,-6 0 0 0,-1-6 0 0,1 6 0 15,-3 0 0-15,5 0 0 16,-2 0 0-16,3 0 0 0,-7 0 0 0,1 0 0 0,3 0 8 15,-7 0-8-15,-2 0 0 0,0 0 0 0,0 0 0 0,-1-2-8 16,4-1 8-16,0 3 0 0,3-3 0 0,-1 1 0 16,-2 2 0-16,0 2 0 0,-1-2 8 0,-2 0-8 15,0 0 0-15,0 0 0 0,-4-2 0 0,4 2-8 16,3-3 8-16,0 3 0 0,-1-3 0 0,7 3 0 16,-9 0 0-16,-1 0 0 0,1 3 8 0,0-3-8 15,-6 0 0-15,2 0 0 0,-2 0 0 0,3-3 0 16,0 3 0-16,0 0 0 0,2 0 0 0,1 0 0 15,-3 0 0-15,3 0 0 0,-4 0 0 0,1 3 0 16,0-3 0-16,-6 0 0 0,-1 3 0 0,1-3 0 0,0 0 0 16,0 0 0-16,0 0 0 0,3-3 0 0,-1 3 0 15,1 0 0-15,0 0 0 0,3 0 0 0,-1 3 0 0,-5-3 0 16,3 0 0-16,-3 2 0 0,0 1 0 16,-4-3 0-16,-2 3 0 0,3-3 0 0,-3 2 0 15,0-2 0-15,0-2 0 0,0 2 0 16,-1 0 0-16,4-3 0 0,0 3 0 0,0 0 0 15,0 0 0-15,0 0 0 0,-1 0 0 0,1 0 0 0,0 0 0 16,0 0 0-16,0 0 0 0,-3 3 8 0,-3-3-8 0,-1 2 0 16,1-2 0-16,0 0 0 0,0 6 0 15,-3-6 11-15,0 0-11 0,3 0 12 0,-3 0-12 0,3 0 0 0,-4-6 0 0,4 4 0 16,0 2 0-16,0-3 0 0,0 3 0 0,3-3 0 16,-3 3 0-16,3-2 0 0,-1 2 0 0,1 0 0 15,-3-3 0-15,3 3 0 0,0 0 0 0,-3 0 0 16,3 0 0-16,-6 0 0 0,2 0 0 0,-2 0 0 15,3 0 0-15,-6 0 0 0,3 0 0 0,0 0 0 16,-3 0 0-16,3 0 8 0,0 0-8 0,-3 0 0 16,0 0 0-16,3 0 0 0,-4 0 0 0,1-3 0 15,0 3 0-15,0 0 0 0,0 0 8 0,3 0-8 16,-3 0 0-16,3 0 0 0,0-5 0 0,0 5 0 16,0 0 0-16,0-3 0 0,-1 3 0 0,-2 0 0 15,3 0 0-15,0 0 0 0,0-5 8 0,0 5-8 16,-3 0 0-16,3 0 0 0,0 0 0 0,-3 0 8 15,0 0-8-15,3 0 0 0,-4 0 0 0,1 0 0 16,0 0 8-16,0 0-8 0,3 0 0 0,-6 0 8 16,3 0-8-16,-3 0 0 0,0 0 0 0,0 0 0 15,0 0 0-15,0 0 0 0,3 0 0 0,-6 0 8 16,3 0-8-16,0 0 0 0,0 0 0 0,0 0 0 0,-1 0 0 16,1 0 0-16,0-2 8 0,0 2-8 0,-3 0 0 0,3 0 0 15,0 0 0-15,0 0 8 0,-3 0-8 0,3 0 0 0,0-6 9 16,-3 6-9-16,3 0 0 0,-6 0 0 0,6 0 0 15,0-2 8-15,0 2-8 0,-3 0 0 0,6-3 0 0,-6 3 0 16,3 0 0-16,0 0 0 0,-3 0 0 0,3 0 0 16,0 3 0-16,-4-3 0 0,4 0 0 0,-6 0 0 15,3 2-64 1,3 4-15-16,0-6-2 0</inkml:trace>
  <inkml:trace contextRef="#ctx0" brushRef="#br0" timeOffset="49353.496">23482 3024 1150 0,'0'0'24'0,"-6"3"6"0,6-3-30 0,-6 3 0 0,3 2 0 0,3-5 0 16,-6 0 84-16,0 3 12 0,0-3 1 0,0 5 1 15,0-5-18-15,0 0-3 0,3 3-1 0,-3 2 0 16,0-5-26-16,0 2-6 0,1 4 0 0,-1-4-1 16,0 1-19-16,-3 0-4 0,3 2-1 0,0 3 0 15,-3-5-7-15,3 2 0 0,0-2-1 0,0 2 0 16,0 0-11-16,0 3 10 0,3-5-10 0,3-3 10 15,-3 5-10-15,3-5 0 0,0 0 0 0,0 0 0 16,0 0 0-16,3 3 8 0,0 2-8 0,3-5 8 16,0 0 13-16,3 0 3 0,-3 0 0 0,3-5 0 15,0 2 3-15,-3-2 1 0,3 2 0 0,-3-8 0 16,2 6 10-16,-2 0 2 0,-3-3 1 0,3 0 0 16,-3-3-5-16,0 3 0 0,0 1-1 0,-3-1 0 15,0-3-3-15,0 6-1 0,0-8 0 0,-3 5 0 16,0 2-11-16,3-2-1 0,-3 6-1 0,-3-6 0 15,3 8-9-15,-3-6-1 0,4 4-8 0,-4 2 12 0,0 0-12 16,0 0 0-16,0 0 8 0,0 2-8 0,0 4 0 16,0-4 0-16,0 4 0 0,0-1 0 0,0 0 0 0,3 6-10 15,-3-3 10-15,3 2-8 0,3 1 0 0,-3-3 0 0,3 0 0 0,0 0 0 16,0 0 8-16,3 0-12 16,0 0 12-16,0-3-12 0,0 0 2 0,3 0 0 0,-3-2 0 15,3 0 0 1,0-3 10-16,0 0 0 0,0 0 0 0,0-3-8 0,0 0 8 0,0-2 0 0,0 3 0 0,0-6 0 15,-1 5 0-15,-2-5 0 0,3-3 0 0,-3 3 0 16,0 1 15-16,0-1-2 0,0-3 0 0,-3 6 0 16,0-3 4-16,0-5 1 0,-3 2 0 0,3 6 0 15,-3-3-3-15,0 0-1 0,0-3 0 0,0 3 0 16,0 6-6-16,0-6-8 0,-2 2 11 0,5 6-11 16,-6 0 8-16,6 0-8 0,-6-2 0 0,0 4 0 15,0 4 0-15,0-6 0 0,0 8 0 0,3-6 0 16,-3 6 0-16,3 3 0 0,0-3 0 15,0 0 0-15,3 2-10 0,0 1 1 0,0-3 0 0,0 2 0 16,3 1-7-16,0-3 0 0,0 0-1 0,3 0 0 16,0-6 2-16,0 4 1 0,0-1 0 0,0-2 0 15,0-3 14-15,3 0 0 0,-4 0-10 0,1 0 10 16,0-3 0-16,0 3 0 0,-3-8 0 0,3 5 0 16,-3 1 0-16,0-6 0 0,0 3 0 0,0-3 0 15,-3 5 9-15,3-8 0 0,-3 3 0 0,-3 1 0 16,3-1 4-16,-3 0 1 0,0 0 0 0,0 0 0 0,0 2-2 15,0 4-1-15,-3-3 0 0,3-1 0 0,3 6-11 0,-6 0 0 0,0-2 0 16,-2 2 8-16,2 0-8 0,0 2 0 0,0 1 0 16,0 5 0-16,-3-6 0 0,3 6 8 0,0-2-8 0,0 2 8 15,3 0-8-15,-3 5 0 0,3-5-12 0,-3-3 12 16,6 6-8-16,-3-3 8 0,3-1 0 0,0 1 0 16,0 3-9-16,0-8 9 0,3 2-12 15,0 3 12-15,-3-8-8 0,6 0 8 0,-3 3 0 16,0-3 0-16,3 0-10 15,0 0 10-15,0-3-8 0,-3 3 8 0,3-5 0 0,0 2 0 16,-3-5 0-16,3 3 0 0,-3-1 0 0,0-2 0 0,0 1 0 0,0-1 0 16,-1 0 8-16,-2 0 1 0,3 0 0 0,-3 3 0 15,0-3 4-15,0 0 1 0,0 0 0 0,-3 2 0 16,3-2-1-16,-2 6 0 0,2-3 0 0,0 5 0 16,0 0-13-16,0 0 0 0,0 0 8 0,0 0-8 15,0 0 0-15,-6 5 0 0,0-3 0 0,0 4 0 16,0 2 0-16,0 0 0 0,3 5 8 0,-3-3-8 15,3 1 0-15,-3 5 0 0,3-8 0 0,0 5-10 16,3-2 10-16,0 2 0 0,0-8 0 0,-3 6-8 16,6-3 8-16,-3-3-10 0,3 3 10 0,0-5-10 15,0 2 10-15,0 0 0 0,0-2-9 0,0 2 9 16,3-5 0-16,-3 0 0 0,3-5 0 0,0 2 0 16,-3 1 0-16,3-4 0 0,0 4 0 0,-4-6 0 15,4 5 0-15,-3-10 10 0,3 5-2 0,-3 0-8 16,0-5 12-16,0-1-12 0,0 4 12 0,0-3-12 15,3-1 8-15,-3 4-8 0,3-9 0 0,-3 9 0 16,0-6-30-16,0 0-10 0,3 5-1 0,-6 1-1 16,0-3-210-16,0-1-43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5:20.35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13293 11486 1552 0,'-3'-8'44'0,"0"3"10"16,0-3-43-16,0 0-11 0,3 3 0 0,-3-3 0 15,3 3 104-15,0-1 20 0,-3 1 3 0,3 0 1 16,0 5-2-16,0-3 0 0,0 3 0 0,0 0 0 15,0-5-50-15,0 5-11 0,0 0-1 0,0 0-1 16,-3-5-27-16,3 5-4 0,0 0-2 0,0 0 0 16,0 0-11-16,0 0-3 0,0 0 0 0,0 0 0 15,0 0-8-15,0 0-8 0,0 0 12 0,0 0-12 16,3 5 9-16,0 5-9 0,0 1 0 0,0 2 9 16,3 0-9-16,-3 3 0 0,3 3 0 0,-3 2 8 15,3-2-8-15,-3 2 0 0,0 0 0 0,0 0 0 16,0-2 0-16,0 2 0 0,0-3 0 0,0 3 0 0,-3-2 0 0,3-1 0 15,-3 4 0-15,0-4 0 16,3 1-46-16,-3-3-5 0,0-1-1 0,0 1 0 16,0-2 19-16,0 1 3 0,0-1 1 0</inkml:trace>
  <inkml:trace contextRef="#ctx0" brushRef="#br0" timeOffset="756.197">14820 11230 1083 0,'0'0'45'0,"0"0"-36"15,0 0 92-15,0 0 19 0,0 0 3 0,0 0 1 16,0-3-27-16,0 3-5 0,0 0 0 0,0 0-1 16,0 0-26-16,0 0-5 0,0 0 0 0,0 0-1 15,0 0-11-15,0 0-1 0,0 0-1 0,0 0 0 16,0 0-10-16,0 0-1 0,0 8-1 0,-3 0 0 15,3 0-2-15,0 2 0 0,0 1 0 0,-3 2 0 16,3 0-24-16,0 1-8 0,0-1 0 0,-3 3 0 16,3-3 22-16,0 3 1 0,-3-3 0 0,3 3 0 15,-3 0-23-15,3 2 0 0,0-2 0 0,-3 3 8 16,3-1-8-16,-3 1 0 0,3-1 0 0,-3 3 8 16,0-2-8-16,3 0 0 0,-3-1 0 0,0 1 8 15,0-6-8-15,0 3 0 0,3-6 0 0,-3 3 0 16,3 1 0-16,0-6 0 0,0 2 0 0,0-2 0 15,0 3-19-15,0-3-8 0,0 0-1 0,-3 0-1 16,3-3-1-16,3 0 0 0,-3-5 0 0,3 5 0 16,-3-5-179-16,3 6-36 0</inkml:trace>
  <inkml:trace contextRef="#ctx0" brushRef="#br0" timeOffset="2551.704">14076 10976 1226 0,'0'0'25'0,"0"0"7"15,0 0-32-15,0 0 0 0,0 0 0 0,0 0 0 16,0 0 59-16,0 0 5 0,0 0 0 0,0 0 1 0,0 0 2 15,0 0 0-15,0 0 0 0,0 0 0 16,0 0-12-16,0 0-3 0,0 0 0 0,0 0 0 0,0 0-20 0,0 0-5 0,0 0-1 0,0 0 0 16,0 0-3-16,0 0-1 0,0 0 0 0,0 0 0 15,0 0-9-15,0 0-1 0,0 0-1 0,0 0 0 16,0 0 2-16,0 0 1 0,6 0 0 0,-3 0 0 16,3 2 2-16,0-2 0 0,3 0 0 0,-3 3 0 15,2-3-1 1,1 0 0-16,0 0 0 0,0 0 0 0,3 0-3 0,0 0 0 15,0-3 0-15,3 3 0 0,0 0-21 0,3-2-5 0,-1 2-1 16,1 0 0-16,0 0 15 0,0-3 0 0,0 3 0 0,0-3 0 16,0 3 0-16,-3 0 0 0,2 0 0 15,-2 0 0-15,-3 0 0 0,3 0 0 0,-3 0 0 0,3 0 0 16,-6 0 0-16,3 0 0 0,-3 0 0 0,0 3 0 16,-4-3 0-16,1 3 0 0,0-3 0 0,0 0 0 15,-6 0 0-15,0 0 0 0,0 0 0 0,0 0 0 16,6 0 0-16,-6 0 0 0,0 0 0 0,0 0 0 15,0 0 0-15,0 0 0 0,0 0 0 0,0 0 0 16,0 0 0-16,0 0 0 0,0 0 0 0,0 0 0 16,0 0 0-16,0 0 0 0,0 0 0 0,-9 2 0 15,0-2 0-15,0 0 0 0,1 0 0 0,-1 0 0 16,0 0 0-16,-3 0 0 0,0 0 0 0,0 0 0 16,0 0 0-16,0 0 0 0,0 0 0 0,-3 0 0 15,1-2 0-15,-1 2 0 0,0 0 0 0,0 0 0 16,-3-3 0-16,3 0 13 0,0 3-2 0,0 0-1 15,-3-2-10-15,4 2-14 0,-1-3 3 0,0 3 1 16,3 0 10-16,0-3 0 0,0 3 0 0,0 0 0 0,0 0 0 16,0 0 0-16,3-2 0 0,-2 2 0 0,2 0 0 15,0 0 0-15,3 0 0 0,0 0 0 0,0 0 49 16,6 0 12-16,0 0 3 0,0 0 0 0,0 0-52 16,0 0-12-16,0 0 0 0,0 0 0 0,0 0 0 0,0 0 0 0,0 0 0 0,0 0 0 15,0 0 0-15,0 0 0 0,3 5 0 0,3-2 0 16,0-1 0-16,0 1 0 0,0 0 0 0,0-1 0 15,3-2 0-15,-1 0 0 0,-2 3 0 0,6-3 0 16,-3 0 0-16,3 0 0 0,-3 0 0 0,6 0 0 16,-3-3 54-16,3 3 8 0,3-2 2 0,-1 2 0 15,1 0-64-15,0-3-24 0,3 0 0 0,0 3 1 16,0 0 37-16,0-2 7 0,-1-1 2 0,1 3 0 16,0-3-23-16,0 1 0 0,0-1 0 0,0 3 0 15,-4-3 0-15,1 1 0 0,-3-1 0 0,0 3 0 16,0-3 0-16,-3 1 0 0,3-1 0 15,-3 3 0-15,-3 0 0 0,2-2 0 0,-2 2 0 0,0 0 0 16,0-3 0-16,-3 3-10 0,3 0 1 0,-3 0 0 16,-3 0 9-16,-3 0 0 0,6-3-9 0,-6 3 9 15,0 0 0-15,0 0 0 0,6 0 0 0,-6 0 0 16,0 0 8-16,0 0 2 0,0 0 1 0,0 0 0 16,0 0-11-16,0 0 0 0,0 0 0 0,0 0 0 15,0 0 0-15,0 0 0 0,0 0 0 0,-9-2 0 16,3 2 0-16,-3-3 0 0,0 3 0 0,-3 0 0 15,3 0 0-15,-3 0 0 0,4 3 0 0,-7-3 0 0,3 2 0 16,-3-2 0-16,3 0 0 0,-6 0 0 0,3 3 0 0,-6-3 0 16,4 3 0-16,-4-3 0 0,3 0 0 0,-3 2 0 0,0-2 0 15,3 0 0-15,0 3 0 0,1-3 0 0,-4 2 0 0,6-2 0 16,0 0 0-16,0 3 0 0,3-3 0 16,-3 0 0-16,6 3 0 0,-3-3 0 0,4 0 0 15,-1 0 0-15,3 0 0 16,-3 0 0-16,9 0 0 0,-6 0 0 15,6 0 0-15,0 0 0 0,0 0 0 0,0 0 0 0,0 0 0 0,0 0 0 0,0 0 0 16,0 0 0-16,0 0 0 0,0 0 0 16,0 0 0-16,0 0 0 0,0 0 0 0,0 0 0 0,0 0 0 0,3 0 0 15,3 0 0-15,0 0 0 0,3 0 0 0,0 0 0 16,2 2 0-16,-2-2 0 0,3 0 0 0,3 3 0 16,0-3 16-16,0 3 0 0,3-3 1 0,3 2 0 15,-4-2-8-15,1 0-1 0,3 0-8 0,-3 0 12 16,3 0-12-16,-3 0 8 0,3 0-8 0,-4 0 0 15,-2 0-16-15,3 0-8 0,-3 0-3 0,0 0 0 16,-3 0 27-16,0 0 0 0,0 0 0 0,-3 0 0 16,-1 0 0-16,1 0 0 0,0 0 0 0,-3 0 0 15,0 0 0-15,-6 0 0 0,6 0 0 0,-6 0 0 16,0 0 0-16,6 0 0 0,-6 0 0 0,0 0 0 16,0 0-108-16,0 0-16 0,0 0-3 0</inkml:trace>
  <inkml:trace contextRef="#ctx0" brushRef="#br0" timeOffset="5387.636">14129 9515 1337 0,'0'0'56'0,"0"0"-44"15,0 0 41-15,0 0 9 0,0 0 2 0,0 0 0 16,0 0 51-16,0 0 10 0,0 0 3 0,0 0 0 16,0 0-103-16,0 0-25 0,0 0 0 0,0 0 0 15,-3 5 56-15,-3 1 7 0,3-1 1 0,-2 5 0 16,2-2-52-16,-3 3-12 0,0-3 0 0,-3 5 0 15,3-2 0-15,-3-1 0 0,0 1 0 0,0 2 0 16,0-2 0-16,0-1 0 0,0 1 0 0,-3-1 0 16,3 1 0-16,0-3 0 0,0 3 0 0,1-3 0 15,-1-1 0-15,3 1 0 0,-3-2 0 0,3-1 0 16,0 0 0-16,-3-2 0 0,3 0 0 0,3-1 0 16,-3-2 0-16,6 0 0 0,0 0 0 0,0 0 0 15,0 0 0-15,0 0 0 0,0-2 0 0,3-6 0 16,0 2 0-16,0-2 0 0,3-2 0 0,0 2 0 15,0-3 0-15,3 3 0 0,0-2 0 0,0-1 0 16,0 1 54-16,2-1 8 0,-2-2 2 0,3 0 0 16,0-1-52-16,0 1-12 0,0 0 0 0,0 2 0 15,0 1 0-15,-3 2 0 0,3 0 0 0,-3 3 0 16,-3-1 54-16,2 1 8 0,-2 5 2 0,0 0 0 0,0 0-52 16,-3 3-12-16,3-1 0 0,0 4 0 0,-3-1 0 15,0 3 0-15,3 0 0 0,-3 2 0 0,0-2 54 16,0 3 8-16,0-1 2 0,0 1 0 15,0 0-73-15,-3-1-15 0,3 1-2 0,0-3-1 0,-3 2 27 0,3-2 0 0,0-3 0 16,-3 3 0-16,3 0 0 0,0-2 8 0,0 2-8 16,0 0 11-1,3-3-95-15,-3 0-20 0,3 0-3 0</inkml:trace>
  <inkml:trace contextRef="#ctx0" brushRef="#br0" timeOffset="15539.554">14058 14754 1373 0,'0'0'39'0,"0"0"9"16,0 0-39-16,0 0-9 0,0 0 0 0,0 0 0 15,0 0 60-15,0 0 11 0,0 0 1 0,0 0 1 16,0 0-27-16,0 0-6 0,0 0 0 0,0 0-1 16,0 0-1-16,0 0 0 0,0 0 0 0,0 0 0 15,0 0-10-15,0 0-1 0,0 0-1 0,0 0 0 16,3 5-26-16,-3-5 0 0,0 0 0 0,3 3 0 15,-3-3 33-15,3 5 2 0,-3-5 0 0,3 3 0 16,-3-3-26-16,3 3-9 0,-3-3 0 0,3 2 9 16,-3-2-1-16,6 3-8 0,-6-3 12 0,3 3-4 0,0-3 12 0,-3 0 3 15,6 2 0-15,-3-2 0 0,-3 0-5 0,6 0-1 0,-6 0 0 0,3 0 0 16,-3 0-3-16,3 0-1 0,3 0 0 0,-6 0 0 16,2 0-5-16,-2 0-8 0,6 0 11 0,-3 0-11 15,3 0 14-15,-3 0-4 0,-3 0-1 0,0 0 0 16,6 0 4-16,-6 0 1 0,3 0 0 0,3 0 0 15,-6 0-1-15,3-2 0 0,3 2 0 16,0 0 0-16,-3-3-13 0,3 3-16 16,0-3 3-16,-3 1 1 0,3 2 60 0,0-3 13 0,-3 0 3 15,3 1 0-15,0 2-52 0,-3-3-12 0,3 0 0 16,0 1 0-16,0 2-17 0,0-3-7 0,2 0 0 0,-2 1-1 16,0 2 40-16,0-3 8 0,0 1 1 0,0-1 1 15,0 0-37-15,0 3-7 0,0-2-1 0,0 2-1 16,-3-3 21-16,3 3 0 0,0 0 0 15,0 0 0-15,0 0 0 0,0 0 0 0,0 0 0 0,3 0 0 16,-3-3 0-16,0 3 0 0,-3 0 0 0,3 0 0 16,-1-2 0-16,1 2 0 0,0 0 0 0,0 0 0 15,0 0 0-15,0 0 0 0,0 0 0 0,-3 0 0 16,3 0 0-16,0-3 0 0,-3 3 8 0,3 0-8 16,-3 0 0-16,-3 0 0 0,6 0 0 0,0 0 0 15,-3 0 16-15,3 0 0 0,-3 0 1 0,0 0 0 16,3 0-25-16,0 0-6 0,-3 0-1 0,3 0 0 15,-3 0 15-15,-3 0 0 0,3 0 0 0,3 0 0 16,-4 0 0-16,-2 0 0 0,3 0 0 0,3 0 0 16,-6 0 9-16,3 0 5 0,-3 0 1 0,3-3 0 0,-3 3-24 0,0 0-5 15,0 0-1-15,6 0 0 0,-6 0 15 16,0 0 0-16,3-2 0 0,-3 2 0 0,0 0 0 0,0 0 0 16,6-3 0-16,-6 3 0 0,0 0 0 15,0 0 0-15,3-3 0 0,-3 3 0 16,0 0 0-16,0 0 0 0,3-2 0 0,-3 2 0 0,0 0 0 0,0 0 0 0,0 0 0 15,0 0 0-15,3-3 0 0,-3 3 0 0,0 0 0 0,3-3 0 16,-3 3 0-16,0 0 0 0,0 0 0 0,0-5 0 16,0 5 0-16,3-2 0 0,-3 2 0 0,3-6 0 15,-3 6 0-15,0 0 0 0,0-5 0 0,0 5 0 16,0-3 0-16,0 3 0 0,3-5 0 0,-3 5 0 16,0-5 0-16,0 5 0 0,0-6 0 0,3 1 0 15,-3 5 0-15,0-5 0 0,0 0 0 0,0 5 0 16,0-6 0-16,0 4 0 0,0-4 0 0,0 1 0 15,0 0 0-15,0-1 0 0,0 1 0 0,0 0 0 16,0 0 8-16,0-1-8 0,0 1 0 0,0 0 0 16,0-1 0-16,0-2 0 0,0 3 0 0,-3 0 0 15,3-3 10-15,0 0-2 0,0 0 0 0,-3 0 0 16,3 0 0-16,0 0-8 0,0 0 12 0,-3-2-4 16,3-1-8-16,0 1 12 0,0-1-12 0,-3 3 12 15,3-3-12-15,0 1 0 0,0 2 9 0,0-3-9 16,0 3 9-16,0-2-9 0,0 2 12 0,0-3-12 15,0 3 15-15,0 0-4 0,0 0-1 0,0 1 0 16,0-1-2-16,-3-3-8 0,3 3 12 0,0 3-4 16,0-3-8-16,-3 0 0 0,3 3 0 0,0-3 8 15,0 2 0-15,0-2-8 0,0 3 12 0,0 0-4 0,0-3-8 16,0 0 12-16,0 0-12 0,0 3 12 0,0-3-12 0,3 0 8 0,-3 3-8 16,0-3 8-16,0 0-8 0,3 2 0 15,-3-2 0-15,0 3 0 0,0-3 0 0,3 3 0 16,-3 0 0-16,0-1 0 0,0 1 0 0,0 0 0 0,0 0 0 15,0-1 0-15,0 1 0 0,3 0 0 0,-3-1 0 16,0 4 0-16,0-4 0 0,0 1 8 0,0 0-8 0,0 0 0 16,0-1 0-16,0-2 0 0,0 3 0 0,0 0 0 15,0-1 0-15,0 1 0 0,0 0 8 0,0 0-8 16,0-3 0-16,0 2 0 0,3 1 0 16,-3 0 0-16,0-1 0 0,0 1 0 0,-3 0 0 0,3 0 0 15,3-1 0-15,-3 1 0 0,0 2 0 0,0-2 0 16,0 2 0-16,0-2 0 0,0 2 0 0,0-2 0 15,0 5 0-15,3-2 0 0,-3 2 0 0,0 0 0 16,0 0 0-16,0-6 0 0,0 6 0 0,0 0 0 16,0 0 0-16,0 0 0 0,0 0 0 0,0 0 0 15,0 0-10-15,0 0-4 0,0 0-1 0,0 0 0 16,0 0-100-16,0 0-20 0,0 6-4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6:42.26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11236 12063 1744 0,'3'-5'73'0,"-3"5"-58"16,0-5 101-16,0 5 20 0,0-3 4 0,0 3 0 15,0 0-40-15,0 0-9 0,0 0-2 0,0 0 0 16,0 0-26-16,0 0-6 0,0 0-1 0,0 0 0 16,0 0-23-16,0 0-5 0,0 5 0 0,-3 3-1 15,0 0-15-15,3 3-4 0,-3-1 0 0,3 1 0 16,-3 2-8-16,0 0 0 0,0 3 9 0,0 0-9 15,3 3 0-15,-3-4 0 0,0 4 0 0,3-1 0 16,-3 1 0-16,3 2 0 0,0 0 0 0,0 0 0 16,0 1-22-16,0-1 1 0,0-3 0 0,3 4 0 15,-3-7-21-15,3-1-4 0,-3-1-1 0,3 0 0 16,0 0-16-16,0-2-3 0,3-3-1 0</inkml:trace>
  <inkml:trace contextRef="#ctx0" brushRef="#br0" timeOffset="585.68">12501 11944 1474 0,'0'0'62'16,"0"0"-50"-1,0 0 107-15,0 0 21 0,0 0 4 0,0 0 0 16,0 0-34-16,0 0-7 0,3 5-2 0,-3 1 0 15,0-1-50-15,0 0-11 0,0-2-1 0,0 5-1 16,0-3 26-16,3 3 4 0,-3 0 2 0,0 3 0 16,0-4-31-16,0 4-7 0,0 2 0 0,0-2-1 15,0 2-14-15,3 0-2 0,-3 3-1 0,0 0 0 0,0 0-14 0,0 2 9 16,0-2-9-16,-3 6 8 0,3-4-8 16,0 3 0-16,0 0 9 0,-3 1-9 0,3-1 0 0,0 3 0 15,0-3 0-15,0 3 0 0,0-6 0 0,0 3 0 16,0-2 0-16,0-3 8 0,0-1-8 15,0 1 9-15,3-5-9 0,-3 0 10 16,0-1-43-16,0 1-9 0,3-3-2 0,-3 0 0 16,0-3-134-16,3 0-27 0,0-2-6 0</inkml:trace>
  <inkml:trace contextRef="#ctx0" brushRef="#br0" timeOffset="6036.803">13227 10367 957 0,'0'0'40'0,"0"0"-32"15,0 0 76-15,0 0 16 0,6 3 2 0,-6-3 1 16,0 0-34-16,3 0-6 0,-3 0-2 0,0 0 0 16,6 2 3-16,-6-2 0 0,0 0 0 0,0 0 0 15,0 6 0-15,-3-1 0 0,3 0 0 0,-3 3 0 16,0-3-52-16,0 3-12 0,-2 0 0 0,-1 0 0 16,0-2 0-16,0 1 0 0,-3 1 0 0,3 0 0 15,0 0 0-15,-3 0 0 0,3 0 0 0,0 0 0 16,-3 0 28-16,3 0 2 0,0 0 1 0,-3 0 0 15,0 0-50-15,3-3-9 0,0 3-3 16,-3-3 0-16,3 3 31 0,1-2 0 0,-1-1 0 0,-3 0 0 16,6-2 0-16,-3-1 0 0,6-2 0 0,-6 3 0 15,6-3 0-15,0 0 0 0,0 0 0 0,-3-3 0 16,3-2-57-16,0 0-6 0,0 0-1 0,3-3 0 0,0 0 64 0,6 0 16 16,-3-3 2-16,0 1 0 0,3 2-10 0,2-3-8 15,-2 0 9-15,3 1-9 0,0-1 36 16,0-2 2-16,0 2 0 0,3-2 0 0,-3 3 23 15,0-1 5-15,0 0 1 0,-1 4 0 0,1-1-54 0,-3 2-13 16,0 1 0-16,0 0 0 0,-3 2 54 0,3 0 8 0,-3 3 2 16,0 0 0-16,0 0 0 0,-3 3 0 0,3 2 0 0,-3-2 0 15,0 5-52-15,3 0-12 0,-3 2 0 0,0-2 0 16,0 3 0-16,0 0 0 0,-3-1 0 0,3 3 0 16,0-2 0-16,-3 0 0 0,3-1 0 0,0 1 0 15,0-1-100-15,0 1-22 0,0-1-5 16</inkml:trace>
  <inkml:trace contextRef="#ctx0" brushRef="#br0" timeOffset="7475.952">11867 11656 1257 0,'0'0'26'0,"0"0"6"0,0 0-32 16,-6-3 0-16,6 3 0 0,0 0 0 0,0 0 75 0,0 0 8 0,-3 0 1 0,3 0 1 16,0 0-17-16,0 0-3 0,0 0-1 0,0 0 0 15,0 0-7-15,0 0-1 0,0 0-1 0,0 0 0 16,0 0-37-16,0 0-7 0,0 0-2 0,0 0 0 16,0 0 31-16,0 0 5 0,0 0 2 0,0 0 0 15,0 0-24-15,0 0-5 0,0 0-1 0,0 0 0 16,0 0-9-16,0 5-8 0,0-5 9 0,3 6-9 15,3-4 0-15,0 1 0 0,0-1 0 0,3-2-10 16,-3 3 59-16,3-3 12 0,3 3 3 0,0-3 0 16,0 0-52-16,-3 0-12 0,2 0 0 15,1 0 0-15,0 0 0 0,0 0 0 0,3 0 0 0,-3 0 0 16,0 0 0-16,0 0 0 0,0 0 0 0,0 0 0 16,-3 0 0-16,-1 0 0 0,4 0 0 0,-3 0 0 15,0 0 0-15,3 2 0 0,-3-2 0 0,0 3 0 16,3 0 0-16,-3-3 0 0,0 0 0 0,0 2 0 15,0-2 0-15,3 0 0 0,-4 3 0 0,1-3 0 16,0 3 0-16,0-3 0 0,0 0 0 0,0 0 0 16,-3 0 54-16,3 0 8 0,-3 0 2 0,0 0 0 15,0 0-103-15,0 0-20 0,0 0-4 0,-6 0-1 16,6 0 103-16,-6 0 20 0,3 0 4 0,-3 0 1 0,0 0-52 0,0 0-12 16,0 0 0-16,0 0 0 0,0 0 0 15,0 0 0-15,0 0 0 0,0 0 0 0,0 0 0 16,0 0 0-16,0 0 0 0,0 0 0 0,0 0 0 15,0 0 0-15,-3-3 0 0,-3 0 0 0,0 1 0 0,0-4 0 0,-3 6 0 16,3-2 0-16,0-1 0 0,-3 0 0 0,3 1 0 0,-3-1 0 31,0 1-48-31,3-1-13 0,-6 0-3 0,3 1 0 0,1-4 52 0,-4 4 12 0,3-1 0 16,0 0 0-16,-3-2 0 0,3 2 0 0,0 1 0 16,0-1 0-16,0 1 0 0,-3-1 0 0,3 0 0 15,-3 3 0-15,0-2 0 0,1 2 0 0,-1 0 0 16,0 0 0-16,0 2 0 0,-3-2 0 15,3 0 0-15,0 3 0 0,0 0 0 0,0-3 0 0,3 2 0 0,-2 1 0 16,2-1 0-16,0-2 0 0,3 3 0 0,-3 0 0 16,3-1 0-16,0 1 0 0,6-3 0 0,-6 3 0 15,6-3 0-15,0 0 0 0,0 0 0 0,0 0 0 16,0 0 0-16,0 0 0 0,0 0 0 0,0 0 0 16,0 0 0-16,0 0 0 0,0 0 0 0,0 0 0 15,6 0 0-15,0 2 0 0,0-2 0 0,3 0 0 16,-3 0 48-16,0 0 13 0,3 0 3 0,-1 0 0 15,-2 0-52-15,3-2-12 0,0 2 0 0,3 0 0 16,-3-3 0-16,0 3 0 0,3-3 0 0,0 3 0 16,-3 0 0-16,0 0 0 0,3 0 0 0,-3 0 0 15,2 0 0-15,-2 0 0 0,3 0 0 0,-3 3 0 16,3-3 0-16,0 3 0 0,0-3 0 0,0 2 0 0,0-2 0 16,0 3 0-16,0-3 0 0,-1 3 0 0,-2-1 0 15,3-2 0-15,0 0 0 0,-3 3 0 16,3 0 0-16,-3-3 0 0,0 0 0 0,-3 2 0 15,0-2 0-15,3 0 0 0,-3 0 0 0,0 0 0 16,0 0 0-16,-3 3 0 0,3-3 0 0,-6 0 0 16,6 0 0-16,-1 0 0 0,-2 0 0 0,3 0 0 15,0-3-48-15,-6 3-13 0,3 0-3 0</inkml:trace>
  <inkml:trace contextRef="#ctx0" brushRef="#br0" timeOffset="9997.223">13159 16442 1261 0,'0'0'36'0,"0"0"8"0,0 0-36 0,0 0-8 0,0 0 0 0,0 0 0 16,-3-2 75-16,3 2 13 0,0 0 2 0,0 0 1 15,-3-6-27-15,3 6-6 0,0 0-1 0,0 0 0 16,0 0-17-16,0 0-3 0,0 0-1 0,0 0 0 16,0 0-22-16,0 0-5 0,0 0-1 0,0 0 0 15,0 0-8-15,0 0 0 0,0 0 9 16,0 0-9-16,3 0 9 0,-3 0-9 15,3-2 12-15,3-1-12 0,-3 3 11 0,3 0-11 0,0-3 10 0,0 3-10 16,0 0 11-16,0 0-11 0,3 0 12 0,-3 0-12 16,0 0 9-16,2 0-9 0,-2 0 0 0,0 0 9 15,3 0-9-15,-3-2 0 0,3 2 0 0,-3-3 0 16,3 3 0-16,-3-3 0 0,3 1 0 0,-3-1 8 16,3 0-8-16,-3 1 0 0,0-1 0 0,0-2 0 15,0 2 0-15,0 1-16 0,3-1 4 0,-3 0 1 16,-1-2 11-16,1 2 0 0,0-2 0 0,0 2 0 15,0 1 0-15,-3-1 0 0,3-2 0 0,0 2 0 16,-3 1 0-16,3-1 0 0,-6 3 0 0,3 0 0 16,-3 0 0-16,3-3 0 0,3-2 0 0,-6 5 0 15,0 0 0-15,0 0 0 0,3-3 0 0,-3 3 0 16,0 0 0-16,3-2 0 0,0-1 0 0,-3 3 0 16,0 0 0-16,3-3 0 0,-3 3 0 0,3-5 0 15,-3 5 0-15,3-3 0 0,-3-2 0 0,0 3 0 16,0-4 0-16,3 1 0 0,-3 2 0 0,0-2 0 15,0 2 0-15,0-2 0 0,-3 0 0 0,3 2 0 0,0-2 0 0,0-3 0 16,0 3 0-16,-3-1 0 0,3 1 0 16,0-3 0-16,-3 3 0 0,3-3 0 0,-3 3 0 0,0-1 0 0,0-2 0 0,0 3 0 15,0-3 0-15,0 0 0 16,0 0 0-16,0 0 0 0,-3 0 0 0,0-2 0 0,0-1 0 16,3 1 0-16,-3-1 0 0,3 0 0 0,0-2 0 15,-3 3 0-15,3-4 34 0,0-1 9 0,3 1 1 16,-3 1 1-16,0 0-21 0,1 0-4 15,2-1 0-15,-3 4-1 0,3-3-19 0,-3 2 0 0,3 0 0 16,-3 1 0-16,3-1 35 0,-3 1 3 0,3-1 1 16,0 3 0-16,-3-2-11 0,3 2-3 0,0 0 0 0,-3 0 0 15,3 2-25-15,0-2 0 0,0 1 0 0,0 1 0 16,0 1 0-16,0 0 0 0,0-1 0 0,0 1 0 16,0 2-10-16,0-2-7 0,0 2-2 0,0 3 0 15,0-5 31-15,0 3 5 0,0-4 2 0,0 1 0 16,0 5-19-16,0-3-11 0,0 3 2 0,0 0 0 15,0-5 9-15,0 5 0 0,0 0 0 0,0 0 0 16,3-3 0-16,-3 3 0 0,0 0 0 0,0 0 0 16,0-5 0-16,0 5 12 0,0-3-2 0,0 3-1 15,0 0-9-15,3-2-12 0,-3 2 2 0,0 0 1 16,0-3 9-16,0 3 0 0,0 0 0 0,0 0 0 16,3-5 0-16,-3 5 12 0,0 0-2 0,0 0-1 15,0 0-9-15,0 0 0 0,0 0 0 0,0 0 0 16,0 0 0-16,0 0 0 0,0 0 0 0,0 0 0 15,3-3 0-15,-3 3-12 0,3-2 2 0,-3 2 1 0,3-3 9 16,-3 3 0-16,5-3 0 0,-5 3 0 0,0 0 0 0,3-2 0 16,-3 2 0-16,3-3 0 0,-3 3 0 0,6 0 0 15,-3-3 0-15,-3 3 0 0,6-2 0 0,0-1 0 0,-6 3 0 0,6-3 0 16,0 3 0-16,0-2 12 0,0-1-2 0,0 0-1 16,0 1-9-16,0-1 0 0,3 3 0 0,-3-2 0 15,3-1 0-15,0 0 0 16,0 1 0-16,2-1 0 0,1 0 0 0,0-2 0 15,0 2 0-15,0-2 0 0,0 2 0 0,0-2 0 0,0 2 0 16,0-2 0-16,0 3 0 0,3-4 0 0,-4 1 0 16,4 2 0-16,-6-2 0 0,3 0 0 0,-3-1 0 0,0 1 0 15,0 2 0-15,-3-2 0 0,3 3 0 0,-3-1 0 16,0-2 0-16,3 2 0 0,-3 3 0 0,-3-3 0 16,3 3 0-16,0-2 0 0,-1 2 0 0,-2 0 0 15,3-3 0-15,-6 3 0 0,6 0 0 0,-3 3 0 16,3-3 0-16,-6 0 0 0,6 2 0 0,-6-2 0 15,6 3 0-15,-6-3 0 0,6 0 0 0,-6 0 0 16,6 5 0-16,-6-5 0 0,3 6 0 0,-3-6 0 16,3 5 0-16,-3-5 0 0,3 5 0 0,-3-5 0 15,3 3 0-15,-3-3 0 0,0 0 0 0,3 5 0 16,-3-5-49-16,3 5-12 0,-3-5-3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8:59.19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7361 5625 850 0,'0'0'17'0,"0"0"6"16,0 0-23-16,0 0 0 0,0 0 0 0,0 0 0 16,0 0 60-16,0-5 8 0,0 5 2 0,0 0 0 15,0 0-10-15,0 0-1 0,3-3-1 0,-3 3 0 16,0 0-46-16,0 0-12 0,0 0 0 0,0 0 0 16,0 0 52-16,0 0 9 0,0 0 2 0,0 0 0 15,0 0-50-15,0 0-13 0,3 0 0 0,2 0 0 16,1 3 36-16,0 0 3 0,0-1 0 0,0 4 0 0,3-4-14 0,-3 4-2 0,3-1-1 0,3 0 0 15,0 0-22-15,3 1 9 0,0-1-9 0,6 0 0 16,-1 1 16-16,4-1-3 0,0-2-1 0,6 2 0 16,0-2 0-16,-1-1-1 0,1 1 0 0,6-1 0 15,0-2-27-15,5 3-6 0,1-3-1 0,5 3 0 16,1-3 70-16,0 0 13 0,2 0 4 0,7 0 0 31,-4 0-73-31,7 0-15 0,0-3-2 0,5 3-1 16,-2-3 27-16,-4 1 0 0,4-1 0 0,5 1 0 0,-5 2 0 0,2-3 0 0,1 0 0 0,8 1 0 15,-9-1 0-15,7 0 0 0,-1 1 0 0,4-4 0 16,-4 4 0-16,1-1 0 0,-1 0 0 0,6 1 0 16,-5-4 0-16,2 4 0 0,1-3 0 0,8 2 0 15,-6-2 0-15,1 2 0 0,2-2 0 0,9-1 0 16,-8 4 0-16,-1-6 0 0,4 3 0 0,8-3 0 16,-12 2 0-16,7 1 0 0,-4 0 0 0,9-3 0 15,-11 5 0-15,-1-5 0 0,0 6 0 0,7-4 0 16,-10 1 0-16,0 2 0 0,1 1 0 0,5-4 0 15,-9 4 0-15,1-4 0 0,-4 4 0 0,13-4 0 16,-13 1 0-16,4 0 9 0,-1 2-1 0,3-5-8 16,-8 3 9-16,-1 0-9 0,-2-3 0 0,5 0 9 15,-8 0-9-15,-1 0 0 0,-2 0 0 0,5-3 8 16,-5 4-8-16,-4-4 0 0,4 0 0 0,-4 1 0 0,1-3 12 16,-6 2-4-16,-1-2 0 0,4-3 0 15,-4 5-8-15,-2-5 10 0,0 3-10 0,-1-3 10 16,-2 0-2-16,-3-2 0 0,-1 2 0 0,1-3 0 15,-9 1 0-15,-1 2-8 0,1-2 12 0,0 2-4 0,-6-3-18 16,-1 1-4-16,1-4-1 0,-3 4 0 16,-3-3 44-16,0 0 9 0,-3 2 2 0,2-2 0 0,-5 2-21 0,0 1-4 0,-3-1-1 0,0-2 0 15,-3 3-3-15,0-1-1 0,-3-2 0 0,0 2 0 16,-3-2-10-16,-3 0 0 0,3 3 0 0,-3 2 0 16,-3-8 0-16,0 5 0 0,0-2 0 0,0 0 0 15,-6 0 0-15,3 0 0 0,-3 0 0 0,-3-3 0 16,-3 3 31-16,0 2 4 0,-3-2 1 0,-2 2 0 15,-4-2-7-15,0 5-1 0,0-7 0 0,-6 4 0 16,1 3-28-16,-4-2 0 0,0 2 0 0,-8 0 0 16,-1 0 0-16,-3 3-8 0,-2-1-1 0,-7-1 0 15,0 4 9-15,1-7 0 0,-1 7 0 0,-8-8 0 16,2 9 0-16,-2-3 12 0,-4-1-2 0,-8 4-1 16,5-6-9-16,-5 5 0 0,-1 1 0 0,-8 2-11 15,6-5 11-15,-4 5 0 0,4 0 0 0,-12 0 0 16,8 0 0-16,1 5 8 0,-3-2-8 0,-7 2 0 15,10 1 0-15,-3 2 0 0,-1 0 0 0,-5-6 0 16,9 6 0-16,-4 6 0 0,4-6 0 0,-9 0 0 16,5 0 0-16,1 2 0 0,-3 1 0 0,-7 0-8 15,10-1 8-15,0 1 0 0,-1-1 0 0,-8 4-8 16,12-4 8-16,-4 4 0 0,4-4 0 0,-6 4 0 16,8-1 0-16,4 0 8 0,-1 6-8 0,-5-3 11 15,9-3-11-15,2 3 0 0,-2 0 0 0,-1 2 0 16,7-2 0-16,-1 3 0 0,-2-3 0 0,2 3 0 15,7-1 0-15,2-2 0 0,1 3 0 0,-1-1 0 0,6 1 0 16,-2 2-12-16,2-2 2 0,-2-1 1 16,5 1 9-16,3 2 0 0,4-5 0 0,-4 3 0 0,0-1 0 15,1 3 0-15,-1 1 0 0,1-1 0 16,2 0 10-16,-3 3-2 0,4-3-8 0,-1 3 12 0,3 0-12 16,0-3-12-16,1 3 3 0,-4 0 0 0,6 2 9 15,-2-2 0-15,2 5 0 0,-3-7 0 0,7 4 0 0,2 1 12 16,0-1-2-16,0 1-1 0,3-1-9 0,1-2-12 0,2 3 2 0,0-1 1 15,0 3 9-15,3-2 0 0,1 2 0 0,-1 3 0 16,3-3 0-16,0 6 0 0,3-1 0 0,3 3 0 16,3 0 0-16,3 6 0 0,3-1 10 0,3 3-10 15,3-3 10-15,0 3-10 0,6-2 10 0,0 2-10 16,3 3 0-16,3-3 8 0,3 0-8 0,-3 5 0 16,3-5 0-16,-1 3 0 0,1-1 0 0,6 1 0 15,-3-3-24-15,3 0 0 0,3-2-1 0,2 2 0 16,7-6-165-16,3 4-33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5T22:09:13.48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22282 4985 1355 0,'0'0'28'0,"0"0"8"0,0 8-36 0,3 3 0 0,-3 2 0 0,0 0 0 31,0 3 71-31,0 2 7 0,0 1 2 0,0 5 0 0,0-3-32 0,-3 5-7 0,0-4-1 0,0 4 0 16,0-2-26-16,0 0-6 0,-3-1 0 0,3 1-8 16,1 0 8-16,-1 0-8 0,0 0 0 0,0 0 0 31,0-1 8-31,0 1-8 0,0-3 0 0,0 1 0 16,3-4 0-16,-3 1 0 0,0-4-12 0,3 1 3 0,-3-5 9 15,0 2 0-15,3-8 0 0,-3 3 0 0,0 0 49 0,3-8 12 0,0 0 3 0,0 0 0 16,0 0 0-16,0 0 0 0,0 0 0 0,-3-8 0 15,3-2-36-15,-3-3-8 0,3-3 0 16,0-3-1-16,0-2 1 0,0-3 0 0,3-5 0 0,0 3 0 16,0-4 2-16,0 4 1 0,3-3 0 0,0-3 0 15,0 3 2-15,0-5 1 16,0 2 0-16,-1 0 0 0,4 0 2 0,0-2 0 0,0 0 0 0,0 2 0 16,0 5-2-16,0 1 0 0,3 2 0 0,0 0 0 15,0 6-2-15,0 2-1 0,0 3 0 0,0-1 0 16,-1 1-12-16,4 3-3 0,-3-1 0 0,3 3 0 15,0 0-8-15,-3 6 0 0,3-1 0 0,0-2 8 16,-3 5-8-16,-4 0 0 0,4 5 0 0,-3-2 0 0,0 4-15 16,0 1 5-16,-3 0 1 0,0 3 0 31,-3 2-23-31,-3 0-4 0,0 3 0 0,-3 0-1 0,-3 3-8 0,0 2-2 0,-3 0 0 0,-3 0 0 16,-3 0 7-16,1 3 0 0,-4-3 1 0,-3 0 0 15,3 1 23-15,-3-4 4 0,0 1 0 0,-2-3 1 0,5-1 11 0,0-1 0 0,0-1 0 0,3 0 0 31,0-2 0-31,3-1 0 0,0 1 10 0,3-3-10 16,3 0 18-16,1 0-2 0,2 0-1 0,0-3 0 0,0 0 1 0,3-5 0 0,3 6 0 0,0-1 0 16,3 0 2-1,2-2 1-15,1-1 0 0,3-2 0 0,0 3-3 0,3-3-1 0,0 3 0 0,0-3 0 16,3 2-15-16,0-2 11 16,-1 0-11-16,4 3 10 0,-6-3-10 0,6 3 0 0,-3-1-12 0,0-2 12 15,3 0-125-15,-4 3-18 16,1-3-3-16</inkml:trace>
  <inkml:trace contextRef="#ctx0" brushRef="#br0" timeOffset="231.08">22765 5268 2062 0,'0'0'43'0,"0"0"10"0,-6 0-42 0,6 0-11 15,-3-2 0-15,3 2 0 0,0 0 105 0,0 0 19 16,0 0 4-16,0 0 1 0,0 0-52 0,0 0-10 0,0 0-3 0,0 0 0 15,0 0-51-15,0 5-13 0,0 3 0 0,0 0 0 16,0 2 54-16,0 1 8 0,0 2 2 0,0 3 0 16,0 0-52-16,-3 5-12 0,3 3 0 0,-3-6 0 15,3 6-12 1,-3-3-6-16,0 3-1 0,0 3 0 0,0-6 31 0,0 0 5 0,0 0 2 0,0-2 0 16,0-1-67-16,-3 1-12 0,3-3-4 0,0-3 0 15,0 3 28-15,0-3 6 16,0 0 1-16,-3 0 0 0,3-2-159 0,-3 0-31 0</inkml:trace>
  <inkml:trace contextRef="#ctx0" brushRef="#br0" timeOffset="1275.72">23277 5289 1576 0,'0'0'32'0,"0"0"9"0,0 0-33 0,0 0-8 0,0 0 0 0,0 0 0 15,2-2 89-15,4 2 16 0,0-3 3 0,0 3 1 16,3 0-37-16,0 0-7 0,0 0-1 0,3 0-1 31,3 0-20-31,0 0-4 0,0 0-1 0,3 0 0 0,2 0-6 0,1-3-2 0,3 3 0 0,3-2 0 16,3 2-3-16,2 0-1 0,1-3 0 0,3 3 0 15,-3-3-9-15,2 3-1 0,1 0-1 0,-3-2 0 16,-1 2-31-16,-2-3-7 0,0 1-1 0,3-1 0 16,-6 3 71-16,-1-3 13 0,4 3 4 0,-3 0 0 31,-3-2-52-31,-3 2-12 0,-1 0 0 0,1 0 0 0,-3 0 0 0,-6 0 0 0,3 0 0 15,-6 0 0-15,0 0-48 0,0 0-13 16,-3-6-3-16,0 6 0 0,-6 0 0 0,0 0 0 16,0 0 0-16,0 0 0 0,0 0 0 0,0 0 0 0,0 0 0 0</inkml:trace>
  <inkml:trace contextRef="#ctx0" brushRef="#br0" timeOffset="1717.09">23422 5543 1199 0,'0'0'24'0,"0"0"8"0,0 0-32 0,0 0 0 0,0 0 0 0,0 0 0 31,0 0 91-31,0 0 11 0,0 0 2 0,3 6 1 0,3-6 0 0,-3 2 0 0,3-2 0 0,3 3 0 16,0-3-18-16,0 0-4 0,3 0-1 0,0 0 0 16,0 0-14-16,3-3-4 0,2 1 0 0,1 2 0 15,0-3 0-15,3 0 0 0,3 1 0 0,0-1 0 16,-1 0-51-16,1-2-13 0,0 2 0 0,3-2 0 15,-6 3-9-15,3-4-5 0,-1 4-1 0,-2-1 0 16,3-2 24-16,-3 2 5 0,3-2 1 0,-1 2 0 16,-2 0-15-1,0 1 0-15,3-1 0 0,-3 1 0 0,-3-1-48 0,-3 0-13 0,-1 1-3 0,1 2 0 0,-6 0 52 16,3-3 12-16,-6 3 0 0,3 0 0 16,-3 0-54-1,0 3-8-15,-6-3-2 0,0 0 0 16,0 0-51-16,0 0-10 0,0 0-3 0,0 0 0 0,0 0-51 0,-3 5-10 0</inkml:trace>
  <inkml:trace contextRef="#ctx0" brushRef="#br0" timeOffset="2279.17">23440 5149 2032 0,'0'0'42'0,"0"-5"10"16,3 0-41-16,0-1-11 0,0 4 0 0,-3 2 0 15,0 0 78-15,0-6 14 0,0 6 2 0,0 0 1 16,0 0-60-16,0 0-12 0,0 0-3 0,0 0 0 0,0 0-20 0,0 0 0 0,3 6 0 16,0-1 0-16,-3 3 0 0,3 2 0 15,-3 1 0-15,-3 0 0 16,0 4-12-16,0-4 4 0,0 5 0 15,-6 0 0 1,3 0-21-16,-6 0-4 0,3-1-1 0,-5 1 0 0,2 3-18 0,-3-1-4 0,-3 1-1 16,0 2 0-16,3-2 9 15,0-1 3-15,0 6 0 0,1-6 0 16,-1-2 36-16,3 3 9 0,3-1 0 0,-3-2 0 0,3-3 0 0,3 3 0 0,3-2 8 16,0-1-8-16,0-3 26 0,6-2 1 0,-3 3 0 0,6-1 0 0,0-2-9 0,3 0-2 0,3-2 0 0,0 2 0 31,3-3 16-31,-1 0 4 0,4 0 0 0,3 1 0 0,0-4 6 0,0 1 2 0,3 0 0 0,-3-3 0 15,2 0-21-15,4 0-4 0,-3-3-1 0,3 3 0 32,-3-3-18-32,2 3 0 0,1 0-11 0,3-2 11 15,-6 2-85-15,2 0-11 0,1-3-1 0</inkml:trace>
  <inkml:trace contextRef="#ctx0" brushRef="#br0" timeOffset="3074.55">23976 5014 1538 0,'-6'-5'32'0,"0"2"8"0,0 1-32 0,6 2-8 0,-3 0 0 0,3 0 0 16,0 0 105-16,0 0 20 0,0 0 4 0,0 0 1 15,0 0-50-15,0 0-9 0,0 0-3 0,0 0 0 16,0 0-33-16,3 5-7 0,3 0-2 0,0 3 0 16,3 0-4-16,3 3-1 0,0 2 0 0,0 0 0 15,3 0-9-15,-1 1-1 0,4 1-1 0,0 1 0 16,0 3-10-16,0-3 0 0,0 2 0 0,0 1 8 0,-3-3-8 0,2-1 0 15,-2 1 0-15,0 0 0 16,-3-3 0-16,0 1 0 16,0-1 0-16,-3 0 0 0,0-2 10 0,-3 2 0 0,0 0 0 0,-3 0 0 15,0 1-10-15,0-1 0 0,-3 3 0 0,-3-3 0 16,0 3 0-16,0 0 0 0,-3 0 0 0,-3 0 0 0,3-1-18 0,-3-1-6 0,0 1 0 0,-3 1-1 16,0-2-11-1,-3-4-3-15,3 3 0 0,-6 1 0 16,4-4 39-16,-1 1 0 0,0-3 0 0,0 2 0 0,0-2 0 0,0-2 0 0,0 1 0 15,0 1 0-15,4-2 0 0,2-1 0 16,-3 0 0-16,3 1 0 0,3-1-63 0,0-2-5 0,0-1 0 16</inkml:trace>
  <inkml:trace contextRef="#ctx0" brushRef="#br0" timeOffset="4041.75">24690 5305 1824 0,'0'0'38'0,"-3"-5"8"0,3 5-37 0,0-3-9 0,0 3 0 0,0 0 0 16,0 0 53-16,-6-2 9 0,6 2 2 0,0 0 0 15,-5 2 0-15,-1 1 0 0,0 2 0 0,3 3 0 16,0 3-103-16,0-1-20 0,0 1-4 0,0 2-1 0,0 0 52 0,3 3 12 15,-3 0 0-15,3 0 0 16,-3 3 48-16,3-4 13 0,0 1 3 0,0 3 0 16,-3-3-52-16,3 0-12 0,0-3 0 0,0 0 0 0,-3-2 0 0,0-1 0 0,3-2 0 0,-3 0 0 31,0-3 0-31,0 1 0 0,3-6 0 0,0 0 0 16,0 0 0-16,0 0 0 0,0 0 0 0,-3-3 0 15,-3-2 54-15,3-1 8 0,0-4 2 16,0-3 0-16,3-1 0 0,-3-4 0 0,3-1 0 0,0-4 0 0,0 1-52 15,3-4-12-15,0-1 0 0,-3 1 0 0,6 0 0 16,0-1 0-16,0 1 0 0,0-1 0 0,0 1 0 0,0-1 0 0,0 1 0 0,0-3 0 16,0 2 54-16,3 3 8 0,-1-5 2 0,-2 3 0 15,6 5-52 1,-3-1-12-16,6 7 0 0,-3-4 0 0,0 6 0 0,0 0 0 0,0 2 0 0,0 3 0 16,0 0 0-16,0 3-10 0,-1 2 2 0,1 1 0 15,-3 2 8 1,0 0 0-16,0 2 0 0,-3 1 0 0,0 2-11 0,0 3 11 0,0-3-13 0,-3 3 5 15,0 6-11-15,-3-1-1 0,3 0-1 0,-6 8 0 16,0-8-2-16,-3 11 0 0,0-5 0 0,0 2 0 31,-3-3-3-31,-3 4-1 0,0-7 0 0,-3 4 0 16,1 0-11-16,-1-6-2 0,0 3-1 0,0-3 0 0,3 0 33 16,-3 0 8-16,3-2 0 0,-3 2 0 0,6-5 0 0,-3 3 0 0,7-3 0 0,-4 0 0 15,3-1 0-15,3 1 0 0,0 0 0 0,0-2 0 16,3-1 0-16,3 3 0 0,0-3 0 0,0 0 0 0,0 1 0 0,3-1 0 15,2 0 0-15,-2 1 0 16,6-1 0-16,-3 3 0 0,6-8 0 0,-3 5 0 16,0 0 0-16,3-2 0 0,-3 2 0 0,3 1 0 15,-3-1-21-15,-1 3-3 0,4-5 0 0,-3 2 0 16,0 0-4-16,-3 0-2 16,3 1 0-16,-6-1 0 0,3 0 6 0,-3 1 0 0,0-4 1 0,0 4 0 0,-3-4 12 15,-3-2 3-15,6 0 0 0,-6 0 0 16,0 0 8-16,0 0 8 0,0 0-8 0,0 0 11 0,0 0 18 0,3-2 4 15,0-4 1-15,-3 4 0 0,0-4 7 0,3 1 2 0,-3 0 0 0,3-1 0 32,-3-2-10-32,3 1-1 0,0 4-1 0,2-8 0 0,-2 3-8 15,0 3-2-15,3-3 0 0,-3 3 0 0,3-3-1 0,3 3-1 0,-3-1 0 16,3 1 0-16,-3 2-7 0,3-2-2 0,0 2 0 0,-3 1 0 16,0-1 5-16,3 3 1 0,-3 0 0 15,0 0 0-15,0 0-7 0,-6 0-1 16,3 3 0-16,0 2 0 0,0 0-8 0,0 1 0 0,-3-1 0 0,0 6 0 15,0-1 0-15,0 1-12 0,-3-1 2 0,0 6 1 16,0-3-11-16,0 1-3 0,-3 2 0 0,0-1 0 16,0-1-1-16,0 1 0 0,0 1 0 0,-3 0 0 15,3 0 15-15,0-3 9 0,-3 1-12 0,3-1 12 16,0-3-15-16,3 1 4 0,-3 0 1 0,3-4 0 16,3 1 10-16,-3 0 0 0,3 0 0 0,3-2 0 15,0 2 10-15,0-3 1 0,0-3 0 0,3 4 0 16,0-4 12-16,0 1 2 0,3 2 1 0,0-2 0 15,0-3-9-15,0 0-1 0,0 3-1 0,0-3 0 0,0 0-7 16,0 0-8-16,-1 0 11 0,-2 0-11 0,3 0 0 0,0 0 0 16,0 0 0-16,0 0 0 15,0-3-40-15,0 3-8 0,0 0-1 16</inkml:trace>
  <inkml:trace contextRef="#ctx0" brushRef="#br0" timeOffset="23635.32">21663 7149 1728 0,'0'0'36'0,"0"0"8"0,0 0-35 0,0 0-9 0,0 0 0 16,0 0 0-16,3 8 36 0,0 0 6 0,-3 3 1 0,0 0 0 15,0 4-11-15,-3 1-1 0,3 0-1 0,-3 5 0 16,0-2-22-1,0 2-8-15,-3-2 0 0,3 4 9 0,-3-1-9 0,3 1 0 0,-3 4 0 0,3-3 8 16,-3-1-8 0,4 1 0-16,2-3 0 0,-3 1 0 15,3-1 0-15,0-5 0 0,-3-3 0 0,3 0 8 16,0-2 13-16,0-1 3 0,0-2 0 0,0 0 0 0,0-8 8 0,0 0 1 0,0 0 1 0,0 0 0 16,0 0 10-16,0 0 1 0,0-8 1 0,-3 0 0 15,3-5-6-15,-3 0 0 0,3-6-1 0,0-2 0 16,0-3-13-16,3-2-2 0,-3-1-1 0,3-2 0 15,3 3-5-15,-4 2-1 0,7-2 0 0,-3-1 0 16,3 3-1-16,-3-5 0 0,0 3 0 0,3-3 0 16,-3-1 12-16,0 1 1 0,3 0 1 0,-3 3 0 15,0-1-11-15,3 4-3 0,-3 1 0 0,3 1 0 16,3 3-6 0,-3 2-2-16,5 3 0 0,-2-1 0 0,0 4-8 0,0-1 0 0,0 3 0 0,3 0 0 15,0 0 0 1,0 3 0-16,0 0 0 0,-1-1 0 0,1 4 0 0,0 2 0 0,0 0 0 0,-3 0 0 15,0 2-11-15,0 4 11 0,-3-1-8 0,0 3 8 16,-6 0-25-16,0 0 0 0,0 2 0 0,-6 4 0 16,0 2-12-16,-3-1-3 0,0 4 0 0,-6 2 0 15,0-2 5-15,-3 2 1 0,0 0 0 16,0 3 0-16,-3-6 12 0,4 1 2 0,-4-1 1 16,3 1 0-16,-3-1 19 0,3-2-8 0,-3 0 8 0,3-3 0 15,0 1-8-15,4-1 8 0,-1-3 0 0,0-2 0 0,3 3 0 16,3 0 0-16,0-4 0 0,3 1 0 15,0 0 0-15,3-2-10 0,3 2 2 0,0 0 0 0,0-1 8 0,6 1 0 16,0-2-9-16,0 2 9 0,3 0 0 0,-1-3 0 0,1 0 0 0,0 0 0 16,0 1 0-16,0-1 0 0,0 0 0 0,3-2 0 15,-3 2 0 1,0-2 0-16,3 0-9 0,-1-1 9 0,1 1 0 0,-3-1-10 0,3 1 10 0,0 0-8 16,-3-3-2-16,0 0 0 15,0 2 0-15,0-2 0 0,-3 0-2 0,0 0 0 0,-1 0 0 0,1-2 0 16,-3 2 12-16,0-3 0 0,-3 0 0 15,3 1 0 1,-3-1 0-16,0-2 14 0,-3 0-3 0,3-1-1 0,0 4 18 0,-3-6 4 0,3 2 1 16,0 1 0-1,0-3-1-15,0 6-1 0,3-6 0 0,-3 2 0 0,3 4-11 16,3-4-3-16,-3 1 0 0,3 2 0 0,0 1-1 0,0-1-1 16,2 1 0-16,-2-1 0 0,0 3 0 0,0 0 0 0,0-3 0 15,0 3 0-15,0 3-15 0,-3 0 9 16,0-1-9-16,-3 1 8 0,3 2-8 0,-3 0 0 0,0 3 0 0,0 0 0 15,-3 3-20-15,0 2 0 0,0 0 0 0,-3 1 0 16,3 1-11-16,-3 1-1 0,-3 3-1 0,3 2 0 16,-3-2-3-16,0 2-1 0,0 0 0 0,-3 0 0 15,0 0-3-15,3-2 0 0,-3-1 0 0,3 1 0 16,0-3 20-16,0-3 3 16,1 0 1-16,2-2 0 0,3-1 16 0,0-2 9 0,0 0-1 0,3 0 0 0,2 0 6 0,1-3 1 0,0 1 0 15,0-1 0-15,3-2 0 16,0-1 0-16,3 1 0 0,-3-3 0 0,3 0-15 0,0 0 8 15,0-3-8-15,0 1 0 32,3-1-28-32,-1-2-11 0,4-1-2 0</inkml:trace>
  <inkml:trace contextRef="#ctx0" brushRef="#br0" timeOffset="24567.9">22622 7351 1234 0,'-6'0'25'0,"0"0"7"0,6 0-32 15,-6 2 0-15,0-2 0 0,6 0 0 0,-6 3 80 0,6-3 10 0,0 0 2 0,-6 3 0 16,6-3-24-16,0 0-4 0,0 0 0 0,0 0-1 16,0 0-8-16,3 7-2 0,0-4 0 0,3 2 0 15,0-2 7-15,3 0 0 0,0-1 1 0,0 1 0 16,2-3-12-16,4 0-2 0,0 0-1 15,0 0 0-15,6 0-13 0,0 0-2 0,0-3-1 16,2 3 0-16,1 0-10 0,3 3-3 0,0-3 0 0,0 3 0 31,-1-1-6-31,1-2-2 0,-3 0 0 0,3 3 0 0,-3-3-9 0,2 0 0 16,-2-3 0-16,0 3 8 0,0 0-8 0,3 0 0 16,-1 0 0-16,1 0 0 0,-3 0 0 0,0 0 0 0,0 0 0 0,-1 3 0 15,-5-3 0-15,3 0-11 0,-6 3 11 0,3-3-8 16,-6 0-3-1,0 0 0-15,0-3 0 0,-3 0 0 0,-3 3 1 0,-1-2 0 0,1-1 0 0,-6 3 0 16,0 0 10-16,0 0 0 0,-3-5 0 0,3-1 0 16,-5 1 0-16,2 2 0 0,-3-2 0 0,-3-3 0 15,0 3 0-15,0 0 0 16,-3-6 0-16,-3 3 0 0,3 0 0 0,-3 0 0 0,0-2 0 0,0-1 0 31,1 3 13-31,-1-2-1 0,0-1-1 0,0 3 0 0,3 0 6 0,0 0 2 0,0 3 0 0,3-3 0 16,0 5-1-16,0-2 0 0,3 2 0 0,1 1 0 0,5 2-4 0,0 0-1 15,0 0 0-15,0 0 0 16,0 0-5-16,0 0-8 0,0 0 11 0,2 5-11 16,4-2 12-16,3-1-4 0,0 4 0 0,3-1-8 0,3 0 16 0,-3 0-3 15,6 1-1-15,-3 2 0 16,3-3-1-16,-4 3-1 0,1-3 0 0,0 3 0 0,0-3-10 0,0 3 12 0,-3 0-12 16,0-2 12-16,-3 2-12 0,0-1 0 15,-3-1 0-15,0 2 8 16,0 0-8-16,-3 0 0 0,-1 0 0 0,1-1 0 0,-6 1 0 0,3 3 8 0,-2 0-8 0,-4-3 8 15,0 2-8-15,-3 1 0 0,0-1 0 0,0 1 8 16,-3-3-8-16,-3 2 0 0,0 1 0 0,0 0 0 16,0-1 16-16,0 1 0 0,1-3 1 0,-1 2 0 31,-3-2-65-31,3 3-12 0,3-3-4 0,-3 0 0 16,3 0-51-16,0-1-10 0,3 4-3 0</inkml:trace>
  <inkml:trace contextRef="#ctx0" brushRef="#br0" timeOffset="26301.05">23821 7136 1824 0,'0'0'76'0,"0"0"-60"16,0 0 31-16,0 0 6 0,0 0 2 0,0 0 0 15,0 0-37-15,0 8-7 0,0 0-2 0,0 3 0 16,0 2-9-16,0 0 0 0,0 3 0 0,0 5 0 16,0-5 0-16,0 3 0 0,0-1 0 0,0 1 0 15,-3-1 0-15,3 3 0 0,0-2 0 0,0 2 0 16,-3-2 24-16,3-4 2 0,-3 1 1 0,3 3 0 15,-3-6-27 1,0 0 0-16,0 1 0 0,0-7 0 0,0 1 0 0,0 0 10 0,0-2-10 0,3-6 10 16,0 0 10-16,0 0 1 0,0 0 1 0,0-6 0 0,-3-4 22 15,3-1 5-15,0-5 1 0,3 0 0 16,-3-2-22-16,3-1-4 0,3-2 0 0,-3 0-1 0,3-5-23 0,-3-1 8 16,3-2-8-16,0-3 0 0,0 1 56 0,0-4 6 0,3 1 2 0,0-3 0 15,0 5-52-15,0 0-12 0,3 3 0 16,0 3 0-16,-3 4 30 0,2 4 3 0,1 2 1 0,3 0 0 15,-3 3-22-15,0 2-12 0,3 3 12 0,-3 0-12 16,0 1 0 0,3 4 0-16,-3-2 0 0,-1 2 0 15,1 0 0-15,-3 6 0 0,3 0 0 0,-3-1 0 0,0 4-14 0,-3 1 3 0,0 1 1 16,-3 3 0 0,0 0-13-16,-3 2-2 0,0 0-1 0,-3 0 0 15,-3 6-8-15,-3 2-2 0,-3 0 0 0,-3 0 0 0,0 3-5 0,-2 0-2 0,-1 0 0 16,-3 0 0-16,0-3-5 0,0 0 0 0,0-3-1 0,1 1 0 15,2-1 39-15,0-2 10 0,3-2 0 0,0 1 0 16,3-4 10-16,3 2 4 0,0-5 1 0,3 3 0 16,0-3-15-16,3 0 0 0,0-3 0 0,3 0 0 15,3 1 0-15,0-4 0 0,3 3 0 0,0-2 0 16,0-3 0-16,3 3 0 0,3-3 0 0,-3 2 0 16,6-2 0-16,0 0 0 0,0 0 0 0,0 0 0 15,-1 3-12-15,4-3-1 0,-3 3-1 0,3-1 0 16,-3 1-22-16,0 2-5 0,0 1-1 0,0-4 0 15,-4 4-3 1,1-1-1-16,0 3 0 0,0-3 0 0,-3 0 13 0,0 1 2 0,0-1 1 0,-3 0 0 0,0-2 16 0,0-1 3 16,-3 4 1-16,3-6 0 15,-6 0 43-15,3 2 9 0,-3-2 2 0,6-2 0 0,0 2 30 0,-3-3 6 16,0 0 2-16,3 1 0 0,-3-3-13 0,2-3-2 0,4 2-1 0,-3-2 0 31,3 0-2-31,0-2 0 0,0 2 0 0,0-3 0 16,0 3-51-16,3 0-13 0,0-2 0 0,0 2 0 0,0 0 54 0,2 0 8 0,-2 3 2 0,3-1 0 15,-3 1-52-15,3 3-12 0,-3-4 0 16,0 6 0-16,-3-2 0 0,0 2 0 0,0 0 0 0,-3 2 0 16,0 1 0-16,0 0 0 15,-1-1 0-15,-2 6 0 0,-3-3 0 0,0 3 0 0,0 0 0 0,-3 0 0 16,-2 0 0-16,-1 5 0 0,0-2 0 16,-3 2 0-1,0-2-11-15,0 2-5 0,-3 0 0 0,3 0-1 0,-3 1 27 0,3-4 6 0,-3 1 0 16,3-1 1-16,0 1-33 15,3-3-8-15,0 0 0 0,4 0-1 0,-4-3 25 0,6-5 0 0,0 5 0 0,0-5 0 16,3 6 0-16,2-1 0 0,1-2 10 0,0-3-10 16,3 2 14-16,3 1-3 0,0-3-1 0,3 0 0 31,-3 3-1-31,0-3 0 0,3 0 0 0,-3 2 0 0,0 1-9 0,-1 0 0 0,1-1 0 16,-3 3 0-16,0 1 53 0,0-1 9 0,0-2 2 0,-3 5 0 15,0-3-52-15,-3 3-12 0,0-3 0 0,0 3 0 16,0 0 0-16,-3 0 0 0,0-3 0 0,-3 3 0 15,0 0 0-15,-3 0 0 0,0 0 0 0,-3 0 0 16,-3 0 0-16,0 0 0 0,-3 0 0 0,1 0 0 16,-4 2-10-16,0-2-5 0,-3 3-1 0,0-1 0 15,-3 4-76-15,3-4-16 0,-2 3-4 16</inkml:trace>
  <inkml:trace contextRef="#ctx0" brushRef="#br0" timeOffset="27824.97">21690 8599 1364 0,'0'0'57'0,"0"0"-45"15,0 0 84-15,0 0 18 0,0 0 3 0,0 0 1 16,0 0-32-16,0 0-6 0,0 0-2 0,0 0 0 16,0 0-37-16,0 0-7 0,3 6-2 0,0 2 0 15,0 0-8-15,-3 2-1 0,3 3-1 0,-3 1 0 16,3 2-11-16,-3 5-3 0,0-3 0 0,3 3 0 16,-3 3-8-16,0-3 0 0,3 3 0 0,0 0 0 15,-3-5 0-15,0 2 0 0,0 0 0 16,0 0 0-16,0-5 0 0,0 2-12 0,0-2 2 0,0 0 1 15,0-3 9-15,-3 3 0 0,3-5 0 0,0 2 0 16,0 0 0-16,-3-2 0 0,3 0 0 0,0-1 0 16,0-2 0-16,0-3 0 0,0 1 0 0,0-6 0 0,0 0 0 15,0 0 0-15,0 0 0 0,0 0 0 16,0-8 0-16,0-3 0 0,0-2 0 0,0 0 0 0,0-3 49 0,3 0 12 16,0-3 3-16,0-2 0 0,0 0-52 0,3-3-12 0,0-2 0 15,0-3 0 1,0 0 43-16,2-3 5 0,1-3 2 0,0 4 0 0,-3-1-15 15,3 3-3-15,0 2-1 0,0 1 0 0,-3 2 13 0,3 6 2 0,0-1 1 16,-3 1 0-16,3 4-47 0,0-2-18 0,3 3 1 0,-3 0 0 16,-1 2 17-16,4 1 0 0,-3 2 0 0,0 0 0 15,3 3 0 1,-3-1 0-16,0 1 0 0,0 5 0 0,0-3 0 16,0 3-8-16,0 3 8 0,-3 2 0 0,0-2-26 0,0 5 2 0,-3 0 0 15,0 2 0 1,-3 1-28-16,0 0-4 0,-3 2-2 0,0 3 0 0,-3 0-18 15,-3-1-4-15,0 4-1 0,-3 2 0 0,0-2 6 16,0 2 2-16,-3 0 0 0,0 0 0 0,3-2 7 0,-2 2 2 0,2-5 0 0,-6 2 0 31,6-2 56-31,-3 0 8 0,3-3 8 0,-3 0-8 0,3 1 24 0,0-4 0 0,3 1-1 0,-2-3 0 16,5 0 11-16,0 0 2 0,0 0 1 0,3-3 0 16,3 0-3-16,3 3-1 0,0-5 0 0,0 2 0 15,6 0 1-15,-1 1 0 0,4-1 0 0,-3 0 0 16,3-2 9-16,0 2 1 15,3-2 1-15,-3 2 0 0,3-2-10 0,0 2-3 0,3-2 0 0,-1 2 0 16,1-2-15-16,-3 2-3 0,3 0-1 0,0 3 0 16,0-3-13-16,-3 3 9 0,-1-2-9 0,1 2 8 15,0-3-8-15,-3 3 0 0,3-3 0 0,-3 3 0 16,0 0-26-16,0-3-7 0,-3 3-2 0,0-2 0 16,0-1-125-1,-1 0-26-15</inkml:trace>
  <inkml:trace contextRef="#ctx0" brushRef="#br0" timeOffset="28432.17">22440 8880 2024 0,'0'0'42'0,"0"0"10"0,0 0-41 0,0 0-11 0,0 0 0 0,0 0 0 31,0 0 97-31,0 0 18 0,0 0 3 0,0 0 1 16,-6 5-56-16,3 1-11 0,0-1-3 0,-3 3 0 0,3 2-23 0,0 1-5 0,0 2-1 0,0 3 0 16,-3 0-8-16,3 2-1 0,0 4-1 0,0 1 0 31,0 4-10-31,0-1 0 0,1 3 0 0,-1 1 8 0,3-1-8 0,0-6 0 0,-3 1 0 0,3-3 0 16,0 1 0-16,0-4 0 0,0 1 0 0,0-3 0 15,0-3 0 1,0 3-9-16,3-3 9 0,-3-3 0 0,0 4-52 0,3-6-3 0,-1 2-1 0,1-2 0 15,0-3-79-15,0 3-16 0,0-5-3 0</inkml:trace>
  <inkml:trace contextRef="#ctx0" brushRef="#br0" timeOffset="29091.08">22854 9028 1792 0,'0'0'51'0,"0"0"10"0,0 0-49 0,0 0-12 0,0 0 0 0,0 0 0 0,0 0 105 0,6 0 19 16,0-2 3-16,3-1 1 0,3 3-103 15,-1 3-25-15,1-3 0 0,6 2 0 16,-3 1 45-16,3-1 4 0,3-2 1 0,0 3 0 15,2 0-29-15,4-1-5 0,0-2-2 0,0 3 0 0,6-3 40 0,-4 5 8 0,4-2 2 0,0 0 0 32,0 2-73-32,-1 0-15 0,-2 0-2 0,6-2-1 15,-6 2 27-15,-1-2 0 0,4-3 0 0,-3 3 0 0,3-1 19 0,-7-2 5 0,4 0 2 0,-3 3 0 16,-3-3-26-16,-3 0 0 0,-1 0 0 0,-2 0 0 31,-6 0-16-31,0 0-9 16,-3 0-2-16,-3 0 0 0,0-3-8 0,-6 3-1 0,0 0-1 0,0 0 0 0,-3-2 37 0,3-4 0 0,-3 1 0 0,-3 0 0 15,0 0 0-15,0-1 0 0,-3-2 0 0,0 3 0 16,0-3 0-16,0 0 0 0,0 0 0 0,-2 0 0 31,-1 0 0-31,0 0 0 0,3 0 0 0,-3 3 0 0,0-3 0 0,3 0 0 0,-3 0 0 0,3 0 0 16,-3 0 44-16,3 1 16 0,0-1 3 0,1 0 1 31,-1 2-52-31,0-2-12 0,3 3 0 0,0-3 0 0,0 3 0 0,0 0 0 0,0 2 0 0,3 0 0 16,3 3 16-16,0 0 0 0,0 0 0 0,0 0 0 15,0 0-16-15,0 0 11 16,0 0-11-16,0 0 10 0,0 0-10 0,3 3 0 0,3 0 9 0,3-1-9 16,0 4 36-16,0-4 4 0,3 3 0 0,-1 1 0 15,1-1-32-15,3 0-8 0,0 1 0 0,0 2 0 16,0 0 0-16,0-3 0 0,-3 3 0 0,3 0 0 16,-4 0 10-16,-2 0 1 0,0 0 0 0,0-1 0 0,-3 4-11 0,0-3-16 15,0 0 4-15,-3 3 1 16,0-4 11-16,-3 4 0 0,0 0 0 0,0-1 0 0,-3-2 0 0,-3 3 0 0,0-1 0 15,-3 1 0 1,0-1 0-16,0-2 0 0,-5 6 0 16,2-6 0-16,-3 2 0 0,0-2 0 0,0 3 0 0,-3-3 0 15,3 0 0-15,0-1 0 16,0 1 0-16,1-2 0 0,-1-1 0 0,3 0 0 16,0-2 0-16,0 2 0 0,0-2-48 0,3 0-7 0,0-1-1 0,3 3-1 0,3-2-125 0,3-3-25 15,0 0-5-15</inkml:trace>
  <inkml:trace contextRef="#ctx0" brushRef="#br0" timeOffset="30322.45">24074 8901 1592 0,'0'0'67'0,"0"0"-54"31,6 3 65-31,-6-3 13 0,6 2 2 0,-3 4 1 0,0-1-43 0,0 0-9 0,-3 3-2 0,3 0 0 16,-3 3-27-16,0-1-5 0,3 1-8 15,-3 5 11-15,0-3-11 16,0 3 0-16,0 2 0 0,-3 1 0 0,3-1 0 0,0 4 0 0,-3-1 0 0,3-3-11 16,-3 1 0-1,0-3 0-15,0 0 0 0,-3-3 0 0,3-3 11 0,0 1 0 0,3-3 0 0,-3 0 0 16,3-3 16-16,0-5 4 0,0 0 2 0,0 0 0 16,0 0 26-16,0 0 4 0,0-8 2 0,0 0 0 15,0-2-5-15,0-4-1 0,0-1 0 0,3-4 0 16,-3 1-7-16,3-4-1 0,0-1-1 0,0-1 0 15,0 0-17-15,3 3-3 0,-3-3-1 0,3 0 0 16,0 0-5-16,0-2-1 0,3 2 0 0,0-5 0 16,0 5 8-16,0-2 2 0,0-3 0 0,0 2 0 15,-1 3-5-15,1 1-1 0,3 1 0 0,-3 4 0 16,0-1 0-16,0 3 0 0,0 3 0 0,0 0 0 16,0 2-16-16,0 3 8 15,0 0-8-15,0 1 0 0,0 4 0 0,0 0 0 0,-1 1 0 0,1-1 0 0,0 3 0 16,-3 3 0-16,0-3 0 0,0 5 0 15,0 0-12-15,0 3 0 0,0 3 0 0,-3-1 0 16,0 4-15-16,-3 1-2 0,0 1-1 0,-3 3 0 16,0-3-10-16,0 2-3 0,-3 1 0 0,-3 2 0 15,3-5-2-15,-6 2-1 0,3-4 0 0,-3 4 0 16,1-5 14 0,-1 3 4-16,0-5 0 0,-3 2 0 0,3 0 18 0,0-2 10 15,-3-3-10-15,3 2 10 0,3-2 0 0,-3 0-9 0,1-3 9 0,2 1 0 0,3 2 0 16,0-3-8-16,3 0 8 0,3-5 0 0,0 3 0 0,0-3 0 0,0 8 0 0,3-3 0 15,3 0 0-15,0 1 0 16,3-1 0-16,-1 0-8 0,1-2 8 0,3 2 0 0,0 1 0 0,0-4 0 16,0 4 0-16,0-4 0 0,3 1 0 0,-3-1 0 15,3 4 0-15,-1-4 0 0,1 1 0 0,0 0 0 16,-3-1-13-16,3 1-1 16,-3-3 0-16,0 3 0 15,-3-1 14-15,3-2 0 0,-6 0 0 0,3 0 0 16,-3 0 0-16,-4 0 0 0,1 3 0 0,-3-3 0 0,0 0 0 0,0 0 0 0,0 0 0 0,0 0 0 15,0 0 48-15,0-5 13 0,0-1 3 0,0 1 0 16,0-3-52-16,0 3-12 0,0 0 0 0,0-3 0 16,0 2 54-16,3-2 8 0,0 0 2 0,0 3 0 15,3-3-52-15,3 3-12 0,-3 0 0 0,3-1 0 16,0 1 0-16,3 0 0 0,-3 2 0 0,3 0 0 0,0 1 0 16,0 2 0-16,-3-3 0 0,0 3 0 0,2 0 0 15,-2 3 0-15,-3-3 0 0,3 2 0 16,-3 1 0-16,0 0 0 0,-3 2 0 0,0 0 0 15,0 3 0-15,-3 0 0 0,0 0 0 0,-3 3 0 16,0 2 0-16,-3-2 0 0,0 2 0 0,-3 0 0 0,0 3 0 16,0 0 0-16,-2 2 0 0,-1-2 0 15,0 3-48-15,0-1-13 16,3 3-3-16,-3-5 0 0,3 3 52 0,0-3 12 0,3-3 0 16,0 3 0-16,0-6 0 0,6 4 0 0,0-1 0 0,0-3 0 15,3-2 48-15,3 0 13 16,0 0 3-16,3-3 0 0,0 3-52 0,3-2-12 15,0-1 0-15,3 0 0 0,-3-2 0 16,2 0 0-16,1-3 0 0,3 2 0 0,-3 1 0 0,3-3 0 16,-3 0 0-16,3 0 0 0,-3-3 0 0,2 3 0 15,-2-2 0-15,3 2 0 0,0 0 0 0,0-3 0 0,0 0 0 0,0 1 0 0,-1 2-202 16,-2 0-43-16,3-3-9 0</inkml:trace>
  <inkml:trace contextRef="#ctx0" brushRef="#br0" timeOffset="32107.38">21788 10184 2086 0,'-3'-7'59'0,"0"1"13"15,0 1-57-15,3 0-15 0,-3-1 0 0,3 6 0 16,0 0 85-16,0 0 15 0,-3-2 2 0,3 2 1 0,0 0-47 0,0 0-10 0,0 0-2 16,-3 8 0-1,-3 2-35-15,3 1-9 16,0 2 0-16,0 6 0 0,3 2 26 0,-3 3 3 0,1 2 1 0,2 0 0 16,-3 4-59-16,3-1-12 0,0 0-3 0,-3 0 0 0,3-3 21 0,0 1 4 0,0-3 1 15,0-3 0-15,0-3 7 0,0 1 2 16,0-3 0-16,0-3 0 15,0-2 9-15,-3-4 0 0,3 4 0 0,0-6 0 16,0-5 0-16,0 0 8 0,0 0-8 0,0 0 8 0,0 0 4 0,0 0 2 0,0 0 0 0,0-8 0 16,0-2 4-16,3-3 1 0,0-1 0 0,0-2 0 15,-1-2-1-15,1-3 0 16,0-3 0-16,3 0 0 0,0-2 6 0,0-3 0 16,0-3 1-16,0 0 0 0,0 3-3 0,0 0-1 0,3 2 0 0,0 1 0 15,-3 2 2-15,3 6 0 0,0-1 0 0,0 3 0 16,0 0-11-16,3 3-1 0,-4 0-1 0,4 2 0 15,0 1-10-15,0 2 0 0,0-3 0 0,0 6 0 16,0 0 0-16,0 2 0 0,0-2 0 0,0 5 0 16,-3 2 0-16,0 1 0 0,-1 2 0 15,-5 1 0-15,0 4 0 0,0 1 0 0,-3-1 0 0,-3 6 0 16,-3-3-49-16,-2 1-12 0,-1 2-3 0,-3-1 0 16,0 4 52-16,-3-3 12 0,0 5 0 0,-3-3 0 15,3 4 0-15,3-4 0 0,-3 1 0 0,4-1 0 16,-4-2-9-16,6 0 1 0,0-3 0 0,0 0 0 0,3-2 8 0,3 0-8 15,-3-3 8-15,3 2-8 16,3-5 8-16,0 3 0 0,3-2 0 0,0-1-8 16,0-2 8-16,3 2-8 0,0-2 8 0,3-1-8 15,3 1 8-15,0-1 0 0,2 1-9 0,1 0 9 0,3-3 12 0,-3 0 8 0,3 2 0 16,3-2 1-16,-6 0-21 16,3 0 0-16,-1 0 0 0,-2 0 0 0,0 0 0 0,0 0 0 15,-3 0 0-15,0 0 0 0,-3 0 0 0,-3 0 0 0,0 0 0 16,0 0 0-16,-6 0 0 0,0 0 0 15,0 0 0-15,3 0 0 0,-3 0 0 0,0 0-20 16,0 0 4-16,3-5 1 0,-3 5 37 0,3-5 7 0,-3 0 2 0,3-1 0 16,0 4 1-16,3-4 1 0,-4-2 0 0,4 3 0 15,3 0-6 1,-3-3-2-16,3 0 0 0,0 0 0 0,0 3-25 0,0-1-11 0,3 1 1 0,0 2 0 31,-3-2 59-31,3 2 12 0,0 1 3 0,-3 2 0 0,-1 0-52 0,1 0-12 16,0 2 0-16,0 1 0 0,-3 2 0 0,-3 1 0 0,3-4 0 0,-3 6 0 31,0-2-48-31,-3 2-13 0,-3-1-3 0,0 4 0 0,0-3 52 0,-3 3 12 0,0-1 0 0,-3 1 0 16,0-1 0-16,3 1 0 0,-3-1 0 0,1 4 0 15,2-6 0-15,0 0 0 0,0 0 0 0,0-1 0 16,3-1-16-16,3-6-1 0,-3 8 0 0,3-8 0 16,0 0 17-16,3 2 0 0,3 1 0 0,0 0 0 15,3-3 12-15,0 0 4 16,2 0 0-16,4 0 0 0,0 0-16 0,0 0 0 0,0 0 0 0,0 0 0 0,0 0 0 15,0 0 0-15,-3 0 0 0,2 2 0 16,-2 1 0-16,-3-3 0 0,-3 3 0 0,0 2 0 16,0-2 0-16,-6 2 0 0,0-5 0 0,0 8 0 0,-3 0 0 0,-3 0 0 0,-3 0 0 15,-3 2 0 1,0 1 0-16,-2 2 0 0,-4-2 0 0,-3 2 0 0,3 0 0 0,0-2 0 0,-3 2 0 16,0 0 0-16,4 0-51 15,-4-2-9-15,3-1-3 0,0 1 0 16,-3-3-89-16,3 0-17 0,1-3-4 0</inkml:trace>
  <inkml:trace contextRef="#ctx0" brushRef="#br0" timeOffset="32799.75">22937 10565 2017 0,'0'0'42'0,"0"0"10"16,0 0-42-16,0 0-10 0,6-2 0 0,0-1 0 15,3 1 64-15,0 2 10 0,3-3 2 0,0 0 1 16,0 1-10-16,3 2-3 0,2-3 0 0,4 0 0 16,0 1-51-16,0 2-13 0,6-3 0 0,0 0 0 15,-1 3 28-15,4 3 4 0,3-3 0 0,0 3 0 16,-4-3-20-16,1 2-3 0,3-2-1 0,0 3 0 16,-1-3 13-16,1 3 3 0,0-3 0 0,3 0 0 15,-4 0-36-15,4 2-8 0,-3 1 0 0,-1-3-1 16,-2 3 21-16,-3-3 0 0,-3 0 0 0,-3-3 0 0,-3 3-14 0,-7 0 2 15,1-3 0-15,-6 1 0 16,0-1-16-16,-3 0-2 0,-3 3-1 0,0 0 0 16,-3-5 31-16,-6 0 0 0,3-1 0 0,-6 4 0 0,-2-6 0 15,-4 3 0-15,-3-1 0 0,0-2 0 0,-3 3 0 0,0 0 0 0,-2-3 0 0,-1 0 0 16,3 3 22-16,3-3 10 0,0 0 3 0,1 2 0 16,5 1-5-16,0-3-1 0,3 3 0 0,3 0 0 15,3-1 28-15,3 1 6 0,3 5 1 0,0 0 0 16,0 0-52-16,0 0-12 0,3-3 0 15,0 1 0-15,6 2 0 0,0 0 0 0,3 0 0 0,0 2 0 32,2-2 0-32,4 6 0 0,0-4 0 0,3 4 0 0,-3-1 10 0,0 0-1 0,3 0 0 15,-1 3 0-15,-2 0-9 0,-3 0 0 0,3 0 0 0,-6 3 0 16,0-1 0-16,0-2 8 0,-3 6-8 0,0-4 0 16,-6 1 8-16,0-1-8 0,-3 1 0 0,-3-1 8 15,0 1-18-15,-6 0-4 0,-3-3-1 0,0 2 0 16,-3 1 15-16,-3-1 0 0,0-2 0 0,-3 3 0 15,1-1-23-15,-1 1-1 0,-3-3-1 16,0 3 0-16,3-1-33 0,0-2-6 0,1 0-2 0,2 0 0 16,0 0-182-16,0-3-36 0</inkml:trace>
  <inkml:trace contextRef="#ctx0" brushRef="#br0" timeOffset="33576.87">24244 10417 1337 0,'0'0'28'0,"0"0"6"0,-6 6-34 0,0-4 0 0,3 1 0 0,-3 2 0 0,3 0 109 0,-3 1 15 0,3 2 4 0,-3 0 0 16,0 0-52-16,3 5-9 0,-3-3-3 0,3 4 0 16,-3-1 0-16,3 3 0 15,0-3 0-15,3 3 0 0,-3-3-51 0,3 3-13 0,-2-3 0 0,2 3 0 16,0 0 0-16,0-3 0 0,0 3 0 16,0 0 0-16,0 0 0 0,0 0 0 15,0-3 0-15,0 3 0 0,-3-3 0 0,3 0 0 0,0-2 0 0,-3-1 0 31,0 1 0-31,3-6 0 0,-3 1 0 0,3-6 0 0,0 0 54 16,0 0 8-16,0 0 2 0,0 0 0 0,0 0-52 0,0 0-12 0,-6-3 0 0,3-5 0 16,-3 0 54-16,3-3 8 0,0-2 2 0,0-3 0 15,-3 0-52-15,3-2-12 0,3-1 0 0,-3 1 0 16,3-3 54-16,-3 0 8 0,3 2 2 0,3-2 0 16,-3 0-52-16,3-3-12 0,0 0 0 0,0 0 0 15,3 0 0-15,-3 1 0 0,3-4 0 0,0 3 0 0,3 3 0 0,-3 0 0 16,2 2 0-16,-2 1 0 15,3-1 24-15,0 6 1 0,0-3 1 0,0 3 0 16,0 3-18-16,0-1-8 0,0 3 0 0,0 0 8 0,3 3-8 0,-3-1 0 0,0 1 0 0,3 3 0 16,-1-1 0-16,1 0 0 0,0 3 0 0,0 0 0 15,0 0 0-15,0 3 0 0,-3 0 0 0,3 2 0 16,0 0 0-16,-3 0 0 0,3 3 0 0,-4 0 0 16,-2 0-12-1,3 3 12-15,-3-1-12 0,-3 1 12 0,0 2-18 0,0 0 4 0,-3-2 1 16,0 5 0-1,-3-3-6-15,-3 3-1 0,0-3 0 0,0 3 0 0,-3-3-3 0,1 1-1 16,-1-1 0-16,-3-3 0 0,0 4-2 16,0-4-1-16,-3 1 0 0,3-1 0 0,-3 1 27 0,0 0 0 0,0-1 0 0,1 1 0 15,-1-3-56 1,3 2-7-16,0-2-1 0,0 0 0 0,0 0 52 16,0-3 12-16,3 1 0 0,0 2 0 0,3-3 0 15,-3-2 0-15,6 2 0 0,3-5 0 0,0 2 0 0,0 4 0 0,3-1 0 16,0 0 0-16,6 1 48 15,-3-4 13-15,3 4 3 0,3-4 0 16,0 3-52-16,0-2-12 0,3 0 0 0,0-3 0 0,0 2 0 0,2 1 0 16,1-3 0-16,-3 3 0 0,3-1 20 0,-3 1 2 0,3-3 0 0,0 3 0 0,-6-1-22 15,2 1 0-15,-2-3 0 0,0 3 0 16,0-1-22-16,-3 1-2 0,0-3-1 16,0 3 0-16,0-1-105 0,0 1-21 0,-3-3-4 0</inkml:trace>
  <inkml:trace contextRef="#ctx0" brushRef="#br0" timeOffset="33903.43">24664 10626 2066 0,'3'-5'43'0,"0"0"10"0,-3 2-42 0,3-2-11 15,0 2 0-15,-3 3 0 16,0 0 104-16,0 0 20 0,2-2 3 0,-2 2 1 16,0 0-52-16,0 0-9 0,0 0-3 0,0 0 0 15,3 5 0-15,0 3 0 0,0 0 0 0,-3 5 0 0,3-3-51 0,-3 6-13 0,0 0 0 0,0 3 0 32,0 2 0-32,-3 0 0 0,3 0 0 0,-3 3 0 0,0 0 0 0,0-3 0 0,1 3 0 15,-4 0 0-15,3-3 0 0,0-3 0 0,-3 4 0 0,3-7 0 31,-3 1-48-31,0 0-13 0,3-3-3 0</inkml:trace>
  <inkml:trace contextRef="#ctx0" brushRef="#br0" timeOffset="52395.34">21574 6763 1094 0,'-21'0'23'0,"12"0"5"16,3 0-28-16,6 0 0 0,-6 0 0 0,6 0 0 15,-6 0 56-15,6 0 7 0,0 0 1 0,-9 0 0 0,9 0-20 0,0 0-4 16,0 0-1-16,0 0 0 16,0 0-11-16,0 0-3 0,0 0 0 0,0 0 0 0,0 0 11 0,0 0 3 0,-6-2 0 15,6 2 0-15,0 0-11 0,0 0-3 0,0 0 0 0,0-6 0 32,0 6-25-32,0-5 0 0,0 0 0 0,3-1 0 0,0 1 0 0,0 2 0 0,3 1 0 0,-3-1 0 15,3 3 25-15,0-3 0 0,3 3 0 0,-3-2 0 16,6 2-25-16,-3-3 0 0,6 3 0 0,0 0 0 15,0-2 0-15,5 2 0 0,1-3 0 16,3 3 0 0,0-3 0-16,6 1 0 0,-1 2 0 0,4-3 0 0,6 0 0 0,2-2 0 15,4 2-9-15,3 1 9 0,-1-4 0 16,4 4 0-16,-3-4 0 0,8 4 0 16,-2-3 0-16,5 2 0 0,1-2 0 0,2-1 0 15,-2 4 0-15,-1-4 0 0,1 1 0 0,2 0 0 0,1 2 0 0,-1 1 0 0,1 2 0 0,5 0 0 31,-5 0 0-31,2-3 0 0,-2 3 0 0,2 0 0 0,-5 0 0 0,-1 3 0 0,-2-3 0 0,3 2 0 16,-4 1 0-16,1-1 0 0,2 1 0 0,1 2 0 16,-7-2 0-16,1 2 0 0,-4-2 0 0,4 5 0 15,0-3 0-15,-4 0 0 0,1 1 0 0,-1-1 0 16,1 3 0-16,-6 0 0 0,2-3 0 0,1 3 0 16,-3 0 0-16,-1 0 0 0,-2-3 0 0,3 3 0 15,-10 0 9-15,4-2-9 0,-3-1 8 0,-4 3-8 16,-2-6 14-16,0 4-2 0,-3-1-1 0,-3 0 0 0,2 1 5 15,19-1 0-15,-12 0 1 0,-21-2 0 16,3-3 3-16,-4 0 0 0,4 2 0 0,0 1 0 16,-3-3-9-16,0 3-2 0,0-3 0 0,0 2 0 15,0-2-1-15,-3 0-8 0,3 0 12 0,-3 0-4 16,-1 0 0-16,1 0 0 0,0 0 0 0,0 0 0 0,0 0 0 0,-3 0 0 0,0-2 0 16,3 2 0-16,-3 0-8 0,-3 0 8 0,3 0-8 0,-3 0 8 31,-3 0-8-31,0 0 0 0,6 2 9 0,-6-2-9 0,0 0 8 0,3 0-8 0,-3 0 8 0,3 6-8 31,-3-6 0-31,3 2 9 0,3 4-9 0,-3-1 0 0,-3 0 8 0,0 0-8 16,0-5 0-16,0 6 0 0,0 2 0 0,0 0 0 0,0-3 0 0,0 3 0 15,0 0 0-15,0 2 0 0,0 1 0 16,0-3 0-16,-3 3 0 16,3 2 0-16,-3-3 0 0,0 1 0 15,3 2 0-15,0 0 0 0,-3 1 0 0,3 1 0 0,0-1 0 0,-3 2 0 0,3-1 0 0,-3 1 0 16,3 0 0-16,0 3 0 0,-3-3 0 0,3 2 0 15,0 1 0-15,0-1 0 0,0-2 0 16,0 5 0-16,-3-5 0 0,3 0 0 0,0 2 0 0,0 1 0 16,-3-3 0-1,3 2 0-15,0-2 0 0,-3 5 0 0,3-2 0 0,0 0 0 0,-3 2 0 0,3 0 0 16,0-3 0-16,0 4 0 0,0-1 0 0,0 3 0 16,0-3 0-16,0 0 0 0,3-3 0 0,-3 4 0 15,0-4 0-15,3 1 0 0,-3 2 0 0,0-3 0 16,3 1 0-16,-3-1 0 0,0 1 0 0,3-1 0 15,-3 4 0-15,0-1 0 0,3 0 0 0,-3 3 0 16,3-1 0-16,-3 1 0 0,0 0 10 0,3 3-10 16,-3-4 8-16,0 4-8 0,0-3 0 0,3-1 8 15,-3 1-8-15,0-3 0 0,3 1 0 0,0-1 8 16,-3 3-8-16,0-3 0 0,3 3 9 0,-3 2-9 16,0-2 0-16,3 2 8 0,-3 1-8 0,3 2 0 0,0-3 8 0,-3-2-8 15,3 3 10-15,0-4-10 0,-3 1 12 0,3-3-4 16,-3 1-8-16,3 1 12 0,-3 1-4 0,2 0 0 15,-2 2-8-15,3-2 12 0,0 3-12 16,0-3 11-16,0 2-11 0,0 1 10 0,0-1-10 0,0 0 0 16,3-2 9-16,-3 3-9 15,0-3 0-15,3-3 9 0,-3 0-9 0,0 3 0 16,0-3 11-16,0 3-11 0,0-1 10 0,0 4-10 0,-3-1 12 0,0 3-3 16,0 1-1-16,3 1 0 0,-3-2 4 0,0-2 1 0,0-1 0 0,0 1 0 31,3-3-2-31,-6-1-1 0,3-1 0 0,0-1 0 0,-3 3-10 0,3-3 12 0,0 3-12 0,0 2 12 15,0-2-12-15,0 2 10 0,0 3-10 0,0-2 10 16,0-1-10-16,0 1 0 0,3-1 9 0,-3-2-9 16,0 0 0-16,3 0 9 0,-3-3-9 0,0 3 0 31,0 0 8-31,0-1-8 0,0 1 0 0,0 3 0 0,0-1 8 0,0 3-8 0,0 0 0 16,0 0 0-16,0 0 0 0,0-2 0 0,0-1 8 0,0 1-8 15,0-3 0-15,0-1 0 0,0 1 0 0,0 0 0 16,-3 0 9-16,3 0-9 0,-3 2 0 0,3 1 9 15,-3-1-9-15,3 6 12 0,-3-3-12 0,3 5 12 32,0-5-12-32,-3 1 10 0,3-4-10 0,0 1 10 0,0-4-10 0,0 1 8 0,0-3-8 15,0 0 8-15,0 1-8 0,0 1 0 0,0-1 9 0,3 4-9 0,-3-2 0 16,0 0 8-16,3 2-8 0,-3 3 0 16,0-5 0-16,0-3 0 0,0 3 0 0,0-3 8 15,0 0-8-15,0-2 0 0,0-1 8 0,0 1-8 16,0-1 0-16,-3-2 0 0,0 3 0 0,3-1 0 15,-3-2 0-15,3 0 8 0,-3 3-8 0,3-1 0 0,0 1 0 0,-3-1 0 0,3 3 0 16,0-2 8 0,0-1-8-16,0 4 0 0,0-4 0 0,0 1 8 0,0-1-8 15,0-2 0-15,0-3 0 0,0 1 0 0,0-1 0 16,0 0 0-16,0 0 0 0,0 0 0 0,0-2 0 0,0 0 0 0,0-3 0 16,0 0 0-1,0-1 0-15,-3 1 9 0,3 0-9 0,0-2 0 16,0-1 8-16,-3 3-8 0,0-3 0 0,3 0 0 0,-3 1 11 0,0-1-11 15,3-5 10-15,-6 5-10 0,3-2 15 0,0 2-3 0,-3-2-1 0,3 2 0 32,-2-2 4-32,-1-1 1 0,6-2 0 0,-6 3 0 0,-3 0 0 0,0-1 0 0,0-2 0 15,0 0 0-15,-3 0-4 0,0 0 0 0,0 0 0 0,0 0 0 32,-3-2-3-32,-2 2-1 0,-1-3 0 0,-3 3 0 0,0-3-8 0,0 3 10 0,-6-2-10 0,1 2 10 15,-1 0-10-15,0 0 8 0,-3 2-8 0,0-2 8 16,-2 0-8-16,2 0 0 0,-6-2 0 0,1 2 0 15,-1 0 0-15,0 0 0 16,-3 0 8-16,-2 0-8 0,2 0 0 0,0 2 0 0,-2 1 0 0,-1 0 8 16,0-1-8-16,-2-2 0 0,2 0 0 0,-3 3 0 15,1 0 0-15,2-1 0 0,-3 1 0 0,-2 2 0 16,-1-2 0-16,3 0 0 0,-5-1 0 0,-1 1 0 16,4 0 0-16,2 2 0 0,-3-3 0 0,-2 4 0 0,5-1 0 15,-3-2 0-15,1-1 0 0,-1 1 0 0,1 0 0 16,2 2 0-16,0 0 8 0,-2 0-8 0,5 1 0 15,0-1 0-15,4 0 0 0,-7 1 0 16,6-1 0-16,-2 0 0 0,-1 1 0 0,-3-1 0 16,10 0 0-1,-1 0 0-15,0 1 9 0,3-4-9 0,1 4 0 0,-1-4 0 16,0 4 0-16,0-4 0 0,1 4 0 0,-1-4 0 0,3 3 0 16,-3-2 8-16,4 0-8 0,-1-1 0 0,3-2 0 0,-3 6 0 0,4-6 0 0,2 2 8 15,-3 1-8-15,0 0 8 16,0-3-8-16,1 2 0 0,-1 1 0 0,-3 0 0 15,3-1 0-15,0 1 0 0,-2-1 0 0,-1-2 0 16,3 3 0-16,3 0 0 0,0-1 0 0,1-2 0 0,-1 3 0 16,3 0 0-16,-3-3 0 0,3 2 0 0,1-2 0 0,-1 3 0 0,0-3 0 15,0 3 0-15,0-3 0 0,3 0 0 0,-3 0 0 16,4 2 0-16,2-2 0 0,0 0 0 0,0-2 0 0,0 2 8 16,0-3-8-16,3 0 0 0,0 1 8 0,1-1-8 15,2 0 0-15,0 1 9 0,0-4-9 0,3 1 0 16,-3 3 11-16,3-4-11 0,0-2 10 0,0 3-10 15,0-3 10-15,3 3-10 0,-3-3 10 0,0 0-10 16,3 0 9-16,0-3-9 0,0 1 8 0,0-1-8 16,0-2 8-16,3 0-8 0,-3 0 0 0,0-1 8 15,0 1-8-15,3 0 0 0,-3-3 0 0,0 0 8 0,0 3-8 16,0-3 0-16,0 0 0 0,0 0 0 16,0 0 0-16,1-2 0 0,-1 2 0 0,0-5 0 15,0 0 0-15,-3-1 0 0,3-1 8 0,0-1-8 0,-3 0 0 16,3-2 0-16,0-4 0 0,0 4 0 15,-3 0 0-15,3 2 0 0,3-3 0 16,-3 3 0-16,0-2 0 0,3 2 0 0,-3-2 0 0,3-1 0 16,0 1 0-16,-3-3 0 0,3-3 0 0,-3 3 0 0,3-3 0 15,0 0 0-15,0 1 0 0,0-1 0 16,0 3 0-16,0 2 0 0,0-2 0 0,0 3 0 16,0-3 0-16,0-1 0 0,0 1 0 0,0-2 0 15,0-1 0-15,0-3 0 0,0 1 0 0,0-3 0 0,0 5 0 0,-3 3 0 16,3 0 0-16,0-3 0 0,-3 3 0 0,3 0 0 15,0-3 0-15,-3 1 0 0,3-1 0 0,-3-5 0 16,3 2 0-16,-3-2 0 0,3 3 0 0,-3 0 0 0,0 2 0 0,3 0 0 16,-3 3 0-16,3 0 0 0,-3 0 0 0,3-3 0 15,0 0 0-15,-3-2 0 0,3-3 0 0,-3 2 0 16,3 1 0-16,-3 2 0 0,3 1 0 0,-3-1 0 16,3 3 0-16,-3 0 0 0,0-1 0 15,0-1 0-15,0 2 0 0,0-6 0 0,0 1 0 0,-3-3 0 16,3 2 0-16,1 4 0 0,-1-4 0 0,0 3 0 15,0 3 0-15,0 0 0 0,-3 0 0 0,3 0 0 16,0 0 0 0,0 0 0-16,3-3 0 0,-3 0 0 0,3 1 0 0,-3-4 0 0,3 3 0 0,0-2 0 15,-3 5 0-15,3 2 0 0,0 1 0 0,0 0 0 16,3 2 0-16,-3-3 0 0,0 3 0 0,3-2 0 0,-3 0 0 0,0-4 0 16,0 1 0-16,3 0 0 0,-3 0 0 15,0 0 0-15,3 3-9 0,-3-1 9 0,0 6 0 0,3-3 0 0,-3 6 0 16,0-4 0-16,3 4 0 15,-3-3 0-15,3 0 0 0,-3-1 0 0,0 1 0 16,3 0-8-16,-3-3 8 0,0 0 0 16,3 3 0-16,-3-3 0 0,0-2-8 0,0 2 8 0,3 3 0 15,-3 0 0-15,0 0 0 0,3 2 0 0,-3 1 0 16,0 2-8-16,3 0 8 0,-3-3 0 0,2 6 0 16,-2-3-8-16,0 0 8 0,3 0 0 0,-3 1 0 0,0-1 0 0,0-3-8 15,0 3 8 1,0-2 0-16,0 2 0 0,3-3-8 15,-3 1 8-15,0-3 0 0,0 2 0 0,3 1 0 0,-3-1 0 0,0 1 0 0,0 2-8 0,3 0 8 16,-3 0 0-16,0 3 0 0,3 0 0 0,-3-1 0 0,0 1 0 16,3 2 0-16,-3-2 0 15,0 3 0-15,3-1 0 0,-3 0-8 0,0-2 8 0,3 3 0 16,-3-4 0-16,0 4 0 16,3-1 0-16,-3 1 0 0,3-1 0 15,0-2 0-15,0 2-8 0,0 1 8 0,0-1 0 0,0 3 0 0,3-2 0 16,-3-1 0-16,3 0 0 0,-3 1 0 15,3 2-8-15,3 0 8 0,-3-3 0 0,3 3 0 0,-3 1-8 0,3-1 8 16,0 0 0-16,-3 0 0 0,-1 0-8 0,4 0 8 0,-3 0 0 16,3 3 0-16,-3-3 0 0,0 0 0 0,3 0 0 15,-3 2 0-15,0-1 0 0,0 1 0 0,0 1 0 0,0-3 0 16,0 3 0-16,0-1 0 0,0 1 0 16,0 0 0-16,0 0 0 0,-3-1 0 0,3 1 0 0,-3-3-17 15,0 3 3-15,3-3 1 0,-4 0 0 16,4-3-21-16,0 1-4 15,3-4-1-15,-3 4 0 0,3-3-55 0,3-1-11 16,-3-1-3-16,0-1 0 0,6-3-149 0,-3 3-31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9T22:00:43.18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22008 4821 1143 0,'-17'-16'24'0,"11"11"5"0,0 0-29 0,3-1 0 0,-3 4 0 0,3-4 0 15,3 6 97-15,-6-2 14 0,6 2 2 0,0 0 1 16,0 0-54-16,0 0-12 0,0 0-1 0,0 0-1 15,-6 2-37-15,3 1-9 0,-3 2 0 0,3 6 0 16,0-6 10-16,-3 6 0 0,3 2 0 0,0 0 0 31,-3 6-10-31,0 2 0 0,0 3 0 0,0 5 0 0,0 3 0 0,0 5 0 16,0 2 0-16,0 4-11 0,-2-4 11 0,2 1 0 0,0 0 0 0,-3-1-8 31,3 1 8-31,3 2 0 0,-3-2 0 0,0 2-8 0,3-2 8 0,0-5 0 0,0 2 0 16,-3-3-8-16,3-2 21 0,0-6 5 0,0 1 1 15,0-1 0-15,-3 1-31 0,3-4-5 0,0-1-2 0,0 1 0 16,0-1 19-16,3-1 0 0,-3-3 0 0,3 1 0 16,0-1 9-16,0-2-1 0,0 0 0 0,3-3 0 31,-3-2 0-31,3 2 0 0,0-5 0 0,3 3 0 0,-3-4-8 0,3 1 0 0,0 0 0 0,3-2 0 16,0-1 0-16,0 0 0 0,3-2 0 0,3 2 0 15,-1-2 32-15,1-1 0 0,6-2 1 0,0 3 0 16,0 2-16-16,3 1-3 15,2-1-1-15,1 3 0 0,0-3 4 0,0 3 1 0,0-3 0 0,2-2 0 16,1 0-27-16,0-1-6 0,0-2-1 16,2 0 0-16,4 0 16 0,0 0 0 0,6 0 0 0,-1-2 0 15,-2-1 0-15,3 3 0 0,-1-3 0 0,4 3 0 16,0 0 0-16,-1 0 0 0,7 0 0 0,-1 0 0 16,1 0 0-16,-3 3 0 0,2 0 0 0,4-1 0 15,-4 1 0-15,4 0 0 0,6 2 0 0,-4-2 0 16,1-1 0-16,-4 4 0 0,1-4 0 0,2 4 0 0,1-4 0 15,-1 6 0-15,4-3 0 0,3 3 0 0,-10-2 0 16,1 2 0-16,-7-3 0 0,7 3 0 0,-6 0 0 0,2 2 0 16,1 4 0-16,2-4 0 15,-5 1 10-15,-3-1 5 0,-1-2 1 0,1 3 0 16,-3-1-16-16,2 1-18 0,-2-3 4 16,0 2 1-16,-4-2 13 0,-2 0 0 0,0 3 0 0,-1-6 0 0,-5 1 0 0,0-1 0 15,-3-3 0-15,-1 4 0 16,1-6 0-16,-3 2 0 0,3-2 0 0,-3 3 10 0,0-3-10 0,-1-3 0 0,-2 3 0 15,0 0 0 1,0-2 0-16,0-1 0 0,0 0 0 0,-4 1 8 0,1-1 0 0,-3-2-8 0,0 0 12 0,-3 2-4 16,0-5 0-16,0 3 0 0,0-3 0 0,-3 0 0 15,-1 0 8-15,4 0 2 16,-3 0 0-16,0 0 0 0,0 0 2 0,3 0 1 0,-3 0 0 0,0 0 0 16,3 0-10-16,0 0-3 0,0 1 0 0,0-1 0 15,-1 0-8-15,4 0 0 0,0 2 0 0,0-2 0 16,0 1 0-16,0 1 0 0,-3-2 0 15,3 0 0-15,-3 0 0 0,-1 1 0 0,1-1 8 0,0-3-8 16,0-2 9-16,-3 0 0 0,0-1 0 16,0-2 0-16,-3-2-9 0,0 2 0 0,0-5 0 0,0 0 0 15,0 0 31-15,-3-1 10 0,0-1 3 0,3-1 0 16,-3 3-27-16,0-3-5 0,0 3 0 0,0-3-1 16,0 0-1-16,-3 3 0 0,0-3 0 0,0-3 0 0,0 1-10 15,0 0 12-15,0-1-12 0,-3-5 12 16,3 3-4-16,0 0 0 0,-3 0 0 0,0 0 0 0,3 2 3 0,-3 1 0 0,3 2 0 0,-3-2 0 15,3 2 0-15,-3-3 0 0,3 4 0 16,-3-4 0 0,3-2-11-16,-3 3 12 0,3-3-12 0,-3-1 12 0,3 4-12 0,-3-3 0 0,3 2 0 0,-3 1 0 31,0 2 8-31,0 0-8 0,0 3 0 0,0 0 8 16,-3 0-8-16,0 5 0 0,0-5 9 0,0 5-9 0,0-3 9 0,0 1-9 0,0-1 12 15,0 1-12-15,0 2 11 0,3-3-11 0,-3 4 10 16,0-1-10-16,0-3 12 0,4 3-4 0,-4 0-8 15,3 3 12-15,0 3-12 0,-3-6 0 0,3 5 8 0,0 1-8 16,-3-1 0-16,3 3 0 0,0 0-12 0,0 0 12 16,-3 3 0-16,0 0 0 0,0-1 0 0,0 1 0 15,-3 2 0-15,0 3 0 0,0-5 0 0,0 2 0 32,0 3 0-32,-3 0 0 0,1 0 0 0,-1 0 0 0,-3 0 0 0,0 0 0 0,-3 0 0 0,0 0 0 15,0 0 0-15,0 3 8 0,1 2 0 0,-7-5 1 31,3 0-9-31,-6 0 0 0,0 0 0 0,-5-5 0 0,-1 5 0 0,-3 0-12 0,0 0 2 0,-2 0 1 16,-1 0 17-16,3 5 4 0,1-5 1 0,-4 0 0 16,-3 0-13-16,4-5-18 0,-7 2 4 0,0-2 1 15,4 2 13-15,-1 3 0 0,3-2 0 0,-2 2 0 16,-1-3 0-16,0-2 8 0,1 2 0 0,-4-2-8 16,6 2 0-16,-5-2 0 0,2 2-10 0,0 3 10 15,0-5 0-15,7 2 0 0,-4 1 9 0,0-4-1 0,1 4-8 16,-1-3 0-16,-3 2 0 0,1 0 0 15,2 3 0-15,3-5-10 0,1 2 10 0,-1 3-13 0,3-5 13 0,0 2 0 0,1 1 0 0,-4-4 0 32,0 4 0-32,3-1 8 0,-2 0 0 0,-1 1-8 0,3 2 0 0,0 0 0 0,1 0-10 15,-1 0 10-15,0 0 0 16,0 0 0-16,-2 0 9 0,-1 2-1 16,0-2-8-16,-2 0 0 0,-1 3 0 0,0 0 0 0,4-3 0 0,2 2-12 0,-3 4 12 15,3-1-12-15,1 0 12 0,2-5 0 0,-3 3 0 0,0 2 0 31,4-2-11-31,-1 0-3 0,0 2-1 0,0 0 0 16,6 0-28-16,1 3-5 0,5-5-2 0,0 2 0 0,6 1-11 0,0-1-3 0,3-3 0 0,6 4 0 16,3-6-109-1,0 0-23-15,6 5-4 0</inkml:trace>
  <inkml:trace contextRef="#ctx0" brushRef="#br0" timeOffset="1305.734">22366 4448 1094 0,'-18'-8'23'0,"9"8"5"15,0-3-28-15,3 3 0 0,-3 3 0 0,-3-3 0 16,3 5 11-16,0-5-3 0,-3 0-8 0,0 3 12 16,1 2-12-16,-4-2 0 0,3 0 0 0,-6 4-10 15,3-1 10-15,-6-1-12 0,-3 0 12 0,1 3-12 16,-1 0 1-16,-3 3 0 0,0-1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0:47:41.79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22282 4985 1355 0,'0'0'28'0,"0"0"8"0,0 8-36 0,3 3 0 0,-3 2 0 0,0 0 0 31,0 3 71-31,0 2 7 0,0 1 2 0,0 5 0 0,0-3-32 0,-3 5-7 0,0-4-1 0,0 4 0 16,0-2-26-16,0 0-6 0,-3-1 0 0,3 1-8 16,1 0 8-16,-1 0-8 0,0 0 0 0,0 0 0 31,0-1 8-31,0 1-8 0,0-3 0 0,0 1 0 16,3-4 0-16,-3 1 0 0,0-4-12 0,3 1 3 0,-3-5 9 15,0 2 0-15,3-8 0 0,-3 3 0 0,0 0 49 0,3-8 12 0,0 0 3 0,0 0 0 16,0 0 0-16,0 0 0 0,0 0 0 0,-3-8 0 15,3-2-36-15,-3-3-8 0,3-3 0 16,0-3-1-16,0-2 1 0,0-3 0 0,3-5 0 0,0 3 0 16,0-4 2-16,0 4 1 0,3-3 0 0,0-3 0 15,0 3 2-15,0-5 1 16,0 2 0-16,-1 0 0 0,4 0 2 0,0-2 0 0,0 0 0 0,0 2 0 16,0 5-2-16,0 1 0 0,3 2 0 0,0 0 0 15,0 6-2-15,0 2-1 0,0 3 0 0,0-1 0 16,-1 1-12-16,4 3-3 0,-3-1 0 0,3 3 0 15,0 0-8-15,-3 6 0 0,3-1 0 0,0-2 8 16,-3 5-8-16,-4 0 0 0,4 5 0 0,-3-2 0 0,0 4-15 16,0 1 5-16,-3 0 1 0,0 3 0 31,-3 2-23-31,-3 0-4 0,0 3 0 0,-3 0-1 0,-3 3-8 0,0 2-2 0,-3 0 0 0,-3 0 0 16,-3 0 7-16,1 3 0 0,-4-3 1 0,-3 0 0 15,3 1 23-15,-3-4 4 0,0 1 0 0,-2-3 1 0,5-1 11 0,0-1 0 0,0-1 0 0,3 0 0 31,0-2 0-31,3-1 0 0,0 1 10 0,3-3-10 16,3 0 18-16,1 0-2 0,2 0-1 0,0-3 0 0,0 0 1 0,3-5 0 0,3 6 0 0,0-1 0 16,3 0 2-1,2-2 1-15,1-1 0 0,3-2 0 0,0 3-3 0,3-3-1 0,0 3 0 0,0-3 0 16,3 2-15-16,0-2 11 16,-1 0-11-16,4 3 10 0,-6-3-10 0,6 3 0 0,-3-1-12 0,0-2 12 15,3 0-125-15,-4 3-18 16,1-3-3-16</inkml:trace>
  <inkml:trace contextRef="#ctx0" brushRef="#br0" timeOffset="1">22765 5268 2062 0,'0'0'43'0,"0"0"10"0,-6 0-42 0,6 0-11 15,-3-2 0-15,3 2 0 0,0 0 105 0,0 0 19 16,0 0 4-16,0 0 1 0,0 0-52 0,0 0-10 0,0 0-3 0,0 0 0 15,0 0-51-15,0 5-13 0,0 3 0 0,0 0 0 16,0 2 54-16,0 1 8 0,0 2 2 0,0 3 0 16,0 0-52-16,-3 5-12 0,3 3 0 0,-3-6 0 15,3 6-12 1,-3-3-6-16,0 3-1 0,0 3 0 0,0-6 31 0,0 0 5 0,0 0 2 0,0-2 0 16,0-1-67-16,-3 1-12 0,3-3-4 0,0-3 0 15,0 3 28-15,0-3 6 16,0 0 1-16,-3 0 0 0,3-2-159 0,-3 0-31 0</inkml:trace>
  <inkml:trace contextRef="#ctx0" brushRef="#br0" timeOffset="2">23277 5289 1576 0,'0'0'32'0,"0"0"9"0,0 0-33 0,0 0-8 0,0 0 0 0,0 0 0 15,2-2 89-15,4 2 16 0,0-3 3 0,0 3 1 16,3 0-37-16,0 0-7 0,0 0-1 0,3 0-1 31,3 0-20-31,0 0-4 0,0 0-1 0,3 0 0 0,2 0-6 0,1-3-2 0,3 3 0 0,3-2 0 16,3 2-3-16,2 0-1 0,1-3 0 0,3 3 0 15,-3-3-9-15,2 3-1 0,1 0-1 0,-3-2 0 16,-1 2-31-16,-2-3-7 0,0 1-1 0,3-1 0 16,-6 3 71-16,-1-3 13 0,4 3 4 0,-3 0 0 31,-3-2-52-31,-3 2-12 0,-1 0 0 0,1 0 0 0,-3 0 0 0,-6 0 0 0,3 0 0 15,-6 0 0-15,0 0-48 0,0 0-13 16,-3-6-3-16,0 6 0 0,-6 0 0 0,0 0 0 16,0 0 0-16,0 0 0 0,0 0 0 0,0 0 0 0,0 0 0 0</inkml:trace>
  <inkml:trace contextRef="#ctx0" brushRef="#br0" timeOffset="3">23422 5543 1199 0,'0'0'24'0,"0"0"8"0,0 0-32 0,0 0 0 0,0 0 0 0,0 0 0 31,0 0 91-31,0 0 11 0,0 0 2 0,3 6 1 0,3-6 0 0,-3 2 0 0,3-2 0 0,3 3 0 16,0-3-18-16,0 0-4 0,3 0-1 0,0 0 0 16,0 0-14-16,3-3-4 0,2 1 0 0,1 2 0 15,0-3 0-15,3 0 0 0,3 1 0 0,0-1 0 16,-1 0-51-16,1-2-13 0,0 2 0 0,3-2 0 15,-6 3-9-15,3-4-5 0,-1 4-1 0,-2-1 0 16,3-2 24-16,-3 2 5 0,3-2 1 0,-1 2 0 16,-2 0-15-1,0 1 0-15,3-1 0 0,-3 1 0 0,-3-1-48 0,-3 0-13 0,-1 1-3 0,1 2 0 0,-6 0 52 16,3-3 12-16,-6 3 0 0,3 0 0 16,-3 0-54-1,0 3-8-15,-6-3-2 0,0 0 0 16,0 0-51-16,0 0-10 0,0 0-3 0,0 0 0 0,0 0-51 0,-3 5-10 0</inkml:trace>
  <inkml:trace contextRef="#ctx0" brushRef="#br0" timeOffset="4">23440 5149 2032 0,'0'0'42'0,"0"-5"10"16,3 0-41-16,0-1-11 0,0 4 0 0,-3 2 0 15,0 0 78-15,0-6 14 0,0 6 2 0,0 0 1 16,0 0-60-16,0 0-12 0,0 0-3 0,0 0 0 0,0 0-20 0,0 0 0 0,3 6 0 16,0-1 0-16,-3 3 0 0,3 2 0 15,-3 1 0-15,-3 0 0 16,0 4-12-16,0-4 4 0,0 5 0 15,-6 0 0 1,3 0-21-16,-6 0-4 0,3-1-1 0,-5 1 0 0,2 3-18 0,-3-1-4 0,-3 1-1 16,0 2 0-16,3-2 9 15,0-1 3-15,0 6 0 0,1-6 0 16,-1-2 36-16,3 3 9 0,3-1 0 0,-3-2 0 0,3-3 0 0,3 3 0 0,3-2 8 16,0-1-8-16,0-3 26 0,6-2 1 0,-3 3 0 0,6-1 0 0,0-2-9 0,3 0-2 0,3-2 0 0,0 2 0 31,3-3 16-31,-1 0 4 0,4 0 0 0,3 1 0 0,0-4 6 0,0 1 2 0,3 0 0 0,-3-3 0 15,2 0-21-15,4 0-4 0,-3-3-1 0,3 3 0 32,-3-3-18-32,2 3 0 0,1 0-11 0,3-2 11 15,-6 2-85-15,2 0-11 0,1-3-1 0</inkml:trace>
  <inkml:trace contextRef="#ctx0" brushRef="#br0" timeOffset="5">23976 5014 1538 0,'-6'-5'32'0,"0"2"8"0,0 1-32 0,6 2-8 0,-3 0 0 0,3 0 0 16,0 0 105-16,0 0 20 0,0 0 4 0,0 0 1 15,0 0-50-15,0 0-9 0,0 0-3 0,0 0 0 16,0 0-33-16,3 5-7 0,3 0-2 0,0 3 0 16,3 0-4-16,3 3-1 0,0 2 0 0,0 0 0 15,3 0-9-15,-1 1-1 0,4 1-1 0,0 1 0 16,0 3-10-16,0-3 0 0,0 2 0 0,0 1 8 0,-3-3-8 0,2-1 0 15,-2 1 0-15,0 0 0 16,-3-3 0-16,0 1 0 16,0-1 0-16,-3 0 0 0,0-2 10 0,-3 2 0 0,0 0 0 0,-3 0 0 15,0 1-10-15,0-1 0 0,-3 3 0 0,-3-3 0 16,0 3 0-16,0 0 0 0,-3 0 0 0,-3 0 0 0,3-1-18 0,-3-1-6 0,0 1 0 0,-3 1-1 16,0-2-11-1,-3-4-3-15,3 3 0 0,-6 1 0 16,4-4 39-16,-1 1 0 0,0-3 0 0,0 2 0 0,0-2 0 0,0-2 0 0,0 1 0 15,0 1 0-15,4-2 0 0,2-1 0 16,-3 0 0-16,3 1 0 0,3-1-63 0,0-2-5 0,0-1 0 16</inkml:trace>
  <inkml:trace contextRef="#ctx0" brushRef="#br0" timeOffset="6">24690 5305 1824 0,'0'0'38'0,"-3"-5"8"0,3 5-37 0,0-3-9 0,0 3 0 0,0 0 0 16,0 0 53-16,-6-2 9 0,6 2 2 0,0 0 0 15,-5 2 0-15,-1 1 0 0,0 2 0 0,3 3 0 16,0 3-103-16,0-1-20 0,0 1-4 0,0 2-1 0,0 0 52 0,3 3 12 15,-3 0 0-15,3 0 0 16,-3 3 48-16,3-4 13 0,0 1 3 0,0 3 0 16,-3-3-52-16,3 0-12 0,0-3 0 0,0 0 0 0,-3-2 0 0,0-1 0 0,3-2 0 0,-3 0 0 31,0-3 0-31,0 1 0 0,3-6 0 0,0 0 0 16,0 0 0-16,0 0 0 0,0 0 0 0,-3-3 0 15,-3-2 54-15,3-1 8 0,0-4 2 16,0-3 0-16,3-1 0 0,-3-4 0 0,3-1 0 0,0-4 0 0,0 1-52 15,3-4-12-15,0-1 0 0,-3 1 0 0,6 0 0 16,0-1 0-16,0 1 0 0,0-1 0 0,0 1 0 0,0-1 0 0,0 1 0 0,0-3 0 16,0 2 54-16,3 3 8 0,-1-5 2 0,-2 3 0 15,6 5-52 1,-3-1-12-16,6 7 0 0,-3-4 0 0,0 6 0 0,0 0 0 0,0 2 0 0,0 3 0 16,0 0 0-16,0 3-10 0,-1 2 2 0,1 1 0 15,-3 2 8 1,0 0 0-16,0 2 0 0,-3 1 0 0,0 2-11 0,0 3 11 0,0-3-13 0,-3 3 5 15,0 6-11-15,-3-1-1 0,3 0-1 0,-6 8 0 16,0-8-2-16,-3 11 0 0,0-5 0 0,0 2 0 31,-3-3-3-31,-3 4-1 0,0-7 0 0,-3 4 0 16,1 0-11-16,-1-6-2 0,0 3-1 0,0-3 0 0,3 0 33 16,-3 0 8-16,3-2 0 0,-3 2 0 0,6-5 0 0,-3 3 0 0,7-3 0 0,-4 0 0 15,3-1 0-15,3 1 0 0,0 0 0 0,0-2 0 16,3-1 0-16,3 3 0 0,0-3 0 0,0 0 0 0,0 1 0 0,3-1 0 15,2 0 0-15,-2 1 0 16,6-1 0-16,-3 3 0 0,6-8 0 0,-3 5 0 16,0 0 0-16,3-2 0 0,-3 2 0 0,3 1 0 15,-3-1-21-15,-1 3-3 0,4-5 0 0,-3 2 0 16,0 0-4-16,-3 0-2 16,3 1 0-16,-6-1 0 0,3 0 6 0,-3 1 0 0,0-4 1 0,0 4 0 0,-3-4 12 15,-3-2 3-15,6 0 0 0,-6 0 0 16,0 0 8-16,0 0 8 0,0 0-8 0,0 0 11 0,0 0 18 0,3-2 4 15,0-4 1-15,-3 4 0 0,0-4 7 0,3 1 2 0,-3 0 0 0,3-1 0 32,-3-2-10-32,3 1-1 0,0 4-1 0,2-8 0 0,-2 3-8 15,0 3-2-15,3-3 0 0,-3 3 0 0,3-3-1 0,3 3-1 0,-3-1 0 16,3 1 0-16,-3 2-7 0,3-2-2 0,0 2 0 0,-3 1 0 16,0-1 5-16,3 3 1 0,-3 0 0 15,0 0 0-15,0 0-7 0,-6 0-1 16,3 3 0-16,0 2 0 0,0 0-8 0,0 1 0 0,-3-1 0 0,0 6 0 15,0-1 0-15,0 1-12 0,-3-1 2 0,0 6 1 16,0-3-11-16,0 1-3 0,-3 2 0 0,0-1 0 16,0-1-1-16,0 1 0 0,0 1 0 0,-3 0 0 15,3 0 15-15,0-3 9 0,-3 1-12 0,3-1 12 16,0-3-15-16,3 1 4 0,-3 0 1 0,3-4 0 16,3 1 10-16,-3 0 0 0,3 0 0 0,3-2 0 15,0 2 10-15,0-3 1 0,0-3 0 0,3 4 0 16,0-4 12-16,0 1 2 0,3 2 1 0,0-2 0 15,0-3-9-15,0 0-1 0,0 3-1 0,0-3 0 0,0 0-7 16,0 0-8-16,-1 0 11 0,-2 0-11 0,3 0 0 0,0 0 0 16,0 0 0-16,0 0 0 15,0-3-40-15,0 3-8 0,0 0-1 16</inkml:trace>
  <inkml:trace contextRef="#ctx0" brushRef="#br0" timeOffset="7">21663 7149 1728 0,'0'0'36'0,"0"0"8"0,0 0-35 0,0 0-9 0,0 0 0 16,0 0 0-16,3 8 36 0,0 0 6 0,-3 3 1 0,0 0 0 15,0 4-11-15,-3 1-1 0,3 0-1 0,-3 5 0 16,0-2-22-1,0 2-8-15,-3-2 0 0,3 4 9 0,-3-1-9 0,3 1 0 0,-3 4 0 0,3-3 8 16,-3-1-8 0,4 1 0-16,2-3 0 0,-3 1 0 15,3-1 0-15,0-5 0 0,-3-3 0 0,3 0 8 16,0-2 13-16,0-1 3 0,0-2 0 0,0 0 0 0,0-8 8 0,0 0 1 0,0 0 1 0,0 0 0 16,0 0 10-16,0 0 1 0,0-8 1 0,-3 0 0 15,3-5-6-15,-3 0 0 0,3-6-1 0,0-2 0 16,0-3-13-16,3-2-2 0,-3-1-1 0,3-2 0 15,3 3-5-15,-4 2-1 0,7-2 0 0,-3-1 0 16,3 3-1-16,-3-5 0 0,0 3 0 0,3-3 0 16,-3-1 12-16,0 1 1 0,3 0 1 0,-3 3 0 15,0-1-11-15,3 4-3 0,-3 1 0 0,3 1 0 16,3 3-6 0,-3 2-2-16,5 3 0 0,-2-1 0 0,0 4-8 0,0-1 0 0,0 3 0 0,3 0 0 15,0 0 0 1,0 3 0-16,0 0 0 0,-1-1 0 0,1 4 0 0,0 2 0 0,0 0 0 0,-3 0 0 15,0 2-11-15,0 4 11 0,-3-1-8 0,0 3 8 16,-6 0-25-16,0 0 0 0,0 2 0 0,-6 4 0 16,0 2-12-16,-3-1-3 0,0 4 0 0,-6 2 0 15,0-2 5-15,-3 2 1 0,0 0 0 16,0 3 0-16,-3-6 12 0,4 1 2 0,-4-1 1 16,3 1 0-16,-3-1 19 0,3-2-8 0,-3 0 8 0,3-3 0 15,0 1-8-15,4-1 8 0,-1-3 0 0,0-2 0 0,3 3 0 16,3 0 0-16,0-4 0 0,3 1 0 15,0 0 0-15,3-2-10 0,3 2 2 0,0 0 0 0,0-1 8 0,6 1 0 16,0-2-9-16,0 2 9 0,3 0 0 0,-1-3 0 0,1 0 0 0,0 0 0 16,0 1 0-16,0-1 0 0,0 0 0 0,3-2 0 15,-3 2 0 1,0-2 0-16,3 0-9 0,-1-1 9 0,1 1 0 0,-3-1-10 0,3 1 10 0,0 0-8 16,-3-3-2-16,0 0 0 15,0 2 0-15,0-2 0 0,-3 0-2 0,0 0 0 0,-1 0 0 0,1-2 0 16,-3 2 12-16,0-3 0 0,-3 0 0 15,3 1 0 1,-3-1 0-16,0-2 14 0,-3 0-3 0,3-1-1 0,0 4 18 0,-3-6 4 0,3 2 1 16,0 1 0-1,0-3-1-15,0 6-1 0,3-6 0 0,-3 2 0 0,3 4-11 16,3-4-3-16,-3 1 0 0,3 2 0 0,0 1-1 0,0-1-1 16,2 1 0-16,-2-1 0 0,0 3 0 0,0 0 0 0,0-3 0 15,0 3 0-15,0 3-15 0,-3 0 9 16,0-1-9-16,-3 1 8 0,3 2-8 0,-3 0 0 0,0 3 0 0,0 0 0 15,-3 3-20-15,0 2 0 0,0 0 0 0,-3 1 0 16,3 1-11-16,-3 1-1 0,-3 3-1 0,3 2 0 16,-3-2-3-16,0 2-1 0,0 0 0 0,-3 0 0 15,0 0-3-15,3-2 0 0,-3-1 0 0,3 1 0 16,0-3 20-16,0-3 3 16,1 0 1-16,2-2 0 0,3-1 16 0,0-2 9 0,0 0-1 0,3 0 0 0,2 0 6 0,1-3 1 0,0 1 0 15,0-1 0-15,3-2 0 16,0-1 0-16,3 1 0 0,-3-3 0 0,3 0-15 0,0 0 8 15,0-3-8-15,0 1 0 32,3-1-28-32,-1-2-11 0,4-1-2 0</inkml:trace>
  <inkml:trace contextRef="#ctx0" brushRef="#br0" timeOffset="8">22622 7351 1234 0,'-6'0'25'0,"0"0"7"0,6 0-32 15,-6 2 0-15,0-2 0 0,6 0 0 0,-6 3 80 0,6-3 10 0,0 0 2 0,-6 3 0 16,6-3-24-16,0 0-4 0,0 0 0 0,0 0-1 16,0 0-8-16,3 7-2 0,0-4 0 0,3 2 0 15,0-2 7-15,3 0 0 0,0-1 1 0,0 1 0 16,2-3-12-16,4 0-2 0,0 0-1 15,0 0 0-15,6 0-13 0,0 0-2 0,0-3-1 16,2 3 0-16,1 0-10 0,3 3-3 0,0-3 0 0,0 3 0 31,-1-1-6-31,1-2-2 0,-3 0 0 0,3 3 0 0,-3-3-9 0,2 0 0 16,-2-3 0-16,0 3 8 0,0 0-8 0,3 0 0 16,-1 0 0-16,1 0 0 0,-3 0 0 0,0 0 0 0,0 0 0 0,-1 3 0 15,-5-3 0-15,3 0-11 0,-6 3 11 0,3-3-8 16,-6 0-3-1,0 0 0-15,0-3 0 0,-3 0 0 0,-3 3 1 0,-1-2 0 0,1-1 0 0,-6 3 0 16,0 0 10-16,0 0 0 0,-3-5 0 0,3-1 0 16,-5 1 0-16,2 2 0 0,-3-2 0 0,-3-3 0 15,0 3 0-15,0 0 0 16,-3-6 0-16,-3 3 0 0,3 0 0 0,-3 0 0 0,0-2 0 0,0-1 0 31,1 3 13-31,-1-2-1 0,0-1-1 0,0 3 0 0,3 0 6 0,0 0 2 0,0 3 0 0,3-3 0 16,0 5-1-16,0-2 0 0,3 2 0 0,1 1 0 0,5 2-4 0,0 0-1 15,0 0 0-15,0 0 0 16,0 0-5-16,0 0-8 0,0 0 11 0,2 5-11 16,4-2 12-16,3-1-4 0,0 4 0 0,3-1-8 0,3 0 16 0,-3 0-3 15,6 1-1-15,-3 2 0 16,3-3-1-16,-4 3-1 0,1-3 0 0,0 3 0 0,0-3-10 0,0 3 12 0,-3 0-12 16,0-2 12-16,-3 2-12 0,0-1 0 15,-3-1 0-15,0 2 8 16,0 0-8-16,-3 0 0 0,-1 0 0 0,1-1 0 0,-6 1 0 0,3 3 8 0,-2 0-8 0,-4-3 8 15,0 2-8-15,-3 1 0 0,0-1 0 0,0 1 8 16,-3-3-8-16,-3 2 0 0,0 1 0 0,0 0 0 16,0-1 16-16,0 1 0 0,1-3 1 0,-1 2 0 31,-3-2-65-31,3 3-12 0,3-3-4 0,-3 0 0 16,3 0-51-16,0-1-10 0,3 4-3 0</inkml:trace>
  <inkml:trace contextRef="#ctx0" brushRef="#br0" timeOffset="9">23821 7136 1824 0,'0'0'76'0,"0"0"-60"16,0 0 31-16,0 0 6 0,0 0 2 0,0 0 0 15,0 0-37-15,0 8-7 0,0 0-2 0,0 3 0 16,0 2-9-16,0 0 0 0,0 3 0 0,0 5 0 16,0-5 0-16,0 3 0 0,0-1 0 0,0 1 0 15,-3-1 0-15,3 3 0 0,0-2 0 0,0 2 0 16,-3-2 24-16,3-4 2 0,-3 1 1 0,3 3 0 15,-3-6-27 1,0 0 0-16,0 1 0 0,0-7 0 0,0 1 0 0,0 0 10 0,0-2-10 0,3-6 10 16,0 0 10-16,0 0 1 0,0 0 1 0,0-6 0 0,-3-4 22 15,3-1 5-15,0-5 1 0,3 0 0 16,-3-2-22-16,3-1-4 0,3-2 0 0,-3 0-1 0,3-5-23 0,-3-1 8 16,3-2-8-16,0-3 0 0,0 1 56 0,0-4 6 0,3 1 2 0,0-3 0 15,0 5-52-15,0 0-12 0,3 3 0 16,0 3 0-16,-3 4 30 0,2 4 3 0,1 2 1 0,3 0 0 15,-3 3-22-15,0 2-12 0,3 3 12 0,-3 0-12 16,0 1 0 0,3 4 0-16,-3-2 0 0,-1 2 0 15,1 0 0-15,-3 6 0 0,3 0 0 0,-3-1 0 0,0 4-14 0,-3 1 3 0,0 1 1 16,-3 3 0 0,0 0-13-16,-3 2-2 0,0 0-1 0,-3 0 0 15,-3 6-8-15,-3 2-2 0,-3 0 0 0,-3 0 0 0,0 3-5 0,-2 0-2 0,-1 0 0 16,-3 0 0-16,0-3-5 0,0 0 0 0,0-3-1 0,1 1 0 15,2-1 39-15,0-2 10 0,3-2 0 0,0 1 0 16,3-4 10-16,3 2 4 0,0-5 1 0,3 3 0 16,0-3-15-16,3 0 0 0,0-3 0 0,3 0 0 15,3 1 0-15,0-4 0 0,3 3 0 0,0-2 0 16,0-3 0-16,3 3 0 0,3-3 0 0,-3 2 0 16,6-2 0-16,0 0 0 0,0 0 0 0,0 0 0 15,-1 3-12-15,4-3-1 0,-3 3-1 0,3-1 0 16,-3 1-22-16,0 2-5 0,0 1-1 0,0-4 0 15,-4 4-3 1,1-1-1-16,0 3 0 0,0-3 0 0,-3 0 13 0,0 1 2 0,0-1 1 0,-3 0 0 0,0-2 16 0,0-1 3 16,-3 4 1-16,3-6 0 15,-6 0 43-15,3 2 9 0,-3-2 2 0,6-2 0 0,0 2 30 0,-3-3 6 16,0 0 2-16,3 1 0 0,-3-3-13 0,2-3-2 0,4 2-1 0,-3-2 0 31,3 0-2-31,0-2 0 0,0 2 0 0,0-3 0 16,0 3-51-16,3 0-13 0,0-2 0 0,0 2 0 0,0 0 54 0,2 0 8 0,-2 3 2 0,3-1 0 15,-3 1-52-15,3 3-12 0,-3-4 0 16,0 6 0-16,-3-2 0 0,0 2 0 0,0 0 0 0,-3 2 0 16,0 1 0-16,0 0 0 15,-1-1 0-15,-2 6 0 0,-3-3 0 0,0 3 0 0,0 0 0 0,-3 0 0 16,-2 0 0-16,-1 5 0 0,0-2 0 16,-3 2 0-1,0-2-11-15,0 2-5 0,-3 0 0 0,3 0-1 0,-3 1 27 0,3-4 6 0,-3 1 0 16,3-1 1-16,0 1-33 15,3-3-8-15,0 0 0 0,4 0-1 0,-4-3 25 0,6-5 0 0,0 5 0 0,0-5 0 16,3 6 0-16,2-1 0 0,1-2 10 0,0-3-10 16,3 2 14-16,3 1-3 0,0-3-1 0,3 0 0 31,-3 3-1-31,0-3 0 0,3 0 0 0,-3 2 0 0,0 1-9 0,-1 0 0 0,1-1 0 16,-3 3 0-16,0 1 53 0,0-1 9 0,0-2 2 0,-3 5 0 15,0-3-52-15,-3 3-12 0,0-3 0 0,0 3 0 16,0 0 0-16,-3 0 0 0,0-3 0 0,-3 3 0 15,0 0 0-15,-3 0 0 0,0 0 0 0,-3 0 0 16,-3 0 0-16,0 0 0 0,-3 0 0 0,1 0 0 16,-4 2-10-16,0-2-5 0,-3 3-1 0,0-1 0 15,-3 4-76-15,3-4-16 0,-2 3-4 16</inkml:trace>
  <inkml:trace contextRef="#ctx0" brushRef="#br0" timeOffset="10">21690 8599 1364 0,'0'0'57'0,"0"0"-45"15,0 0 84-15,0 0 18 0,0 0 3 0,0 0 1 16,0 0-32-16,0 0-6 0,0 0-2 0,0 0 0 16,0 0-37-16,0 0-7 0,3 6-2 0,0 2 0 15,0 0-8-15,-3 2-1 0,3 3-1 0,-3 1 0 16,3 2-11-16,-3 5-3 0,0-3 0 0,3 3 0 16,-3 3-8-16,0-3 0 0,3 3 0 0,0 0 0 15,-3-5 0-15,0 2 0 0,0 0 0 16,0 0 0-16,0-5 0 0,0 2-12 0,0-2 2 0,0 0 1 15,0-3 9-15,-3 3 0 0,3-5 0 0,0 2 0 16,0 0 0-16,-3-2 0 0,3 0 0 0,0-1 0 16,0-2 0-16,0-3 0 0,0 1 0 0,0-6 0 0,0 0 0 15,0 0 0-15,0 0 0 0,0 0 0 16,0-8 0-16,0-3 0 0,0-2 0 0,0 0 0 0,0-3 49 0,3 0 12 16,0-3 3-16,0-2 0 0,0 0-52 0,3-3-12 0,0-2 0 15,0-3 0 1,0 0 43-16,2-3 5 0,1-3 2 0,0 4 0 0,-3-1-15 15,3 3-3-15,0 2-1 0,0 1 0 0,-3 2 13 0,3 6 2 0,0-1 1 16,-3 1 0-16,3 4-47 0,0-2-18 0,3 3 1 0,-3 0 0 16,-1 2 17-16,4 1 0 0,-3 2 0 0,0 0 0 15,3 3 0 1,-3-1 0-16,0 1 0 0,0 5 0 0,0-3 0 16,0 3-8-16,0 3 8 0,-3 2 0 0,0-2-26 0,0 5 2 0,-3 0 0 15,0 2 0 1,-3 1-28-16,0 0-4 0,-3 2-2 0,0 3 0 0,-3 0-18 15,-3-1-4-15,0 4-1 0,-3 2 0 0,0-2 6 16,0 2 2-16,-3 0 0 0,0 0 0 0,3-2 7 0,-2 2 2 0,2-5 0 0,-6 2 0 31,6-2 56-31,-3 0 8 0,3-3 8 0,-3 0-8 0,3 1 24 0,0-4 0 0,3 1-1 0,-2-3 0 16,5 0 11-16,0 0 2 0,0 0 1 0,3-3 0 16,3 0-3-16,3 3-1 0,0-5 0 0,0 2 0 15,6 0 1-15,-1 1 0 0,4-1 0 0,-3 0 0 16,3-2 9-16,0 2 1 15,3-2 1-15,-3 2 0 0,3-2-10 0,0 2-3 0,3-2 0 0,-1 2 0 16,1-2-15-16,-3 2-3 0,3 0-1 0,0 3 0 16,0-3-13-16,-3 3 9 0,-1-2-9 0,1 2 8 15,0-3-8-15,-3 3 0 0,3-3 0 0,-3 3 0 16,0 0-26-16,0-3-7 0,-3 3-2 0,0-2 0 16,0-1-125-1,-1 0-26-15</inkml:trace>
  <inkml:trace contextRef="#ctx0" brushRef="#br0" timeOffset="11">22440 8880 2024 0,'0'0'42'0,"0"0"10"0,0 0-41 0,0 0-11 0,0 0 0 0,0 0 0 31,0 0 97-31,0 0 18 0,0 0 3 0,0 0 1 16,-6 5-56-16,3 1-11 0,0-1-3 0,-3 3 0 0,3 2-23 0,0 1-5 0,0 2-1 0,0 3 0 16,-3 0-8-16,3 2-1 0,0 4-1 0,0 1 0 31,0 4-10-31,0-1 0 0,1 3 0 0,-1 1 8 0,3-1-8 0,0-6 0 0,-3 1 0 0,3-3 0 16,0 1 0-16,0-4 0 0,0 1 0 0,0-3 0 15,0-3 0 1,0 3-9-16,3-3 9 0,-3-3 0 0,0 4-52 0,3-6-3 0,-1 2-1 0,1-2 0 15,0-3-79-15,0 3-16 0,0-5-3 0</inkml:trace>
  <inkml:trace contextRef="#ctx0" brushRef="#br0" timeOffset="12">22854 9028 1792 0,'0'0'51'0,"0"0"10"0,0 0-49 0,0 0-12 0,0 0 0 0,0 0 0 0,0 0 105 0,6 0 19 16,0-2 3-16,3-1 1 0,3 3-103 15,-1 3-25-15,1-3 0 0,6 2 0 16,-3 1 45-16,3-1 4 0,3-2 1 0,0 3 0 15,2 0-29-15,4-1-5 0,0-2-2 0,0 3 0 0,6-3 40 0,-4 5 8 0,4-2 2 0,0 0 0 32,0 2-73-32,-1 0-15 0,-2 0-2 0,6-2-1 15,-6 2 27-15,-1-2 0 0,4-3 0 0,-3 3 0 0,3-1 19 0,-7-2 5 0,4 0 2 0,-3 3 0 16,-3-3-26-16,-3 0 0 0,-1 0 0 0,-2 0 0 31,-6 0-16-31,0 0-9 16,-3 0-2-16,-3 0 0 0,0-3-8 0,-6 3-1 0,0 0-1 0,0 0 0 0,-3-2 37 0,3-4 0 0,-3 1 0 0,-3 0 0 15,0 0 0-15,0-1 0 0,-3-2 0 0,0 3 0 16,0-3 0-16,0 0 0 0,0 0 0 0,-2 0 0 31,-1 0 0-31,0 0 0 0,3 0 0 0,-3 3 0 0,0-3 0 0,3 0 0 0,-3 0 0 0,3 0 0 16,-3 0 44-16,3 1 16 0,0-1 3 0,1 0 1 31,-1 2-52-31,0-2-12 0,3 3 0 0,0-3 0 0,0 3 0 0,0 0 0 0,0 2 0 0,3 0 0 16,3 3 16-16,0 0 0 0,0 0 0 0,0 0 0 15,0 0-16-15,0 0 11 16,0 0-11-16,0 0 10 0,0 0-10 0,3 3 0 0,3 0 9 0,3-1-9 16,0 4 36-16,0-4 4 0,3 3 0 0,-1 1 0 15,1-1-32-15,3 0-8 0,0 1 0 0,0 2 0 16,0 0 0-16,0-3 0 0,-3 3 0 0,3 0 0 16,-4 0 10-16,-2 0 1 0,0 0 0 0,0-1 0 0,-3 4-11 0,0-3-16 15,0 0 4-15,-3 3 1 16,0-4 11-16,-3 4 0 0,0 0 0 0,0-1 0 0,-3-2 0 0,-3 3 0 0,0-1 0 15,-3 1 0 1,0-1 0-16,0-2 0 0,-5 6 0 16,2-6 0-16,-3 2 0 0,0-2 0 0,0 3 0 0,-3-3 0 15,3 0 0-15,0-1 0 16,0 1 0-16,1-2 0 0,-1-1 0 0,3 0 0 16,0-2 0-16,0 2 0 0,0-2-48 0,3 0-7 0,0-1-1 0,3 3-1 0,3-2-125 0,3-3-25 15,0 0-5-15</inkml:trace>
  <inkml:trace contextRef="#ctx0" brushRef="#br0" timeOffset="13">24074 8901 1592 0,'0'0'67'0,"0"0"-54"31,6 3 65-31,-6-3 13 0,6 2 2 0,-3 4 1 0,0-1-43 0,0 0-9 0,-3 3-2 0,3 0 0 16,-3 3-27-16,0-1-5 0,3 1-8 15,-3 5 11-15,0-3-11 16,0 3 0-16,0 2 0 0,-3 1 0 0,3-1 0 0,0 4 0 0,-3-1 0 0,3-3-11 16,-3 1 0-1,0-3 0-15,0 0 0 0,-3-3 0 0,3-3 11 0,0 1 0 0,3-3 0 0,-3 0 0 16,3-3 16-16,0-5 4 0,0 0 2 0,0 0 0 16,0 0 26-16,0 0 4 0,0-8 2 0,0 0 0 15,0-2-5-15,0-4-1 0,0-1 0 0,3-4 0 16,-3 1-7-16,3-4-1 0,0-1-1 0,0-1 0 15,0 0-17-15,3 3-3 0,-3-3-1 0,3 0 0 16,0 0-5-16,0-2-1 0,3 2 0 0,0-5 0 16,0 5 8-16,0-2 2 0,0-3 0 0,0 2 0 15,-1 3-5-15,1 1-1 0,3 1 0 0,-3 4 0 16,0-1 0-16,0 3 0 0,0 3 0 0,0 0 0 16,0 2-16-16,0 3 8 15,0 0-8-15,0 1 0 0,0 4 0 0,0 0 0 0,-1 1 0 0,1-1 0 0,0 3 0 16,-3 3 0-16,0-3 0 0,0 5 0 15,0 0-12-15,0 3 0 0,0 3 0 0,-3-1 0 16,0 4-15-16,-3 1-2 0,0 1-1 0,-3 3 0 16,0-3-10-16,0 2-3 0,-3 1 0 0,-3 2 0 15,3-5-2-15,-6 2-1 0,3-4 0 0,-3 4 0 16,1-5 14 0,-1 3 4-16,0-5 0 0,-3 2 0 0,3 0 18 0,0-2 10 15,-3-3-10-15,3 2 10 0,3-2 0 0,-3 0-9 0,1-3 9 0,2 1 0 0,3 2 0 16,0-3-8-16,3 0 8 0,3-5 0 0,0 3 0 0,0-3 0 0,0 8 0 0,3-3 0 15,3 0 0-15,0 1 0 16,3-1 0-16,-1 0-8 0,1-2 8 0,3 2 0 0,0 1 0 0,0-4 0 16,0 4 0-16,0-4 0 0,3 1 0 0,-3-1 0 15,3 4 0-15,-1-4 0 0,1 1 0 0,0 0 0 16,-3-1-13-16,3 1-1 16,-3-3 0-16,0 3 0 15,-3-1 14-15,3-2 0 0,-6 0 0 0,3 0 0 16,-3 0 0-16,-4 0 0 0,1 3 0 0,-3-3 0 0,0 0 0 0,0 0 0 0,0 0 0 0,0 0 0 15,0 0 48-15,0-5 13 0,0-1 3 0,0 1 0 16,0-3-52-16,0 3-12 0,0 0 0 0,0-3 0 16,0 2 54-16,3-2 8 0,0 0 2 0,0 3 0 15,3-3-52-15,3 3-12 0,-3 0 0 0,3-1 0 16,0 1 0-16,3 0 0 0,-3 2 0 0,3 0 0 0,0 1 0 16,0 2 0-16,-3-3 0 0,0 3 0 0,2 0 0 15,-2 3 0-15,-3-3 0 0,3 2 0 16,-3 1 0-16,0 0 0 0,-3 2 0 0,0 0 0 15,0 3 0-15,-3 0 0 0,0 0 0 0,-3 3 0 16,0 2 0-16,-3-2 0 0,0 2 0 0,-3 0 0 0,0 3 0 16,0 0 0-16,-2 2 0 0,-1-2 0 15,0 3-48-15,0-1-13 16,3 3-3-16,-3-5 0 0,3 3 52 0,0-3 12 0,3-3 0 16,0 3 0-16,0-6 0 0,6 4 0 0,0-1 0 0,0-3 0 15,3-2 48-15,3 0 13 16,0 0 3-16,3-3 0 0,0 3-52 0,3-2-12 15,0-1 0-15,3 0 0 0,-3-2 0 16,2 0 0-16,1-3 0 0,3 2 0 0,-3 1 0 0,3-3 0 16,-3 0 0-16,3 0 0 0,-3-3 0 0,2 3 0 15,-2-2 0-15,3 2 0 0,0 0 0 0,0-3 0 0,0 0 0 0,0 1 0 0,-1 2-202 16,-2 0-43-16,3-3-9 0</inkml:trace>
  <inkml:trace contextRef="#ctx0" brushRef="#br0" timeOffset="14">21788 10184 2086 0,'-3'-7'59'0,"0"1"13"15,0 1-57-15,3 0-15 0,-3-1 0 0,3 6 0 16,0 0 85-16,0 0 15 0,-3-2 2 0,3 2 1 0,0 0-47 0,0 0-10 0,0 0-2 16,-3 8 0-1,-3 2-35-15,3 1-9 16,0 2 0-16,0 6 0 0,3 2 26 0,-3 3 3 0,1 2 1 0,2 0 0 16,-3 4-59-16,3-1-12 0,0 0-3 0,-3 0 0 0,3-3 21 0,0 1 4 0,0-3 1 15,0-3 0-15,0-3 7 0,0 1 2 16,0-3 0-16,0-3 0 15,0-2 9-15,-3-4 0 0,3 4 0 0,0-6 0 16,0-5 0-16,0 0 8 0,0 0-8 0,0 0 8 0,0 0 4 0,0 0 2 0,0 0 0 0,0-8 0 16,0-2 4-16,3-3 1 0,0-1 0 0,0-2 0 15,-1-2-1-15,1-3 0 16,0-3 0-16,3 0 0 0,0-2 6 0,0-3 0 16,0-3 1-16,0 0 0 0,0 3-3 0,0 0-1 0,3 2 0 0,0 1 0 15,-3 2 2-15,3 6 0 0,0-1 0 0,0 3 0 16,0 0-11-16,3 3-1 0,-4 0-1 0,4 2 0 15,0 1-10-15,0 2 0 0,0-3 0 0,0 6 0 16,0 0 0-16,0 2 0 0,0-2 0 0,0 5 0 16,-3 2 0-16,0 1 0 0,-1 2 0 15,-5 1 0-15,0 4 0 0,0 1 0 0,-3-1 0 0,-3 6 0 16,-3-3-49-16,-2 1-12 0,-1 2-3 0,-3-1 0 16,0 4 52-16,-3-3 12 0,0 5 0 0,-3-3 0 15,3 4 0-15,3-4 0 0,-3 1 0 0,4-1 0 16,-4-2-9-16,6 0 1 0,0-3 0 0,0 0 0 0,3-2 8 0,3 0-8 15,-3-3 8-15,3 2-8 16,3-5 8-16,0 3 0 0,3-2 0 0,0-1-8 16,0-2 8-16,3 2-8 0,0-2 8 0,3-1-8 15,3 1 8-15,0-1 0 0,2 1-9 0,1 0 9 0,3-3 12 0,-3 0 8 0,3 2 0 16,3-2 1-16,-6 0-21 16,3 0 0-16,-1 0 0 0,-2 0 0 0,0 0 0 0,0 0 0 15,-3 0 0-15,0 0 0 0,-3 0 0 0,-3 0 0 0,0 0 0 16,0 0 0-16,-6 0 0 0,0 0 0 15,0 0 0-15,3 0 0 0,-3 0 0 0,0 0-20 16,0 0 4-16,3-5 1 0,-3 5 37 0,3-5 7 0,-3 0 2 0,3-1 0 16,0 4 1-16,3-4 1 0,-4-2 0 0,4 3 0 15,3 0-6 1,-3-3-2-16,3 0 0 0,0 0 0 0,0 3-25 0,0-1-11 0,3 1 1 0,0 2 0 31,-3-2 59-31,3 2 12 0,0 1 3 0,-3 2 0 0,-1 0-52 0,1 0-12 16,0 2 0-16,0 1 0 0,-3 2 0 0,-3 1 0 0,3-4 0 0,-3 6 0 31,0-2-48-31,-3 2-13 0,-3-1-3 0,0 4 0 0,0-3 52 0,-3 3 12 0,0-1 0 0,-3 1 0 16,0-1 0-16,3 1 0 0,-3-1 0 0,1 4 0 15,2-6 0-15,0 0 0 0,0 0 0 0,0-1 0 16,3-1-16-16,3-6-1 0,-3 8 0 0,3-8 0 16,0 0 17-16,3 2 0 0,3 1 0 0,0 0 0 15,3-3 12-15,0 0 4 16,2 0 0-16,4 0 0 0,0 0-16 0,0 0 0 0,0 0 0 0,0 0 0 0,0 0 0 15,0 0 0-15,-3 0 0 0,2 2 0 16,-2 1 0-16,-3-3 0 0,-3 3 0 0,0 2 0 16,0-2 0-16,-6 2 0 0,0-5 0 0,0 8 0 0,-3 0 0 0,-3 0 0 0,-3 0 0 15,-3 2 0 1,0 1 0-16,-2 2 0 0,-4-2 0 0,-3 2 0 0,3 0 0 0,0-2 0 0,-3 2 0 16,0 0 0-16,4 0-51 15,-4-2-9-15,3-1-3 0,0 1 0 16,-3-3-89-16,3 0-17 0,1-3-4 0</inkml:trace>
  <inkml:trace contextRef="#ctx0" brushRef="#br0" timeOffset="15">22937 10565 2017 0,'0'0'42'0,"0"0"10"16,0 0-42-16,0 0-10 0,6-2 0 0,0-1 0 15,3 1 64-15,0 2 10 0,3-3 2 0,0 0 1 16,0 1-10-16,3 2-3 0,2-3 0 0,4 0 0 16,0 1-51-16,0 2-13 0,6-3 0 0,0 0 0 15,-1 3 28-15,4 3 4 0,3-3 0 0,0 3 0 16,-4-3-20-16,1 2-3 0,3-2-1 0,0 3 0 16,-1-3 13-16,1 3 3 0,0-3 0 0,3 0 0 15,-4 0-36-15,4 2-8 0,-3 1 0 0,-1-3-1 16,-2 3 21-16,-3-3 0 0,-3 0 0 0,-3-3 0 0,-3 3-14 0,-7 0 2 15,1-3 0-15,-6 1 0 16,0-1-16-16,-3 0-2 0,-3 3-1 0,0 0 0 16,-3-5 31-16,-6 0 0 0,3-1 0 0,-6 4 0 0,-2-6 0 15,-4 3 0-15,-3-1 0 0,0-2 0 0,-3 3 0 0,0 0 0 0,-2-3 0 0,-1 0 0 16,3 3 22-16,3-3 10 0,0 0 3 0,1 2 0 16,5 1-5-16,0-3-1 0,3 3 0 0,3 0 0 15,3-1 28-15,3 1 6 0,3 5 1 0,0 0 0 16,0 0-52-16,0 0-12 0,3-3 0 15,0 1 0-15,6 2 0 0,0 0 0 0,3 0 0 0,0 2 0 32,2-2 0-32,4 6 0 0,0-4 0 0,3 4 0 0,-3-1 10 0,0 0-1 0,3 0 0 15,-1 3 0-15,-2 0-9 0,-3 0 0 0,3 0 0 0,-6 3 0 16,0-1 0-16,0-2 8 0,-3 6-8 0,0-4 0 16,-6 1 8-16,0-1-8 0,-3 1 0 0,-3-1 8 15,0 1-18-15,-6 0-4 0,-3-3-1 0,0 2 0 16,-3 1 15-16,-3-1 0 0,0-2 0 0,-3 3 0 15,1-1-23-15,-1 1-1 0,-3-3-1 16,0 3 0-16,3-1-33 0,0-2-6 0,1 0-2 0,2 0 0 16,0 0-182-16,0-3-36 0</inkml:trace>
  <inkml:trace contextRef="#ctx0" brushRef="#br0" timeOffset="16">24244 10417 1337 0,'0'0'28'0,"0"0"6"0,-6 6-34 0,0-4 0 0,3 1 0 0,-3 2 0 0,3 0 109 0,-3 1 15 0,3 2 4 0,-3 0 0 16,0 0-52-16,3 5-9 0,-3-3-3 0,3 4 0 16,-3-1 0-16,3 3 0 15,0-3 0-15,3 3 0 0,-3-3-51 0,3 3-13 0,-2-3 0 0,2 3 0 16,0 0 0-16,0-3 0 0,0 3 0 16,0 0 0-16,0 0 0 0,0 0 0 15,0-3 0-15,0 3 0 0,-3-3 0 0,3 0 0 0,0-2 0 0,-3-1 0 31,0 1 0-31,3-6 0 0,-3 1 0 0,3-6 0 0,0 0 54 16,0 0 8-16,0 0 2 0,0 0 0 0,0 0-52 0,0 0-12 0,-6-3 0 0,3-5 0 16,-3 0 54-16,3-3 8 0,0-2 2 0,0-3 0 15,-3 0-52-15,3-2-12 0,3-1 0 0,-3 1 0 16,3-3 54-16,-3 0 8 0,3 2 2 0,3-2 0 16,-3 0-52-16,3-3-12 0,0 0 0 0,0 0 0 15,3 0 0-15,-3 1 0 0,3-4 0 0,0 3 0 0,3 3 0 0,-3 0 0 16,2 2 0-16,-2 1 0 15,3-1 24-15,0 6 1 0,0-3 1 0,0 3 0 16,0 3-18-16,0-1-8 0,0 3 0 0,0 0 8 0,3 3-8 0,-3-1 0 0,0 1 0 0,3 3 0 16,-1-1 0-16,1 0 0 0,0 3 0 0,0 0 0 15,0 0 0-15,0 3 0 0,-3 0 0 0,3 2 0 16,0 0 0-16,-3 0 0 0,3 3 0 0,-4 0 0 16,-2 0-12-1,3 3 12-15,-3-1-12 0,-3 1 12 0,0 2-18 0,0 0 4 0,-3-2 1 16,0 5 0-1,-3-3-6-15,-3 3-1 0,0-3 0 0,0 3 0 0,-3-3-3 0,1 1-1 16,-1-1 0-16,-3-3 0 0,0 4-2 16,0-4-1-16,-3 1 0 0,3-1 0 0,-3 1 27 0,0 0 0 0,0-1 0 0,1 1 0 15,-1-3-56 1,3 2-7-16,0-2-1 0,0 0 0 0,0 0 52 16,0-3 12-16,3 1 0 0,0 2 0 0,3-3 0 15,-3-2 0-15,6 2 0 0,3-5 0 0,0 2 0 0,0 4 0 0,3-1 0 16,0 0 0-16,6 1 48 15,-3-4 13-15,3 4 3 0,3-4 0 16,0 3-52-16,0-2-12 0,3 0 0 0,0-3 0 0,0 2 0 0,2 1 0 16,1-3 0-16,-3 3 0 0,3-1 20 0,-3 1 2 0,3-3 0 0,0 3 0 0,-6-1-22 15,2 1 0-15,-2-3 0 0,0 3 0 16,0-1-22-16,-3 1-2 0,0-3-1 16,0 3 0-16,0-1-105 0,0 1-21 0,-3-3-4 0</inkml:trace>
  <inkml:trace contextRef="#ctx0" brushRef="#br0" timeOffset="17">24664 10626 2066 0,'3'-5'43'0,"0"0"10"0,-3 2-42 0,3-2-11 15,0 2 0-15,-3 3 0 16,0 0 104-16,0 0 20 0,2-2 3 0,-2 2 1 16,0 0-52-16,0 0-9 0,0 0-3 0,0 0 0 15,3 5 0-15,0 3 0 0,0 0 0 0,-3 5 0 0,3-3-51 0,-3 6-13 0,0 0 0 0,0 3 0 32,0 2 0-32,-3 0 0 0,3 0 0 0,-3 3 0 0,0 0 0 0,0-3 0 0,1 3 0 15,-4 0 0-15,3-3 0 0,0-3 0 0,-3 4 0 0,3-7 0 31,-3 1-48-31,0 0-13 0,3-3-3 0</inkml:trace>
  <inkml:trace contextRef="#ctx0" brushRef="#br0" timeOffset="18">21574 6763 1094 0,'-21'0'23'0,"12"0"5"16,3 0-28-16,6 0 0 0,-6 0 0 0,6 0 0 15,-6 0 56-15,6 0 7 0,0 0 1 0,-9 0 0 0,9 0-20 0,0 0-4 16,0 0-1-16,0 0 0 16,0 0-11-16,0 0-3 0,0 0 0 0,0 0 0 0,0 0 11 0,0 0 3 0,-6-2 0 15,6 2 0-15,0 0-11 0,0 0-3 0,0 0 0 0,0-6 0 32,0 6-25-32,0-5 0 0,0 0 0 0,3-1 0 0,0 1 0 0,0 2 0 0,3 1 0 0,-3-1 0 15,3 3 25-15,0-3 0 0,3 3 0 0,-3-2 0 16,6 2-25-16,-3-3 0 0,6 3 0 0,0 0 0 15,0-2 0-15,5 2 0 0,1-3 0 16,3 3 0 0,0-3 0-16,6 1 0 0,-1 2 0 0,4-3 0 0,6 0 0 0,2-2 0 15,4 2-9-15,3 1 9 0,-1-4 0 16,4 4 0-16,-3-4 0 0,8 4 0 16,-2-3 0-16,5 2 0 0,1-2 0 0,2-1 0 15,-2 4 0-15,-1-4 0 0,1 1 0 0,2 0 0 0,1 2 0 0,-1 1 0 0,1 2 0 0,5 0 0 31,-5 0 0-31,2-3 0 0,-2 3 0 0,2 0 0 0,-5 0 0 0,-1 3 0 0,-2-3 0 0,3 2 0 16,-4 1 0-16,1-1 0 0,2 1 0 0,1 2 0 16,-7-2 0-16,1 2 0 0,-4-2 0 0,4 5 0 15,0-3 0-15,-4 0 0 0,1 1 0 0,-1-1 0 16,1 3 0-16,-6 0 0 0,2-3 0 0,1 3 0 16,-3 0 0-16,-1 0 0 0,-2-3 0 0,3 3 0 15,-10 0 9-15,4-2-9 0,-3-1 8 0,-4 3-8 16,-2-6 14-16,0 4-2 0,-3-1-1 0,-3 0 0 0,2 1 5 15,19-1 0-15,-12 0 1 0,-21-2 0 16,3-3 3-16,-4 0 0 0,4 2 0 0,0 1 0 16,-3-3-9-16,0 3-2 0,0-3 0 0,0 2 0 15,0-2-1-15,-3 0-8 0,3 0 12 0,-3 0-4 16,-1 0 0-16,1 0 0 0,0 0 0 0,0 0 0 0,0 0 0 0,-3 0 0 0,0-2 0 16,3 2 0-16,-3 0-8 0,-3 0 8 0,3 0-8 0,-3 0 8 31,-3 0-8-31,0 0 0 0,6 2 9 0,-6-2-9 0,0 0 8 0,3 0-8 0,-3 0 8 0,3 6-8 31,-3-6 0-31,3 2 9 0,3 4-9 0,-3-1 0 0,-3 0 8 0,0 0-8 16,0-5 0-16,0 6 0 0,0 2 0 0,0 0 0 0,0-3 0 0,0 3 0 15,0 0 0-15,0 2 0 0,0 1 0 16,0-3 0-16,-3 3 0 16,3 2 0-16,-3-3 0 0,0 1 0 15,3 2 0-15,0 0 0 0,-3 1 0 0,3 1 0 0,0-1 0 0,-3 2 0 0,3-1 0 0,-3 1 0 16,3 0 0-16,0 3 0 0,-3-3 0 0,3 2 0 15,0 1 0-15,0-1 0 0,0-2 0 16,0 5 0-16,-3-5 0 0,3 0 0 0,0 2 0 0,0 1 0 16,-3-3 0-1,3 2 0-15,0-2 0 0,-3 5 0 0,3-2 0 0,0 0 0 0,-3 2 0 0,3 0 0 16,0-3 0-16,0 4 0 0,0-1 0 0,0 3 0 16,0-3 0-16,0 0 0 0,3-3 0 0,-3 4 0 15,0-4 0-15,3 1 0 0,-3 2 0 0,0-3 0 16,3 1 0-16,-3-1 0 0,0 1 0 0,3-1 0 15,-3 4 0-15,0-1 0 0,3 0 0 0,-3 3 0 16,3-1 0-16,-3 1 0 0,0 0 10 0,3 3-10 16,-3-4 8-16,0 4-8 0,0-3 0 0,3-1 8 15,-3 1-8-15,0-3 0 0,3 1 0 0,0-1 8 16,-3 3-8-16,0-3 0 0,3 3 9 0,-3 2-9 16,0-2 0-16,3 2 8 0,-3 1-8 0,3 2 0 0,0-3 8 0,-3-2-8 15,3 3 10-15,0-4-10 0,-3 1 12 0,3-3-4 16,-3 1-8-16,3 1 12 0,-3 1-4 0,2 0 0 15,-2 2-8-15,3-2 12 0,0 3-12 16,0-3 11-16,0 2-11 0,0 1 10 0,0-1-10 0,0 0 0 16,3-2 9-16,-3 3-9 15,0-3 0-15,3-3 9 0,-3 0-9 0,0 3 0 16,0-3 11-16,0 3-11 0,0-1 10 0,0 4-10 0,-3-1 12 0,0 3-3 16,0 1-1-16,3 1 0 0,-3-2 4 0,0-2 1 0,0-1 0 0,0 1 0 31,3-3-2-31,-6-1-1 0,3-1 0 0,0-1 0 0,-3 3-10 0,3-3 12 0,0 3-12 0,0 2 12 15,0-2-12-15,0 2 10 0,0 3-10 0,0-2 10 16,0-1-10-16,0 1 0 0,3-1 9 0,-3-2-9 16,0 0 0-16,3 0 9 0,-3-3-9 0,0 3 0 31,0 0 8-31,0-1-8 0,0 1 0 0,0 3 0 0,0-1 8 0,0 3-8 0,0 0 0 16,0 0 0-16,0 0 0 0,0-2 0 0,0-1 8 0,0 1-8 15,0-3 0-15,0-1 0 0,0 1 0 0,0 0 0 16,-3 0 9-16,3 0-9 0,-3 2 0 0,3 1 9 15,-3-1-9-15,3 6 12 0,-3-3-12 0,3 5 12 32,0-5-12-32,-3 1 10 0,3-4-10 0,0 1 10 0,0-4-10 0,0 1 8 0,0-3-8 15,0 0 8-15,0 1-8 0,0 1 0 0,0-1 9 0,3 4-9 0,-3-2 0 16,0 0 8-16,3 2-8 0,-3 3 0 16,0-5 0-16,0-3 0 0,0 3 0 0,0-3 8 15,0 0-8-15,0-2 0 0,0-1 8 0,0 1-8 16,0-1 0-16,-3-2 0 0,0 3 0 0,3-1 0 15,-3-2 0-15,3 0 8 0,-3 3-8 0,3-1 0 0,0 1 0 0,-3-1 0 0,3 3 0 16,0-2 8 0,0-1-8-16,0 4 0 0,0-4 0 0,0 1 8 0,0-1-8 15,0-2 0-15,0-3 0 0,0 1 0 0,0-1 0 16,0 0 0-16,0 0 0 0,0 0 0 0,0-2 0 0,0 0 0 0,0-3 0 16,0 0 0-1,0-1 0-15,-3 1 9 0,3 0-9 0,0-2 0 16,0-1 8-16,-3 3-8 0,0-3 0 0,3 0 0 0,-3 1 11 0,0-1-11 15,3-5 10-15,-6 5-10 0,3-2 15 0,0 2-3 0,-3-2-1 0,3 2 0 32,-2-2 4-32,-1-1 1 0,6-2 0 0,-6 3 0 0,-3 0 0 0,0-1 0 0,0-2 0 15,0 0 0-15,-3 0-4 0,0 0 0 0,0 0 0 0,0 0 0 32,-3-2-3-32,-2 2-1 0,-1-3 0 0,-3 3 0 0,0-3-8 0,0 3 10 0,-6-2-10 0,1 2 10 15,-1 0-10-15,0 0 8 0,-3 2-8 0,0-2 8 16,-2 0-8-16,2 0 0 0,-6-2 0 0,1 2 0 15,-1 0 0-15,0 0 0 16,-3 0 8-16,-2 0-8 0,2 0 0 0,0 2 0 0,-2 1 0 0,-1 0 8 16,0-1-8-16,-2-2 0 0,2 0 0 0,-3 3 0 15,1 0 0-15,2-1 0 0,-3 1 0 0,-2 2 0 16,-1-2 0-16,3 0 0 0,-5-1 0 0,-1 1 0 16,4 0 0-16,2 2 0 0,-3-3 0 0,-2 4 0 0,5-1 0 15,-3-2 0-15,1-1 0 0,-1 1 0 0,1 0 0 16,2 2 0-16,0 0 8 0,-2 0-8 0,5 1 0 15,0-1 0-15,4 0 0 0,-7 1 0 16,6-1 0-16,-2 0 0 0,-1 1 0 0,-3-1 0 16,10 0 0-1,-1 0 0-15,0 1 9 0,3-4-9 0,1 4 0 0,-1-4 0 16,0 4 0-16,0-4 0 0,1 4 0 0,-1-4 0 0,3 3 0 16,-3-2 8-16,4 0-8 0,-1-1 0 0,3-2 0 0,-3 6 0 0,4-6 0 0,2 2 8 15,-3 1-8-15,0 0 8 16,0-3-8-16,1 2 0 0,-1 1 0 0,-3 0 0 15,3-1 0-15,0 1 0 0,-2-1 0 0,-1-2 0 16,3 3 0-16,3 0 0 0,0-1 0 0,1-2 0 0,-1 3 0 16,3 0 0-16,-3-3 0 0,3 2 0 0,1-2 0 0,-1 3 0 0,0-3 0 15,0 3 0-15,0-3 0 0,3 0 0 0,-3 0 0 16,4 2 0-16,2-2 0 0,0 0 0 0,0-2 0 0,0 2 8 16,0-3-8-16,3 0 0 0,0 1 8 0,1-1-8 15,2 0 0-15,0 1 9 0,0-4-9 0,3 1 0 16,-3 3 11-16,3-4-11 0,0-2 10 0,0 3-10 15,0-3 10-15,3 3-10 0,-3-3 10 0,0 0-10 16,3 0 9-16,0-3-9 0,0 1 8 0,0-1-8 16,0-2 8-16,3 0-8 0,-3 0 0 0,0-1 8 15,0 1-8-15,3 0 0 0,-3-3 0 0,0 0 8 0,0 3-8 16,0-3 0-16,0 0 0 0,0 0 0 16,0 0 0-16,1-2 0 0,-1 2 0 0,0-5 0 15,0 0 0-15,-3-1 0 0,3-1 8 0,0-1-8 0,-3 0 0 16,3-2 0-16,0-4 0 0,0 4 0 15,-3 0 0-15,3 2 0 0,3-3 0 16,-3 3 0-16,0-2 0 0,3 2 0 0,-3-2 0 0,3-1 0 16,0 1 0-16,-3-3 0 0,3-3 0 0,-3 3 0 0,3-3 0 15,0 0 0-15,0 1 0 0,0-1 0 16,0 3 0-16,0 2 0 0,0-2 0 0,0 3 0 16,0-3 0-16,0-1 0 0,0 1 0 0,0-2 0 15,0-1 0-15,0-3 0 0,0 1 0 0,0-3 0 0,0 5 0 0,-3 3 0 16,3 0 0-16,0-3 0 0,-3 3 0 0,3 0 0 15,0-3 0-15,-3 1 0 0,3-1 0 0,-3-5 0 16,3 2 0-16,-3-2 0 0,3 3 0 0,-3 0 0 0,0 2 0 0,3 0 0 16,-3 3 0-16,3 0 0 0,-3 0 0 0,3-3 0 15,0 0 0-15,-3-2 0 0,3-3 0 0,-3 2 0 16,3 1 0-16,-3 2 0 0,3 1 0 0,-3-1 0 16,3 3 0-16,-3 0 0 0,0-1 0 15,0-1 0-15,0 2 0 0,0-6 0 0,0 1 0 0,-3-3 0 16,3 2 0-16,1 4 0 0,-1-4 0 0,0 3 0 15,0 3 0-15,0 0 0 0,-3 0 0 0,3 0 0 16,0 0 0 0,0 0 0-16,3-3 0 0,-3 0 0 0,3 1 0 0,-3-4 0 0,3 3 0 0,0-2 0 15,-3 5 0-15,3 2 0 0,0 1 0 0,0 0 0 16,3 2 0-16,-3-3 0 0,0 3 0 0,3-2 0 0,-3 0 0 0,0-4 0 16,0 1 0-16,3 0 0 0,-3 0 0 15,0 0 0-15,3 3-9 0,-3-1 9 0,0 6 0 0,3-3 0 0,-3 6 0 16,0-4 0-16,3 4 0 15,-3-3 0-15,3 0 0 0,-3-1 0 0,0 1 0 16,3 0-8-16,-3-3 8 0,0 0 0 16,3 3 0-16,-3-3 0 0,0-2-8 0,0 2 8 0,3 3 0 15,-3 0 0-15,0 0 0 0,3 2 0 0,-3 1 0 16,0 2-8-16,3 0 8 0,-3-3 0 0,2 6 0 16,-2-3-8-16,0 0 8 0,3 0 0 0,-3 1 0 0,0-1 0 0,0-3-8 15,0 3 8 1,0-2 0-16,0 2 0 0,3-3-8 15,-3 1 8-15,0-3 0 0,0 2 0 0,3 1 0 0,-3-1 0 0,0 1 0 0,0 2-8 0,3 0 8 16,-3 0 0-16,0 3 0 0,3 0 0 0,-3-1 0 0,0 1 0 16,3 2 0-16,-3-2 0 15,0 3 0-15,3-1 0 0,-3 0-8 0,0-2 8 0,3 3 0 16,-3-4 0-16,0 4 0 16,3-1 0-16,-3 1 0 0,3-1 0 15,0-2 0-15,0 2-8 0,0 1 8 0,0-1 0 0,0 3 0 0,3-2 0 16,-3-1 0-16,3 0 0 0,-3 1 0 15,3 2-8-15,3 0 8 0,-3-3 0 0,3 3 0 0,-3 1-8 0,3-1 8 16,0 0 0-16,-3 0 0 0,-1 0-8 0,4 0 8 0,-3 0 0 16,3 3 0-16,-3-3 0 0,0 0 0 0,3 0 0 15,-3 2 0-15,0-1 0 0,0 1 0 0,0 1 0 0,0-3 0 16,0 3 0-16,0-1 0 0,0 1 0 16,0 0 0-16,0 0 0 0,-3-1 0 0,3 1 0 0,-3-3-17 15,0 3 3-15,3-3 1 0,-4 0 0 16,4-3-21-16,0 1-4 15,3-4-1-15,-3 4 0 0,3-3-55 0,3-1-11 16,-3-1-3-16,0-1 0 0,6-3-149 0,-3 3-31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0:47:41.81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22008 4821 1143 0,'-17'-16'24'0,"11"11"5"0,0 0-29 0,3-1 0 0,-3 4 0 0,3-4 0 15,3 6 97-15,-6-2 14 0,6 2 2 0,0 0 1 16,0 0-54-16,0 0-12 0,0 0-1 0,0 0-1 15,-6 2-37-15,3 1-9 0,-3 2 0 0,3 6 0 16,0-6 10-16,-3 6 0 0,3 2 0 0,0 0 0 31,-3 6-10-31,0 2 0 0,0 3 0 0,0 5 0 0,0 3 0 0,0 5 0 16,0 2 0-16,0 4-11 0,-2-4 11 0,2 1 0 0,0 0 0 0,-3-1-8 31,3 1 8-31,3 2 0 0,-3-2 0 0,0 2-8 0,3-2 8 0,0-5 0 0,0 2 0 16,-3-3-8-16,3-2 21 0,0-6 5 0,0 1 1 15,0-1 0-15,-3 1-31 0,3-4-5 0,0-1-2 0,0 1 0 16,0-1 19-16,3-1 0 0,-3-3 0 0,3 1 0 16,0-1 9-16,0-2-1 0,0 0 0 0,3-3 0 31,-3-2 0-31,3 2 0 0,0-5 0 0,3 3 0 0,-3-4-8 0,3 1 0 0,0 0 0 0,3-2 0 16,0-1 0-16,0 0 0 0,3-2 0 0,3 2 0 15,-1-2 32-15,1-1 0 0,6-2 1 0,0 3 0 16,0 2-16-16,3 1-3 15,2-1-1-15,1 3 0 0,0-3 4 0,0 3 1 0,0-3 0 0,2-2 0 16,1 0-27-16,0-1-6 0,0-2-1 16,2 0 0-16,4 0 16 0,0 0 0 0,6 0 0 0,-1-2 0 15,-2-1 0-15,3 3 0 0,-1-3 0 0,4 3 0 16,0 0 0-16,-1 0 0 0,7 0 0 0,-1 0 0 16,1 0 0-16,-3 3 0 0,2 0 0 0,4-1 0 15,-4 1 0-15,4 0 0 0,6 2 0 0,-4-2 0 16,1-1 0-16,-4 4 0 0,1-4 0 0,2 4 0 0,1-4 0 15,-1 6 0-15,4-3 0 0,3 3 0 0,-10-2 0 16,1 2 0-16,-7-3 0 0,7 3 0 0,-6 0 0 0,2 2 0 16,1 4 0-16,2-4 0 15,-5 1 10-15,-3-1 5 0,-1-2 1 0,1 3 0 16,-3-1-16-16,2 1-18 0,-2-3 4 16,0 2 1-16,-4-2 13 0,-2 0 0 0,0 3 0 0,-1-6 0 0,-5 1 0 0,0-1 0 15,-3-3 0-15,-1 4 0 16,1-6 0-16,-3 2 0 0,3-2 0 0,-3 3 10 0,0-3-10 0,-1-3 0 0,-2 3 0 15,0 0 0 1,0-2 0-16,0-1 0 0,0 0 0 0,-4 1 8 0,1-1 0 0,-3-2-8 0,0 0 12 0,-3 2-4 16,0-5 0-16,0 3 0 0,0-3 0 0,-3 0 0 15,-1 0 8-15,4 0 2 16,-3 0 0-16,0 0 0 0,0 0 2 0,3 0 1 0,-3 0 0 0,0 0 0 16,3 0-10-16,0 0-3 0,0 1 0 0,0-1 0 15,-1 0-8-15,4 0 0 0,0 2 0 0,0-2 0 16,0 1 0-16,0 1 0 0,-3-2 0 15,3 0 0-15,-3 0 0 0,-1 1 0 0,1-1 8 0,0-3-8 16,0-2 9-16,-3 0 0 0,0-1 0 16,0-2 0-16,-3-2-9 0,0 2 0 0,0-5 0 0,0 0 0 15,0 0 31-15,-3-1 10 0,0-1 3 0,3-1 0 16,-3 3-27-16,0-3-5 0,0 3 0 0,0-3-1 16,0 0-1-16,-3 3 0 0,0-3 0 0,0-3 0 0,0 1-10 15,0 0 12-15,0-1-12 0,-3-5 12 16,3 3-4-16,0 0 0 0,-3 0 0 0,0 0 0 0,3 2 3 0,-3 1 0 0,3 2 0 0,-3-2 0 15,3 2 0-15,-3-3 0 0,3 4 0 16,-3-4 0 0,3-2-11-16,-3 3 12 0,3-3-12 0,-3-1 12 0,3 4-12 0,-3-3 0 0,3 2 0 0,-3 1 0 31,0 2 8-31,0 0-8 0,0 3 0 0,0 0 8 16,-3 0-8-16,0 5 0 0,0-5 9 0,0 5-9 0,0-3 9 0,0 1-9 0,0-1 12 15,0 1-12-15,0 2 11 0,3-3-11 0,-3 4 10 16,0-1-10-16,0-3 12 0,4 3-4 0,-4 0-8 15,3 3 12-15,0 3-12 0,-3-6 0 0,3 5 8 0,0 1-8 16,-3-1 0-16,3 3 0 0,0 0-12 0,0 0 12 16,-3 3 0-16,0 0 0 0,0-1 0 0,0 1 0 15,-3 2 0-15,0 3 0 0,0-5 0 0,0 2 0 32,0 3 0-32,-3 0 0 0,1 0 0 0,-1 0 0 0,-3 0 0 0,0 0 0 0,-3 0 0 0,0 0 0 15,0 0 0-15,0 3 8 0,1 2 0 0,-7-5 1 31,3 0-9-31,-6 0 0 0,0 0 0 0,-5-5 0 0,-1 5 0 0,-3 0-12 0,0 0 2 0,-2 0 1 16,-1 0 17-16,3 5 4 0,1-5 1 0,-4 0 0 16,-3 0-13-16,4-5-18 0,-7 2 4 0,0-2 1 15,4 2 13-15,-1 3 0 0,3-2 0 0,-2 2 0 16,-1-3 0-16,0-2 8 0,1 2 0 0,-4-2-8 16,6 2 0-16,-5-2 0 0,2 2-10 0,0 3 10 15,0-5 0-15,7 2 0 0,-4 1 9 0,0-4-1 0,1 4-8 16,-1-3 0-16,-3 2 0 0,1 0 0 15,2 3 0-15,3-5-10 0,1 2 10 0,-1 3-13 0,3-5 13 0,0 2 0 0,1 1 0 0,-4-4 0 32,0 4 0-32,3-1 8 0,-2 0 0 0,-1 1-8 0,3 2 0 0,0 0 0 0,1 0-10 15,-1 0 10-15,0 0 0 16,0 0 0-16,-2 0 9 0,-1 2-1 16,0-2-8-16,-2 0 0 0,-1 3 0 0,0 0 0 0,4-3 0 0,2 2-12 0,-3 4 12 15,3-1-12-15,1 0 12 0,2-5 0 0,-3 3 0 0,0 2 0 31,4-2-11-31,-1 0-3 0,0 2-1 0,0 0 0 16,6 0-28-16,1 3-5 0,5-5-2 0,0 2 0 0,6 1-11 0,0-1-3 0,3-3 0 0,6 4 0 16,3-6-109-1,0 0-23-15,6 5-4 0</inkml:trace>
  <inkml:trace contextRef="#ctx0" brushRef="#br0" timeOffset="1">22366 4448 1094 0,'-18'-8'23'0,"9"8"5"15,0-3-28-15,3 3 0 0,-3 3 0 0,-3-3 0 16,3 5 11-16,0-5-3 0,-3 0-8 0,0 3 12 16,1 2-12-16,-4-2 0 0,3 0 0 0,-6 4-10 15,3-1 10-15,-6-1-12 0,-3 0 12 0,1 3-12 16,-1 0 1-16,-3 3 0 0,0-1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49:49.66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16347 3649 1925 0,'0'0'40'0,"0"0"10"0,-3-8-40 0,3 8-10 0,0 0 0 0,0 0 0 16,0 0 83-16,0 0 14 0,0 0 3 0,0 0 1 16,0 0-29-16,0 0-7 0,0 0-1 0,0 0 0 15,0 0-51-15,0 8-13 0,-3 0 0 0,0 5 0 16,3-2 0-16,-3-1 0 0,3 6 0 0,-3 0 0 15,3 0 0-15,0 0 0 0,-3 2 0 0,3 1 0 16,0-1 0-16,0 1 0 0,0-1 0 0,0-2 0 16,-3 0 54-16,3 0 8 0,0-3 2 0,-3 0 0 15,3-2-52-15,-3 0-12 0,3-4 0 0,-3 1 0 16,3 0 0-16,-3-2 0 0,3-6 0 0,0 0 0 16,0 0 0-16,0 0 0 0,0 0 0 0,0 0 0 15,0 0 0-15,-3-6 0 0,3-2 0 0,0 0 0 16,0-2 0-16,3-1 0 0,-3-7 0 0,3-1 0 15,0-2 0-15,3 0 0 0,0-3 0 0,0-5 0 16,3 3 0-16,0-1 0 0,0 1 0 0,0-1 0 16,3 6 0-16,-3-5 0 0,3 2 0 0,-1 0 0 15,-2 3 0-15,3 2 0 0,0 1 0 0,0-1 0 16,-3 9 54-16,0-6 8 0,0 5 2 0,0 1 0 16,0 2-39-16,-3 2-7 0,0 1-2 0,0 2 0 15,0 1-6-15,-1 4-2 0,-2 1 0 0,3 2 0 16,-3 3-8-16,3 0 10 0,0 3-10 0,-3 5 10 0,3-6-10 15,0 3 0-15,-3 3 0 0,3 0 0 0,-3 3 0 16,3-3 0-16,-3 5 8 0,0-3-8 0,-3 3 0 16,3 1 0-16,-3 1 0 0,0 4 0 15,0-6-25-15,0 6-4 0,-3-4-1 0,0 4 0 16,3-1 3-16,-3-5 1 0,0 3 0 0,0-5 0 16,0 2-34-16,0-3-6 0,0-2-2 0,0 6 0 15,0-12-96-15,0 6-19 0,-3-3-4 0</inkml:trace>
  <inkml:trace contextRef="#ctx0" brushRef="#br0" timeOffset="241.972">16305 3696 2229 0,'0'0'46'0,"0"0"12"15,0 0-46-15,0 0-12 0,0 0 0 0,0 0 0 16,3-2 70-16,3-1 12 0,3 1 2 0,0-1 1 16,3 3-17-16,0 0-3 0,0 0-1 0,0 0 0 15,3 0 0-15,-1 0 0 0,1 3 0 0,0-1 0 16,3-2-51-16,0 0-13 0,3 3 0 0,-3-3 0 16,5 2-151-16,-2-2-33 0,0-2-6 0</inkml:trace>
  <inkml:trace contextRef="#ctx0" brushRef="#br0" timeOffset="1899.015">17288 3538 1659 0,'0'-8'34'0,"0"8"10"0,0-8-36 0,0 3-8 0,0-1 0 0,0-2 0 16,0 6 100-16,-3-6 17 0,0-3 4 0,0 3 1 15,0 0-42-15,0 0-8 0,0-2-1 0,-3 4-1 16,3-1-16-16,-3-1-3 16,0-6-1-16,-3 6 0 0,3 0-8 0,-3 1-2 15,3-4 0-15,-3 0 0 0,-3 3-7 0,3 0-1 0,-3 1-1 0,1-1 0 16,2 2-7-16,-3-2-2 0,0-2 0 0,0 2 0 15,0 5-9-15,-3-5-1 0,3 0-1 0,0 3 0 16,-3 0 0-16,3-1 0 0,1 4 0 0,-4-1 0 16,3-5-2-16,0 3 0 0,-3 2 0 0,3 3 0 15,-3-8-9-15,0 6 10 0,3-1-10 0,-2 0 10 16,-1 1-10-16,-3-1 0 0,3 3 9 0,0-5-9 16,0 2 0-16,-3 3 8 0,0 0-8 15,1-5 0-15,-1 5 0 0,0 0 8 0,3-3-8 0,-3 3 0 16,0 0 0-16,0 3-20 0,-2-3 4 0,2 5 1 15,-3-5 15-15,3 3 0 0,0 2 0 0,-3-5 0 16,3 0 0-16,-5 3 0 0,2-1 0 0,-6-2 0 16,3 3 0-16,-3 0 0 0,4-1 0 0,-4 1 0 15,0 2 0-15,0-2 0 0,3 2 0 0,-2 3 0 16,2-5 12-16,0 5 6 0,0-3 1 0,3 3 0 16,-2 0-31-16,2 0-5 0,-3 0-2 0,0 2 0 15,3-2 19-15,-3 0 0 0,1 5 0 0,-1-2 0 16,3 0 0-16,-3 5 0 0,3-1 0 0,-2-1 0 0,2 2 0 15,0-3 0-15,3 5 0 0,-3-2 0 0,6 3 0 16,-3-6 0-16,4 5 0 0,-4-2 0 0,3 3 0 16,0-1 16-16,-3 1-4 0,0-1 0 0,3 1-12 15,0-3-16-15,1 5 3 0,-4-5 1 0,3 5 12 0,0 3 0 0,0 0 0 16,0 2 0-16,0-2 0 0,3 0 0 0,-3 2 0 0,4-2 0 16,-4 0 0-1,3 0 0-15,0-1 0 0,3-4 0 0,-3 2 0 0,3-2 0 16,3-1 0-16,-3-2 0 0,3 3 0 15,3-1 0-15,-3 3 0 0,3 0 0 0,0-2 0 0,3 5 0 16,-3-6 0-16,3 3 0 0,3 1 0 0,-3-4 0 16,3 1 0-16,0-1 0 0,3 1 0 0,0-3 0 0,0 2 0 0,0-2 0 15,3 0 0-15,3 0 0 0,-3-3 0 0,3 3 0 16,0-3 0-16,3 0 0 0,-1-2 0 0,4 2 0 16,-3 0 0-16,3-2 0 0,0 2 0 0,0 0 0 15,0 1 0-15,0-1 0 0,-1 0 0 0,1 0-9 16,0-2 9-16,-3 2 0 0,3-2 0 0,0 5 0 15,3-9 0-15,-4 4 0 0,4-3 0 0,3 3 0 16,-3-1 0-16,3-2 0 0,0-3 0 0,2 3 0 16,4-2 0-16,-3-1 0 0,3-2 0 0,-1 2 0 15,-2 0 0-15,3-2 0 0,0-1 0 0,2 1 0 16,1 0 0-16,0-1 0 0,0 4 0 0,2-4 0 16,1-2 0-16,0 3 0 0,0-3 0 0,-4 3 0 15,4-3 0-15,-6 2 0 0,3-2 0 0,-1 3 0 16,-2-3 0-16,3 0 0 0,0 0 0 0,-1 0 0 0,1-3 0 15,-3 3 0-15,3-2 0 0,-1-1 0 16,-2 0 0-16,0 1 0 0,0-4 0 0,-1 1 0 16,1 2 0-16,0-2 0 0,0 0 0 0,-1 0 0 0,-2-1 0 15,3 4 0-15,0-9 0 0,-1 3 0 0,-2 0 0 16,0 0 0-16,0 0 0 0,0 0 0 16,-4-2 0-16,4 4 0 0,-6-7 0 0,3 3 0 0,0-1 0 15,0 1 0-15,-4-1 0 0,4-2 0 0,0 2 0 0,-3 1 0 16,3-1 0-16,-1 0 0 0,-2-2 0 0,-3 0 0 0,3 2 0 15,0-2 0-15,-3 0 56 0,0-6 6 0,-1 3 2 16,-2-2 0-16,0 2-52 0,0-2-12 0,-3-1 0 0,0 0 0 16,-3 1 0-16,3-1 0 0,-3 1-12 0,-3-3 12 15,2 5 0-15,-2-8 0 0,0 6 8 0,-3-1-8 16,3 1 0-16,-3 2 0 0,3 0 0 0,-3 0 0 16,-3 3 0-16,3-6 0 0,-3 9 0 15,0-9 0-15,0 3 33 0,0 0 1 0,-3-2 0 0,3 5 0 16,-3-6-3-16,0 0-1 0,3 1 0 0,-3-1 0 15,-3 1-30-15,3-1 0 0,0 1 0 0,-3-1 0 16,0 1 0-16,4-1 0 0,-4 6 0 0,0-5 0 16,0 4 0-16,0 1 0 0,0-3 0 0,0 6 0 15,0-1 0-15,-3-2 0 0,0 5 0 0,3-5 0 16,-3-1 0-16,0 4 0 0,0 2 0 0,0-5 0 16,0 2 0-16,-3 0 0 0,4-2 0 0,-4 3 0 15,3 2 0-15,-3-8 0 0,0 5 0 0,0 1 0 16,0 2 0-16,0-5 0 0,-3-1 0 0,0 4 0 15,3-4 0-15,-2 1 0 0,-1 3 0 0,-3-4 0 16,3 7 0-16,0-7 0 0,0 4 0 0,0-1 0 16,0 1 0-16,1 2 0 0,-1 0 0 0,0 2 0 0,0-2 0 15,0 0 0-15,0-2 0 0,0 5 0 0,0-1 0 0,-2-2 0 16,2 0 0-16,0 3 0 0,0 0 0 0,0 2 0 0,-3-2 0 0,0 2 0 16,3-2 0-16,-2 2 0 15,-1 3 0-15,3 0 0 16,-3-5-45-16,0 5-15 0,0 5-4 0,3-5 0 0,0 0-66 15,1 3-14-15,-1-3-2 0</inkml:trace>
  <inkml:trace contextRef="#ctx0" brushRef="#br0" timeOffset="2598.289">16475 2127 1997 0,'0'-8'56'0,"0"3"13"0,0 0-55 0,0 2-14 0,0-2 0 0,0 5 0 16,0-3 93-16,0-2 16 0,0 2 3 0,0 3 1 15,0 0-41-15,0 0-8 0,0 0-1 0,0 0-1 16,0 0-26-16,0 0-6 0,0 0-1 0,0 0 0 15,0 0-17-15,0 0-4 0,3 3-8 0,-3 5 12 16,3 5 1-16,-3 0 0 0,3-2 0 0,-3 7 0 16,3-2-29-16,-3 6-5 0,0-4-2 0,0 9 0 15,3-4 47-15,-3 4 10 0,3-1 2 0,0 3 0 16,-3-2-26-16,3 2-10 0,0-5 8 0,0 5-8 16,0 0 0-16,0 3 0 0,0 2 8 0,3-5-8 15,-3 3 0-15,0 0 0 0,0-3 0 0,0 5 0 16,-1-10 0-16,1 2 0 0,-3-2 0 0,3 0 8 15,-3-3-8-15,3 0 0 0,-3 1 0 0,0-7 8 16,3 1-8-16,-3 6 0 0,0-9 9 0,0 3-9 16,0-3 0-16,0 3 0 0,-3-8 0 0,3 2 0 15,0 1-24-15,-3-3-5 0,3 0-2 0,0-6 0 16,0-2-156-16,0 0-31 0,0 0-6 0</inkml:trace>
  <inkml:trace contextRef="#ctx0" brushRef="#br0" timeOffset="4002.643">17151 1990 1451 0,'-3'5'61'0,"-3"3"-49"15,3 0 40-15,0 0 7 0,0 5 1 0,0-2 1 16,0 2-41-16,0 3-8 0,0 2-1 0,3 1-1 16,-3-1-10-16,3 1 0 0,0 2 0 0,0 0 0 15,0 0 0-15,3-7 0 0,-3 2 0 0,0 5 0 16,0-11 0-16,0 3 0 0,0 1 0 0,0-6 8 16,0 0 14-16,0-6 2 0,0-2 1 0,0 0 0 15,0 0 31-15,0 0 7 0,0 0 1 16,0 0 0-16,0 0 0 0,0-8 0 0,0 0 0 0,0-2 0 15,3-3 0-15,-3-3 0 0,3-5 0 0,0-1 0 16,3 1-19-16,-3-3-3 0,3-2-1 0,0-1 0 16,3 1-14-16,-3 2-3 0,2-5-1 0,4 0 0 15,-3 0-23-15,3 0 0 0,0-3 0 0,0 3 0 16,0-6 56-16,0 6 6 0,0-2 2 0,0 7 0 16,0-3-52-16,-1 4-12 0,1 7 0 0,0-5 0 15,0 5 0-15,-3 2 0 0,0 6 0 0,0-5 0 16,0 5 0-16,0 6 0 0,0-4 0 0,0 1 0 15,0 2 0-15,0 3 0 0,-3 0 0 0,2 0 0 16,-2 3 0-16,0 2 0 0,3 1 0 0,-3 2 0 16,-3 0 0-16,3 2 0 0,-3 1 0 0,0 5 0 15,-3-6 0-15,-3 9 0 0,0-1 0 0,0 1 0 0,-3 2 0 16,0-3 0-16,-3 4 0 0,0-1 0 16,0 0-48-16,-2-5-13 0,-1 0-3 0,-3 0 0 15,3 2 52-15,-3-2 12 0,0-3 0 0,-3 3 0 16,3-5 0-16,-2-1 0 0,2 1 0 0,0 2 0 0,0-5 0 15,0 0 0-15,3-3 0 0,-3 3 0 0,3 0 0 0,3-5 0 0,3 7 0 16,-3-7 0-16,4 2 0 0,-1 3 0 0,3-5 0 16,0 2 0-16,3-5 0 0,0 5 0 0,0 3 0 0,0-5 0 15,0-3-9-15,0 8 1 0,3-3 0 0,0 3 0 16,0-3 8-16,2-2 11 0,-2 2-3 0,3 3 0 16,0-5-8-16,0 2 0 0,3 1 0 0,0 1 0 15,0-4-22-15,3 2-6 0,-3-2-2 0,0 2 0 16,3-2-3-16,0 2-1 0,0-5 0 0,2 3 0 15,-2 0 34-15,0-3 0 0,0 2 0 0,0-2 0 16,0 0-58-16,0 0-5 0,0 0-1 16,0 0 0-16,0 0 32 0,0-2 5 0,-1-1 2 0,1 3 0 15,0-3-12-15,-3 3-3 0,3-5 0 16,-3 2 0-16,-3 3 16 0,3-5 4 0,-3 2 0 0,0-2 0 16,0 2-19-16,-3 3-3 15,0-5-1-15</inkml:trace>
  <inkml:trace contextRef="#ctx0" brushRef="#br0" timeOffset="5568.916">17558 2143 1579 0,'15'-8'32'0,"-12"8"10"0,6-5-34 0,-3 2-8 0,3-2 0 0,0 2 0 16,0-2 104-16,0 5 20 0,0-8 3 0,0 8 1 16,0-8-103-16,0 8-25 0,0-8 0 0,-3 8 0 15,-1-8 56-15,1 8 7 0,0-5 1 0,-3 0 0 16,-3 5-20-16,0 0-4 0,-3-3-1 0,3-5 0 15,-3 3 1-15,-3 2 0 0,3 3 0 0,-5-5 0 16,2 5 7-16,-3-3 1 0,-3 3 1 0,3 3 0 16,-3-3-39-16,-3 5-10 0,3-5 0 0,-3 8 0 15,3-5 0-15,-3 5 0 0,1-3 0 0,2 8 0 16,0-5-49-16,0 3-12 0,3-1-3 0,0 6 0 16,3-5 52-16,0 7 12 0,3-2 0 0,3-2 0 15,0 1 0-15,0-1 0 0,3 2 0 0,0-6 0 16,3 3 0-16,0 1 0 0,0-7 0 0,3 7 0 0,0-6 0 15,3-6 0-15,0 4 0 0,2 2 0 0,-2-8 0 0,3 0 0 16,3 0 0-16,-3-6 0 0,3 4 13 0,0-4 6 0,0-2 1 16,-1 0 0-16,1 0 4 0,-3 1 2 0,3-7 0 15,-3 1 0-15,0 3-6 0,0-6-2 0,-3 2 0 0,2-1 0 16,-2-4 37-16,0 0 7 0,3 1 2 0,-6 2 0 16,0 0-52-16,0 0-12 0,-3-2 0 15,0 7 0-15,-3-5 54 0,0 3 8 0,0 5 2 16,-3-5 0-16,0 5-52 0,0 0-12 0,-3 0 0 15,-3 3 0-15,3 2 0 0,3 3 0 0,-6-5 0 0,0 5 0 16,6 0 0-16,-6 0 0 0,6 0 0 0,-6 5 0 16,6-5 0-16,-6 3-13 0,3 2 2 0,3 3 1 15,0 0 10-15,0 0 14 0,3 5-3 0,0-5-1 16,3 3-10-16,0-1 0 0,3 6 0 0,0-3 0 16,0 3 0-16,0 0 0 0,3-3 0 0,-3 6 0 15,0-1 0-15,2-2 0 0,-2 0 0 0,-3 0 0 16,3 3 0-16,-3-9 0 0,-3 3 0 0,0 1 0 15,0-4-49-15,0 1-12 0,-3-1-3 0,-3-2 0 16,0-2 52-16,0 2 12 0,0-6 0 0,-3 3 0 16,6-5 0-16,-6 6 0 0,0-4 0 0,0-2 0 15,6 0-54-15,-6 0-8 0,6 0-2 0,0 0 0 16,0 0 52-16,0 0 12 0,0 0 0 0,-3-2 0 16,6-4 0-16,0 1 0 0,0 3 0 0,6-6 0 15,0 0 0-15,0 0 0 0,3-3 0 0,0 3 0 16,3-2 0-16,-3-4 0 0,3 1 0 0,2 3 0 0,-2-9 0 15,0 8 0-15,3-4 0 0,-3 1 0 0,0-2 33 16,-3 3 10-16,3-3 1 0,-3-2 1 0,-1 7-21 16,-2-2-5-16,-3 0-1 0,3 5 0 0,-6-3-18 15,3 1 0-15,-3 2 0 0,-3 5 0 0,0-5 58 0,0 3 5 16,-3 2 1-16,3 3 0 0,-3-8-52 0,-3 6-12 16,-3 2 0-16,3 0 0 0,-3 0 0 0,1 2 0 0,-1 1 0 15,0 2 0-15,-3-2 0 0,3 2 0 16,-3 3 0-16,3 0 0 0,0 0 0 0,0 5 0 0,3-5 0 0,0 5 0 15,3 3 0-15,0 0 0 0,0-3 0 0,3 3 0 16,0 5-8-16,3-5-2 0,3 0 0 0,-3 0 0 16,6 3-34-16,-3-9-8 0,3 3 0 15,3 1-1-15,-3-6 42 0,3-1 11 0,0-1 0 0,3 2 0 16,-4-8 0-16,7 0 0 0,-3 0 0 0,3-6 0 16,3 1 0-16,0 2 0 0,3-10 0 0,-1 3 0 15,1-1 0-15,3-5 0 0,-3 6 0 0,0-12 0 16,-1 7 0-16,-2 1 0 0,0-7 0 0,-3 5 0 15,0-5 0-15,-3 5 0 0,-3-5 0 0,0 0 0 16,-1 0 49-16,-2 2 12 0,0-7 3 0,-3 5 0 16,0-3-54-16,-3 0-10 0,0 3 0 0,-3-3 0 15,3 3 0-15,-3 0 0 0,-3-3 0 0,3 5 0 16,-3 3 56-16,3 6 6 0,-3-3 2 0,0 5 0 16,3 0-64-16,0 2-18 0,0 6-1 0,0 0 0 15,0 0 19-15,0 0 0 0,0 0 0 0,-3 14 0 0,0 2 0 16,0-1 0-16,0 7 0 0,0-1 0 15,0 0 0-15,3 3 0 0,-3 0 0 0,0 2 0 0,0-2 12 16,3 5 5-16,0-8 2 0,-3 8 0 0,3-5-19 16,0 5 0-16,0 0 0 0,0 0 0 0,0 0 0 0,0-2 0 0,0 2 0 15,0-2 0-15,0-4 0 0,0-2 0 0,0 1 0 0,-3-4 0 32,3-5-48-32,0 1-12 0,0-4-4 0,0 1 0 15,0-3 0-15,0 0 0 0,3-8 0 0,-3 0 0 0,0 0 0 16,0 0 0-16,6 0 0 0,0-8 0 0,-3 0 43 15,0-3 8-15,0 1 1 0,-3 2 1 0,0-6 11 0,0-1 16 16,-3 1-4-16,0-2-1 0,0 1-11 0,-3-4 0 0,3 3 0 0,-6 0 0 16,4 0 46-16,-1-2 7 0,3 7 2 0,-3-5 0 15,3 3 14-15,0 5 3 0,3 0 1 0,0 0 0 16,3 3-58-16,0-3-15 0,0 3 0 0,3 2 0 16,3-2 0-16,-1 2 0 0,4 3 0 0,0-5 0 15,0 2 31-15,6-2 3 0,-3 5 1 0,6-5 0 16,3 5-5-16,2-3-1 0,4 3 0 0,0 0 0 15,3 0-29-15,-1-5 0 0,1 5 0 0,3-3 0 16,-3 3-96-16,-4-5-26 0,4 2-5 0,0-2-1 16,-3 0 0-16,-1 2 0 0,4 3 0 0</inkml:trace>
  <inkml:trace contextRef="#ctx0" brushRef="#br0" timeOffset="7444.778">16267 2839 1579 0,'0'0'32'0,"0"0"10"16,0 0-34-16,0 0-8 0,0 0 0 0,0 0 0 16,0 0 104-16,0 0 20 0,0 0 3 0,0 0 1 15,0 0-52-15,0 0-9 0,0 0-3 0,0 0 0 16,0 0-22-16,6 0-5 0,-3 5-1 0,2-5 0 15,1 0-18-15,-3 3-4 0,3 0-1 0,0-1 0 0,-3 4-3 0,3-4-1 16,0 4 0-16,0 2 0 0,3-1-1 16,-3-4-8-16,0 8 12 0,3-3-4 0,-3 0-8 0,3 2 0 0,0 1 9 0,-3-1-9 15,3 1 0-15,0 0 0 16,-1 2 0-16,-2-3-8 0,3 1 8 0,0 0 0 16,-3-4 0-16,3 4 0 15,0 0 0-15,-3-3 0 0,3-1 0 0,-3 1 0 0,0 3 0 0,-3-3 0 16,3-5 0-16,0 5 0 0,-3-6 0 0,3 3 0 15,-3-2 0-15,0 0 0 0,3 2 0 0,-3-2 0 0,-3-3 0 0,3 5 0 16,-3-5 0-16,3 0 0 0,-3 0 0 0,5 3 0 16,-5-3 0-16,3 0 0 0,-3 0 0 0,3 5 0 15,-3-5 49-15,0 0 12 0,6-5 3 0,-6 5 0 16,3 0-28-16,0-3-4 0,0-2-2 0,0 2 0 16,0 3-4-16,-3-8-1 0,3 3 0 0,0 0 0 15,0-3-13-15,0 5-2 0,0-10-1 0,0 5 0 16,0-5-9-16,0 2 0 0,0-2 0 0,0 0 0 15,0-3 0-15,3 0 0 0,0 0 0 0,0 3 0 16,0-3 0-16,-3 3 0 0,3 5 0 0,0-6 0 16,0 4-49-16,0-1-12 15,3 3-3-15</inkml:trace>
  <inkml:trace contextRef="#ctx0" brushRef="#br0" timeOffset="13646.204">15314 4112 1516 0,'-30'8'32'0,"18"-6"6"0,3 4-30 0,-2-4-8 0,2-2 0 0,-3 6 0 16,0-6 105-16,0 2 20 0,-3-2 4 15,0 0 1-15,0 0-42 0,0 0-8 0,-2 0-1 0,2 0-1 16,-3 0-10-16,0-2-3 0,0 2 0 0,0-6 0 15,0 4-52-15,0-4-13 0,1 1 0 0,-4 0 0 16,3 2 54-16,-3-5 8 0,-3 0 2 0,0 0 0 16,-2 0-52-16,-4 1-12 0,0-1 0 0,-3-6 0 15,1 4 0-15,-4-1 0 0,0 1 0 0,-2-1 0 16,2 0 18-16,-3 4 1 0,0-9 0 0,1 5 0 16,-1-5-7-16,-3 0 0 0,4-2-1 0,-4-1 0 15,9-5 2-15,1 3 1 0,-1-5 0 16,3-1 0-16,3 4-14 15,0-4 0-15,1 6 0 0,-1-6 0 0,3 4 0 0,3-1 0 16,-3-3 0-16,4 1 0 0,2-1 11 0,0-4-11 0,3 2 12 0,0-8-12 16,6 2 8-16,0-2-8 0,3 0 0 0,3 0 0 15,3 5 0-15,0 3 0 0,0-3 0 0,3 1 0 16,6-1 0-16,0 0 0 0,0-2 0 0,3 2 0 16,0-5 0-16,3 3 0 0,3 2 0 0,-4-5 0 15,1 8 0-15,3 0 18 0,0 5-2 0,0 3-1 16,-3-6-15-16,0 3 0 0,0 0 0 0,-1 3 0 15,4-5 0-15,0 2 0 0,3 0 0 16,0-5 0-16,6 5 0 0,2 3 0 0,1-5 0 0,3 7 0 16,0-2 0-16,-1 5 0 0,1 3 0 0,0 0 0 15,-3 2 0-15,-1 0 0 0,-2 4 0 0,6-4 0 0,-3 3 0 0,2 3 0 16,4-1 0-16,0 4 0 0,0-3 25 0,-4 5 3 0,1 0 0 0,-3 5 0 16,-3-5-28-16,2 2 0 0,-5-2 8 15,3 6-8 1,0-1 0-16,0 3 0 0,2-5 0 0,4 5 0 0,-3 5 0 0,0 0 0 0,2 3 0 15,-2 0 0-15,-3 5 0 0,0 0 0 0,-3 3 0 0,-4 0 0 16,4 2 0-16,-6-5 0 0,0 3 8 0,3-3-8 16,-3 1 0-16,-1 1 0 0,1-7 0 0,3 5 0 15,-3-5 0-15,0 5 0 0,-3-5 0 0,3 5 8 16,-1 1-8-16,1-1 0 0,-3 5 0 0,3 1 0 16,-3 2 0-16,-3-5 0 15,3 5 0-15,0-5 0 0,-3 2 0 0,-1-7 0 0,1-1 0 16,-3 1 0-16,3-1 0 0,-3 1 0 0,0-1 0 0,-3-2 0 15,0 0 0-15,0-3 0 0,3 0 0 16,-3 3 0 0,-3-3 0-16,3 3 0 0,0-5 0 0,-3-1 0 0,0 6 0 0,3-5 0 15,-3 0 8-15,0-1-8 0,0 3 0 0,0-7 0 0,-1 4 9 0,1 3-9 16,0-10 0-16,0 5-13 0,0-5 1 0,0 2 1 16,0 0-21-16,-3-5-5 0,3 6-1 0,0-6 0 15,3 2-114-15,0-2-24 0,-3 6-4 16</inkml:trace>
  <inkml:trace contextRef="#ctx0" brushRef="#br0" timeOffset="16944.611">15508 3302 1922 0,'0'0'54'0,"0"0"13"0,0 0-54 0,0 0-13 0,-6 0 0 0,6 0 0 15,0 0 77-15,0 0 13 0,0 0 2 0,0 0 1 16,0 0-23-16,0 0-5 0,0 0-1 0,0 0 0 16,0 0 0-16,0 0 0 0,0 0 0 0,0 0 0 15,0 0-48-15,0 0-16 0,0 0 8 0,0 0-8 16,0 0 19-16,3 3 0 0,-3 2 0 0,6 0 0 15,-3 3-9-15,-1-5-2 0,1 5 0 0,3-3 0 16,0 1-8-16,0 1 12 0,0 1-12 0,0 0 12 16,0-5-12-16,3 5 0 0,0 3 0 0,-3-4 0 15,3 1 27-15,0-2 0 0,0 4 0 0,3-2 0 16,-3-2-27-16,0 1 0 0,-1-1 0 0,4 2 0 16,-3 0 0-16,0-6 0 0,0 4 0 0,0-1 0 15,0 0 0-15,-3-2 0 0,3 5 0 0,0-6 0 16,-3 4 0-16,0-6 0 0,0 2 0 0,0 4 0 15,-3-6 0-15,3 2 0 0,-3-2 0 0,3 0 0 16,-3 0 0-16,2 0 0 0,-2 0 0 0,0-2 0 16,3 2 0-16,-3-6 0 0,0 4 0 0,3 2 0 0,-3-8 0 0,0 0 0 0,0 2 0 15,0-1 0-15,0-1 0 0,0-8 0 0,0 5 0 16,0 1 0-16,0-6 56 0,0 2 7 16,-3-4 1-16,3 2 0 0,-3-2-52 0,0 4-12 0,3-4 0 0,-3 2 0 15,3 0 0-15,-3 3 0 0,3 2 0 16,0-5 0-16,-3 6 0 0,3-1 0 0,0 3 0 15,0-2 0-15,0 2 0 0,0-3 0 0,3 3 0 16,-3 0 0-16,0 3-48 16,0-3-13-16,0 3-3 0,0-3 0 0,0 3-102 15,3-1-21-15,-3 1-4 0</inkml:trace>
  <inkml:trace contextRef="#ctx0" brushRef="#br0" timeOffset="19938.092">12954 2696 2006 0,'-12'-16'42'0,"9"11"9"16,0 0-41-16,0-3-10 0,0 5 0 0,0-5 0 0,0 3 117 0,3-3 22 16,0 3 4-16,-3 2 1 0,3-5-116 0,0 8-28 0,0 0 0 0,0 0 0 15,0-8 57-15,0 8 6 0,0 0 1 0,0 0 0 32,0 0-52-32,0 0-12 0,0 0 0 0,0 0 0 0,0 0 0 15,3 8 0-15,-3 0 0 0,3 0 0 16,-3 5 0-16,3-5 0 0,0 5 0 0,0 3 0 0,0-8 19 0,0 6 1 0,3-4 0 0,0 3 0 15,0 1-20-15,0-4 0 0,2 3 0 16,-2-5 0-16,3 0-12 0,0 0-7 0,0 0-1 0,0 0 0 16,0-5 0-16,0 2-1 0,0-2 0 0,0-1 0 15,0-2 10-15,-3 0 3 0,3 0 0 0,-3 0 0 16,0-2 8-16,-3-1 0 0,3-2 0 0,-4 2 0 16,1 0 27-16,0-5 1 0,0 3 0 0,-3-3 0 15,0 0 12-15,0 3 2 0,0-3 1 0,0-3 0 16,0 4-5-16,-3-4-1 0,0 0 0 0,0 3 0 15,3-5 8-15,-2 0 2 0,-1 0 0 0,3 2 0 16,-3-2-56-16,3 5-11 0,0 0-3 0,0 0 0 16,0 3 23-16,0 5 0 0,0 0 10 0,0 0-10 15,0 0 0-15,0 0 0 0,0 0 0 0,6 5 0 16,-4 3 0-16,4-3 0 0,0 6-9 0,3 2 9 16,-3-5-10-16,3 5 10 0,0-5-12 0,0 3 12 15,0-1-23-15,0-2 3 0,3 3 0 0,0-3 0 16,-3 2-4-16,3-2-1 0,-3-5 0 0,-1 5 0 15,1-3 7-15,0-2 2 0,0 0 0 0,-3-1 0 16,0-2 16-16,0 0 0 0,0 0-8 0,0 0 8 16,-3-2 0-16,0-1 14 0,0 0-2 0,0-2-1 0,0-3 5 0,-3 5 0 15,3-5 1-15,-3-5 0 0,0 5 38 0,3-5 7 0,-3-3 2 16,3 0 0-16,-3-5-30 0,0 5-6 0,0-10 0 0,0 5-1 16,3-3-17-16,-3 3-10 0,3 2 12 15,-3-2-12 1,3 0 0-16,0 5 0 0,-3 0 0 0,3 3 0 0,0 0 0 0,0-1-11 0,0 4 0 0,0 2 0 31,0 0-86-31,3-3-18 0,-3 3-3 0,2 6-1 0,-2-4-101 16,0 4-20-16</inkml:trace>
  <inkml:trace contextRef="#ctx0" brushRef="#br0" timeOffset="20200.977">13412 2540 1990 0,'0'0'41'0,"0"0"11"0,0 0-42 0,0 0-10 0,0 0 0 0,0 0 0 16,-3 0 103-16,3-8 18 0,0 3 4 0,0 0 1 15,3-3-51-15,0 5-11 0,0-8-1 0,3 4-1 16,0 4-12-16,3-5-2 0,-3 0-1 0,3 0 0 16,3 3-17-16,-3-3-3 0,2 3-1 0,-2 2 0 15,6-5-10-15,-3 8-1 0,0-8-1 0,0 5 0 16,-3 1-14-16,3-4 0 0,0 4 0 0,-3 2 0 15,0-5 8-15,0 2-8 0,-1 3 0 0,-2 0 9 16,0 0-19-16,0-5-4 0,0 5-1 0,-3 0 0 16,0 0-29-16,-3 0-7 0,3 5-1 0,-3-5 0 15,3 3-184-15,-3-3-38 0</inkml:trace>
  <inkml:trace contextRef="#ctx0" brushRef="#br0" timeOffset="20425.969">13528 2593 1607 0,'0'0'68'0,"0"0"-55"16,0 0 99-16,0 0 19 0,0 0 4 0,0 0 1 16,0 0-70-16,0 0-14 0,0 0-2 0,0 0-1 15,0 0 14-15,0 0 2 0,0 0 1 0,0 0 0 16,6 0-13-16,0 0-2 0,-3-5-1 0,3 5 0 16,0-3-12-16,0 3-2 0,0-5-1 0,0 2 0 15,0-5-19-15,3 6-4 0,-3-1-1 0,3-2 0 16,-1 2-11-16,1-5 0 0,0 3 0 0,-3 2 8 15,3-5-20-15,0 3-4 0,3 0 0 0,-6-3-1 16,3 0-188 0,-3 0-38-16</inkml:trace>
  <inkml:trace contextRef="#ctx0" brushRef="#br0" timeOffset="20786.44">13787 2336 2066 0,'0'0'43'0,"0"0"10"16,-6 0-42-16,6 0-11 0,-6-2 0 0,6 2 0 15,0 0 104-15,-6 0 20 0,6 0 3 0,0 0 1 16,0 0-54-16,0 0-10 0,0 0-3 0,0 0 0 16,0 0-46-16,0 0-15 0,-3 0 8 0,-3 8-8 15,6-6 0-15,-3 4 0 0,3 2 0 0,-3-3 0 16,3 3 0-16,0 0 0 0,3 0 0 0,-3 5 0 0,0-5 0 16,3 0 0-16,0 0 0 0,0 0 0 0,0 5 0 0,0-5 0 15,3 0 0-15,0 0 0 16,0 0 0-16,0 0 0 0,0 0 0 0,0-3 0 15,0 0 19-15,0 3 0 0,0-8 0 0,-3 3 0 0,3-3-19 16,-6 0 0-16,6 0 0 0,0-3 0 0,-3 3 0 16,3-8 0-16,0 3 12 0,-4-3-12 0,4 0 35 0,-3 0 0 15,0 0 0-15,0 3 0 0,0-3-1 16,0 0 0-16,-3-5 0 0,3 5 0 0,-3 0-13 0,0 0-2 0,-3-5-1 16,3 5 0-16,-3-6-10 0,0 1-8 0,0 3 12 0,0-4-12 15,0 1 0-15,0 3 0 0,0-6 0 0,-2 5 0 16,2 1-26-16,-3 2-6 15,0-6 0-15,3 9-1 0,-3-3-103 0,3 6-21 0,0-4-4 16</inkml:trace>
  <inkml:trace contextRef="#ctx0" brushRef="#br0" timeOffset="21614.63">14147 2164 1789 0,'0'0'37'0,"0"0"9"0,-3-5-37 15,3 5-9-15,0-3 0 0,0-4 0 0,0 7 112 0,0 0 20 0,-3-6 4 0,3 6 0 16,0 0-57-16,0 0-12 0,0-5-3 0,0 5 0 16,0 0 0-16,0 0 0 0,0-3 0 0,0 3 0 15,0 0 0-15,0 0 0 0,0 0 0 0,0 0 0 16,0 0-51-16,-3 8-13 0,0 0 0 0,-3 0 0 16,6 5 0-16,-3-2 0 0,0 7 0 0,0-2 0 15,0-2 0-15,1 1 0 0,-1 7 0 16,0-7 0-16,0 1 0 0,-3 0 0 0,3 3 0 0,0-3 0 15,0-3 0-15,0 3 0 0,0-6 0 0,-3 4 0 16,3-1 0-16,0-3 0 0,0 4 0 0,-3-1 0 16,3-5 0-16,0 5 0 0,0-5 0 0,-3 3 0 15,3-1 0-15,3-2 0 0,-3 3 0 0,0-3 0 16,3 2 0-16,0-2 0 0,0-5 0 0,0 5 0 16,0-3-100-16,0-5-22 15,0 0-5-15</inkml:trace>
  <inkml:trace contextRef="#ctx0" brushRef="#br0" timeOffset="50499.811">16526 4824 888 0,'0'0'18'0,"0"0"6"16,0 0-24-16,0 0 0 0,0 0 0 0,0 0 0 0,0 0 48 15,0 0 4-15,0 0 2 0,0 0 0 16,0 0 8-16,0 0 2 0,0 0 0 0,0 0 0 0,0 0 0 0,0 0 0 0,0 0 0 0,0 0 0 15,0 0-52-15,0 0-12 16,0 0 0-16,0 0 0 0,0 0 54 0,0 0 8 0,0 0 2 0,0 0 0 16,0 0-20-16,0 0-3 0,0 0-1 15,0 0 0-15,0 0 0 0,0 0-1 0,0 0 0 0,0 0 0 16,0 0 8-16,0 0 1 0,0 0 1 0,0 0 0 16,0 0-28-16,0 0-5 0,0 0-2 0,0 0 0 15,0 0 29-15,0 0 5 0,0 0 2 0,0 0 0 16,0 0-39-16,0 0-11 0,3 5 0 0,-3-5 0 15,0 0 0-15,3 8 0 0,-3-8 0 0,0 0 0 16,0 0 52-16,2 3 10 0,-2-3 2 0,0 0 0 16,0 0-64-16,0 2 0 0,0-2-14 0,0 0 2 15,3 5 12-15,-3-5 16 0,0 6-4 0,0-6-1 16,0 0-11-16,3 5 0 0,-3-5 0 0,0 5 0 16,0-5 0-16,3 6 0 0,-3-6 0 0,0 8 0 15,0-8 53-15,3 2 9 0,-3-2 2 0,0 8 0 16,0-8-52-16,0 5-12 0,0 1 0 0,0-1 0 15,3 3 0-15,-3-3 0 0,0 1 0 0,0 1 0 16,0-1 0-16,0 2 0 0,0-3 0 0,0 3 0 16,0 0 0-16,0 0 0 0,0 2 0 0,0-2 0 15,0 3 0-15,0 2 0 0,0-5 0 0,0 3 0 16,3 2 0-16,-3-2 0 0,0-1 0 0,0 3 0 16,0-5 0-16,0 3 0 0,0-1 0 0,0 4 0 15,0-4 0-15,0 1 0 0,0-1 0 0,0 1 0 16,0 0 0-16,0-1 0 0,0-2 0 0,0 3 0 15,0-1 0-15,-3 1 0 0,3-1 0 0,0 1 0 0,0 0 19 0,-3-1 1 16,3 1 0-16,0-1 0 0,0 1-20 16,0 0 8-16,0-1-8 0,0 3 0 0,0-2 8 0,-3 2-8 15,3-2 0-15,0 2 0 0,0-2 0 0,-3 2 0 0,3-3 8 0,0 4-8 16,0-1 0-16,0-3 10 0,0 4-10 0,0-4 8 16,0 3-8-16,-3-2 8 0,3 0-8 0,0-1 8 31,0 1-33-31,0-1-7 0,0-2-2 0,0 3 0 0,0-3 78 0,0 2 16 0,0-2 4 15,0 3 0-15,0-3-52 0,0 2-12 0,0 1 0 0,0 0 0 16,0-3 0-16,-3-1 0 0,3 4 0 16,0-3 0-16,0 0 0 0,0 0 0 0,0 0 0 0,0 2 0 15,0-2 0-15,0 0 0 0,0 0 0 0,0 0 0 16,0 0 0-16,0 0 0 0,0 0 0 0,0 0 0 16,0 0 0-16,-2 0 0 0,2-3 0 0,0 3 0 15,0 0 0-15,0 0 0 0,0-3 0 0,0 3 0 16,0 0 0-16,0-3 0 0,0 1 0 0,0 2 0 15,0-3 0-15,0 0 0 0,0 3 0 0,2-3 0 16,-2 1 0-16,0-1 0 0,3 3 0 0,-3-3 0 16,0 1 0-16,0-1 0 0,0-5 0 0,0 5 0 15,3 0 0-15,-3 1 0 0,0-6 0 0,0 5 0 16,0-5 0-16,0 5 0 0,0-5 0 0,0 0 0 16,0 0 0-16,0 0 0 0,0 0 0 0,0 0 0 15,0 0-151-15,0 0-33 0,0 0-6 0</inkml:trace>
  <inkml:trace contextRef="#ctx0" brushRef="#br0" timeOffset="51417.117">16987 5112 2269 0,'0'0'64'0,"0"0"15"0,-3-5-63 0,3 5-16 0,0-6 0 0,0 6 0 16,-3-5 80-16,3 5 12 0,0 0 4 0,0 0 0 15,0 0-44-15,0 0-8 0,0 0-1 0,0 0-1 16,0 0-20-16,0 0-4 0,0 0-1 0,-3 5 0 16,0 3-17-16,0 0 0 0,0 3 8 0,3 0-8 15,-3-1 0-15,3 3 0 0,0 1 0 0,0 1 0 16,0-4 0-16,0 5 0 0,0 0-10 0,0-3 10 31,0 3-28-31,3-3 0 0,0 6-1 0,0-9 0 16,0 1-17-16,0 2-3 0,3-5-1 0,0 3 0 0,-3-3 33 0,3-1 6 15,0-4 2-15,0 2 0 0,0-2-19 16,0-3-3-16,0 3-1 0,0-6 0 0,-1 0 52 0,1-2 9 0,0 0 3 0,0 0 0 16,0-3-32-16,-3 0 0 0,3 0 0 0,0-3 0 15,-3 3 57-15,3-2 6 0,-3 2 1 0,0-3 0 16,0-2 0-16,0 2 0 0,0-2 0 0,0 2 0 15,-3 1-52-15,3 2-12 0,-3 0 0 0,0 0 0 16,3 3 0-16,-3-1 0 0,0 1 0 0,0 5 0 16,0 0 0-16,0 0 0 0,0 0 0 0,0 0 0 15,0 0 0-15,0 0 0 0,0 0 0 0,3 8 0 16,-3 0 21-16,3 3 2 0,0-1 0 0,0 1 0 16,0-1-37-16,3 4-7 0,0-4-2 0,0 1 0 15,0-1 23-15,3 1 0 0,-1 2 0 0,1-2 0 16,0-3 0-16,0 2 0 0,3-4 0 0,-3 2 0 15,3-3 0-15,-3-3 0 0,0 1 0 0,0 0 0 0,0-3 0 16,0-3 0-16,0 0 0 0,-3-2 0 0,2 0 0 16,-2 0 0-16,3-3 0 0,-3 0 0 15,3 0 47-15,-3-3 13 0,0 1 4 0,0 2 0 0,0-8-52 16,-3 3-12-16,3-1 0 0,0 1 0 0,0 0 0 16,-3 0 0-16,0-1 0 0,3 1 0 0,-3 0 0 15,0 2 0-15,0 3 0 0,0-2 0 0,0-1 0 0,0 3 0 16,0 3 0-16,0 2 0 15,0-5-100-15,-3 8-22 0,6-2-5 0,-6 2-1 16,0 0-102-16,0 0-21 0</inkml:trace>
  <inkml:trace contextRef="#ctx0" brushRef="#br0" timeOffset="51675.132">17520 5266 1824 0,'0'0'38'0,"0"0"8"15,0 0-37-15,6 0-9 0,0-3 0 0,-3 0 0 16,3 3 156-16,0-2 28 0,2 2 7 0,-2-6 1 16,0 4-103-16,3 2-20 0,-3-3-4 0,3 3-1 15,0 0-51-15,0-3-13 0,0 1 0 0,0 2 0 16,0 0 54-16,0-3 8 0,0 3 2 0,3 0 0 16,-3 0-52-16,-1-3-12 0,4 1 0 0,-3 2 0 15,3-3 0-15,-3 3-13 0,0 0 2 0,3 0 1 16,-6 0 1-16,3 0 0 0,-3 0 0 0,0 0 0 15,0 0-38-15,0 0-7 0,0 0-2 0,-3 3 0 16,-3-3-151-16,0 0-30 0,0 0-7 0</inkml:trace>
  <inkml:trace contextRef="#ctx0" brushRef="#br0" timeOffset="51901.115">17594 5356 1337 0,'0'0'56'0,"0"0"-44"16,0 0 92-16,0 0 20 0,6 2 3 0,-3 1 1 16,3-1 0-16,0-2 0 0,3 0 0 0,-3 0 0 15,3 0-52-15,-3 0-9 0,3 0-3 0,0 0 0 16,0 0 0-16,2-2 0 0,-2 2 0 0,3-3 0 16,-3 3-51-16,0-2-13 0,3-1 0 0,0 3 0 15,0-3 0-15,-3-2-15 0,6 2 3 0,-3-5 1 31,0 3-85-31,2-3-16 0,1 3-4 0</inkml:trace>
  <inkml:trace contextRef="#ctx0" brushRef="#br0" timeOffset="52213.213">18103 5117 1580 0,'3'-13'67'16,"0"3"-54"0,0 2 143-16,0 2 29 0,-3-4 6 0,3 2 1 15,-3 3-52-15,0-1-9 0,0 6-3 0,0 0 0 16,0 0-70-16,0 0-14 0,0 0-4 0,0 0 0 15,0 0-12-15,0 0-4 0,0 0 0 0,0 0 0 0,0 0 32 0,0 0 7 0,0 0 1 16,0 0 0-16,0 0-52 0,3 8-12 0,-3 0 0 0,0 0 0 16,3 3 0-16,-3-3 0 0,0 2 0 15,3 3 0-15,-3-5 0 0,0 3 0 16,0-1 0-16,0 4 0 0,0-4 0 16,0 4 0-16,0-4 0 0,0 3 0 15,0 3 0-15,0-3 0 0,-3 1 0 0,3 2 0 0,0-3 0 16,-3 3 0-16,3 0 0 0,0-1 0 0,-3-1 0 0,3 2 11 0,0-1-11 0,0 1 10 15,0 0-10-15,0-3 0 0,0 1 0 0,0-4 0 16,0 3 0-16,-3-5 0 0,3 3 0 0,0-3 0 16,0 0 0-16,0-3 0 0,3 0-9 0,-3-5 9 15,0 6-263-15,0-1-45 16</inkml:trace>
  <inkml:trace contextRef="#ctx0" brushRef="#br0" timeOffset="85568.093">18713 5035 1337 0,'-3'-10'28'0,"3"10"6"16,0-6-34-16,0 1 0 0,-3 0 0 0,3 5 0 16,0-5 109-16,0 5 15 0,0-6 4 0,0 6 0 15,0-2-14-15,0 2-2 0,0-6-1 0,0 6 0 16,0 0-24-16,0 0-5 0,-3-5-1 0,3 5 0 16,0 0-22-16,0 0-5 0,0 0-1 0,0 0 0 15,0 0-17-15,-6 0-4 0,1 3-1 0,-1 5 0 16,0 0 10-16,0 5 3 0,-3 0 0 0,3 3 0 15,0 2-36-15,-3 4-8 0,0-1 0 0,3 0 0 16,-3 5-12-16,0-4-4 0,3 1 0 0,-3 1-1 0,0 0 17 16,0 0 0-16,0 0 0 0,1-1 0 0,-1 4 12 15,-3-1 4-15,3 1 0 0,-3-1 0 0,3 1-25 16,0-1-5-16,-3 1-1 0,3-1 0 0,0-2 15 0,0-3 0 16,0-2 0-16,3 2 0 0,-2-5 8 0,2 0-8 0,3-3 9 15,-3 0-9-15,3 0 0 0,-3 0 0 0,3 3 0 16,0-8 0-16,0 3 0 0,0-3 0 15,3 2 0-15,-3-2 0 16,3 0-20-16,0 0-11 0,0-2-1 0,0-1-1 16,3 0-181-16,3 0-36 0</inkml:trace>
  <inkml:trace contextRef="#ctx0" brushRef="#br0" timeOffset="88662.667">18999 5123 1682 0,'0'0'35'0,"0"0"9"0,0 0-36 0,0 0-8 0,-3 5 0 0,0 0 0 16,3 1 49-16,-3 1 8 0,0 4 2 0,3 0 0 16,-3 2-28-16,3 0-6 0,0 3-1 0,-3 0 0 15,3 0-13-15,0 2-3 0,-3-2-8 0,3 3 12 16,0-3-12-16,-3-1 0 0,3 1 8 0,0 0-8 15,-3 0 0-15,3-3 0 0,0 3 8 0,-3-3-8 16,0-2 13-16,3 0 0 0,-3-4 0 0,0-1 0 16,3-1 21-16,0-5 4 0,0 0 1 0,0 0 0 15,0 0 19-15,0 0 4 0,0 0 1 0,-6-3 0 16,1-5-7-16,2-2-2 0,0-3 0 0,0-1 0 16,0 4-19-16,3-9-4 0,0 1-1 0,0-1 0 15,0 1-11-15,0-3-3 0,3-3 0 0,0 3 0 16,0-3-16-16,0 0 10 0,0 0-10 0,2 0 8 15,-2 1-8-15,3 1 0 0,0-4 0 0,0 2 0 16,3 3 0-16,-3 0 12 0,3 2-12 0,0 3 12 16,-3 3-2-16,3-3 0 0,0 3 0 0,0 5 0 15,0-3-10-15,3 4 10 0,-3-1-10 0,-1 5 10 16,4-5-10-16,-3 5 0 0,0 1 0 0,0-1 0 16,0 3 0-16,-3 3 0 0,3-3 0 0,-3 2 0 15,0 4 0-15,-3-1 0 0,3 0 0 0,-6 3 0 16,0 0-25-16,0 5 2 0,-3 1 1 0,0 4 0 15,-3-5-21-15,-3 3-4 0,3 3-1 0,-3-1 0 16,0-2-2-16,-3 5-1 0,0-7 0 0,0 1 0 16,1 1 3-16,-1-2 1 0,0 1 0 0,0-4 0 15,0 2 10-15,0 0 1 0,3-2 1 0,-3 0 0 0,3-1 15 0,0-2 4 0,3 3 0 16,0-3 0-16,3 0 16 0,-3-3 0 0,6-5-8 0,-2 5 8 16,2-5 0-16,2 5 0 0,-2 1 11 0,3-1-11 15,3-2 20-15,-3-1-4 0,3 4 0 0,0-4 0 16,0-2-7-16,3 3-1 0,0-3-8 15,0 3 12-15,0-1-12 0,3-2 0 0,0 0 0 0,0 3 0 16,0-3 0-16,-1 0 0 0,1 3 0 0,-3-1 0 16,3-2-11-16,0 0 2 0,-3 3 0 0,0-3 0 15,-3 0-1-15,0 0 0 0,0 0 0 0,-6 0 0 16,0 0 10-16,0 0 0 0,0 0 0 0,0 0 0 16,0 0 0-16,0 0 14 0,0 0-3 0,0 0-1 15,3-5 26-15,0-1 4 0,-3 1 2 0,0 0 0 16,3-3 2-16,-3 2 1 0,3 1 0 0,0 0 0 15,3-3-15-15,-3 3-3 0,3-1-1 0,0 1 0 16,0-3-6-16,-1 3 0 0,4-1-1 0,-3 1 0 16,3 0 1-16,0 0 1 0,0 2 0 0,0-2 0 15,0 2-7-15,0 0-2 0,0 1 0 0,0 2 0 16,0 0 6-16,0 0 1 0,0 0 0 0,-3 2 0 0,2 1-19 16,-2 2 0-16,0-2 0 0,-3 2 0 0,0 3 0 15,0 0 0-15,-3 0 0 0,0 0 0 0,0 3-9 16,0-1-9-16,-3 3-2 0,0 1 0 15,0-4 20-15,-3 6 0 0,-2-3 0 0,2 3 0 16,-3-3-49-16,0 3-7 0,0 3 0 0,0-3-1 16,0 0 28-16,0-1 5 0,0 1 2 0,0 0 0 0,3 0 14 15,-3-3 8-15,3 1-10 0,0-1 10 0,3-3 0 16,0-2-9-16,0 0 9 0,0 0 0 0,3 0 0 0,0-8-8 0,3 3 8 16,-3-3 0-16,3 2 0 0,3 4 0 0,0-6 0 0,0 0 0 15,3 0 0-15,0-3 0 0,0 0 12 0,0 1-4 16,0-1-8-16,0-2 0 0,3 0 0 0,0-1 8 15,0 4-8-15,-4-6-10 16,4 2 10-16</inkml:trace>
  <inkml:trace contextRef="#ctx0" brushRef="#br0" timeOffset="89635.045">19538 5284 1900 0,'0'0'40'0,"0"0"8"15,0-5-39-15,0 2-9 0,0 3 0 0,0 0 0 0,0 0 122 16,0 0 22-16,0 0 5 0,0 0 1 16,0 0-70-16,0 0-15 0,0 0-2 0,0 0-1 15,0 0-30-15,0 0-7 0,0 0-1 0,-6 5 0 16,3 3-12-16,0 0-2 0,0 0-1 0,0 3 0 15,0-1-9-15,0 4 8 0,0-1-8 0,0 5 8 0,3-4-8 0,0 1 0 0,0 1 0 0,0 3 0 16,3-6 0-16,0 0 0 0,0 3 0 16,0-3 0-16,0-2 0 0,3 0 0 0,3-3 0 15,-3-3 0-15,0 0-11 0,3 0 3 0,0-2 0 0,-3 0 0 16,3-6 8-16,2 0-8 0,-2 1 8 0,0-4-8 16,0 1 8-16,0-3 0 0,0 0 0 0,0 0 0 15,0-2 0-15,-3-1 12 0,3-2-4 0,-3 2 0 16,0-2 15-16,-3 0 3 15,0-3 1-15,0 3 0 0,-3 0 5 0,3-1 2 16,-3-1 0-16,0 1 0 0,0 4-14 0,-3-1-4 0,0 1 0 0,0-1 0 16,0 6-6-16,-3-6-2 0,0 6 0 0,0-3 0 15,-3 5-8-15,3-2 0 0,-3 2 0 0,0 1 8 16,0 2-8-16,0 0-9 0,0 0 9 0,3 0-13 16,-3 0-15-16,4 0-2 0,5 0-1 15,-3 5 0-15,3-5-19 0,-3 5-4 0,3-5-1 0,3 8 0 16,0-3-27-16,2 3-6 0,4-2 0 0,0-1-1 15,3 3-27-15,0-3-4 0,6-2-2 16,-3 2 0-16,-3-2-2 0,3-3-1 0,0 0 0 0,-1 0 0 16,-2-3 95-16,0 0 19 0,0 1 11 0,-6-1-12 15,3-2 113-15,-3 2 23 0,0-2 4 0,0 2 0 16,-3 1 28-16,3-4 4 0,-3 1 2 0,0 2 0 16,0-2-54-16,0 2-10 0,0 1-2 0,0-1-1 15,-3 3-41-15,0-5-8 0,3 2-2 0,-3 3 0 0,0 0-20 16,0 0-4-16,0 0 0 0,0 0-1 15,0 0-9-15,0 0-2 0,0 0 0 0,0 0 0 0,0 0-8 16,0 0 0-16,0 8 0 0,-3 0 8 0,3 0-8 16,-3 3 0-16,0-6 0 0,3 6 0 0,-3-1 0 15,3 3 0-15,0-2 0 0,-3 0 0 0,3-1 0 16,0 3 0-16,3 1 0 0,-3-4 0 0,0 1-13 0,3-1 5 16,-3 1 8-16,3-3-13 15,0 0-16-15,0-3-3 0,0 3-1 0,0-3 0 16,0-2 1-16,3 0 1 0,0-3 0 0,-4 0 0 0,7-3 16 0,-3 0 3 15,0-2 1-15,-3 2 0 0,3-5 11 0,0 0 0 16,0 1 0-16,0-4 0 0,0 0 10 0,-3 1 1 0,3-3 0 0,0-1 0 16,-3 1 17-16,0 0 3 0,3 0 1 0,-3-1 0 15,0 1-4-15,3 3-1 0,-3 2 0 0,0-3 0 16,0 3-10-16,0 0-1 0,0 0-1 0,0 6 0 16,-3-6-7-16,0 8 0 0,3-3-8 0,-3 3 12 15,0 0-12-15,0 0 8 0,0 0-8 0,0 0 0 16,0 0 0-16,0 0 0 0,0 0 0 0,0 0 0 15,0 0 0-15,3 5 0 0,0 1 0 0,-3-1 0 16,3 3 0-16,-3 0 0 0,0 0 0 0,0 2 0 16,0 1 0-16,0 2 0 0,0-2 0 0,0 2 0 15,0 0 0-15,0 0-8 0,0 1 8 0,3-1 0 16,-3-3-10-16,0 1 2 0,2 5 0 0,1-11 0 16,-3 3-8-16,3 0-2 0,0-3 0 0,-3-5 0 15,6 0-75-15,-3 3-15 0,3-6-4 0</inkml:trace>
  <inkml:trace contextRef="#ctx0" brushRef="#br0" timeOffset="89915.417">20261 5057 2437 0,'0'0'69'0,"0"0"15"0,-6 0-67 15,6 0-17-15,0 0 0 0,-6 0 0 0,6 0 84 0,-6 2 12 0,6-2 4 0,-6 5 0 16,3 3-44-16,0 0-8 0,3 0-1 0,-3 3-1 16,0-1-20-16,3 1-4 0,-2 2-1 0,2 0 0 15,-3 1-9-15,0 2-3 0,3 2 0 0,-3-2 0 16,0 2-9-16,0 1 0 0,3-3 0 0,-3 5 0 16,3 0 0-16,-3 0 0 0,0 3 0 0,3 0 0 15,-3 0-19-15,0-3-9 0,3 3-1 0,-3-3-1 16,3 0 30-16,0-2 0 0,-3-1 0 0,3-5 0 15,0 1-128-15,-3-4-19 0,3 1-4 16</inkml:trace>
  <inkml:trace contextRef="#ctx0" brushRef="#br0" timeOffset="90095.084">20148 5411 1580 0,'-9'-8'67'15,"0"3"-54"-15,3-6 143 0,3 6 29 0,0-3 6 16,0 5 1-1,6-2-52-15,0 0-9 0,0 2-3 0,3-2 0 0,0 2-102 0,0 1-26 0,3-1 0 16,0 0 0-16,0 1 0 0,3-1 0 0,-3 0 0 0,3-2 0 16,3 2 0-16,-4 1 0 0,7-1 0 0,-3 0 0 31,6-2-207-31,0 0-46 0</inkml:trace>
  <inkml:trace contextRef="#ctx0" brushRef="#br0" timeOffset="90331.311">20583 5284 2269 0,'0'0'64'0,"0"0"15"0,0 0-63 0,0 0-16 0,0 0 0 0,6-3 0 16,0 1 93-16,0 2 16 0,-1-3 3 0,1 0 1 15,3 3-46-15,0-2-10 0,0 2-1 0,0-3-1 16,3 3-19-16,3-2-4 0,-3-1-1 0,3 3 0 15,0 0-15-15,0-3-2 0,-1 3-1 0,1-2 0 16,0 2-13-16,0 0 0 0,0 0 0 0,0 0 0 16,-3 0 0-16,0 0 0 0,0 0 0 0,-4 0 0 15,1 0-107-15,0 2-14 0,-3-2-3 0</inkml:trace>
  <inkml:trace contextRef="#ctx0" brushRef="#br0" timeOffset="90554.685">20621 5456 1824 0,'0'0'76'16,"0"0"-60"-16,0 0 140 0,0 0 29 0,0 0 6 0,0 0 1 15,0 0-103-15,6-3-20 0,0 3-4 0,0-2-1 16,3-1 0-16,0 0 0 0,0-2 0 0,0 3 0 16,3-1 0-16,0 3 0 0,3-8 0 0,-3 5 0 15,-1 1-52-15,4-1-12 0,0 0 0 0,-3 1 0 16,3-1 0-1,0 0 0-15,0 1 0 0,0-1 0 16,0 3-21-16,-1-3-8 0,1 1-2 0,-3 2 0 16,3-8-206-16,-3 5-42 0</inkml:trace>
  <inkml:trace contextRef="#ctx0" brushRef="#br0" timeOffset="91835.169">21422 5123 1276 0,'-3'10'36'0,"0"1"8"0,0 2-35 0,0 3-9 0,0-3 0 0,0 3 0 16,0 0 26-16,0-3 3 0,0 3 1 0,0 0 0 16,0 0-19-16,3 0-11 0,-3-3 12 0,0 0-12 15,3 0 32-15,-3-2-1 0,3-3 0 0,-3 2 0 16,3-2 28-16,0 0 5 0,-3 0 2 0,3-8 0 15,0 0 18-15,0 0 4 0,0 0 1 0,0 0 0 16,0 0 2-16,0 0 0 0,0 0 0 0,0-8 0 16,-3 0-34-16,3-2-6 0,-2-3-2 0,2-1 0 15,2 1-15-15,-2-3-3 0,3 0-1 0,-3-2 0 16,3-1-11-16,0 1-3 0,0-6 0 0,0 5 0 16,0-7-3-16,3 2-1 0,0 0 0 0,0-2 0 15,0 2-3-15,0 3-1 0,3-3 0 0,0 3 0 16,0 2 2-16,0 4 0 0,3-1 0 0,-3 0 0 15,3 5-10-15,-3 3 8 0,2 3-8 0,1-6 8 16,-3 6-8-16,3 2 0 0,0 1 0 0,-3-1 0 0,3 1 0 0,-3 2 0 16,3 0 0-16,-3 2 0 0,0 1 0 15,-3 2 0-15,-1 0 0 0,1 6 0 0,-3-6-26 0,0 6 2 0,-3 2 1 16,-3 3 0 0,0 0-33-16,-3 2-8 0,-2 6 0 0,-1-3-1 15,-3 1-15-15,-3-4-2 0,0 3-1 0,0 0 0 16,-3-5 14-16,0 0 2 0,1 0 1 0,-1 0 0 0,3 0 42 15,0-3 9-15,-3 0 2 0,3 0 0 0,3-2 13 16,3 0 0-16,-3-3 0 0,6-1 0 0,0-1 0 0,1-1 0 0,2 6 0 16,3-11 0-16,0 0-11 0,3 2 11 0,0 1-12 0,2 2 12 15,1-2-8-15,0-3 8 0,0 3 0 0,0-1 0 16,3 1 0-16,-3-3 0 0,3 2 0 0,3 1 0 16,-3-3-8-16,3 0 8 0,0 3 0 0,0-1 0 15,0-2-14-15,-1 3 4 0,1-3 1 0,0 3 0 16,-3-1-10-16,3-2-1 0,0 0-1 0,-3 3 0 15,0-3 8-15,0 3 1 0,0-3 1 0,0 2 0 16,-3-2 11-16,0 0 0 0,0-2 0 0,-6 2 0 16,5 0 23-16,-5 0 3 0,6-3 1 0,-3 0 0 15,3 1 41-15,-3-4 9 0,3 4 2 0,-3-4 0 16,3 1-2-16,-3 0 0 0,3 2 0 0,0-2 0 16,0 0-17-16,3-1-4 0,-3 1-1 0,3-3 0 15,0 0-19-15,0 3-3 0,0 0-1 0,0-6 0 16,2 6-8-16,-2-1-1 0,3 1-1 0,-3 0 0 15,0 2-2-15,-3 1-1 0,3-1 0 0,0 3 0 16,-3 0-10-16,-3 0-1 0,3 0-8 0,-6 0 12 16,3 5-12-16,0-2 0 0,0 5 0 0,-3-3 0 0,0 3 0 15,0 3-15-15,-3-6 3 0,0 3 1 16,0 0-32-16,-3 2-6 0,3-2-2 0,-3 3 0 0,0-3 41 16,0 2 10-16,0-2 0 0,0 0 0 0,0-2 0 15,0 2 0-15,3-1 0 0,-3-1 0 16,6-6-23-16,0 0-2 0,0 0-1 0,0 0 0 0,0 0 26 15,0 0-10-15,0 0 10 0,0 0 0 0,0 0-9 0,6 2 9 0,-3-2 0 16,3 0-9-16,0 0 9 0,0-2 0 0,0-1 0 0,0 0 0 16,3 1 0-16,-3-1 11 0,3 1-3 0,-3-1 0 15,3 0 13-15,-3 1 3 0,3-1 0 0,-3 3 0 16,0 0-24-16,-1 0 0 0,1 3 0 0,0-1 0 16,0 1 0-16,-3 2 0 0,0-2 0 0,0 2 0 15,-3 3 0-15,0 0 0 0,0 0 0 0,-3 2 0 16,-3 1 19-16,0 0-1 0,0 2 0 15,-2-3 0-15,-1 1-18 0,0 2-9 0,0-2 1 0,0-1 0 16,0 4-9-16,0-6-2 0,0 2 0 0,0-2 0 16,0 0-9-16,0 0-3 0,0-3 0 15,0 1 0-15,0-1-108 0,3-2-21 0,1-1-5 0</inkml:trace>
  <inkml:trace contextRef="#ctx0" brushRef="#br0" timeOffset="92091.216">22080 5287 2605 0,'0'0'74'0,"0"0"16"0,0 0-72 0,0 0-18 0,0 0 0 0,0 0 0 16,0 0 67-16,0 0 9 0,0 0 3 0,0 0 0 16,0 0-48-16,0 0-10 0,0 0-1 0,0 0-1 15,0 0-7-15,3 2-2 0,3 4 0 0,-3-1 0 16,0 0-10-16,0 3 0 0,0 0 0 0,0 0 8 15,0 3-8 1,-3-1 0-16,3 1 0 0,-3-1 8 0,0 4-8 0,0-1 0 0,0-3 0 16,0 4 0-16,0-1 0 0,-3-3 0 0,0 1-14 15,0 0 5 1,0-1-39-16,0-2-8 0,0 0-2 0</inkml:trace>
  <inkml:trace contextRef="#ctx0" brushRef="#br0" timeOffset="92281.21">22119 5128 2318 0,'-9'-8'48'0,"3"0"11"0,0 0-47 0,3 3-12 0,0-3 0 0,0 5 0 16,3-2 87-16,0 5 15 0,0-3 3 0,0 3 1 15,0 0-69-15,0 0-13 0,3-8-4 0,-3 8 0 16,0 0-20-16,3 0-10 0,-3 0 1 0,6 8 0 15,0-5-161-15,0 5-32 0</inkml:trace>
  <inkml:trace contextRef="#ctx0" brushRef="#br0" timeOffset="92747.611">22187 5303 1983 0,'0'0'41'0,"0"0"10"0,3 0-41 0,3-3-10 15,0 3 0-15,0 0 0 0,0 0 84 0,0 0 16 0,3 3 2 0,-3-1 1 16,0 1-48-16,0 0-10 0,0-1-1 0,0 3-1 16,-1 1-22-16,-2-1-4 0,3 3-1 0,-3 0 0 15,3 0-5-15,-3 2-2 0,0 1 0 0,0 2 0 16,-3 0-24-16,3-2-5 0,-3 2 0 0,0 1-1 16,-3-1 21-16,3 0 0 0,0-2 0 0,-3 2 0 15,0-3 0-15,3-2 0 0,-3 0 0 0,0 0 0 16,0-3 19-16,3-5 8 0,0 0 1 15,0 0 1-15,0 0 5 0,0 0 1 0,0 0 0 0,0 0 0 16,0 0-35-16,3-7 0 0,-3-1 0 0,3 0 0 16,0-3 0-16,3 1 0 0,-3-4 0 0,0 1 0 15,3 0 0-15,0 0 0 0,0-1 0 0,3 1 0 16,-3 0 0-16,0 0 0 0,3 2 0 0,0 1 0 16,-3 2 58-16,3 0 5 0,0 0 1 0,0 2 0 15,-1 1-52-15,-2 0-12 0,3 2 0 0,-3 1 0 16,3-1 0-16,-3 3 0 0,0 0 0 0,3 0 0 15,-3 0 0-15,0 3 0 0,0-1 0 0,-3 3 0 16,3 1 54-16,0-1 8 0,-3 0 2 0,0 3 0 0,3 0-52 16,-3 0-12-16,0 3 0 0,0 2 0 15,-3-2-19-15,3 2-6 0,-3-3-2 0,0 4 0 16,0-1 27-16,0 0 0 0,0 0 0 0,0-2 0 16,0-1-30-16,0 4-7 0,-3-6-2 0,3 2 0 15,0-2-71-15,-3 0-14 0,3-3-4 0</inkml:trace>
  <inkml:trace contextRef="#ctx0" brushRef="#br0" timeOffset="92992.095">22753 5337 2245 0,'0'-8'47'0,"0"8"10"0,0 0-45 16,3-5-12-16,0 2 0 0,0-2 0 0,3 2 107 0,-1-2 19 0,4 2 4 0,0-2 1 15,0 5-51-15,3-3-9 0,-3 3-3 0,3-2 0 16,3 2-28-16,-3 0-5 0,3 0-2 0,-3-6 0 16,2 6-14-16,1 0-3 0,0 0-1 0,-3 0 0 15,0 0-15-15,0 0 0 0,0 0 0 0,-3 6 0 16,0-6 0-16,0 0 0 0,-3 0 0 0,0 2-10 16,0 1-114-16,-1 2-22 0,-2-2-5 0</inkml:trace>
  <inkml:trace contextRef="#ctx0" brushRef="#br0" timeOffset="93212.255">22773 5504 1862 0,'0'0'39'0,"0"0"8"16,0 0-38-16,0 0-9 0,0 0 0 0,0 0 0 15,6-3 108-15,0 0 20 0,0 3 4 0,0-2 1 16,3-1-37-16,0 0-8 0,0 1-2 0,0-1 0 15,3 1-24-15,-3-1-5 0,3 0-1 0,-3 1 0 0,3-1-17 0,-1 0-4 0,1-2-1 0,0 2 0 16,0 1-18-16,0-1-3 0,3 0-1 0,-3 1 0 16,0-1-12-16,0 0 0 0,3-2 0 0,-3 0 0 31,2 0-66-31,1-1-19 0,0-2-4 0</inkml:trace>
  <inkml:trace contextRef="#ctx0" brushRef="#br0" timeOffset="93514.741">23357 5157 2290 0,'0'0'48'0,"-6"-3"11"0,6 3-47 16,-3-5-12-16,3 5 0 0,0 0 0 0,0 0 104 0,0 0 20 0,0 0 3 0,0 0 1 16,0 0-52-16,0 0-9 0,0 0-3 0,0 0 0 15,0 0-22-15,0 0-5 0,0 0-1 0,3 8 0 16,-3-3-4-16,0 3 0 0,0 3-1 0,0-1 0 15,0 1-11-15,0 0-1 0,0 2-1 0,0 3 0 16,0 0-7-16,0-3-2 0,0 3 0 0,-3 0 0 16,3 2-1-16,0 1-8 0,-3 2 12 0,0 0-4 15,3-3-8-15,-3 4 10 0,0 1-10 0,0-4 10 16,3 0-2-16,-3-1-8 0,0 1 12 0,0-4-4 0,0-1-8 16,0-1 0-16,0 0 0 0,0-2 8 0,0-1-8 15,0-2 0-15,0 3 0 0,-3-3 0 16,3 0-55-16,3-3-13 0,-3 3-2 0</inkml:trace>
  <inkml:trace contextRef="#ctx0" brushRef="#br0" timeOffset="98214.867">17082 6186 1337 0,'0'0'28'0,"0"-5"6"0,0 0-34 0,0 2 0 0,3-2 0 0,-3 5 0 15,0-5 140-15,0 5 22 0,-3-6 4 0,3 4 1 16,0 2-76-16,-3-6-15 0,0 1-4 0,0 0 0 16,3 5-12-16,-3-6-4 0,0 1 0 0,-3 2 0 15,0-2-10-15,3 3-2 0,-3-1-1 0,1 0 0 16,-1 1 2-16,-3-1 1 0,3 0 0 0,-3 1 0 16,3-1-37-16,-3 0-9 0,0 1 0 0,0-1 0 15,0 3 40-15,3-3 7 0,-3-2 1 0,-3 3 0 16,0-1-26-16,0 0-5 0,1 1-1 0,-4-1 0 15,0-2-16-15,0 2 0 0,-3-2 8 0,0 2-8 16,-3 0 8-16,1 1-8 0,-4-4 12 0,3 4-12 16,0-1 10-16,0 1-10 0,0-1 8 0,-2 0-8 15,5 3 8-15,0-2-8 0,0-1 0 0,3 3 8 16,-3-3-8-16,3 1 0 0,0-1 0 0,-2 3 0 16,-1-3 8-16,3 3-8 0,-3-2 0 0,-3 2 8 15,0 0-8-15,1 0 0 0,-1 0 0 0,0 0 0 16,-3 2 0-16,3-2 0 0,0 3 0 0,1 0 0 15,2 2-13-15,-3-2-5 0,3 2-1 0,0 0 0 16,3 0 19-16,-3 1 0 0,3-1 0 0,-2 0 0 16,-1 3 0-16,0-2 0 0,0-1 0 0,-3 0 0 0,0 3 0 15,-2-3 0-15,-1 3 0 0,0 3 0 0,0-1 0 0,0 4 0 16,0 2 0-16,4-1 0 0,-1 4 0 0,3 0 0 16,0 2 0-16,0 2 0 0,3-1 8 0,0-1 6 15,4 0 1-15,-1-2 0 0,-3 2-15 0,3-3 0 0,-3 1 0 0,3-1 0 16,-3 1 0-16,3-3 0 15,0-3 0-15,-3 3 0 0,1 2 0 0,2-2 0 16,-3 3 0-16,0-1 0 0,0 3 0 0,3 1 0 0,-3 1 0 16,3 1 0-16,0 0-14 0,1 0 1 0,2 0 0 0,-3-3 0 15,3 0 13-15,3-3 0 0,-3 1 0 0,3-3 0 16,0 0 0-16,0 0 0 0,3-1 0 0,0 1 0 16,0-2 9-16,0 1 5 0,3-1 1 0,-3 2 0 15,3-1-24-15,0 1-5 0,3 3-1 0,-3 2 0 16,3-2 15-16,3 2 0 0,-3 0 0 0,3 0 0 15,0-2 0-15,3-1 0 0,0 3 0 0,0-2 0 16,3-3 0-16,3-3 0 0,-1 3 0 0,1-3 10 16,0 0-10-16,3 0 0 0,0-2 0 0,-3 0 0 15,3-1 0-15,-1 1 0 0,-2-1 0 0,3-2 0 16,-3 3 0-16,0-3 0 0,0 0 0 0,3 0 0 16,-3 0 0-16,2-3 0 0,1 0-8 0,3 3 8 15,0 0 0-15,6-3 0 0,-3 3 0 0,5 3 0 16,-2-3 0-16,3 2 0 0,0-2 10 0,-1 0-10 15,-2 0 8-15,0 3-8 0,-3-3 0 0,3 0 0 16,2 0 0-16,1 0 0 0,0 0-12 0,3 2 3 0,-1-2 9 16,4-3 16-16,0 3-4 0,-3-2-1 15,-4-1-11-15,1 0 0 0,-3-2 0 0,0 2 8 16,-3-2-8-16,2-1 12 0,1-2-12 0,0 3 12 0,3-3-25 16,-4-3-5-16,4 1-1 0,3 2 0 0,-3-6 34 15,0 4 6-15,-4-3 2 0,1 2 0 0,-3-2-14 16,0-3-9-16,-3 2 12 0,2-4-12 0,-2 2 12 15,0-5-12-15,0 2 12 0,3-2-12 0,-1 0 13 0,1-1-4 16,3 4-1-16,0-6 0 0,-3 5-8 0,0 1 10 0,2-4-10 0,-2 4 10 16,0-1-10-16,-6 3 8 0,3-5-8 15,-4 3 8-15,1-1-8 0,0-2 12 0,-3-1-12 0,0 1 12 16,3 0-12-16,-3 0 12 0,3-3-12 0,-1 3 12 16,1-3-12-16,-3 0 0 0,3-3 0 0,0 1 0 15,0-3 0-15,0 2 0 0,-1-2 0 0,-2 0 0 16,0 2 31-16,0 1 4 0,-3 2 1 0,3-3 0 15,-6 4-25-15,3 4-11 0,-3-5 10 16,-3 6-10-16,3-4 12 0,-3 4-3 0,-1-1-1 0,1-2 0 16,-3 2-8-16,3-2 12 0,-3 0-12 0,0 0 12 15,-3-3-12-15,3 3 8 0,-3-3-8 0,0-3 8 16,0 1-8-16,-3-1 8 0,3 1-8 0,-3-4 8 16,3 1-8-16,-3 3 0 0,-3-3 0 0,3 2 8 15,-3 0-8-15,1 1 0 0,-1 2 0 0,0 0 8 16,-3 0-8-16,0 3 0 0,0 0 0 0,-3 2 0 15,0-2 0-15,0 2 0 0,-3 1 8 0,0-3-8 16,0 2 0-16,1-2 0 0,-1 0 0 0,0 2 8 16,0-2-8-16,0 0 0 0,0-1 0 0,0-2 0 15,3 3 0-15,-3 0 0 0,4-3 0 0,-4 3 0 0,3 0 0 16,0 2 0-16,0-2 0 0,0 2 0 0,-3 1 0 0,0-1 0 16,0 1 0-16,-2-4 0 0,-4 6 0 0,0-2 0 15,-3-1 0-15,-3 3 0 0,0-2 0 0,-2 4 0 0,2-2 0 16,-3 3 0-16,3-3 0 15,4 6-16-15,2-4 4 0,-3 4 1 0,3-4 11 0,0 1-10 16,3 2 10-16,-2-2-10 0,2 2-5 0,-3 1-1 16,3-1 0-16,0 3 0 0,0 0-18 15,0 0-4-15,4 0-1 0,-4 0 0 16,3 3-97-16,3-1-19 0,0 4-4 0</inkml:trace>
  <inkml:trace contextRef="#ctx0" brushRef="#br0" timeOffset="99176.125">16365 6634 1792 0,'0'0'51'0,"0"0"10"0,3 7-49 16,-3-1-12-16,0 4 0 0,0-2 0 0,3 5 54 0,-3-2 8 0,0 5 2 0,0 0 0 15,0 0-52-15,0 2-12 0,0-2 0 0,3 3 0 16,-3-1 0-16,0-2 0 0,3 3 0 0,0-4 0 16,-3 4 0-16,3-3 0 0,-3 0 0 0,3 0 0 15,-3 2 0-15,0-2 0 0,3 2 0 0,-3 1 0 16,0-6 10-16,3 3-1 0,-3-3 0 0,0 1 0 15,0-4 15-15,0 1 2 0,0-3 1 0,0-3 0 16,0 0 30-16,0-5 7 0,0 0 0 0,0 0 1 16,0 0 7-16,0 0 0 0,0-8 1 0,-3 0 0 15,0-5-26-15,3 0-6 0,-3-3-1 0,3 0 0 16,0 0 2-16,0-2 0 0,0-1 0 0,0 1 0 16,3-3-34-16,0 2-8 0,0 1 0 0,0-4 0 15,3 1 0-15,0-3 0 0,-1 1 0 0,1-4 0 16,3 1 0-16,0-1 0 0,0 3 0 0,0-2 0 15,3 5 0-15,0 0 0 0,0 2 0 0,0 3 0 16,0 3 0-16,0 2 0 0,-1-2 0 0,1 5 0 16,3 0 53-16,0 0 9 0,3 3 2 0,-3 0 0 15,0 5-52-15,3-3-12 0,-3 3 0 0,2 3 0 16,-2 2 0-16,0 0 0 0,0 3 0 0,-3 0 0 16,-3 5-48-16,-3 3-13 0,0 0-3 0,-6 5 0 0,0-2 52 0,-6 2 12 15,0 0 0-15,-3 3 0 16,-3-3-54-16,0-2-8 0,0-1-2 0,-3-2 0 0,0 0 52 15,1-3 12-15,2 0 0 0,-3-2 0 0,3 0 0 0,3-3 0 16,-3-1 0-16,3 1 0 16,3-2 0-16,0-4 0 0,-3-2 0 0,9 0 0 0,0 0 0 0,0 0 0 0,0 0 0 0,0 0 0 15,0 0 0-15,0 0 0 0,0 0 0 16,0 0 0-16,6-2 0 0,-3-4 0 0,3 1 0 16,3 0 0-16,-3 2 27 0,6 1 8 0,-3-4 1 0,3 6 1 15,0 0-8-15,0 0-1 0,2 0-1 0,1 0 0 16,-3 3-27-16,3 0 0 0,-3-1 0 0,0 3 0 15,0-2 0-15,-3 2 0 0,0 1 0 0,-3-1 0 16,0 0 0-16,-3 3 0 0,0 0 0 0,0 0 0 16,-6 3 0-16,-3-1 0 0,0 1 0 0,-3 2 0 15,0 3 35-15,-3 0 1 0,-3 0 1 0,0 2 0 16,-3 1-8-16,3-1-1 0,-5 1-1 0,2-1 0 16,0 1-27-16,3-6 0 0,0 3 0 0,-3-3 0 15,3-2 0-15,-3-1-20 0,4-2 3 0,-1 3 1 16,-3-6 16-16,0 0-8 0,-3-2 8 0,3 2 0 15,0-5-29-15,1 0 1 0,-1 0 0 16,3-2 0-16,0-1-83 0,0-2-16 0,3 2-3 0</inkml:trace>
  <inkml:trace contextRef="#ctx0" brushRef="#br0" timeOffset="99912.269">16323 5774 1824 0,'0'0'38'0,"0"-6"8"0,0 6-37 15,3-5-9-15,0 0 0 0,-3 5 0 0,3-3 104 0,0-2 20 0,-3 5 3 0,3-3 1 16,-3 3-52-16,6-3-9 0,-3 1-3 0,3 2 0 16,0 2-51-16,-3 1-13 0,3 0 0 0,0 5 0 15,0-3 0-15,3 3 0 0,-3 3 0 0,0-1 0 16,2 3 54-16,-2 1 8 0,3-1 2 0,0 3 0 16,-3 0-52-16,0-1-12 0,0 1 0 0,3 0 0 15,-3-3 0-15,3 3 0 0,-3-3 0 0,0 1 0 31,0-4-14-31,0 1-6 0,0-1 0 0,0 1-1 0,0-3 21 16,-3-3 0-16,0 3 0 0,3-2 0 0,-3-4 0 0,2 3 8 0,-2-5-8 0,0 3 12 16,0-3 1-16,3 0 1 0,-6 0 0 0,3-5 0 15,3 0 45-15,3-1 9 0,-3 1 1 0,0-3 1 16,0 3-10-16,3-6-1 0,-3 3-1 0,3-2 0 16,0-4-46-16,3 1-12 0,-3-3 0 0,3-2 0 15,-1-1 0-15,4-2 0 0,-3 0 0 0,3-3 0 16,0 6-49-16,0-1-12 0,0 1-3 0,0 2 0 15,3 0-127-15,-4 3-25 0</inkml:trace>
  <inkml:trace contextRef="#ctx0" brushRef="#br0" timeOffset="108359.034">16484 7544 1213 0,'0'0'34'0,"0"0"8"16,0 0-34-16,0 0-8 0,0 0 0 0,0 0 0 16,0 0 90-16,0 0 16 0,0 0 3 0,0 0 1 15,0 0-22-15,0 5-4 0,0 0 0 0,-3 1-1 16,3 2-15-16,0-3-4 0,0-5 0 0,-3 5 0 16,3 3-13-16,0-3-3 0,0 1-1 0,0-1 0 15,0 3-11-15,0-3-3 0,0 0 0 0,3 1 0 16,-3 2-9-16,0 0-1 0,0-3-1 0,0 3 0 15,0 0-22-15,0 0-15 0,3 0 3 0,-3 0 0 0,0 2 37 0,0-2 8 0,3 0 2 16,-3 3 0 0,0-1-22-16,0-2-4 0,3 3-1 0,-3 2 0 15,0-2 0-15,0 2-8 0,3 0 12 0,-3 0-4 16,0 3-8-16,3 0 12 0,-3 0-12 0,3 0 12 0,-3 0-12 0,0 0 0 16,3-1 9-16,-3 4-9 0,3-3 0 0,-3 0 0 15,0 0 0-15,3-1 0 0,-3 1 0 0,0 0 8 0,-3 0-8 16,3 0 0-16,0 0 0 0,0-3 9 0,0 0-9 15,0 1 0-15,0 1 8 0,0-1-8 0,0-1 0 16,0 0 0-16,-3 3 0 0,3 0 8 0,0-3-8 16,-3 6 0-16,3-6 0 0,0 3 0 0,0 2 0 0,0-2 0 15,0 0 0-15,-3-3 0 0,3 3 0 0,0 0 0 16,0-3 0-16,-3 0 0 16,3 3 0-16,-3-5 0 0,3 2 0 0,0 0 0 0,-3-2 0 15,3 2 0-15,-3-2 0 0,3-1 0 0,0 1 0 0,-3-1 0 16,3 1 0-16,-3 0 0 0,3-3 0 0,-3 0 0 15,0-1 0-15,3 4 0 0,-3-3 0 0,0 0 0 16,3 0 45-16,-3 0 15 0,0 2 4 0,0-2 0 16,3 0-103-16,0 0-20 0,-3 0-4 15,3 0-1-15,0-3 52 0,-3 3 12 0,3 0 0 0,0-2 0 16,0-1 0-16,0-3 0 0,0-2 0 0,0 0 0 16,3 6-208-16,-3-6-38 0</inkml:trace>
  <inkml:trace contextRef="#ctx0" brushRef="#br0" timeOffset="109414.773">17038 7890 1580 0,'0'-2'67'0,"0"-4"-54"16,3 4 143-16,-3 2 29 0,0-6 6 0,0 6 1 15,0-5-52-15,0 5-9 0,0-2-3 0,0 2 0 16,0 0-51-16,0 0-10 0,0 0-3 0,0 0 0 16,0 0-51-16,0 0-13 0,0 0 0 0,-3 5 0 15,0 3 0-15,3 2 0 0,-3 1 0 0,3 2 0 16,0 0 0-16,0 1 0 0,0 2 0 0,0-3 0 15,0 3 0-15,0-3 0 0,3 0 0 0,-3 0 0 16,3 1 0-16,0-1 0 0,-1 0 0 0,1-2 0 16,3-1-48-16,-3-2-13 0,3 0-3 15,0-3 0-15,0 1 52 0,0-1 12 0,0-2 0 0,3-3 0 16,0 0 0-16,-3 0 0 0,3-3 0 0,0 0 0 16,0 1 0-16,0-4 0 0,0 4 0 0,-3-6 0 15,3 2 0-15,-4-1 0 0,-2-4 0 0,3 3 0 16,-3-3 0-16,3 3 0 0,-3-2 0 0,0-1 0 15,-3 1 48-15,3-1 13 0,0 1 3 0,-3-1 0 16,0 0-52-16,3 3-12 0,-3 1 0 0,0 1 0 16,3 1 0-16,-3 5 0 0,0 0 0 0,0 0 0 15,0 0 0-15,0 0 0 0,0 0 0 0,0 8 0 0,0 0 0 16,3 2 0-16,-3 1 0 0,0 2 0 16,3-2 0-16,0 2 0 0,0 0 0 0,0 0 0 0,0 1 0 0,0-4 0 15,3 4 0-15,0-1 0 0,0-3 0 0,0 1 0 16,3-3 0-16,-3 0 0 15,3-3 0-15,0 0 0 0,0-2 0 0,-4 0 0 0,4-3 0 16,0 0 0-16,0-3 0 0,-3 0 0 0,0-2 0 0,3 0 0 16,-3-3 0-16,0-3 0 0,0 1 0 0,0-4 0 0,0 1 0 0,0-3 0 15,0 0 54-15,-3 1 8 0,3-1 2 0,-3-3 0 16,3-2-52-16,-3 0-12 0,0-3 0 0,3 0 0 16,-3 3 0-16,-1 3 0 0,1-4 0 0,0 7 0 15,0-1 0-15,0 2 0 0,-3 4 0 0,3 2 0 16,-3 0-21-1,0 5-7-15,0-2-2 0,0 5 0 0,0 0-215 0,0 0-43 16</inkml:trace>
  <inkml:trace contextRef="#ctx0" brushRef="#br0" timeOffset="109938.419">17639 7888 1796 0,'0'0'37'0,"0"0"10"0,0 0-38 0,0 0-9 0,0 0 0 0,0 0 0 16,0 0 96-16,0 0 18 0,0 0 3 0,0 0 1 16,0 0-47-16,0 0-10 0,0 0-1 0,0 0-1 15,6 2-7-15,0 1-2 0,0-3 0 0,3 0 0 16,0 3-4-16,-1-3-1 0,1 0 0 0,3 0 0 16,0-3-8-16,0 3-1 0,0-3-1 0,0 3 0 15,3-5-13-15,-3 2-2 0,3 1-1 0,2-1 0 16,-2 0-19-16,0 1 8 0,3-1-8 0,-3 1 0 15,0-1 0-15,0 0 0 0,-3 1 0 0,0-1 0 16,-4 3-13-16,1 0-10 0,0 0-1 0,-3 3-1 16,-6-3-107-16,0 0-22 0,3 5-4 0</inkml:trace>
  <inkml:trace contextRef="#ctx0" brushRef="#br0" timeOffset="110164.333">17701 8086 1922 0,'0'0'54'0,"6"-2"13"0,-3 2-54 16,3-3-13-16,0 0 0 0,-3 1 0 0,3 2 77 0,0 0 13 0,0-3 2 0,0 0 1 16,0 3-23-16,3 0-5 0,-3-2-1 0,0 2 0 15,3 0-11-15,0-3-2 0,0 3-1 0,-1-3 0 16,1 3-29-16,3-2-5 0,0-1-2 0,3 0 0 15,-3 1-14-15,3-1 0 0,0 0 0 0</inkml:trace>
  <inkml:trace contextRef="#ctx0" brushRef="#br0" timeOffset="110582.063">18225 7745 1964 0,'-6'-3'83'0,"3"-2"-67"16,0 2 112-16,3 3 21 0,0 0 5 0,-3-5 1 16,3 5-39-16,0 0-7 0,0 0-1 0,0 0-1 15,0 0-53-15,0 0-10 0,0 0-3 0,-6 5 0 16,3 1-24-16,0 1-5 0,0 1 0 0,-3 3-1 16,4 0-11-16,-1 2 0 0,3 0 9 0,-3 3-9 15,0 2 0-15,3 1 0 0,-3-1 0 0,3 1 0 0,0-3 0 0,3 2-10 16,0-2 10-16,0 0-13 15,0-3-15-15,2 1-2 0,1-4-1 0,0 1 0 0,0-3 13 16,3 0 2-16,0-6 1 0,0 4 0 0,0-4 15 0,0-2-12 16,3 0 12-16,-3 0-12 0,3-2 30 0,0-1 6 15,0 0 2-15,-1-2 0 0,1 0-26 0,0-3 0 0,0 2 0 16,0-4 0-16,-3-1 22 0,3 1-1 0,-3-3 0 16,0-1 0-16,0-2 13 0,0 1 2 0,0-4 1 15,-3 0 0-15,-1 1-9 0,-2 2-1 0,3 0-1 16,-6 0 0-16,3 0-12 0,-3 3-2 0,-3 3-1 0,0-1 0 15,0 3-11-15,-3 0 0 0,1 0 9 0,-4 3-9 16,0 0 0-16,0-1 0 0,-3 4 0 0,-3-1-8 16,0 3-69-16,-3 0-14 0,0 3-2 15,0 2-1-15,-2 0-78 0,-1 1-16 0,0 2-4 16</inkml:trace>
  <inkml:trace contextRef="#ctx0" brushRef="#br0" timeOffset="111519.182">17198 8517 1820 0,'0'0'76'16,"0"0"-60"0,0 0 141-16,0 0 29 0,0-5 6 0,0 5 0 15,0 0-102-15,0 0-21 0,0 0-4 0,0 0-1 16,0 0 0-16,0 0 0 0,0 0 0 0,0 0 0 16,0 0-51-16,0 0-13 0,-3 8 0 0,0 0 0 0,0 0 0 15,0 3 0-15,0-3 0 0,3 5 0 0,-3 0 0 0,3 0 0 0,3 3 0 0,-3 0 0 31,0 0 0-31,3 0 0 0,-3 0 0 0,3-1 0 16,0-1-48-16,0-1-13 0,3 0-3 0,0-2 0 0,-3 2 52 16,3-5 12-16,0-3 0 0,3 0 0 0,-3 1 0 0,3-4 0 15,0-2 0-15,-3 0 0 16,3-2-54-16,0 2-8 0,0-6-2 0,0 4 0 0,-4-3 103 0,4-3 20 0,-3 2 4 16,0-2 1-16,-3 0-52 0,3 1-12 0,-3-4 0 15,0 0 0-15,-3 3 54 0,3-2 8 16,-3-3 2-16,3 2 0 0,-3 0-52 0,0 3-12 0,0 1 0 15,-3-1 0-15,3 0 54 0,0 2 8 0,-3 4 2 0,3 2 0 16,0 0-52-16,0 0-12 0,0 0 0 0,0 0 0 16,0 0 0-16,-3 5 0 0,0 3 0 0,0 0 0 15,3 2 0-15,-3 4 0 0,3-4 0 0,3 6 0 16,-3-3-48-16,3 1-13 0,3 2-3 0,-3-3 0 16,3 0 52-16,0-2 12 0,3 2 0 0,-3-5 0 15,3 0 0-15,-3 0 0 0,3-3 0 0,0 0 0 16,0 0 0-16,3-2 0 0,-4-3 0 0,-2 0 0 15,3-3 0-15,0 1-11 0,0-3 11 0,0 2-10 16,0-5 10-16,-3 3 0 0,0-6 10 0,0 0-10 16,0 1 57-16,0-1 6 0,0-2 1 0,-3 0 0 15,0-3-52-15,3 0-12 0,-3-2 0 0,0 2 0 16,-3 0 21-16,3 0 2 0,0 3 0 0,-3-3 0 16,0 3-37-16,3 2-7 0,-3 0-2 0,0 4 0 15,3-4 23-15,-3 6 0 0,0-3 0 0,0 2 0 16,0 1-107-16,0 2-17 0,0 1-3 0</inkml:trace>
  <inkml:trace contextRef="#ctx0" brushRef="#br0" timeOffset="112002.78">17817 8592 1337 0,'0'0'56'15,"0"0"-44"1,0 0 92-16,0 0 20 0,0 0 3 0,0 0 1 16,0 0 0-16,0 0 0 0,0 0 0 0,0 0 0 15,0 0-52-15,0 0-9 0,0 0-3 0,0 0 0 16,0 0 0-16,0 0 0 0,6 0 0 0,0-3 0 0,3 0 0 15,0 3 0-15,0-2 0 0,-3-1 0 0,6 3-51 0,-3-3-13 0,3 3 0 0,3 0 0 16,-3-2 12-16,2 2 0 0,1 0 0 0,0-3 0 16,0 3-12-16,0-3 0 0,0 3 0 0,0-2 0 15,0 2 0-15,-3-3-15 0,-1 3 2 0,1 0 0 16,-3 0 13-16,3 3 0 0,-3-3 0 0,-3 2 0 16,0-2-162-1,0 3-30-15,-6-3-5 0</inkml:trace>
  <inkml:trace contextRef="#ctx0" brushRef="#br0" timeOffset="112223.931">17901 8750 1789 0,'0'0'37'0,"0"0"9"0,0 0-37 0,3-2-9 0,3 2 0 0,0 0 0 16,0-3 110-16,0 0 20 0,2 3 4 0,1-2 1 15,0 2-46-15,0-3-9 0,3 0-1 0,-3 1-1 16,3 2-28-16,0-3-6 0,0 1 0 0,0-1-1 16,0 0-27-16,3-2-4 0,-4 2-2 0,4-2 0 15,0 0-10-15,0-1 0 0,0-2 0 0,-3 1 0 16,3-1-206-16,-3-3-40 0</inkml:trace>
  <inkml:trace contextRef="#ctx0" brushRef="#br0" timeOffset="112507.064">18365 8443 1824 0,'-3'-5'76'0,"0"0"-60"16,0 0 89-16,3 5 19 0,-3-6 3 0,3 6 1 15,0 0 0-15,0 0 0 0,0 0 0 0,0 0 0 16,0 0-64-16,0 0-12 0,0 0-2 0,0 0-1 16,0 0-18-16,0 0-4 0,0 0-1 0,0 8 0 15,0-3-5-15,0 3-1 0,0 0 0 0,0 3 0 16,-3-1-6-16,3-2-2 0,0 3 0 0,0 0 0 15,-3 2-4-15,3-3-8 0,0 4 11 0,-3-1-11 16,0 3 19-16,3 2-3 0,-3-2-1 0,0 5 0 16,3 0-15-16,-3-2 0 0,3 2 0 0,-3-2 0 15,3-1 0-15,0 1 0 0,-3-3 0 0,3-1 0 16,0 1 0-16,-3-5-15 0,3 0 3 0,0-1 1 16,0 1-33-16,0-3-8 15,0-3 0-15,0 0-1 16,0-5-60-16,0 0-12 0,0 0-3 0</inkml:trace>
  <inkml:trace contextRef="#ctx0" brushRef="#br0" timeOffset="113151.145">19124 7650 1910 0,'3'-14'40'0,"-3"14"9"0,0 0-39 0,0-5-10 0,0 5 0 0,0 0 0 15,0 0 137-15,0 0 26 0,0 0 5 0,0 0 0 16,0 0-83-16,0 0-17 0,0 0-3 0,0 0-1 16,-3 8-51-16,3 0-13 0,0 3 0 0,-3 2 0 15,0 3 54-15,-3 0 8 0,3 2 2 0,-3 6 0 16,0 2-52-16,-3 3-12 0,3 6 0 0,1-1 0 16,-4 1 0-16,3-4 0 0,0 4 0 0,-3-1 0 15,0-2 0-15,3 2 0 0,-3-2 0 0,0 5 0 16,3-3 0-16,-3 4 0 0,3 4 0 0,-3-5 0 15,3 0 0-15,0-3 8 0,0 1-8 0,0-3 0 16,-2-6 16-16,2 0-2 0,0-2-1 0,0 3 0 16,0-6-2-16,0 3-1 0,0-6 0 0,3 3 0 15,-3 1-10-15,3-7 8 0,0 1-8 0,0 0 8 0,3-3-8 0,-3 1 0 16,3-4 0-16,0 1 0 0,0-3 0 0,0-3 0 0,0 0 0 16,3-2 0-1,-3-3-20-15,0 3-5 0,0-3-2 0,6 2 0 16,-3-2-142-16,3-2-29 0,0-1-6 0</inkml:trace>
  <inkml:trace contextRef="#ctx0" brushRef="#br0" timeOffset="117322.322">19416 7832 1500 0,'-3'8'31'0,"0"0"8"15,0 3-31-15,3-1-8 0,0 3 0 0,-3 1 0 16,3 2 18-16,-3-1 2 0,3 1 1 0,0 0 0 0,-3 3 13 0,3-3 2 0,0-1 1 0,0 4 0 16,0-3-26-16,0 0-11 0,0 0 8 15,0-1-8-15,0 1 15 0,0-2-3 0,0-4 0 0,0 1 0 31,0-3 0-31,0 0-1 0,0-3 0 0,0-5 0 0,0 0 42 0,0 0 9 0,0 0 2 0,0 0 0 16,0 0 0-16,0 0 0 0,0-5 0 0,0-1 0 16,0-4 0-16,0-1 0 0,0-2 0 0,0 0 0 15,0-3 0-15,3 0 0 0,-3-3 0 0,0-2 0 16,3 3-36-16,-3-6-6 16,3-3-2-16,0 4 0 0,3-4 20 0,-3 3 3 0,3 1 1 0,0-4 0 15,-3 6-36-15,3 2-8 0,-3 4 0 0,3-1 0 16,0 0 0-16,0 5 0 0,-1-2 0 0,4 0 0 15,-3 2 0-15,3 3 0 0,0-2 0 0,0 2 0 16,0 0 0-16,0 2 0 0,3 1 0 0,0 0 0 16,-3 2 0-16,3 3 0 0,0-2 0 0,-4 2 0 15,1 2 0-15,0 1 0 0,0 0 0 0,-3 2 0 16,0 0 0-16,3 0 0 0,-6 3 0 0,3 0 0 16,-3 0 0-16,-3 3 0 0,3-3 0 0,-6 5 0 15,3 0-49-15,-6-2-12 16,3 2-3-16,-6 3 0 0,0-3 52 0,0 3 12 0,-3 0 0 0,0 2 0 31,-2-2-54-31,-1 0-8 0,3 0-2 0,-3 0 0 0,0-3 52 0,0 0 12 0,0-2 0 0,3 0 0 16,0-1 0-16,4-2 0 0,-1-3 0 0,0 3 0 15,3-2-18-15,0-4-1 0,6-2 0 0,-6 5 0 16,6-5 19-16,0 0 12 0,0 0-1 0,0 0-1 16,0 0-1-16,0 6 0 0,0-6 0 0,3 5 0 0,0-2-9 15,3 2 0-15,0-2 0 0,0-1 0 0,0 1 53 16,3 0 9-16,-1-1 2 0,1 4 0 15,0-4-52-15,0 1-12 0,3-3 0 0,0 2 0 0,0 4 14 0,0-4 0 0,0 1 0 16,0 0 0-16,0-1-14 0,-1 1 0 0,4 0 8 0,-3-1-8 31,0 4-112-31,3-4-26 0,0 1-5 0</inkml:trace>
  <inkml:trace contextRef="#ctx0" brushRef="#br0" timeOffset="117596.041">19842 7988 2066 0,'-6'-10'43'0,"6"10"10"0,-6-6-42 0,3 4-11 0,0-4 0 0,0 1 0 16,3 5 156-16,-3-2 28 0,3 2 7 0,0 0 1 15,0 0-103-15,0 0-20 0,0 0-4 0,0 0-1 16,0 0-51-16,0 0-13 0,0 0 0 0,-3 5 0 16,3 0 0-16,-3 3 0 0,3 0 0 0,0 3 0 15,0-4 54-15,0 4 8 0,0 0 2 0,0-1 0 16,0 3-64-16,0 1 0 0,0-1-9 0,0 0 0 15,0 0 9-15,0 3 8 0,0 0-8 0,0 0 11 16,0 0-11-16,-3 0 0 0,3 2 0 0,0 1-11 16,0-1 11-16,0 1 0 0,0-3-9 0,0 0 9 15,0-1-29-15,0-1-2 0,0-4 0 0,3 1 0 16,-3-3-96-16,3-3-19 0,0 0-4 0</inkml:trace>
  <inkml:trace contextRef="#ctx0" brushRef="#br0" timeOffset="118478.697">19978 8094 1580 0,'0'-8'67'16,"0"3"-54"-16,3 0 143 0,-3-1 29 0,3 1 6 0,-3 5 1 15,0 0-52-15,0 0-9 0,0 0-3 0,0 0 0 16,0 0-51 0,0 0-10-16,0 0-3 0,0 0 0 0,0 0-35 0,0 0-7 0,0 0-2 0,0 8 0 15,-3 0-8-15,3 0-3 0,0 0 0 0,-3 0 0 16,0 2-9-16,3 1 0 0,0-3 0 0,-3 5 0 31,3-2-19-31,0 2-9 0,0 3-1 0,3-3-1 0,0 0 30 0,0 3 0 0,3-5 0 0,0 2 0 16,0 0 0-16,0-5 0 0,3 0 0 0,0-3 0 15,0 1 0-15,0-4 0 0,0-2 0 0,3 0 0 16,-3-2 0-16,3-4 0 0,0 1 0 0,-4-3 0 16,4 0 0-16,-3 0 0 0,0-2 0 0,0-1 0 15,-3-2 0-15,0 2 0 0,0-2 0 0,0 2 0 16,-3-2 0-16,0 3 0 0,0-4 0 0,0 4 0 15,-3-3 45-15,0 2 15 0,0-2 4 0,-3 2 0 16,0 1-52-16,0 2-12 0,-3 0 0 0,0 0 0 16,0 0 0-16,-3 2 0 0,0-1 0 0,0 1 0 15,0 4-8-15,-3-1-5 0,4 0-1 0,-1 3 0 16,0 0-23-16,0 3-5 0,0 0-1 0,0-1 0 16,6 4-89-16,3-6-17 0,0 0-4 0,0 5-1 15,6 3-26-15,0-3-4 0,3 0-2 0,0 3 0 16,6-2-38-16,-1-4-7 0,1 1-1 0,0 0-1 15,0-3 121-15,0 0 24 0,0 0 4 0,-3-3 2 0,0 3 151 16,-3-3 31-16,0 1 5 0,-1-4 2 0,-2 4 91 16,-3-1 18-16,3 0 4 0,-3 1 1 0,3-1 28 0,-3 0 6 15,0 1 1-15,-3 2 0 0,3-3-154 0,-3 3-30 0,3-3-7 0,-3 3-1 16,0 0-51-16,0 0-13 0,6-2 0 0,-6 2 0 16,0 0 54-16,0 0 8 0,0 0 2 0,0 0 0 15,0 0-52-15,0 0-12 0,0 0 0 0,0 0 0 16,0 8 0-16,0-3 0 0,0 3 0 15,-3 0 0-15,3 0 0 0,-3 2 0 0,0-2 0 0,3 3 0 16,-3-3 0-16,3 3 0 0,0-1 0 16,0 1 0-16,0 2-48 15,0-3-13-15,0 1-3 0,3 0 0 0,0 2 52 0,3-3 12 0,-3 1 0 0,3 0 0 16,-3-3-54-16,3-3-8 16,0 0-2-16,0 0 0 0,0-2 52 0,3-3 12 0,-3-3 0 0,3 1 0 15,0-3 0-15,0-1 0 0,-1-2 0 0,1 0 0 16,-3-2 0-16,6-1 0 0,-3 1 0 0,0-1 0 15,0 0 48-15,0 1 13 0,0-3 3 0,-3 2 0 16,0 0-16-16,3 1-4 0,-3-3 0 0,0 2 0 16,-3 0-8-16,3 1-3 0,-3-3 0 0,0 5 0 15,2-3-9-15,-2 3-3 0,-3 0 0 0,3 3 0 16,0 0-9-16,-3 2-1 0,0 3-1 0,0 0 0 16,0 0-10-16,0 0 0 0,0 0 9 0,0 0-9 15,0 0 0-15,0 0 0 0,0 0 0 0,0 0 8 16,3 5-8-16,0 3 0 0,-3 0 0 0,3 0 0 15,-3 0 0-15,0 3 0 0,0-1 0 0,0 3 0 16,0-2 0-16,0 0 0 0,0 2 0 0,0 0 0 0,0 0-16 16,0 1 3-16,0-1 0 0,0 0 0 15,0-2-16-15,3 2-3 0,-3 0-1 0,0 0 0 16,3-2-4-16,-3-3-1 0,3 2 0 0,-3-4 0 16,3-1-126-16,0-2-26 0,-3-3-5 0</inkml:trace>
  <inkml:trace contextRef="#ctx0" brushRef="#br0" timeOffset="118764.42">20714 7864 2067 0,'0'0'87'0,"0"0"-70"16,0-3 140-16,0 3 28 0,0 0 6 0,0 0 1 15,0 0-103-15,0 0-20 0,0 0-4 0,0 0-1 16,0 6-51-16,0 4-13 0,0-2 0 0,3 5 0 15,-3 1 53-15,0 1 8 0,3 1 2 0,-3 0 0 16,3 0-50-16,-3 0-13 0,0 0 0 0,3 0 0 16,-3 0 0-16,0-1 0 0,0 4 0 0,0-1 0 15,0-2 20-15,0 6-2 0,-3-1 0 0,3 0 0 16,0 3-29-16,-3-1-5 0,3 4-2 0,-3-3 0 16,3-3 18-16,-3 0 0 0,3 0 0 0,-3-2 0 15,3-3-106-15,-3-6-18 0,3 1-3 0,-3-1-1 16,3-4-153-16,-3-1-31 0</inkml:trace>
  <inkml:trace contextRef="#ctx0" brushRef="#br0" timeOffset="118933.309">20717 8240 2310 0,'-6'-16'48'0,"0"0"11"0,3 3-47 0,-3 2-12 0,0-2 0 0,3 5 0 16,3-3 104-16,0 3 20 0,0 0 3 0,0 3 1 16,3 0-52-16,3 0-9 0,0 2-3 0,-3 0 0 15,3 1-51-15,3-1-13 0,-3 0 0 0,2 3 0 16,-2-2 0-16,3 2 0 0,0 0 0 0,0 0 0 15,3 0 0-15,-3 0 0 0,3 0 0 0,0 0 0 16,0 0-186-16,3 0-40 0</inkml:trace>
  <inkml:trace contextRef="#ctx0" brushRef="#br0" timeOffset="119357.808">21294 8155 1934 0,'0'0'40'0,"0"0"9"0,0 0-39 0,0 0-10 0,0 0 0 0,0 0 0 16,3-3 108-16,3 1 20 0,-3-1 4 0,3 3 1 15,0-3-50-15,0 3-11 0,3 0-1 0,0 0-1 16,0 0-18-16,0 0-4 0,0 0-1 0,-1 0 0 15,4-2-17-15,-3 2-3 0,0 0-1 0,3 0 0 16,-3 0-15-16,3 0-3 0,0 0-8 0,0 0 12 16,0 0-12-16,0-3 8 0,-1 3-8 0,1 0 0 15,0 0 0-15,-3 0-18 0,0 0 2 0,0 0 1 16,-3 3-121-16,0-3-25 16,-6 0-5-16</inkml:trace>
  <inkml:trace contextRef="#ctx0" brushRef="#br0" timeOffset="119572.66">21309 8298 2053 0,'0'0'58'0,"0"0"13"16,0 0-57-16,0 0-14 0,0 0 0 0,3 5 0 15,-3-5 84-15,6 0 15 0,0 0 2 0,0 0 1 16,3 0-29-16,-3 0-5 0,3 0-2 0,-3 0 0 15,3 0-25-15,-4 0-5 0,4 0 0 0,0 0-1 16,-3 0-21-16,3 0-4 0,3 0-1 0,-3 0 0 0,6-3-9 0,-3 1 0 0,0-1 0 0,3 1 0 31,0-1-132-31,-1-2-23 0,4 2-4 0</inkml:trace>
  <inkml:trace contextRef="#ctx0" brushRef="#br0" timeOffset="120686.592">21985 8020 1586 0,'3'5'44'0,"0"1"12"16,-3 2-45-16,0-1-11 0,3 1 0 0,-3 6 0 15,0-6 48-15,0 5 7 0,0-3 1 0,0 1 1 16,-3 2-39-16,3-2-8 0,0 2-2 0,-3 0 0 16,3 0-8-16,-3 1 0 0,3-1 0 0,-3-2 8 0,0-1-8 15,3 1 8-15,-3 2-8 0,0-5 8 0,3 0 21 0,-3-3 4 0,3 0 1 0,0-5 0 16,0 0 13-16,0 0 2 0,0 0 1 0,0 0 0 16,0 0 12-16,-3-8 2 0,3 1 1 0,-3-4 0 15,3-2-12-15,0 2-2 0,3-5-1 0,-3 3 0 16,0 0-7-16,3-3-2 15,0 3 0-15,0-3 0 0,0 0-8 0,0 0-1 16,0-2-1-16,3 2 0 0,0-3-14 0,0 1-2 16,2-4-1-16,1 4 0 0,0-1-3 15,3-2-1-15,0-3 0 0,0 3 0 0,0 5 1 0,3-2 0 0,-3 2 0 16,0 3 0-16,3 0-11 0,-4 2 12 0,1 3-12 0,0 0 12 16,0 3-12-16,-3-1 8 0,0 1-8 0,3 3 8 15,-3-1-8-15,0 3 0 0,0-3 0 0,0 6 0 16,-3 0 0-16,3-1-17 0,-1 3 4 0,-2 3 1 15,0 0 12-15,0 3 0 0,-3 0 0 0,0 2 0 16,0 0-54-16,-6 3-8 0,3-3-2 16,-3 6 0-16,-3-6 0 0,0 3 0 15,-3-3 0-15,3 0 0 0,-2 0 0 0,-1 1 0 0,0-1 0 0,-3-3 0 16,0 4 38-16,-3-4 7 0,0 1 2 0,-3-3 0 16,3 2-10-16,1-2-1 0,-4 0-1 0,3-2 0 15,0 1 9-15,3-1 1 0,0 2 1 0,3-3 0 16,3 0 18-16,3-2 0 0,3-3 0 0,0 0 0 15,0 0 0-15,0 8 0 0,3-5 0 0,3 2 0 0,0 0 0 16,0-2 0-16,3 2 0 0,3-2 0 0,0 2 0 0,0-2 0 0,3-1 0 0,-4 1 0 16,4 0 0-16,-3-3 0 0,3 2 0 15,-3 1 0 1,-3-3-55-16,3 0-7 0,0 0-2 0,-3 0 0 16,0 0 52-16,0 0 12 0,0 0 0 0,-1 0 0 15,-2 0 0-15,0 0 0 0,3 0 0 0,-3 0 0 0,-3 0 0 16,-3 0 0-16,3-3 0 0,-3 3 0 0,6-2 0 0,-6 2 0 15,3-3 0-15,-3 3 0 0,3-3 48 16,0-2 13-16,0 0 3 0,0 2 0 0,0-2 0 0,0-1 0 0,0 1 0 0,0 0 0 16,0 2 0-16,0-2 0 0,0 2 0 0,0-2 0 15,0 2-26-15,3-2-5 0,0 2-1 0,0-2 0 16,0 2-6-16,0 1-2 0,0-3 0 0,2 2 0 16,-2 3-5-16,3-3-2 0,-3 1 0 0,3 2 0 15,-3 0-5-15,3 0-2 0,-3-3 0 0,0 6 0 16,0-3-10-16,0 2 10 0,0 1-10 0,-3 2 10 15,-3-5-10-15,3 5 0 16,0 1 9-16,-3-1-9 0,0 0-17 0,0 3-8 16,-3 0-2-16,0 0 0 0,0 3 27 0,-3-3 0 0,0 2 0 0,-3 1 0 15,3 2 0-15,-3-2 0 0,0 2 0 0,0 0 0 16,0-2 0-16,3 2 0 0,-3 0 0 0,1-2 0 16,2 2-56-16,3-5-7 0,-3 2-1 0,3 1 0 15,3-3 52-15,-3-3 12 0,3 3 0 0,3-2 0 16,-3-1 0-16,3 0 0 0,3-2 0 0,-3-1 0 15,0 1 0-15,3-3 0 0,2 0 0 0,1 0 0 16,0 0 0-16,0-3 0 0,3 1 0 0,0-1 0 16,0 0 0-16,0-2 0 0,0 0 0 0</inkml:trace>
  <inkml:trace contextRef="#ctx0" brushRef="#br0" timeOffset="120913.528">22690 8129 2266 0,'-3'-3'64'0,"3"3"14"0,-3-5-62 16,3 5-16-16,0-6 0 0,0 6 0 0,0 0 55 0,0 0 8 0,0 0 1 0,0 0 1 16,0 0-1-16,0 0 0 0,0 0 0 0,0 0 0 15,0 0-51-15,0 0-13 0,0 0 0 0,0 0 0 16,0 8 58-16,0-2 9 0,0 1 1 0,0 1 1 16,-3 3-50-16,3-3-11 0,0 2-8 0,-3 4 12 15,3-1-12-15,-3-2 8 0,3 2-8 0,-3 0 8 16,3 0-18-16,-3-2-4 0,3 2-1 0,0-2 0 15,-3 2-104-15,3-5-21 16,0 0-4-16</inkml:trace>
  <inkml:trace contextRef="#ctx0" brushRef="#br0" timeOffset="121095.698">22803 8044 2310 0,'-15'-29'48'0,"12"18"11"0,0-2-47 0,0 0-12 0,3-1 0 0,0 1 0 16,0 3 104-16,0-4 20 0,0 4 3 0,3-1 1 16,0 3-52-16,0 3-9 0,0-3-3 0,0 5 0 15,0 1-78-15,-3 2-16 0,0 0-3 0,6 0-1 16,-3 2-105-16,3 4-21 0,-3-1-4 0</inkml:trace>
  <inkml:trace contextRef="#ctx0" brushRef="#br0" timeOffset="121531.17">22833 8105 1824 0,'0'0'38'0,"0"0"8"0,6 2-37 0,-3 1-9 0,3 0 0 15,0 2 0-15,-3-2 104 0,3 2 20 0,0 0 3 0,0 0 1 16,-3 1-52-16,3 2-9 0,0 0-3 0,-3 0 0 16,0 2-51-16,-1 1-13 0,1 2 0 0,-3-2 0 15,0 2 54-15,0 0 8 0,0 0 2 0,3 3 0 16,-6-5-52-16,3 2-12 0,-3 0 0 0,3 0 0 15,0-2 0-15,-2 0 0 0,2-1 0 0,0-2 0 16,0 0 0-16,-3-3 0 0,3 3 0 0,0-8 0 16,0 0 0-16,0 0 0 0,0 0 0 0,0 0 0 15,0 0-16-15,0 0-5 0,3-5-2 0,-1 0 0 16,1-3 23-16,0 0 0 0,0-3 10 0,0 1-10 16,0-4 20-16,0 1-2 0,3 0-1 0,-3 0 0 15,0-1-17-15,3-1 0 0,0 1 0 0,0 1 0 16,0 3 0-16,0-1 0 0,3 0 0 0,-3 1 0 15,3 2 55-15,-3 0 7 0,3 3 2 0,-3-3 0 16,3 2-52-16,-3 4-12 0,2-1 0 0,1 0 0 16,-3 1 0-16,0 2 0 0,0 0 0 0,0 0 0 15,0 2 0-15,0-2 0 0,-3 6 0 0,3-4 0 16,-3 4 0-16,0-1 0 0,-3 3 0 0,3 0 0 0,-3 2 0 16,3 1 0-16,-3 0 0 0,0 2 0 0,-3 0 0 0,3 3 0 15,-3-3 0-15,3 0 0 0,-3 1 0 0,0 1 0 16,3-1 0-16,-3 2 0 15,0-3-100-15,3-5-22 0,-3 2-5 0</inkml:trace>
  <inkml:trace contextRef="#ctx0" brushRef="#br0" timeOffset="121787.618">23288 8142 2508 0,'0'0'71'0,"0"0"16"0,3-3-70 0,3 0-17 0,3 3 0 0,-3-2 0 16,3 2 73-16,0 0 11 0,0 0 3 0,3 0 0 15,-3 0-35-15,3 0-6 0,-3 0-2 0,3 0 0 16,0 0-9-16,-4 0-3 0,4 0 0 0,0 0 0 16,0 0-17-16,0 0-4 0,0 0-1 0,-3 0 0 15,3 0 7-15,0 0 2 0,3 0 0 0,-6 2 0 16,2-2-67-16,-2 3-12 0,0 0-4 0,-3-1 0 15,0 1-63 1,-3 0-13-16,-3-3-2 0</inkml:trace>
  <inkml:trace contextRef="#ctx0" brushRef="#br0" timeOffset="122020.066">23363 8303 2032 0,'0'0'42'0,"0"0"10"15,0 0-41-15,0 0-11 0,0 0 0 0,0 0 0 0,0 0 110 0,0 0 20 0,3 0 4 0,3 0 1 16,0 0-50-16,0 3-9 0,0-3-3 0,3 0 0 16,-3 2-25-16,-1-2-6 0,4 0-1 0,-3 3 0 15,3-3-13-15,-3 0-4 0,6 0 0 0,-3 0 0 16,0 0-12-16,3 0-2 0,0 0-1 0,0-3 0 16,0 1-21-16,3-1-4 0,-1-2 0 0,4 2-1 31,-3-2-50-31,0 0-9 0,3-3-3 0</inkml:trace>
  <inkml:trace contextRef="#ctx0" brushRef="#br0" timeOffset="122313.251">23896 8054 2191 0,'0'-10'45'0,"0"-1"12"0,0 3-45 0,0 3-12 0,0 0 0 0,0-1 0 15,0 6 110-15,0 0 20 0,0 0 4 0,0 0 1 16,0 0-48-16,0 0-10 0,0 0-1 0,0 0-1 15,0 0-29-15,0 0-6 0,0 0 0 0,0 0-1 16,0 0-4-16,0 6-1 0,3 2 0 0,-3 0 0 16,0 0-10-16,0-1-1 0,0 4-1 0,-3 0 0 15,3-1-10-15,0 1-3 0,-3-1 0 0,3 4 0 16,-3 2-9-16,3-1 0 0,-3 1 9 0,0 5-9 0,3 1 0 16,-3-1 8-16,0 3-8 0,0-1 0 0,0 1 0 15,3-3 0-15,-3 1 0 0,0-1 0 0,0-3 0 16,0-2 0-16,3 0 0 0,-3 0 8 15,3 0-33-15,-3-3-7 16,3-2 0-16,-3-1-1 0,3 1 33 0,-3-1 0 0,3-2 0 0,0 0 0 16,0-3-160-16,0 3-26 0,0-2-5 0</inkml:trace>
  <inkml:trace contextRef="#ctx0" brushRef="#br0" timeOffset="123704.164">16487 8570 1485 0,'0'0'31'0,"0"0"7"0,0 0-30 0,0 0-8 0,0 0 0 0,0 0 0 16,0 0 104-16,0 0 19 0,0 0 4 0,0 0 1 15,0 0-32-15,0 0-5 0,0 0-2 0,0 0 0 16,0 0-20-16,0 6-4 0,-3-1-1 0,0 3 0 15,0-3-51-15,3 3-13 0,-3 3 0 0,0-3 0 16,3 2 54-16,-3 3 8 16,0 1 2-16,3 2 0 0,-3-3-52 0,0 3-12 0,0 2 0 0,0 1 0 15,0-3 0-15,0-1 0 0,0 4 0 0,-3-3 0 16,3 0 0-16,0-3 0 0,0 3 0 0,0-3 0 16,3 0 0-16,-3 1 0 0,3-1 0 0,0 0 0 15,0 0 0-15,3-2 0 0,-3 2 0 0,3-2 0 16,0 2 0-16,0-3 0 0,0 4 0 0,0-4 0 15,0 4 0-15,-3-4 0 0,3 3 0 0,-3-2 0 16,3-3 0-16,-3 2 0 0,0-2 0 0,0 0 0 16,3-2 0-16,-3-1 0 0,0 0 0 0,0-5 0 15,0 0-151-15,3 5-33 0,-3-5-6 0</inkml:trace>
  <inkml:trace contextRef="#ctx0" brushRef="#br0" timeOffset="124249.939">16228 9015 2004 0,'0'0'56'0,"0"0"14"0,0 0-56 16,0 0-14-16,0 0 0 0,0 0 0 0,0 0 89 0,0 0 15 0,0 0 4 0,0 0 0 15,0 0-29-15,0 0-6 0,0 0-1 0,0 0 0 16,0 0-42-16,0 0-9 0,0 0-1 0,0 0-1 15,0 0 14-15,0 0 3 0,0 0 1 0,0 0 0 16,0 0-28-16,-3 8-9 0,3-3 0 0,0 3 0 16,3 3 12-16,-3-3-12 0,3 2 12 0,-3 3-12 15,3-2 22-15,0 0-2 0,0-1-1 0,3 1 0 16,-3-1-31-16,3 1-5 0,-3 0-2 0,3-4 0 16,0 1 31-16,3 0 5 0,-4 0 2 0,1-2 0 15,3-1-35-15,-3 0-6 0,3 0-2 0,0-2 0 16,0 0 39-16,0-1 7 0,0 1 2 0,3-3 0 15,0 0-24-15,0 0 0 0,0-3 0 0,-1 3 0 16,4-2 0-16,-3-4-16 0,3 1 2 0,-3 2 1 16,0-2 21-16,-3-3 4 0,3 3 0 0,0 0 1 15,-3-3-13-15,0 0 0 0,-1-3 0 0,1 3 0 0,3-2 0 16,-3-1 0-16,3 1 0 0,-3-1 0 0,0 0 0 0,3 3 0 16,-3-5 0-16,0 5 0 15,3 0-101-15,-3 0-23 0,0 3-5 0</inkml:trace>
  <inkml:trace contextRef="#ctx0" brushRef="#br0" timeOffset="125970.735">17046 9499 1386 0,'0'0'28'0,"0"0"8"0,0 0-28 16,0-5-8-16,3 2 0 0,-3 3 0 0,0-5 112 0,0 5 20 0,0-5 5 0,0 5 1 16,0-6-32-16,0 1-6 0,-3 0-2 0,3 5 0 15,0-3-30-15,-3-2-5 0,1 0-2 0,-1-1 0 16,0 1-17-16,0 2-4 0,0-2-1 0,0 2 0 16,0-2-3-16,0 0-1 0,0-1 0 0,-3 4 0 15,3-3-1-15,0 2 0 0,-3-2 0 0,0 2 0 16,0-2-7-16,3 2-2 0,-3 0 0 0,0 1 0 15,0-4-10-15,0 4-3 0,-3-4 0 0,3 1 0 16,-3 3-12-16,-3-4 9 0,4 4-9 0,-4-4 8 16,0 4-8-16,-3-4 10 0,3 4-10 0,-3-4 10 15,0 4-2-15,0-4-8 0,0 4 12 0,-2-1-4 16,-1 1-8-16,3-1 0 0,-3 0 9 0,3 1-9 16,-3-4 0-16,3 4 9 0,0-1-9 0,-2 0 0 15,2 1 10-15,-3-1-10 0,3 0 8 0,0 1-8 16,0 2 9-16,-3-3-9 0,3 1 10 0,1 2-10 15,-4-3 8-15,0 3-8 0,0-3 0 0,-6 3 9 16,3 0-9-16,0 0 0 0,-2 0 9 0,-1 0-9 16,3 3 0-16,-3-3 0 0,3 3 0 0,1-3 8 15,2 2 8-15,-3 1 3 0,3-3 0 0,0 2 0 16,0 4-19-16,3-4 0 0,-3 4 0 0,1-1 0 0,-1 0 0 0,0 1 0 16,-3 1 0-16,0-1 0 0,0 2 0 0,-2-3 0 0,2 3 0 15,-3 0 0-15,3 0 0 0,-3 0 0 0,3 0 0 16,1 2 0-16,2 1 0 0,0-1 0 0,0 1 0 0,0 2 0 15,3 1 0 1,0-1 0-16,1 0 0 0,-4 0 0 0,3 3-12 16,-3-3-5-16,0 3-2 0,-3 0 0 0,0 0 19 0,1 0 0 0,-4-3 0 15,0 3 0-15,3-3 12 0,0 0 5 0,3 1 2 0,-5-1 0 16,5-3-19-16,3 4 0 0,0-1 0 0,0 0 0 16,0 0-13-16,3 1-7 0,3-1 0 0,-3 0-1 15,7 0 33-15,-4 3 8 0,3 3 0 0,0-1 1 16,3 1-36-16,0-3-7 0,0 5-2 0,0-3 0 15,3 1 39-15,0 2 7 0,0-3 2 16,0 1 0-16,3 0-24 0,-3-1 0 0,3-2 0 0,0 0 0 16,0 0 0-16,3 0 0 0,-3-3 0 0,3 3 0 15,-3 0 0-15,2-3 0 0,1 0 0 0,3 3 0 16,-3 0-47-16,3 0-13 0,0 2-4 0,0-2 0 16,3 5 103-16,0-2 20 0,0 2 4 0,3 0 1 15,0 0-103-15,-1-2-20 0,1-1-4 0,3 1-1 16,0-3 78-16,0 0 15 0,3-1 3 0,0 1 1 15,-1-2-33-15,-2-1 0 0,0-3 0 0,3 4 0 16,-3-4 0-16,0 1 0 0,0-1 0 0,-1 1 0 16,4-1-20-16,0-2-10 0,6 3-2 0,-3-3-1 0,3 3 33 0,-1-4 0 0,4 4 0 15,0-3 0-15,0 3 18 0,-4-4 10 0,1 4 3 0,0-3 0 32,0-3-50-32,-3 1-9 0,2 2-3 0,1-3 0 0,3 0 31 0,3-2 0 0,-1-1 0 0,1 1 0 15,3 0 19-15,-3-1 9 0,-1 1 3 16,-2-3 0-1,3 3-31-15,-6-3 0 0,-1 0 0 0,4-3 0 16,0 3-19-16,0-3-9 0,-1 1-3 0,7-1 0 0,-6 0 76 0,3 1 15 0,-1-1 4 16,-2 0 0-1,-3 1-76-15,0-3-14 0,0-1-3 0,-1 1-1 0,-2 0 48 0,3-1 10 0,-3 1 1 0,3 0 1 16,-1-3-30-16,1 0 0 0,3 3 0 0,0-3 0 16,-1 2 0-16,1 1-20 0,-3 0 4 0,0-3 0 15,-3 3 16-15,-1-3 0 0,1 0 11 0,0 0-11 16,-3 0 13-16,0-3-4 0,3 1-1 0,-1-4 0 15,1 4-8-15,3-1 0 0,0-2 0 0,0 0 8 16,-1-3 8-16,-2 0 2 0,0-2 0 0,0-1 0 16,-3 0-4-16,-1-2-1 0,-2 0 0 0,3 0 0 15,-6 0-2-15,0 0-1 0,0-1 0 0,-3 1 0 16,0 3 0-16,0-1 0 0,-1 3 0 0,-2 1 0 16,3-1 2-16,-3 0 0 0,-3 3 0 0,0-3 0 15,0 2-12-15,-3 1 0 0,0 0 0 0,0-3 0 16,0-2 20-16,-3-1 0 0,0 1-1 0,0-4 0 15,0-1-19-15,0 1 10 0,-3-1-10 0,3-1 8 16,-3 3-8-16,0 2 0 0,-3 1 0 0,3 2 0 16,-3 0 0-16,0 3 8 0,0-1-8 0,-3 1 0 15,3 0 0-15,0 2 0 0,-3-2 8 0,4 2-8 16,-1 1 0-16,0-1 0 0,0 3 0 0,0-5 0 0,0 5 0 16,0-2 0-16,0-1 0 0,0 0 0 0,-3-2 0 0,3 3 0 15,0-1 8-15,-3 0-8 0,0 1 0 0,0-1 0 0,0 1 0 16,0-1 0-16,-3 1 0 0,1-1 0 0,-1 0 0 15,-3 1 0-15,0-1 30 16,0 3 4-16,-3-2 1 0,3 2 0 16,-3 0-56-16,1 0-11 0,2 3-3 0,-6-3 0 0,6 0 35 0,0 5 0 0,3-2 0 0,-3-1 0 15,3 4-30-15,0-1 1 0,1 1 0 16,-1-4 0-16,0 4 45 0,3-1 8 0,0 0 3 0,-3 1 0 16,0-4-27-16,3 4 0 0,-3-1 0 0,0 0 0 15,-3 1-19 1,1-4-5-16,-1 4-2 0,-3-1 0 0,0 1 26 0,-3-1 0 0,0 3 0 0,-3-3 0 15,4 1 0-15,-1 2 0 0,-3-3 0 16,0 3 0-16,3 0 0 0,3 0 8 0,1-3 0 0,-4 3 0 16,3 0-25-16,3 0-5 0,-3 0-1 0,3 0 0 15,-3 0-26-15,1 0-6 0,-1 0-1 0,0 0 0 16,0 0-103-16,0 0-21 0,3 0-4 0</inkml:trace>
  <inkml:trace contextRef="#ctx0" brushRef="#br0" timeOffset="126528.59">16597 9803 1580 0,'0'-2'67'0,"0"-4"-54"16,0 4 143-16,-3-3 29 0,3 2 6 0,0-2 1 15,0 5-56-15,-3-3-10 0,0-2-2 0,0 2-1 16,-3 0-42-16,6 3-8 0,-3-2-1 0,-3-1-1 16,0 0-26-16,0 3-5 0,6 0 0 0,-9 0-1 15,0 0-15-15,-2 3-4 0,2 0 0 0,-3 2 0 16,0 0-5-16,0 1-2 0,-3 2 0 0,0-1 0 15,3 7-13-15,-3-1 8 0,0 3-8 0,1 2 0 16,-1 1 0-16,3 5 0 0,3-3 0 0,-3 3 0 16,6-1 0-16,3-1-15 0,0-1 2 0,0-3 0 15,6-2 13-15,0 0 13 0,3 0-2 0,3 0-1 0,3-3-10 16,0-2 0-16,0 2 0 0,0-3 0 16,2 1 0-16,1-3 8 0,0 3-8 0,3-1 0 0,-3-5 8 0,-3 3-8 15,3-2 0-15,0-1 8 0,-4-2-8 0,4-3 0 16,-3 2 0-16,3-4 8 15,0-1-98-15,0 3-20 0,3-5-4 0</inkml:trace>
  <inkml:trace contextRef="#ctx0" brushRef="#br0" timeOffset="131916.008">16460 10722 1349 0,'0'0'56'0,"0"0"-44"16,0 0 100-16,0 0 20 0,0 0 4 0,0 0 0 16,0 0-29-16,0 0-7 0,0 0 0 0,3 5-1 15,-3 3-22-15,0-3-4 0,3 0-1 0,-3 3 0 16,0 0-15-16,3 0-3 0,-3 0-1 0,0 3 0 15,0-1-19-15,0 1-4 0,0 2-1 0,0 0 0 16,0-2-11-16,0 5-2 0,0-3-1 0,0 3 0 16,0 0-7-16,0 0-8 0,0 0 11 0,0 2-11 15,0-2 8-15,0 0-8 0,0 2 0 0,-3 1 0 16,3-1 0-16,0 4 0 0,0 1 8 0,-3 4-8 16,3-3-23-16,0 2-8 0,-3 1-1 0,0-1-1 15,3 0 77-15,0 1 16 0,-3-3 4 0,3 0 0 16,-3-1-52-16,0-1-12 0,3-1 0 0,-3 3 0 15,0-1-16-15,0-1-7 0,3 1-1 0,-3 1 0 16,-3 0 35-16,3 2 6 0,0-4 2 0,0 1 0 16,3-1-3-16,-3-4-1 0,3-2 0 0,0 2 0 15,-3-4-2-15,3-1 0 0,0 0 0 0,0 0 0 16,0-5-2-16,0 3-1 0,0 0 0 0,0-4 0 16,3-1-10-16,-3 2 0 0,0-6 9 0,0-2-9 0,3 6 0 0,-3-6 8 15,0 0-8-15,0 5 0 0,0-5 0 16,0 0 0-16,0 0-12 0,0 0 4 15,0 0-28-15,0 0-6 0,0 0-1 0,6 0 0 16,0-5-139-16,0-1-28 0,3 1-6 0</inkml:trace>
  <inkml:trace contextRef="#ctx0" brushRef="#br0" timeOffset="132867.837">17338 11034 1406 0,'0'0'29'0,"0"0"7"0,0 0-36 0,0 0 0 0,0 0 0 0,-3-3 0 16,3 3 124-16,-3-5 19 0,0 0 3 0,3 5 1 15,-3-6-34-15,3 6-6 0,0-2-2 0,0 2 0 16,-3-6-19-16,3 6-4 0,0 0-1 0,0 0 0 16,0 0-17-16,0 0-4 0,0 0-1 0,0 0 0 15,0 0-19-15,0 0-3 0,0 0-1 0,0 0 0 16,-3 6-24-16,0 2-12 0,-3 0 10 0,3 5-10 16,0 0 0-16,0 3 0 0,0 0 0 0,1 5 0 15,-1-3 0-15,3 4 0 0,0-1 0 0,0 0 0 16,3-3-8-16,-1-2-8 0,4 3-2 0,0-6 0 15,-3 0-7-15,3-2-2 16,0-1 0-16,0-2 0 0,3-2 9 0,-3-1 2 0,0-5 0 0,3 0 0 16,-3 0 16-16,3-5-12 0,0 2 12 0,-3-2-10 15,3-3 10-15,-3 0 0 0,3-3 0 0,-3 1 0 16,2-1 0-16,-2-2 0 0,-3-3 0 0,3 3 0 16,0-3 46-16,-3-3 14 0,0 4 4 0,0 1 0 0,0-2-52 15,0 6-12-15,0-3 0 0,-3-1 0 0,3 6 54 16,-3 1 8-16,3 1 2 0,-3 1 0 0,0 5-52 0,0 0-12 15,0 0 0-15,0 0 0 0,0 0 0 16,0 0 0-16,3 5 0 0,0 6 0 0,0-1 0 0,0 6 0 16,0-3 0-16,0 3 0 15,3 3-48-15,-3-3-13 0,3 0-3 0,0 2 0 0,3-2 64 0,0-3 15 0,0 0 1 0,0 1 1 16,-1-4-17-16,4-2 0 0,-3-2-13 16,0-1 5-16,3 0 8 0,-3-2 0 0,3-3-9 15,0 0 9-15,-3-3 0 0,0-2 8 0,3 0 0 0,-3-1 0 16,-1-2 16-16,1 0 4 0,-3-2 0 15,0-1 0-15,0-2 0 0,0 0 1 0,-3-3 0 0,0 0 0 16,0 0-9-16,0-2-3 0,0 2 0 0,0-3 0 16,0 3-9-16,-3 0-8 0,3 1 9 0,0 1-9 15,0 1 0-15,-3 3 0 0,3-4 0 0,-3 6 0 16,3-2-52-16,0 2-17 0,-3 0-3 16,3 3-1-16,3-3-112 0,-3 2-23 15,6 4-4-15</inkml:trace>
  <inkml:trace contextRef="#ctx0" brushRef="#br0" timeOffset="133149.142">18002 11079 2014 0,'0'0'42'0,"0"0"9"0,0 0-41 0,0 0-10 0,0 0 0 0,0 0 0 15,0 0 84-15,0-3 14 0,0 3 3 0,3-2 1 16,0-4-22-16,3 4-5 0,-3 2-1 0,3-3 0 15,0 0-22-15,0 3-5 0,3-2-1 0,0 2 0 16,2 0-9-16,1-3-1 0,0 3-1 0,0-3 0 16,3 3-15-16,-3 0-4 0,0-2 0 0,0 2 0 15,3-3-7-15,0 0-1 0,-1 1-8 0,-2-4 12 16,3 4-12-16,0-1 0 0,-3 3 0 0,3-2 0 31,0 2-21-31,-6-3-7 0,3 3-2 0,-3 0 0 16,-1 0-162-16,-2 0-32 0,-6 0-6 0</inkml:trace>
  <inkml:trace contextRef="#ctx0" brushRef="#br0" timeOffset="133331.848">18163 11171 2024 0,'0'0'42'0,"0"0"10"0,0 0-41 0,0 0-11 0,0 0 0 0,0 0 0 16,0 0 98-16,0 0 18 0,6 3 3 0,0-3 1 15,0 0-34-15,0 0-6 0,-1-3-2 0,4 3 0 16,0 0-58-16,0-2-12 0,0-1-8 0,3 0 9 16,-3 1-9-16,6-3 0 0,-3-1 0 0,0-2 0 15,3 3-83-15,2-3-18 0,-2 0-4 0</inkml:trace>
  <inkml:trace contextRef="#ctx0" brushRef="#br0" timeOffset="133677.78">18568 10962 2374 0,'-3'-5'49'0,"-3"2"12"0,0 1-49 0,3-1-12 0,-3 0 0 0,0-2 0 0,0 5 95 0,0-2 16 0,-3 2 3 0,3 0 1 16,0 0-42-16,0 2-8 0,0 1-1 0,0 2-1 15,0 0-28-15,0-2-6 0,0 5-1 0,0 0 0 16,0 0-12-16,3 0-4 0,0 2 0 0,0 1 0 16,0 2-12-16,3 0 0 0,0 1 0 0,0-1 0 15,3 3 0-15,3 0 0 0,-3-3 0 0,3 3 0 16,3-6-10-16,0 4 10 0,0-1-8 0,0-5 8 15,0 0-17-15,0 0 1 0,3-3 1 16,-3-2 0-16,3-3 15 0,-3 0-12 0,2 0 12 16,-2-3-12-16,3-2 12 0,-3-1 0 0,3-2 0 0,-3 0 0 15,0-2 8-15,3-1 2 0,-3 1 0 0,0-4 0 16,-3 1 10-16,3 0 3 0,-3 0 0 0,0 0 0 16,-3-1-6-16,3 1-1 0,-4 0 0 0,-2 0 0 15,0 2-4-15,0 0-2 0,0 1 0 0,-2 2 0 16,-4-3-10-16,0 3 0 0,0 0 0 0,-3 1 8 15,0 1-8-15,-3-2-11 0,0 3 3 0,-3 2 0 16,0-2-103-16,0 5-20 0,-3 0-4 16</inkml:trace>
  <inkml:trace contextRef="#ctx0" brushRef="#br0" timeOffset="134483.837">17505 11579 2352 0,'0'0'67'0,"0"0"13"15,0 0-64-15,0 0-16 0,0 0 0 0,0 0 0 16,0 0 92-16,0 0 14 0,0 0 3 0,0 0 1 16,0 0-50-16,0 0-9 0,-3 5-3 0,0 6 0 15,0-3-27-15,0 2-5 0,0 4-2 0,0-1 0 16,0 0-14-16,3 0 0 0,-3 0 0 0,0 1 0 16,3-1 0-16,0 3 0 0,-3-3 0 0,3 0 0 15,3 0 0-15,-3 1 0 0,3-4 0 0,0 1 0 16,0-1-32-16,3-2-2 0,0 0-1 0,0-2 0 15,3-1 5-15,0-2 1 0,0-3 0 0,3 2 0 16,-4-2 9-16,4-2 3 0,0-1 0 0,0 0 0 0,-3-2 27 16,3 0 6-16,0-3 0 0,0 2 1 0,-3-1-17 0,0-1 0 15,3 0 0-15,-6-3 0 0,3 3 55 0,-4-2 7 16,1 2 2-16,-3-3 0 0,0 3-52 0,0-3-12 16,0 6 0-16,-3-3 0 0,0 0 54 0,0 3 8 0,0 0 2 15,0 5 0-15,0 0-52 0,0 0-12 0,0 0 0 16,0 0 0-16,0 0 0 0,-6 2 0 0,0 1 0 15,0 2 0-15,3 1 0 16,1 2 0-16,-1-1 0 0,0 4 0 0,3 0 0 0,0-1 0 16,3 3 0-16,0-2 0 0,-1 2-48 0,4-2-13 15,3-1-3-15,0 4 0 16,0-6 0-16,0 2 0 0,3-2 0 0,-3 0 0 0,3-5 52 0,-3 2 12 0,3-5 0 0,-3 0 0 16,3 0 0-16,-1-5 0 0,1 2 0 0,0-2 0 15,0-1 0-15,0 1 0 0,0-3 0 0,-3 3 0 16,0-3 48-16,0 0 13 0,0-2 3 0,-3 2 0 15,0 0 0-15,0 0 0 0,-3 0 0 0,0 0 0 16,3-3-52-16,-4 3-12 0,1-2 0 0,0 2 0 16,0-3 0-16,-3 1 0 0,3-1 0 0,0 0 0 15,-3 1 0-15,3-1 0 0,0 3 0 0,-3-2 0 16,3 4 0-16,0-1 0 0,3-1 0 0,-3 2 0 16,3 1-151-16,0 0-33 0,0 2-6 0</inkml:trace>
  <inkml:trace contextRef="#ctx0" brushRef="#br0" timeOffset="134729.693">18118 11722 2218 0,'0'0'46'0,"0"0"11"0,6 0-45 16,0 0-12-16,0-3 0 0,0 0 0 0,0 1 104 0,3-1 20 0,0 1 3 0,0-1 1 15,0 0-44-15,-1 3-9 0,1-2-2 0,0-1 0 16,3 3-28-16,0-3-5 0,0 1-2 0,-3 2 0 15,6 0-49-15,-3-3-9 0,3 0-3 0,-3 3 0 16,-1 0 43-16,1 0 9 0,3-2 2 0,-3 2 0 16,0 0-31-16,-3 0 0 0,0 0 0 0,0 0-10 15,-3 2-34-15,0-2-6 0,0 0-2 0,-6 0 0 16,0 0-164-16,0 0-32 0,3 6-8 16</inkml:trace>
  <inkml:trace contextRef="#ctx0" brushRef="#br0" timeOffset="134940.776">18255 11814 1824 0,'0'0'76'15,"6"0"-60"1,0 0 82-16,0-2 17 0,0-1 3 0,3 0 1 16,0 3-37-16,0 0-7 0,0-2-2 0,-1 2 0 15,4 0 11-15,0-3 1 0,0 3 1 0,0 0 0 16,0 0-40-16,0 0-8 0,0 0-2 0,0-2 0 15,0 2-21-15,2 0-5 0,-2-3-1 0,0 0 0 0,3 1-9 16,-3-1 0-16,0 0 0 0,0 1 0 16,0-4-107-16,0 1-13 0,0-3-4 0</inkml:trace>
  <inkml:trace contextRef="#ctx0" brushRef="#br0" timeOffset="135205.382">18779 11431 2576 0,'-3'-6'73'0,"0"4"15"0,3 2-70 0,0 0-18 0,-3-6 0 0,3 6 0 16,0 0 92-16,0 0 14 0,0 0 3 0,0 0 1 15,0 0-37-15,0 0-7 0,0 0-2 0,0 0 0 16,0 0-51-16,0 0-13 0,0 8 0 0,0 3 0 16,3 0 0-16,-3 2 0 0,3 0 0 0,0 6 0 15,-3-1 54-15,0 1 8 0,3-1 2 0,-3 3 0 16,0 0-52-16,0 1-12 0,0-4 0 0,0 3 0 15,-3-2 0-15,3-3 0 0,0 2 0 0,-3-2 0 16,0 0-14-16,3 0-6 0,-3-3 0 0,0 0-1 16,0 1 1-16,0-1 1 0,-3-3 0 0,3 4 0 15,-3-4-87-15,3 1-18 0,0-1-3 0</inkml:trace>
  <inkml:trace contextRef="#ctx0" brushRef="#br0" timeOffset="135793.318">19517 10827 2030 0,'0'0'57'0,"0"0"14"15,0 0-57-15,0 0-14 0,0 0 0 0,0 0 0 16,0 0 105-16,0 0 19 0,0 0 3 0,-3 8 1 16,0 0-52-16,0 3-9 0,-3 2-3 0,0 0 0 15,0 6 0-15,-3-1 0 0,0 4 0 0,0 1 0 16,1 4-51-16,-4 2-13 0,3 3 0 0,-3 5 0 15,0 0 0-15,3 0 0 0,0 3 0 0,0-1 0 16,0-2 0-16,-3 0 0 0,0 0 0 0,3 3 0 0,-2-3 0 16,2 3 0-16,-6 2 0 0,3 0 0 0,3-5 0 0,-3-2 0 15,0-1 0-15,0-2 0 0,0-6 0 0,3 1 0 16,0-3 0-16,0 0 0 0,1-1 54 16,2-1 8-16,0-1 2 0,0-3 0 0,0 1-52 15,0-1-12-15,3-2 0 0,0-3 0 0,0 1 0 0,3-4 0 0,0-2 0 16,0 0 0-1,0-5-48-15,0-3-13 0,0 0-3 0,3 2 0 16,3-2-102-16,0-2-21 0,0-4-4 0</inkml:trace>
  <inkml:trace contextRef="#ctx0" brushRef="#br0" timeOffset="139214.213">19901 10957 1579 0,'-12'8'32'0,"9"-3"10"15,-3 3-34-15,3-2-8 0,0 1 0 0,-3 1 0 0,3 3 53 0,0 0 9 0,3 2 2 0,-3 0 0 16,0 0-24-16,0 1-4 0,3-1 0 0,-3 3-1 16,3-1-19-16,0-1-4 0,0-1-1 0,0 0 0 15,0-2 5-15,0-1 2 0,0 1 0 0,0 0 0 16,0-6-18-16,0 3 0 0,0-3 0 0,0-5 0 16,0 0 38-16,0 0 4 0,0 0 1 0,0 0 0 15,0 0 33-15,0 0 8 0,0-8 0 0,0-2 1 16,0-1-68-16,3-2-17 0,-3-3 0 0,3 0 0 15,-3 0 55-15,3 0 7 0,0-2 2 16,0-1 0-16,0 1-52 0,0 2-12 0,3-3 0 0,0 1 0 16,0 2 54-16,0-3 8 0,0 1 2 0,0 2 0 15,3-3-52-15,0 4-12 0,0-1 0 0,0 2 0 16,0-1 0-16,3 1 0 0,-4 1 0 0,4 0 0 16,0 5 0-16,-3-3 0 0,3 6 0 0,0-3 0 15,-3 5 0-15,0 1 0 0,0-1 0 0,0 3 0 16,-3 3 0-16,0-1 0 0,0 4 0 0,-3 2 0 15,0 0 0-15,-3 2 0 0,0 1 0 0,0 2 0 16,-3 0 0-16,-3 0 0 0,0 1 0 0,0-1 0 16,-3 0-48-16,-3 3-13 0,0-3-3 0,0 3 0 15,0-3 52-15,0 1 12 0,-3-1 0 0,1 0 0 16,2 0-54-16,0 1-8 0,0-4-2 0,0 1 0 16,3-1 52-16,3 1 12 0,-3-3 0 0,3 0 0 0,3 0 0 15,0 0 0-15,3-3 0 0,0-5 0 0,3 5 0 0,0 0 0 16,3 1 9-16,0-4-9 15,0 1 0-15,3 0 0 0,3-1 0 0,-3 1-10 0,3-3 10 0,0 3 0 16,2-3 0-16,-2 2 0 16,0-2 0-16,0 0 0 0,3 3 0 0,-3-3 0 15,0 0-53-15,-3 0-9 0,3 0-2 0,-3 0 0 0,-3 0 52 0,2-3 12 0,-2 3 0 16,0 0 0-16,0-2 0 0,-3-1 8 0,3 0 0 0,-3 1-8 16,0-1 52-16,0 0 4 0,-3-2 1 0,3 2 0 15,0-2 6-15,0-3 1 0,0 3 0 0,3 0 0 16,-3-1 0-16,3-2 0 0,0 3 0 0,0 0 0 15,0 0-52-15,3-1-12 0,-3 1 0 0,3 0 0 16,-3 2 54-16,3-2 8 0,-1 2 2 0,1 0 0 16,0 1-64-16,0-1 0 0,0 3-16 0,0 0 3 15,0 0 13-15,0 3 0 0,-3-1 0 0,0 4 10 16,-3-4-2-16,0 6 0 0,0-2 0 0,-3 2 0 16,0 0-57-16,-3 2-12 15,0 1-3-15,0-1 0 0,-3 1 52 0,0-1 12 0,0 4 0 0,-3-1 0 16,0-3-54-16,3-2-8 0,0 3-2 15,0 0 0-15,0-3 52 0,0-1 12 0,3-1 0 0,0-1 0 16,3-5 0-16,0 0 0 0,0 0 0 0,0 0 0 16,0 0 0-16,3 3 0 0,3-1 0 0,0 1 0 15,0-3 0-15,0 3 0 0,3-3 0 0,0 0 0 16,0 0 48-16,0 0 13 0,0 0 3 0,0 0 0 16,0 0-50-16,0 2-14 0,0 1 0 0,0 0 8 15,-3-1 1-15,-1 1 1 0,1-1 0 0,0 4 0 0,-3-1-10 16,-3-2 10-16,3 5-10 0,-3-3 10 0,-3 3-22 15,0 0-4-15,-3 0 0 0,0 2-1 16,-2-2 17-16,-1 3 0 0,0-3 0 0,-3 2 0 0,0-2 0 0,0 3 0 16,0-3 0-16,0 0 0 15,0-3-57-15,3 3-5 0,0-3-1 0,0-2 0 16,1 0-21-16,2-1-4 0,6-2 0 0</inkml:trace>
  <inkml:trace contextRef="#ctx0" brushRef="#br0" timeOffset="140177.304">20592 11092 2067 0,'0'0'87'15,"0"-5"-70"1,0 5 140-16,0 0 28 0,-3-3 6 0,3 3 1 16,0 0-52-16,0 0-9 0,0 0-3 0,0 0 0 15,0 0-102-15,0 0-26 0,0 0 0 0,-6 5 0 16,3 1 0-16,0 2 0 0,0 0 0 0,0 5 0 15,0-3 0-15,0 4 0 0,0-1 0 0,0 0 0 16,0 3 0-16,3-3 0 0,-3 0 0 0,0 1 0 16,3-1 0-16,0 0 0 0,3 0 0 0,0 1 0 15,0-4-46-15,0-2-14 0,3 3-4 0,-3-3 0 16,3-3 52-16,0 0 12 0,3-2 0 0,-3 2 0 16,2-5 0-16,-2 0 0 0,0 0 0 0,3-3 0 0,-3 1 0 15,3-3 0-15,0-1 0 0,0 4 0 0,-3-4 0 16,3 1 0-16,-3-3 0 0,0 3 0 0,3-3 0 15,-3 0 0-15,0 0 0 0,0-3 0 0,-3 1 51 16,3-3 13-16,-3-1 2 0,0 1 1 0,0 0-28 16,-1-3-6-16,-2 0-1 0,3 0 0 0,-3 0-5 0,0 3-2 15,0-3 0-15,0 3 0 0,-3 0-5 0,3 2-2 16,-2 1 0-16,-1 2 0 0,0 0-18 0,-3 2-19 0,3 1 4 0,-3 3 1 16,3-4 14-16,-3 6 0 0,0-2 0 15,0-1 0-15,0 6 0 0,0-3 0 0,0 2 0 0,0 4 0 16,0-4 0-16,0 6 0 0,3 0 0 0,-3 3 0 31,6-1-54-31,-3 1-8 0,3 2-2 0,3 0 0 0,-3 3-51 0,6-3-10 16,-3 1-3-16,3-1 0 0,3 0-51 0,0-2-10 15,3-3-3-15,0 0 0 0,0-3 52 0,0-3 9 0,2 1 3 16,-2-6 0-16,0 3 92 0,0-5 18 0,3 0 4 0,-3 0 1 16,0-3 128-16,-3 0 25 0,3 0 6 0,-3 0 1 15,0-3-1-15,-1 3 0 0,-2-2 0 0,0 2 0 16,0 0-31-16,0-3-7 0,-3 3 0 0,0 0-1 15,0 3-31-15,0 0-5 0,-3-3-2 0,3 3 0 16,-3-1-23-16,0 6-5 0,0 0-1 0,0 0 0 16,0 0-17-16,0 0-4 0,0 0-1 0,0 0 0 15,0 0-18-15,0 0 8 0,0 0-8 0,0 8 0 16,3 3 0-16,-3-1 0 0,0 1 0 0,0 0 0 16,0 2 0-16,0 0 0 0,0 0 0 0,-3 0 0 15,3 1-8-15,3 2-3 0,-3-3 0 0,3 0 0 16,0-2-36-16,0-1-7 0,0 1-2 0,0-1 0 15,3-2-6-15,-3-2-2 0,6-1 0 16,-3-2 0-16,0-1 52 0,0-2 12 0,0 0 0 0,3-2 0 0,-3-1 0 0,3-2 0 16,-1-3 0-16,1 0 0 0,0 0 0 0,0-3 0 15,0 1 0-15,0-1 0 0,0-2 0 0,0-3 0 0,0 0 0 16,0 0 0-16,0-2 48 0,-3-1 13 16,3 1 3-16,0-4 0 0,-3 7-7 0,2-1-1 15,-2 0 0-15,0 0 0 0,0 3-19 0,-3-1-4 0,3 1-1 16,-3 3 0-16,0-1-8 0,0 3-3 15,0 3 0-15,-3 0 0 0,0-1-8 16,0 6-1-16,0 0-1 0,0 0 0 0,0 0-11 0,0 0 8 0,0 0-8 0,0 0 8 16,0 0-8-16,3 8 0 0,0 0 0 0,0 0 0 15,-3 0 0-15,0 5 0 0,3-5 0 0,-3 5 0 16,-3 3 0-16,3 0 0 0,0 3 0 0,-3 2 0 16,3 0 0-16,-3 3 0 0,0 0 0 0,0-1 0 15,3-1-14-15,-3-1-2 0,0 0 0 0,0 0 0 16,0-5-21-16,0 0-5 0,0 0-1 0,0-3 0 15,0-2-17-15,0-1-3 0,3 1-1 0,-3-3 0 16,3 0-102-16,0-3-21 0,0-5-4 0</inkml:trace>
  <inkml:trace contextRef="#ctx0" brushRef="#br0" timeOffset="140374.757">21157 11174 2310 0,'0'0'48'0,"-6"-3"11"0,6 3-47 16,0 0-12-16,0 0 0 0,0 0 0 0,0 0 104 0,0 0 20 0,6 0 3 0,-3-2 1 16,6 2-59-16,-3 0-11 0,3-3-2 0,0 3-1 15,-3 0-37-15,3 0-7 0,3 0-2 16,-3 0 0-16,3-3-9 0,-4 3 0 0,4 0 0 0,0-2 0 31,-3 2-152-31,3-3-32 0</inkml:trace>
  <inkml:trace contextRef="#ctx0" brushRef="#br0" timeOffset="140922.273">21624 11169 1645 0,'0'0'69'0,"0"0"-55"16,0 0 115-16,6 2 23 0,0-2 5 0,0 0 1 16,3 3-47-16,-3-3-10 0,3 0-1 0,0 3-1 15,0-3-25-15,3 0-5 0,0 2-1 0,0-2 0 16,3 3-18-16,-3-3-4 0,2 3-1 0,1-3 0 16,0 0-20-16,-3 2-4 0,3-2-1 0,0 3 0 15,0-3-20-15,0 0 8 0,0 0-8 0,-1 3 0 16,1-3 0-16,-3 0 0 0,3 2-10 0,-3-2 10 31,-3 3-52-31,0-3-3 0,-3 0-1 0,0 3 0 0,-6-3-120 0,0 0-24 16,0 0-4-16</inkml:trace>
  <inkml:trace contextRef="#ctx0" brushRef="#br0" timeOffset="141120.046">21717 11296 2030 0,'-6'2'57'0,"6"-2"14"15,0 0-57-15,0 0-14 0,0 0 0 0,0 0 0 0,0 0 68 0,0 0 10 0,6 3 2 0,0 0 1 16,0-1 3-16,3 1 0 0,0-3 0 16,-1 3 0-16,1-3-28 0,0 2-4 0,0-2-2 0,3 3 0 15,-3-3-24-15,3 0-5 0,-3 0-1 0,3 0 0 16,3 0-20-16,0 0 0 0,-1-3 0 0,1 3 0 31,0-2-132-31,3 2-32 0,0-3-5 0</inkml:trace>
  <inkml:trace contextRef="#ctx0" brushRef="#br0" timeOffset="142473.662">23012 11251 1792 0,'0'0'51'0,"0"0"10"0,0 0-49 16,0 0-12-16,0 0 0 0,0 0 0 0,0 0 105 0,0 0 19 0,0 0 3 0,0 0 1 16,3 5-52-16,-3 0-9 0,3 1-3 0,-3 2 0 15,0 0 0-15,3-1 0 0,-3 4 0 0,0-3 0 16,0 3 2-16,0-1 0 0,0 1 0 0,0-1 0 15,0 1-38-15,0 0-8 0,0-1-2 0,0 3 0 16,0-2-10-16,0-3-8 0,0 2 9 0,0 1-9 16,0 0 0-16,-3-3 0 0,3 2 0 0,-3-2 0 15,3 0-14-15,0-3-9 0,-3 1-1 0,3-6-1 16,0 0-134-16,0 0-26 0,0 0-6 0</inkml:trace>
  <inkml:trace contextRef="#ctx0" brushRef="#br0" timeOffset="142654.415">23050 11081 2310 0,'-6'-23'48'0,"3"15"11"0,3 0-47 0,0 0-12 0,0 3 0 0,3-1 0 16,0 1 53-16,-3 0 9 0,3-1 2 0,-3 6 0 16,0 0-8-16,6-2 0 0,-6 2-1 0,3 0 0 15,-3 0-55-15,6 2 0 0,-6-2 0 0,6 6 0 31,-3 2-128-31,0 0-21 0,0 2-4 0</inkml:trace>
  <inkml:trace contextRef="#ctx0" brushRef="#br0" timeOffset="143072.2">23163 11272 1941 0,'0'0'40'0,"0"0"10"0,3 3-40 0,0 2-10 0,0-2 0 0,3 2 0 16,-3 0 92-16,0 0 16 0,0 1 3 0,0 2 1 15,0-3-50-15,0 3-10 0,-3 0-1 0,3 2-1 16,-3-2-22-16,3 3-4 0,-3-3 0 0,0 2-1 16,0-2-13-16,-3 3-2 0,3-3-8 0,-3 0 12 15,0 2-12-15,0-2 8 0,0 0-8 0,0 0 0 16,0-2 0-16,0-1 0 0,0 0 0 0,3-5 0 16,0 0 0-16,0 0 8 0,0 0-8 0,0 0 0 15,0 0 26-15,0 0 2 0,0 0 1 0,0 0 0 16,0 0-45-16,0 0-8 0,3-5-3 15,0-3 0-15,3 3 27 0,0-1 19 0,0-2-3 0,3 0-1 16,0 3 21-16,0-3 4 0,3 0 0 0,0 3 1 16,0-3 4-16,-3 0 1 0,2 3 0 0,1-3 0 15,0 3-6-15,-3-1 0 0,0 1-1 0,0 0 0 16,3-1-11-16,-3 4-1 0,-3-1-1 0,3 3 0 16,-3 0-6-16,0 0 0 0,0 3-1 0,-3 2 0 15,0-2-7-15,3 2-2 0,-3 0 0 0,0 3 0 0,-3 0-10 16,2-3 0-16,-2 3 9 0,3 0-9 0,-3 0 0 0,0 0 0 0,0 3 0 15,0-1 8-15,0-2-8 0,0 3-12 16,0-1 4-16,0 1 0 16,-3 0-35-16,3-1-6 0,0-2-2 0,-2 3 0 15,2-1-162-15,-3-2-33 0</inkml:trace>
  <inkml:trace contextRef="#ctx0" brushRef="#br0" timeOffset="143685.838">23774 11365 2258 0,'0'0'64'0,"0"0"14"0,0 0-62 0,0 0-16 0,0 0 0 0,0 0 0 16,0 0 82-16,6 0 14 0,-3 0 2 0,2 0 1 15,1 2-32-15,3-2-7 0,-3 0 0 0,3 0-1 16,0 3-16-16,0-3-3 0,3 0-1 0,0 0 0 16,3 0-13-16,0 0-2 0,3 0-1 0,-4 0 0 15,4 0-15-15,-3 0-8 0,3 0 10 0,0 0-10 16,-3 0 0-16,3 3 0 0,-3-3 0 0,-1 2 0 15,-2-2 0-15,3 0 0 0,-3 3-11 0,-3-3 11 16,0 0-58-16,0 2-4 0,-3-2-1 0,0 3 0 16,-6-3-161-16,0 0-32 0,0 0-6 0</inkml:trace>
  <inkml:trace contextRef="#ctx0" brushRef="#br0" timeOffset="143912.605">23845 11507 2090 0,'0'0'44'0,"0"0"8"0,0 0-41 0,0 0-11 0,0 0 0 0,6 3 0 0,-3 0 101 0,3-1 19 0,0 1 3 0,0-3 1 15,3 3-36-15,-3-1-8 0,3 1 0 0,3-3-1 16,-4 3-27-16,4-1-4 0,0-2-2 0,0 0 0 16,3 3-19-16,0-3-4 0,0 0-1 0,0 0 0 15,3 0-14-15,-4-3-8 0,4 3 8 0,-3-5-8 31,6 2-16-31,-3-2-8 0,0 0-2 0,0-3 0 0,0 0-214 0,-4-3-44 16</inkml:trace>
  <inkml:trace contextRef="#ctx0" brushRef="#br0" timeOffset="144191.229">24482 11243 2343 0,'0'-13'48'0,"0"5"13"0,0-3-49 0,0 1-12 0,0 2 0 0,0 0 0 16,0 2 99-16,0 1 17 0,0 5 3 0,0 0 1 15,0 0-36-15,0 0-8 0,0 0 0 0,0 0-1 16,0 0-25-16,-3 8-5 0,3 0-1 0,-3 3 0 16,3 2-12-16,-3 0-4 0,3 0 0 0,-3 3 0 15,0-3-7-15,3 3-1 0,-3 0-1 0,0 0 0 16,3 0-4-16,-3 0-1 0,0 0 0 0,0-1 0 16,3 1-2-16,-3 0-1 0,0 0 0 0,3 0 0 0,-3 0-11 0,3 2 12 15,-3-2-12-15,3 3 12 0,0-6-12 16,-3 3 0-16,3-3 0 0,0 3 0 0,-3-3 0 15,3-2-9-15,0 2 0 0,0-2 0 16,0-3-89-16,0-1-18 0,0-1-3 0,3 2-1 16,0-3-99-16,0 0-20 0</inkml:trace>
  <inkml:trace contextRef="#ctx0" brushRef="#br0" timeOffset="147125.758">22613 10989 1930 0,'0'0'55'0,"-3"-5"11"0,3-1-53 0,0 6-13 0,-3-2 0 0,3 2 0 15,-3-6 87-15,3 6 14 0,0 0 3 0,0 0 1 16,0 0-38-16,0 0-8 0,0 0-2 0,0 0 0 15,-6 6-23-15,0-1-5 0,3 0-1 0,-3 6 0 16,3-1-10-16,0 4-2 0,0 1-1 0,0 1 0 16,0 3-7-16,0-1-8 0,3 4 11 0,-3 1-11 15,3-1 0-15,0-1 0 0,3 3 0 0,-3-3 0 16,0 0 0-16,0 0 0 0,3-2 0 0,-3 2 0 16,0-3 13-16,0 1-4 0,0-3-1 0,-3 0 0 15,3-3-8-15,0 0 0 0,0 0 0 0,0-5 0 16,0 3 0-16,0-3 0 0,-3-3 0 0,3-5 0 15,0 0 0-15,0 0 0 0,0 0 0 0,0 0 0 16,0 0 0-16,0 0 0 0,0 0 0 0,0 0 0 16,0 0 53-16,0 0 9 0,0-5 2 0,0-3 0 15,-3-3-41-15,3 1-8 0,0-1-2 0,-3-2 0 16,3-3 2-16,0 0 0 0,3-5 0 0,-3 2 0 16,3-5-3-16,-3 1-1 0,3-6 0 0,0 2 0 15,0-2-3-15,0 0-8 0,0 0 12 0,3 2-4 0,-3 1-8 16,0 2 12-16,3 0-12 0,0 0 12 15,-3 3-12-15,3 0 8 0,0 3-8 0,-3-1 8 16,3 1 4-16,3-1 0 0,-3 3 0 0,2 3 0 0,1-3-12 16,3 3 0-16,3-3 9 0,-3 5-9 0,3 1 0 15,0-1 0-15,3 3 0 0,-3 3 0 0,-1 2 0 16,1 1 0-16,-3-1 0 0,3 3 0 0,-6 3 0 16,0-1 0-16,0 1 0 0,-3 2 0 0,0 1 0 0,-3 1 0 15,0 4 0-15,0 0 0 0,-3-1 0 0,0 1 0 0,-3 2 0 16,-3 0-8-16,3 0-3 0,-6 1 0 0,3-1 0 0,-6 0 0 31,3 0-17-31,-3-2-3 0,0 2-1 0,-3 0 0 16,1-2-6-16,-1 2-2 0,0-2 0 0,0 2 0 0,0 0 4 15,0-2 1-15,3 2 0 0,-3-2 0 0,3-1 19 0,1 1 3 0,2-1 1 16,-1450 1 0-16,2900 0 12 0,-1450-3 0 0,3-1 0 0,0 1 0 16,0-2-8-16,3 2 8 0,3-3 0 15,-3 3-9-15,3-3 9 0,0 0 0 0,0 3 0 0,3-2-8 16,0 2 8-16,0 0 0 0,0-3-9 0,3 3 9 15,0 0 0-15,-3-3 0 0,3 0 10 0,3 3-10 16,-3 0 16-16,3-3-3 0,-3 3-1 0,2 0 0 16,1-2 1-16,0 2 0 0,0 0 0 0,0-3 0 15,0 3-5-15,0-3-8 0,0-2 11 0,0 2-11 16,0 0 8-16,0 1-8 0,0-1 0 0,0 0 0 16,-3 0-9-16,2 1-9 0,1-4-2 0,-3 4 0 15,3-4-159-15,-3 1-32 0</inkml:trace>
  <inkml:trace contextRef="#ctx0" brushRef="#br0" timeOffset="147487.53">22919 11243 1968 0,'0'0'41'0,"0"0"9"0,0 0-40 0,0 0-10 0,0-5 0 0,0 5 0 15,0 0 89-15,0 0 16 0,0 0 3 0,0 0 1 16,0 0-39-16,0 0-8 0,0 0-2 0,0 0 0 16,0 0-16-16,0 0-3 0,0 0-1 0,0 0 0 15,0 0 3-15,0 0 0 0,0 0 0 0,3 7 0 16,-3 1-7-16,0-2-2 0,0 2 0 0,-3 0 0 16,0-3-6-16,0 3 0 0,3 0-1 0,-6 2 0 15,6-2-6-15,-3 3-1 0,0-3 0 0,0 2 0 16,3-2-8-16,-2 3-1 0,-1-3-1 0,0 0 0 15,0 0-10-15,3 2 0 0,0-2 0 0,-3 0 0 16,3 0 0-16,0 0 0 0,0 0 0 0,0 0 0 16,3 0 0-16,-3-3 0 0,0 3 0 0,0 0 0 15,3-3 0-15,-3 1 0 0,0-6 0 0,3 5 0 16,-3 0-34-16,0-5 1 0,3 6 0 0,-3-6 0 16,0 0-114-16,2 5-22 0,4-3-5 0</inkml:trace>
  <inkml:trace contextRef="#ctx0" brushRef="#br0" timeOffset="176719.065">16347 11732 966 0,'0'0'27'0,"0"0"7"0,0 0-34 0,0 0 0 16,3 6 0-16,-3-6 0 15,0 5 44-15,0-5 1 0,0 8 1 0,0-8 0 16,3 5 0-16,-3-5 0 0,0 5 0 0,0-5 0 0,0 6 2 0,0-6 0 0,0 0 0 0,0 5 0 16,0-5 8-16,0 0 1 0,3 5 1 0,-3-5 0 15,0 0 2-15,0 0 0 0,0 0 0 0,0 0 0 16,0 0 0-16,0 0 0 0,0 0 0 0,0 0 0 16,0 0 7-16,0 0 1 0,0 0 1 0,0 0 0 15,0 0-15-15,0 0-3 0,0 0-1 0,0 0 0 16,0 0-10-16,0 0-1 0,-6 3-1 15,6-3 0-15,-6 3-10 0,0-3-1 0,0 0-1 0,0 0 0 16,-3 0-4-16,3 0-1 0,0 0 0 0,0-3 0 16,-3 3-5-16,0-3 0 0,1 3-1 0,-1 0 0 15,0-2-3-15,-3 2 0 0,3 0 0 0,-3-3 0 16,3 0-4-16,-3 3 0 0,0-2-8 0,0-1 12 16,-3 0-12-16,1 3 11 0,-1-2-11 0,-3 2 10 15,0-5-10-15,-3 2 0 0,0 0 0 0,-3 1 0 16,4-1 8-16,-4 0-8 0,0 1 8 0,0-4-8 15,-3 4 8-15,4-1-8 0,-1-2 8 0,0 2-8 16,0-2 9-16,0 2-9 0,1-2 10 0,-1 0-10 16,-3-1 10-16,0 4-10 0,-3-4 10 0,1 1-10 15,-1 0 11-15,0-1-11 0,-3 1 12 0,4-3-12 16,-4 3 11-16,6-3-11 0,-3 0 10 0,0-2-10 16,1 2 17-16,-4 0-2 0,3 0-1 0,-6-3 0 15,4 3-14-15,-4 0 0 0,0-2 0 0,1 2 0 16,2-3 0-16,-3 3 0 0,6 0 0 0,-5-2 0 15,2 2 0-15,0 0 0 0,-3 0 0 0,1 0 0 16,-1 0 0-16,0 0 0 0,-2 0 0 0,-1 0 0 0,6 3 0 16,-3 0 0-16,1-1 0 0,2 1 0 15,-3 0 0-15,1-1 0 0,-1 1 0 0,0 0 0 0,0 2 8 0,1-2-8 16,-4 2 11-16,3 1-11 0,3-1 0 16,-2 0 0-16,5 3 0 0,-6-2-12 0,4-1 12 15,-4 0 0-15,-3 1 0 0,0 2 0 16,4 0 0-16,2-3 8 0,-3 3 0 0,1 3-8 0,5-3 8 0,-3 0-8 0,6 0 0 15,-3 2 0-15,1-2 0 0,-1 0 0 0,0 0 0 16,0 0 0-16,1 0 0 0,2 3 0 0,0-3 0 16,3 0 0-16,-3 0 0 0,7 3 0 0,-1-1 0 15,0-2 0-15,3 3 0 0,3 0 0 0,0-1 0 0,0-2 0 16,4 3 0-16,-1-3 0 0,0 0 0 0,3 3 0 16,-3-1 0-16,3-2 0 0,0 0 0 0,0 3 0 15,3-3 0-15,0 0 0 0,0 2 0 0,0-2 0 16,0 3 0-16,6-3 0 0,-6 0 0 0,0 0 0 15,0 0 0-15,3 3 0 0,3-3 0 0,-8 0 0 16,2 0 0-16,3 2 0 0,-3 1 0 0,0-3 0 16,3 3 0-16,-3-3 0 0,0 2 0 0,6-2 0 15,-6 0 0-15,0 3 0 0,0 0 0 0,3-1 0 16,-3-2 0-16,0 0 0 0,6 0 0 0,-6 3 0 16,6-3 0-16,-3 3 0 0,3-3 0 0,0 0 0 15,-6 2-10-15,6-2 10 0,0 0-10 0,0 0 10 16,-6 0 0-16,6 0 0 0,0 0 8 0,0 0-8 15,0 0 0-15,0 0 0 0,0 0 0 0,0 0 0 16,0 0 0-16,0 0 0 0,0 0-10 0,0 0 10 0,0 0 0 0,0 0 0 16,0 0 0-16,-3 0 8 15,3 0-8-15,0 0 0 0,-6-5 0 0,3 2-11 16,3 3 11-16,-3-2 0 0,3 2 0 0,-3-6 0 0,0 4 0 16,3 2 0-16,-3-6 0 0,3 1 0 0,-3 0 0 15,3 0 14-15,-3-1-3 0,1 1-1 0,2 0-10 0,-3-1 0 0,3 1 0 0,-3-3 8 16,3 3-8-16,-3-3 0 0,3 0 0 0,-3 0 0 15,3-3 0-15,-3 4 0 16,3-4 0-16,-3 3 0 0,3-3 0 0,-3 1 0 0,3-3 8 0,-3 2-8 16,3-2-9-16,-3-3-4 0,0 0-1 15,3-2 0-15,-3-1 14 0,3-2 0 0,-3 2 0 0,3-2 0 16,-3 3 9-16,3-4 5 0,0 7 1 16,-3-4 0-16,3 1-24 0,0-1-5 0,-3 0-1 0,3 4 0 15,0-4 27-15,-3 3 4 0,0-2 2 0,3-1 0 16,-3-2-18-16,0 0 0 0,3-3 8 0,-3 0-8 15,0-2 0-15,3-1 0 0,-3-2 0 0,3 0 0 16,-3 3 0-16,0-1 0 0,3 3 0 0,-3-2 0 16,0 2 8-16,3 0-8 0,-3 0 0 0,0 1 0 15,0-4 0-15,0-2 0 0,0 0 0 0,0-3 0 16,0 3 0-16,0-3 0 0,3 1 0 0,-3-4 0 16,0 6-14-16,0 0-6 0,0-3-2 0,0 3 0 15,0 0 37-15,0-3 7 0,0 1 2 0,-2-4 0 16,2 1-24-16,0-1 0 0,0-2 0 0,0 0 0 15,0 3-15-15,0-1-7 0,0 1-2 0,0-3 0 0,-3 3 41 0,3-1 8 16,0-2 2-16,0-3 0 0,0 3-27 0,0-2 0 0,0 2 0 16,0-3 0-16,0 3 0 0,0 0 8 0,0 0-8 0,0 0 0 15,0-3 0-15,0 0 8 0,0-2-8 0,0-3 0 16,0 5 0 0,3 1 0-16,-3-1 8 0,3-2-8 15,-3 2 0-15,3 3 0 0,-3-3 0 0,3-2 8 0,-3 2-8 0,3 1 0 16,0-4 0-16,-3-2 0 0,3 6 0 15,0 2 10-15,0-3-10 0,0 0 10 0,0 0-10 0,0-2 0 0,0-3 0 16,3 0 0-16,-3 5 0 0,3 1 0 0,-3-1 0 0,0 0 0 16,3 1 17-16,-3 2 8 0,3-3 2 0,-3-2 0 15,3 2-41-15,0 0-8 0,-3 1-2 0,3-4 0 16,-3 4 24-16,3-1 0 0,-3 3 0 0,0-3 0 16,3 3 0-16,-3-5 0 0,3 2 0 0,-3-2 0 15,3-1 0-15,0 6 0 0,-3-2 0 0,3-1 0 16,-3 3 0-16,0 0 0 0,3 0 12 15,-3-3-4-15,0 3-8 0,0-3-9 0,3 1 9 0,-3-1-13 16,0 3 13-16,0 0 0 0,3 3 0 0,-3-4 0 16,0 7 0-16,0-6 0 0,0 2 12 0,0-2-12 15,0 3 0-15,3-3 0 0,-3 2 0 0,0-2-12 16,3 0 12-16,-3 6 0 0,0-1 0 0,0-3 0 16,0 4 0-16,0 2 0 0,0-3 0 0,0 0 0 15,0-2 0-15,0 2 0 0,0 0 0 0,0-2 0 16,0 5 0-16,0 0 0 0,0-1 0 0,0 1 0 15,0 3 16-15,0-1 7 0,0-2 1 0,-3 0 0 0,3 0-38 16,0 0-7-16,0-3-2 0,0 0 0 0,0 3 23 16,0 3 0-16,0-3 0 0,-3 0 0 0,3 2 0 15,0 1 0-15,0 2 0 0,-3-3 0 0,3 4 0 0,0-1 0 16,-3 0 10-16,3 0-10 0,0-2 0 0,0-1 0 16,0 1 0-16,0-1-12 0,0 1 12 0,0 2 0 0,0-2 0 15,0 2 0-15,0 0 0 0,0 3 0 0,0-3 0 16,-3 0 0-16,3 3 0 15,0 0 0-15,0 0 12 0,0 0-12 16,0 2 0-16,0-2 0 0,0-3 0 0,0 3-9 0,0 0 9 0,0 2 0 16,0-5 0-16,0 3 0 0,0 3 0 0,0-3 0 0,0 5 0 15,0-3 0-15,0 3 0 0,0 0 0 0,0 1 0 0,0 4 0 16,0-5 0-16,0 3 0 0,0 0 0 0,0-1 0 16,0 1 0-16,0 3 9 0,0-1-9 0,0 3 0 15,0-3 0-15,0 1 0 0,3 2 0 0,-3 0 0 16,0 3 0-16,0-6 0 0,0 3 0 0,0 0 0 15,0 0 0-15,0 6 0 0,3-9 0 0,-3 3 0 16,0 3 0-16,3 0 0 0,-3-1 0 0,0 4 0 16,3-6 0-16,-3 2 0 0,0 1 0 0,0 5 0 15,3-5 0-15,-3 2 0 0,3 0 0 0,-3 3 0 16,0-5 0-16,0 5 0 0,3-2 0 0,0-4 0 16,-3 6 0-16,3-2 0 0,0-1 0 0,3 0 0 15,-3 1 0-15,0 2 0 0,3-3 0 0,0 0 0 16,-1 3 0-16,1-2 0 0,0 2-8 0,0 0 8 15,3-3 0-15,0 3 0 0,0 0 0 0,3 0 0 16,0 0 0-16,0 0 0 0,3 0 0 0,3 0 0 16,-4 0 0-16,4 0 0 0,0 0-8 0,0 0 8 15,3 0 0-15,0 0 0 0,0 0 0 0,-1 0 0 16,-2-3 0-16,3 3 0 0,0 0 0 0,-3 0 0 0,0-5 0 16,3 5 0-16,-1-5 0 0,4 2 0 15,-3 1 0-15,0-1 0 0,3 0 0 0,2 1 0 0,-2 2 0 0,3-3 0 16,-3 3 0-16,3 0 0 15,-4-3 0-15,1 3 0 0,-3-2 0 0,0-1 0 16,0 3 0-16,0-3 8 0,-1 3 0 0,1-5-8 0,-3 2 0 0,3 1 0 0,3-1-10 0,-3 1 10 16,-1 2 0-16,4 0 0 0,-3-3 0 15,3 3 0-15,0 0 0 0,-3 0 0 0,-1 0 0 0,-2 0 0 16,3 0 0-16,-3 0 0 0,0-3 0 0,0 3 0 16,0-2 0-16,-4 2 0 0,4-3 0 0,-3 3 0 15,0 0 0-15,3-3 0 0,-3 3 0 0,3 0 0 16,0 0 0-16,-1-5 0 0,1 5 0 15,0-3 0-15,0 3 0 0,0 0 0 0,0 0 0 0,0 0 0 16,-1 0 0-16,-2 0 0 0,3 0 0 0,-3 0 0 16,0 0 0-16,0 0 0 0,0 0 0 0,0 0 0 15,-4 0 0-15,1 0 0 0,3 0 0 0,-3-5 0 16,0 5 0-16,0-3 0 0,0 3 0 0,0 0 0 16,3-2 0-16,-3 2 0 0,-1-3 0 0,4 0 0 15,-3 3 0-15,3-2 0 0,-3 2 0 0,3 0 0 16,-3-3 0-16,0 3 0 0,3 0 0 0,-3 0 0 15,2 0 0-15,-2 0 0 0,0 0 0 0,0 0 0 16,0 0 0-16,0 0 0 0,0 0 0 0,-3 0 0 16,3 0 0-16,0 0 0 0,0 0 0 0,-4 0 0 0,4 0 0 15,-3 0 0-15,0 0 0 0,3-2 0 0,-3 2 0 16,3 0 0-16,0-3 0 0,-3 3 0 0,3 0 0 0,0-3 0 16,-1 3 0-16,1 0 0 0,0 0 0 0,0 0 0 0,0-5 0 15,0 5 0-15,0 0 0 0,3 0 0 0,-3 0 0 16,0 0 0-16,3 0 0 15,-4 0 0-15,1 0 0 0,0 0 0 0,0 0 0 0,3 0 0 0,-3 0 0 16,-3 0 0-16,3 0 0 0,0 0 0 16,-3 0 0-16,3 0 0 0,-4 0 0 0,4 0 8 0,-3 0-8 15,3 0 0-15,-3 0 0 0,0-3 8 16,0 3-8-16,0 0 0 0,-3 0 0 0,3 0 8 0,0-5-8 0,0 5 0 16,-3-3 0-16,3 1 8 0,-1 2-8 0,1-3 0 15,0 3 0-15,-3-3 0 0,0 3 8 0,0-2-8 16,0 2 0-16,0 0 0 0,0-3 0 0,0 1 0 15,-3 2 0-15,3 0 0 0,-3-3 8 0,-3 3-8 16,6 0 0-16,-6 0 0 0,3-3 0 0,-3 3 0 16,0 0 0-16,0 0 0 0,6 0 0 0,-6 0 0 15,0 0 0-15,0 0 0 0,0 0 0 0,0 0 0 16,0 0-15-16,0 0-1 0,0-5-1 0,0 5 0 16,0 0-15-16,0-3-4 0,-3-2 0 0,0 0 0 15,0 2-6-15,0 0-2 0,-3 1 0 0,3-1 0 16,-3 0 5-16,0 1 1 15,-3-1 0-15,3-2 0 0,0 2 12 0,-3-2 2 0,0 2 1 0,0-2 0 16,0 0 23-16,1 2-11 0,-1-5 11 0,0 3-8 16,-3 0 8-16,3 2 0 0,-3-2 0 0,0-1 0 15,0 4 0-15,0-1 0 0,0-2 0 0,0 2 0 16,1 3 0-16,-1-5 8 0,0 2-8 0,3 0 11 0,0 3 5 16,0 0 2-16,0-2 0 0,0 2 0 0,3-3 4 15,0 3 1-15,0 0 0 0,6 0 0 16,-6 0 1-16,6 0 1 0,0 0 0 0,0 0 0 0,0 0-4 0,0 0-1 15,0 0 0-15,0 0 0 16,0 0-6-16,0 0-2 0,0 0 0 0,0 0 0 0,0 0-1 0,0 0-1 0,0 0 0 0,0 5 0 16,0-5 2-16,3 11 1 0,0-8 0 0,0 2 0 15,3-2-1-15,-3-1-1 0,6 4 0 0,-3-4 0 16,0 4-2-16,0-4 0 0,3 1 0 0,0 2 0 16,0-5-9-16,0 8 12 0,3-8-12 0,-4 5 12 15,4 1-12-15,-3-4 10 0,3 4-10 0,-3-1 10 16,3 0-10-16,-3 0 0 0,0 1 9 0,0-4-9 15,0 4 0-15,-3-1 8 0,3 0-8 0,0 3 0 16,-3-5 0-16,-1 2 0 0,4-2 0 0,-3 2 8 16,0 0-8-16,0 3 0 0,0-8 0 0,0 8 0 15,-3-5 0-15,0 2 0 0,0 0 0 0,0 1 8 16,-3 4-8-16,3-7 0 0,-3 2 0 0,0 1 0 16,0 2 0-16,0-1 9 0,-3 1-9 0,0-2 0 15,0 2 9-15,-3 0-9 0,0 2 0 0,0-2 9 16,-3 3-9-16,3-3 0 0,-6 0 9 0,7 2-9 15,-4-2 0-15,0 0 8 0,0 3-8 0,0-9 0 16,0 6 0-16,0-3 0 0,0 3 0 0,0-2 8 16,3 2-8-16,-3-6 0 0,3 4 0 0,-3-1 0 15,3 0-17-15,0-2-2 0,3-1 0 0,-3 1 0 16,3 2-84-16,3-5-17 0,-5 6-3 0</inkml:trace>
  <inkml:trace contextRef="#ctx0" brushRef="#br0" timeOffset="-209709.038">16716 14159 2269 0,'0'0'64'0,"3"-6"15"0,0-1-63 0,3 1-16 0,0 1 0 0,0-3 0 16,3 3 68-16,3-3 10 0,-3 0 2 0,6 0 1 15,-4 0-34-15,4 0-7 0,0 0-2 0,3 0 0 16,-3 0-13-16,3 0-2 0,-3 0-1 0,3 0 0 16,-4 3-7-16,1 0-2 0,0-1 0 0,-3 1 0 15,3 3-31-15,-3-4-6 0,0 6-2 0,0 0 0 16,-3 0 72-16,0 6 14 0,-1-1 4 0,-2 3 0 16,0 2-78-16,-3 4-15 0,-3 1-3 0,-3 1-1 15,0 0-3-15,-6 5 0 0,1-2 0 0,-1 5 0 16,-3-3-18-16,-3 3-4 0,0 0-1 15,-3 2 0-15,0-2-4 0,0 5-1 0,-2-3 0 16,-1 3 0-16,0 1 64 0,0-4 18 0,3 1 1 0,0-1 0 16,3-5-19-16,4 0 0 0,-4-2 0 0,6-1 0 15,3-4 0-15,3-4 0 0,-3 3 0 0,6-2 0 0,0-3 0 16,6-3 0-16,0 3 12 0,0-3-12 0,6-2 16 16,2 2-4-16,1-2-1 0,0 0 0 0,3-3 4 15,3 0 1-15,0-3 0 0,0 0 0 0,-1-2-7 0,1 0-1 16,0-1 0-16,3-1 0 0,0 1-8 0,0-2 0 15,2 0 0-15,4-2 0 0,-3 2-96 16,3-3-20-16,-4 3-5 0</inkml:trace>
  <inkml:trace contextRef="#ctx0" brushRef="#br0" timeOffset="-209044.863">17365 14119 1075 0,'0'0'45'16,"0"0"-36"-16,0 0 99 0,3-5 20 0,0-1 4 0,0-1 1 16,0-7-4-16,0 4-1 0,3-6 0 0,-3-3 0 15,3 1-21-15,0-6-5 0,0 0-1 0,0 0 0 16,3 1-59-16,-1-1-12 0,1 0-2 0,0 0-1 15,0 0 33-15,3-2 6 0,0-1 2 0,-3 1 0 16,0 2-58-16,3-2-10 0,-3-1 0 0,0 3 0 16,-3 3 36-16,3 3 16 15,-3 2 2-15,-1 3 1 0,1 5-37 0,-3 0-7 0,3 0-2 0,-6 8 0 16,0 0-9-16,3 2 0 0,3 4 0 16,-3 2 0-16,3 2 0 0,0 6 0 0,-3 0 0 0,3 2 0 31,0 4-49-31,0-4-12 0,0 3-3 0,3 1 0 15,0-4 0-15,0 3 0 0,3-2 0 0,0 2 0 0,-1-5 8 0,-2 2 2 16,3-2 0-16,0 0 0 0,-3-3 9 0,3-2 1 0,-3-1 1 16,3 1 0-16,-3-6 35 0,-3 1 8 0,3-1 0 0,0-5 0 15,-3 0 24-15,0 0 8 0,2-3 0 0,-2-2 1 16,0 2 25-16,3-5 5 0,-3 0 1 0,0 0 0 16,3 1 0-16,-3-4 0 0,0 0 0 0,0 1 0 15,0-3-13-15,0-1-3 0,0 1 0 0,0-3 0 16,0 3-26-16,0-3-6 0,3-2 0 0,-3-1-1 15,0 1-15-15,2-4 9 0,1-1-9 0,0 1 8 16,-3 4-8-16,3-3 0 0,0 5 0 0,-3-3 0 16,3 6-34-16,-3 0-9 0,3 2-1 0,-3 1-1 15,3 2-141-15,3 2-28 0,-3 1-6 0</inkml:trace>
  <inkml:trace contextRef="#ctx0" brushRef="#br0" timeOffset="-208698.74">18508 13921 1683 0,'-6'-3'71'0,"6"3"-57"16,0 0 70-16,0 0 13 0,0 0 3 0,0 0 1 15,0 0 10-15,0 0 1 0,0 0 1 0,3-3 0 16,3-2-45-16,-3 2-10 0,3 1-2 0,3-1 0 16,-3 3-8-16,3-3-1 0,0 1-1 0,0-1 0 15,2 0-18-15,4 1-3 0,0-1-1 0,0 1 0 16,3-1-12-16,-3 0-4 0,6 1 0 0,0-1 0 16,2 3-8-16,-2 0 0 0,0-3 0 0,3 3 0 15,0 0 8-15,-4 3-8 0,1-3 0 0,-3 3 8 16,0-1-8-16,0-2 0 0,-3 3-10 0,-3 0 10 15,3-1-51-15,-6 1-4 0,-1 2-1 16,-2-2 0-16,0 2-158 0,-3 0-32 0,0 3-6 0</inkml:trace>
  <inkml:trace contextRef="#ctx0" brushRef="#br0" timeOffset="-208488.187">18642 14175 1811 0,'-9'8'37'0,"9"-8"11"0,0 0-39 0,0 0-9 0,0 0 0 0,0 0 0 15,0 0 93-15,3 2 17 0,3 1 3 0,0-3 1 16,0 2-26-16,3-2-6 0,3 0-1 0,0 0 0 16,2 0-22-16,1-2-5 0,3 2-1 0,0-3 0 15,3 1-29-15,0-4-5 0,3 1-2 0,-4 0 0 16,4-1-17-16,-3 1 10 0,3 0-10 16,-3-3 8-1,0 3-31-15,-1-3-6 0,1 2-2 0,3-2 0 16,0 3-214-16,3 0-43 0</inkml:trace>
  <inkml:trace contextRef="#ctx0" brushRef="#br0" timeOffset="-207927.504">19490 13865 2245 0,'-3'-11'95'16,"3"4"-76"-1,0-1 49-15,0 0 11 0,3 0 1 0,0 0 1 16,0 0-13-16,3 0-4 0,0 0 0 0,0 0 0 16,3 0 0-16,0 3 0 0,3-3 0 0,0 3 0 0,3-1-51 0,0 1-13 15,-1 0 0-15,4 2 0 0,3 0 0 16,-3-2 0-16,0 2 0 0,0-2 0 16,0 3 0-16,-4-1 0 0,1 3 0 0,0-3 0 15,-3 3 0-15,3 3 0 0,-3-3 0 0,-3 3 0 16,3 2 0-16,-3-3 0 0,0 4 0 0,0-1 0 15,-4-2 0-15,-2 5 0 0,0-3 0 0,0 3 0 16,-6-3 0-16,3 3 0 0,-6 0 0 0,1 0 0 16,-1 0-48-16,0 0-13 0,0 0-3 0,-3 0 0 0,3 2 52 0,-3-2 12 0,0 0 0 0,3-3 0 15,-3 1 0-15,6 2 0 0,-3-3 0 16,6-5 0-16,0 0 0 0,0 0 0 0,0 0 0 0,0 0 0 16,0 0 0-16,3 5 0 0,0-2 0 0,3-3 0 15,0 3 0-15,3-3 0 0,0 0 0 0,0 0 0 16,3 0 0-16,3 0 0 0,-1-3 0 15,-2 3 0-15,3 0 48 0,-3 0 13 0,3 3 3 0,0-1 0 16,-3 1-47-16,0-1-9 0,0 1-8 0,-3 2 12 16,-1 1 0-16,-2-1 1 0,0 3 0 0,-3 0 0 15,0 2-2-15,-3 1-1 0,0 0 0 0,-3 2 0 16,-3 0-2-16,0 3-8 0,0 2 12 0,-5 1-4 16,-1-3 16-16,-3 2 4 0,0-2 0 0,0 3 0 15,-3-3-36-15,0 0-8 0,0-3 0 0,-2 3-1 16,2-3 27-16,-3 0 6 0,0 0 0 0,-3 1 1 15,0-1-65-15,-2-5-12 0,-1 0-4 16,0 0 0-16,0 0 52 0,3-3 12 0,4 3 0 0,-4-6 0 16,0 1-231-16,3-3-43 0</inkml:trace>
  <inkml:trace contextRef="#ctx0" brushRef="#br0" timeOffset="-207182.98">16984 15905 1789 0,'0'0'37'0,"0"0"9"15,0 0-37-15,0 0-9 0,0 0 0 0,0 0 0 16,0 0 50-16,0 0 8 0,0 0 2 0,0 0 0 16,0 0-38-16,0 0-7 0,0 0-2 0,0 0 0 15,0 0 40-15,0 0 8 0,3 0 2 0,3-5 0 0,-3 0 1 16,0-1 1-16,3-2 0 0,-3 3 0 15,0-6-52-15,3 3-13 0,-3-2 0 0,3-3 0 0,-3-1 0 0,3 1 0 0,0-3 0 0,-1-2 0 16,1-3 10-16,3-3-1 0,0 0 0 0,0-2 0 16,0-1-9-16,3 3 0 0,0 0 0 15,0 3 0-15,0 3 0 0,0 5 0 0,0-3 0 0,-3 8 0 16,2 0 0-16,-2 0 0 0,0 3 9 16,0 5-9-16,0 0 9 0,-3 2-9 0,0 1 12 15,0 5-12-15,-3 5 13 16,0 3-4-16,0 0-1 0,0 8 0 0,0-1-22 0,0 6-5 0,0 1-1 0,0 1 0 31,-3-4-40-31,0-1-8 0,3-2-1 0,-3 3-1 0,0-6 35 0,3 0 7 0,0-3 2 16,0 1 0-16,0-3-10 0,0 0-1 0,3-6-1 15,-3 3 0-15,3-5 38 0,0-2 0 0,-1-1 0 0,4-2 0 16,-3-3 0-16,0-3 0 0,0-2 0 0,0-1 0 16,3-2 44-16,-3-2 16 0,3-1 3 0,-3-2 1 15,3 0 0-15,0 0 0 0,3-6 0 0,-3 1 0 16,3-4 0-16,-3-1 0 0,-1-1 0 0,4-3 0 15,0-2-64-15,3-3-21 0,-3 1 0 0,3-1 0 16,0 3 21-16,0 8 0 0,3 0 0 0,-4 2 8 16,1 3-36-16,0 3-8 0,-3 2-2 0</inkml:trace>
  <inkml:trace contextRef="#ctx0" brushRef="#br0" timeOffset="-206923.842">17919 15775 2477 0,'15'-10'52'0,"-1"2"11"0,4-3-51 0,-3-2-12 0,3-3 0 0,0 0 0 15,0 0 46-15,3 1 6 0,-4-4 2 0,1 1 0 16,-3 2-36-16,0 0-7 0,0 0-2 0,0 3 0 15,0 2-9-15,-3-2 0 0,2 5 9 0,-2 0-9 16,0 0 0-16,0 0-10 0,0 3 1 0,-3 2 0 16,0 3-86-16,0 0-17 0,-3 0-3 0</inkml:trace>
  <inkml:trace contextRef="#ctx0" brushRef="#br0" timeOffset="-206706.692">18026 15966 2340 0,'9'-5'66'0,"3"-3"15"0,0 2-65 16,2-2-16-16,1 1 0 0,0-1 0 0,0-3 56 0,3 0 8 0,-3-2 2 0,3 3 0 31,2-4-39-31,1 1-8 0,0 0-2 0,3 2 0 0,3-5-17 16,3 3 8-16,2-3-8 0,4-2 0 0,-3-1 0 15,-1 1 0-15,1-1 0 0,0-2 0 16,0 0-108-16,2 2-16 0,-2 1-4 0</inkml:trace>
  <inkml:trace contextRef="#ctx0" brushRef="#br0" timeOffset="-203979.859">19008 15429 1234 0,'3'8'25'0,"-3"-8"7"0,0 0-32 0,0 8 0 0,0-8 0 0,0 5 0 15,0-5 103-15,0 5 13 0,0-5 4 0,0 0 0 16,0 0-24-16,0 0-5 0,0 0-1 0,0 0 0 16,0 0-14-16,0 0-2 0,0 0-1 0,0 0 0 15,0 0-7-15,0 0-2 0,-6-2 0 0,3-4 0 16,0 1 0-16,3 0 0 0,0-1 0 0,0 1 0 16,0 0 0-16,3-3 0 0,0 3 0 0,0-3 0 15,0 2-51-15,0 1-13 0,3 0 0 0,0 2 0 16,-3-2 0-16,6 2 0 0,-3 1 0 0,3-1 0 15,-3 0 0-15,3 3 0 0,0 0 0 0,-1 0 0 16,-2 0 0-16,3 3 0 0,0 0 0 0,-3-1 0 16,0 4 0-16,0 1 0 0,-3 1 0 0,3 0 0 15,-6 6 0-15,3-1 0 0,-6 0 0 0,0 6 0 16,0-1-72-16,-3 6-18 0,-3 0-3 0,3 2-1 16,-6 1 32-16,3 2 6 0,0 2 2 0,-2-1 0 15,2-4 8-15,0-2 2 0,3-3 0 0,-3 0 0 16,3-5 35-16,3 0 9 0,0 0 0 0,0-3 0 15,3 0 0-15,0-2 0 0,0-1 0 0,3-2 0 16,3-2 48-16,-3-1 12 0,3-2 3 0,3-1 0 16,0 1 1-16,3-3 1 0,2 0 0 0,1 0 0 15,3-3-52-15,0 3-13 0,0-2 0 0,3-1 0 16,-3 0 0-16,2 1 0 0,1-4 0 0,-3 1 0 0,3 2 0 16,-3-4 0-16,3 1 0 0,-3 1 0 0,-1-3 0 0,1 3 0 15,0-3 0-15,0 0 0 16,0-3-151-16,3 1-33 0</inkml:trace>
  <inkml:trace contextRef="#ctx0" brushRef="#br0" timeOffset="-202336.024">20502 13177 2067 0,'-35'-8'87'0,"-1"-2"-70"16,3-1 38-16,3 3 7 0,1-3 2 0,-1 4 0 15,0-4-31-15,3 3-5 0,0 0-2 0,1 0 0 31,-4-2-6-31,-3 2-2 0,3 0 0 0,-5-3 0 16,-4 3-4-16,3-2-1 0,1 2 0 0,-4 0 0 0,3 0-1 0,0 0-1 0,-2 0 0 16,-4 0 0-16,-3-3-11 0,1 6 12 0,-7-3-12 15,1 3 12-15,-1 0-12 0,0-3 8 0,1 2-8 0,-10 4 8 16,4-4-8-16,-4 4 0 0,-2-1 0 0,-7 0 0 16,1 3 0-16,-1 0 0 0,-2 3 0 0,-13 2 0 15,10-2 0-15,-3 2-19 0,-1 1 3 0,-11-1 1 16,9 3 15-16,-4 0 0 0,-2 0 0 0,-9 2 0 15,11 1 0-15,-2-1 0 0,-3 4 0 0,-7 2 0 16,13-3 0-16,0 3 13 0,-4-3-2 16,-5 5-1-16,12 1-10 0,-4-3 0 0,1 2 0 0,-6 1 8 15,11-1-8-15,4 1-17 0,0 2 4 0,-4-2 1 16,13-4 60-16,5 1 13 0,1-2 3 0,-1 1 0 16,7-4-46-16,-1 2-9 0,3-2-1 0,1-1-8 15,5 1 0-15,9-3 0 0,1 3-10 0,-1-1 10 16,9 1 21-16,0-3 12 0,4 2 3 0,2-2 0 15,0 0-26-15,6 3-10 0,0-3 8 0,0 0-8 16,6 2 0-16,0 1 0 0,0-1 0 0,3 4 0 16,1 1 0-16,2 4 0 0,3 2 0 0,-3 3 0 15,0 0 0-15,3 0 0 0,0 2 0 0,3 3 0 0,-3-2 0 16,0-1 0-16,3 0 0 0,-3 4 0 0,0 1 9 16,0 4-9-16,0 4 10 0,0 1-10 0,-3 2 13 15,3-2-3-15,0 5-1 0,0 3 0 0,0-6-9 0,0 0 10 16,0 1-10-16,3 2 10 0,-3 0-10 0,3 2 0 15,0 4 9-15,-1 2-9 0,1-6 0 0,0-2 0 16,-3 0 0-16,3 5 0 0,0 1 0 16,0-1 0-16,-3 3 0 0,3 0 0 0,-3-3 0 0,0-5 0 0,3 0 0 15,-3 3 0-15,0-1 0 0,0 4 0 0,3 1 0 16,-3-1 0-16,0-4 0 0,3-4 0 16,-3-6 0-16,3 5 0 0,0-2 0 0,0 2 0 0,3 3 0 15,0-3 0-15,0-2 0 0,0-3 0 0,0-2 0 16,3-1 0-16,-3-2 0 0,3-3 0 0,-3 0 0 0,3 0 0 15,0-2 0-15,0 2 0 0,-1-3 0 0,4 1 0 16,-3 2 0-16,3-3 0 0,3 1 0 0,0-4 8 16,0 1-8-16,3-5 0 0,3 2 0 0,-1-3 0 15,1-4 0-15,0 2 0 0,3-3 0 0,3-3-8 16,-4 1 8-16,1 2 0 0,0-2 0 0,3-1 0 16,-3 1 0-16,0-3-8 0,-1 2 8 0,1 1 0 15,3-3 0-15,3 0 0 0,2-3 12 0,4 3-4 16,-3 0-16-16,3 0-4 0,2 0 0 0,1 0 0 15,0 2 12-15,-4-4 0 0,1-1 0 0,6 3 0 16,2-3 0-16,1 3 0 0,6 0-11 0,-1 3 11 16,-2-3 0-16,-3 0 20 0,-1 0-4 0,7 2 0 15,-1-2-16-15,4 3 0 0,6-1 0 0,-1 3 0 0,-2-2-12 16,-4 0-5-16,4-1-2 0,-1 1 0 16,4-1 19-16,-1-2 0 0,1 0 0 0,5 3 0 0,-2-3 0 15,2 0 0-15,1 0 0 0,5 0 0 0,-8-3 0 16,-1 3 0-16,4 0 0 0,2-3-10 15,-5 0 10-15,2 3 0 0,4-2 0 0,2-1 0 0,-2 0 15 16,-4 0 5-16,4 3 0 0,-1-2 1 0,-5-1-32 0,-1 0-6 16,-2-2-2-16,5 2 0 0,-2-2 31 0,-1-1 5 0,4 4 2 15,-1-4 0-15,-5-2-27 0,-4 0-6 0,-2 0-1 0,2 0 0 16,-5 0 15-16,3 0 0 0,-4 0 0 0,4 0 0 16,-10-2 0-16,-2-1 0 0,0 0 0 0,-1 1 0 15,1-1 0-15,-3 1 10 0,2-1-10 0,-2 0 8 16,-6-2-8-16,0 0 0 0,-4-1 0 0,-5 1 0 15,0-3 0-15,-6 3 0 0,0-3 0 0,-3-3 0 16,-1 3 0-16,-2-2 0 0,-3-1-9 0,0-2 9 16,0 0 0-16,-3-6 0 0,0 1 0 0,0-3 9 15,-3-3-9-15,0 0 0 0,0-3 0 0,0-2-11 16,-3 3 11-16,0-1 0 0,3 1 0 0,-3 0-8 16,0-1 8-16,-3 1 0 0,3-4 0 0,0-4 0 15,-3 0 0-15,3-3 0 0,-3-6 0 0,3-2 0 16,-3 6 0-16,3 2 0 0,-3-3 0 0,3 0 0 15,-3-2 0-15,0-3 0 0,3 0 0 0,-3-3 0 16,0 1 0-16,3 2 0 0,0-3 0 0,-3 0-8 16,3 1 8-16,0-1 0 0,-3-2 0 0,3 0 0 15,0-1 0-15,0 4 0 0,0-1 0 0,0-5 0 16,-3 6 0-16,3-4 0 0,-3 4 0 0,3-6 0 0,-3 2 0 16,3 4 0-16,0-3 0 0,-3-3 0 0,3 5 0 0,-3 0 0 15,3 3 0-15,-3-5 0 0,3 2 0 16,-3 1 11-16,3-1-3 0,0 1 0 0,0 2 3 15,0 2 0-15,0 1 0 0,0-6 0 0,0 6-11 0,0-3 8 16,0-3-8-16,0 3 8 0,0 3-8 16,0 5 0-16,0 0 0 0,0 3 0 0,0-1 0 0,0 1 10 15,0-1-10-15,0 1 10 0,-3 2-2 0,3 0-8 0,0 1 12 16,-3 2-4-16,3 2-20 0,-3 3-5 16,3 1-1-16,-3 1 0 0,0 4 30 0,0 2 7 0,0 0 1 15,0 0 0-15,-2 3-31 0,2 0-5 0,0 0-2 0,0 2 0 16,-3-2-141-16,3 2-28 15,0 1-5-15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11T21:54:21.96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17332 2445 1219 0,'0'0'25'0,"0"0"7"0,0-5-32 0,0 5 0 0,3-3 0 0,-3 3 0 16,0-8 72-16,0 8 8 0,0-5 1 0,0 5 1 16,0-6-16-16,0 6-3 0,0 0-1 0,0 0 0 15,0 0-14-15,0 0-4 0,0-2 0 0,0 2 0 16,0 0-16-16,0 0-3 0,0 0-1 0,0 0 0 15,0 0-11-15,0 0-2 0,0 0-1 0,0 0 0 16,0 0-2-16,0 0-8 0,0 0 12 0,0 0-4 16,0 8-8-16,0-3 10 0,3 3-10 0,0 0 10 15,-3 2-10-15,3 1 0 0,0 5 0 0,-3-5 8 16,3 7-8-16,-3-2 0 0,3 0 0 0,0 5 8 0,-3 0-18 0,3-2-4 16,0 2-1-16,-3 0 0 0,3 0 15 15,0 0 0-15,0 1 0 0,-3 1 0 16,0-7 0-16,3 5 0 0,-3-5 0 0,0 0 0 0,0 0 0 15,0 3 0-15,0-6 0 0,0 3 0 0,-3-1 0 0,3-1 0 16,0 2 0-16,-3-1 0 0,3-1 0 0,0-1 0 0,-3 3 0 16,3-6 0-16,0 1 0 0,0 0 0 0,0 2 0 0,3-5 0 15,-3 0 12-15,3 0 6 0,-3 0 1 0,3-1 0 16,0-1-19-16,3-1 0 0,-3 3 0 0,3-8-9 16,-3 8 9-16,3-8 0 0,0 3 0 0,3 2 0 15,0-5-14-15,2 3-1 0,-2-3 0 0,3 0 0 16,3 2 15-16,0-2 0 0,3 0 0 0,0 0 0 15,0 0 0-15,2 0 0 0,1 0 0 16,3 0 0-16,0 0 0 0,3 0 0 0,-4 3 0 16,4-3 0-16,0 0 0 0,0 0 0 0,0 0 0 0,-1 0 0 15,4 0 0-15,0 0 0 0,3 0 0 0,2 0 0 16,-2 0 0-16,0 0 0 0,3 0 0 0,-4 0 0 16,-2 0 0-16,3 0 0 0,-6 0 0 0,2 0 0 15,1 0-10-15,0 0 1 0,0 0 0 0,2 0 0 16,-5 0 9-16,3 0 12 0,0 0-2 0,-3 0-1 15,-4 0-9-15,1 0 0 0,0 0 0 0,-3 0 0 16,-3 2-49-16,-3-2-12 0,-1 0-3 0,1 0 0 16,0 3 80-16,-3-3 15 0,0 3 3 0,0-3 1 15,-3 0-35-15,3 0 0 0,-3 0 0 0,0 0 0 0,0 0 10 16,0 0-10-16,-1-3 8 0,-2 3-8 0,3 0 0 16,-3 0 0-16,3 0 0 0,-3-3 0 0,0 3 0 0,0 0 0 15,0-2 0-15,0 2 0 0,0-3 0 0,-3 3 0 0,3-2 0 16,0-1 0-16,-3 3 25 0,3-5 0 15,0 2 0-15,-3 3 0 0,3-8-25 0,-3 8 0 0,3-8 0 16,0 3 0-16,-3-1 0 0,2 4 0 0,1-6 0 16,-3 0 0-16,3 0 0 0,0 3 0 0,-3-3 0 0,3-5 0 15,0 5 56-15,-3 0 7 0,3 0 1 16,-3-5 0-16,3 2-52 0,0 0-12 0,0 1 0 16,0-1 0-16,-3 1 0 0,3 2 0 0,0-8 0 15,0 5 0-15,-3 1 0 0,3-4 0 0,0 1 0 0,-3 3 0 16,3-6 0-16,-3 2 0 0,0-4 0 0,-1-1 0 15,1 1 0-15,0-1 0 0,0-2 0 0,-3-3 0 16,3 3 54-16,0 0 8 0,0-3 2 0,0-2 0 16,0 2-52-16,0 3-12 0,0 0 0 0,0-1 0 15,-3 4 0-15,3-1 0 0,-3 1 0 0,3-1 0 16,-3 1 0-16,3-1 0 0,-3 1 0 0,0-3 0 16,0-6 15-16,-3 9 0 0,3-9 0 0,-3 3 0 15,3 3-15-15,-3-3 0 0,3 3 8 0,-3 0-8 16,0 3 0-16,3 4 8 0,-3-2-8 0,0 3 0 15,0-3 9-15,0 3-9 0,0 0 8 0,0 2-8 16,0 1 11-16,0 2-3 0,0 0-8 0,1 0 12 16,-4 5-12-16,3-7 9 0,-3 2-9 0,0 5 8 15,3-5-8-15,-3 3 0 0,3 2 9 0,-3-2-9 0,0-3 0 16,0 3 8-16,-3 2-8 0,3 3 0 0,0-5 0 16,-3 2 0-16,0 3 0 0,0-5 8 0,0 5-8 15,-3 0 0-15,1-3 0 0,-1 3 0 16,-3 0 0-16,0 0 0 0,0 0 0 0,-6 3 0 0,3-3 20 0,-3 0 2 15,4 5 1-15,-7-5 0 0,3 0-23 0,0 3 0 16,0 2 0-16,-3-2 0 0,1-3 0 0,-4 5 0 16,0-5 0-16,-3 0 0 0,4 3 0 0,-7-3 0 0,3 5 0 0,-6-5 0 15,7 5 0-15,-1-2 0 0,3 2 0 0,-3-5 0 16,3 3-15-16,4 2-7 0,-4-2-2 0,0 2 0 16,0-5 24-16,-3 0-9 0,1 3 9 0,2-1 0 15,0 1 15-15,0 2 9 0,-2-2 3 0,5 2 0 16,0 3-27-16,3-5 0 0,3 2 0 0,-3-2 0 15,4 2 0-15,2 0 0 0,0 3 0 0,0-8 0 16,0 3 0-16,0 2 0 0,0-5 0 0,-3 0 0 16,3 3 0-16,1 2 0 0,-1-5 0 0,0 0 0 15,0 5 0-15,0-5 0 0,0 3 0 0,3-3 0 16,-3 5-23-16,3-2-9 16,-2 2-3-16,2-5 0 0,0 3 5 0,0 2 1 15,3-5 0-15,-3 8 0 0,3-8 74 0,0 5 15 0,0-2 4 0,3 2 0 16,-3-2-52-16,3 2-12 0,0-5 0 0,1 3 0 15,-1 2 0-15,0-2 0 0,0 2 0 0,0 0 0 16,3-2 0-16,0 2 0 0,3-5 0 0,-6 3 0 16,3 2-48-16,0 3-13 0,3-8-3 0,-3 3 0 15,0 8 52-15,0-9 12 0,0 6 0 0,0 0 0 16,3-3 0-16,-3 3 0 0,0 0 0 0,3 0 0 16,-3-3 0-16,3 9 0 0,0-6 0 0,0 0 0 0,0-1 0 15,0-1 0-15,0 2 0 0,0 2 0 0,3-2 0 0,0 0 0 16,0 3 0-16,0-3 0 15,3 0-54-15,-3 0-8 0,3 0-2 0,0-3 0 16,0 3-102-16,0 0-21 0</inkml:trace>
  <inkml:trace contextRef="#ctx0" brushRef="#br0" timeOffset="172278.836">11510 6120 1820 0,'0'-10'38'0,"0"4"8"0,0 1-37 0,0-3-9 0,0 3 0 0,-3 0 0 16,3-3 105-16,-3-3 19 0,3 3 4 0,-3 0 1 16,0-2-52-16,0 2-10 0,-3-3-3 0,0 3 0 15,0 0 0-15,0-2 0 0,0-1 0 0,-3 3 0 16,0-3 0-16,1 1 0 0,-4 2 0 0,3-3 0 15,-3 1-51-15,0 2-13 0,0 0 0 0,0 0 0 16,-3 0 0-16,3 0 0 0,0 0 0 0,0 3 0 16,1 0 0-16,-4-1 0 0,0 4 0 0,-3-4 0 0,0 4 54 15,0-1 8-15,-6 0 2 0,1 3 0 0,-4 0-52 16,-3 3-12-16,0 0 0 0,-2-1 0 0,2 4 0 16,0-1 0-16,3 3 0 0,-3 0 0 15,1 0 0-15,-1 0 0 0,0 2 0 0,-3-2 0 16,1 3 0-16,-4-1 0 0,0 1 0 0,-2 2 0 15,5-2-10-15,0 2-5 0,3-2-1 0,1-1 0 0,-1 3 16 0,3-2 0 16,3 0 0-16,-6-1 0 0,4 1 10 0,-4-1 5 0,0 1 1 0,-3-1 0 16,4 1-16-16,2 5 0 0,-3-3 0 0,3 6 0 15,3-1 0-15,4 6 0 0,2 0 0 0,0 0 0 16,0-3-12-16,3 3-6 0,3-1-1 0,-3-1 0 16,3-1 19-16,3 0 0 0,-2 0 0 0,2-2 0 15,0-1 0-15,0-2-8 0,0 0 8 0,3 0 0 16,0 2 0-16,0 1-8 0,3-1 8 0,0 6 0 15,0 0 12-15,6 2 10 0,-3 4 2 0,3-1 0 16,3 0-42 0,-3-3-8-16,3-2-2 0,3 2 0 0,-3-4 28 0,3-1-8 0,0 0 8 0,0-3 0 15,-1 4 0-15,1-6 0 0,0 2 0 0,0 1 0 16,0 2 0-16,3-3 0 0,-3 1 0 0,6 5-8 16,0-3-20-1,0 0-4-15,3 3-1 0,2-3 0 0,4 0 33 0,0-2 0 0,3-1 0 0,3-2 0 16,-4 3 0-16,4-4 0 0,-3-1 0 0,3-1 0 15,-4-3 0-15,1 4 0 0,0-4 0 0,0-2 0 16,6 0 0-16,-1 0 0 0,7-3 0 0,0 3 0 16,-1 0 18-16,-2-2 10 0,3 1 3 0,0 1 0 15,-4-5-50-15,1 2-9 0,-3-5-3 0,2 3 0 0,4 0 31 16,0-3 0-16,2 2 0 0,1-2 0 0,-6 0 20 0,3 0 11 16,-7 0 1-16,4 0 1 15,-3-2-53-15,3-1-10 0,-4 0-2 0,4-2-1 0,0 2 33 16,-1-2 0-16,1 2 0 0,0-2 0 0,-3 3 25 0,-1-4 12 0,-2 1 3 15,0 0 0-15,-3-1-28 0,-1-2-4 0,1 0-8 16,0 1 11-16,0-4 5 0,0 3 2 0,-1 0 0 16,4-2 0-16,-3-4-18 0,0 1 0 0,0 0 0 0,-4-3 0 15,1-3 0-15,-3 1 0 16,-3-3 0-16,0 0 0 0,-3-1 0 0,2 1 0 0,-2 0 0 16,0-3 0-16,0 6 0 0,-3-3 0 0,3 5 0 0,-3-3 0 15,0 1 32-15,0 2 2 0,0 0 1 0,-4-3 0 16,4 3-20-16,-3-5-4 0,0 3-1 0,-3-3 0 15,0-6 7-15,0 3 2 0,0-5 0 0,-3 0 0 16,0 3-19-16,0 2 0 0,0 0 0 0,-3 0 0 16,-3 3 0-16,3 3 0 0,-3-1 0 0,-3 3 0 15,3 0 0-15,-3 0 0 0,0 3 0 0,-3-3 0 16,0 0 0-16,0-2 0 0,0 2 0 0,0-2 0 16,-2-4 0-16,2 1 0 0,0-3 0 0,-3 1 0 15,3 1 0-15,0 1 0 0,0 3 0 0,0-3 0 16,-3 2 16-16,3 3-1 0,-3 0 0 0,3 0 0 15,-2 3-15-15,-1 0 0 0,0 2 0 0,0-2 0 16,-3 3 9-16,0-4-1 0,0 1 0 0,-3 2 0 16,0 1-8-16,1-1 0 0,-1-2 0 0,-3 2 0 0,0 1 0 15,3 2-11-15,-3-3 3 0,1 1 0 16,2-1 8-16,0 3 0 0,0 0 0 0,-3 0 0 16,3 3-14-16,3-3-1 0,-3 3 0 0,-2 0 0 15,2-1 15-15,-3 1 0 0,0 2 0 0,0-2 0 16,-6 2 0-16,4 1 0 0,-4-1 0 0,-3 3-9 0,3-3-8 15,4 1-2-15,-1-1 0 0,0 1 0 16,3-1-19-16,3 0-4 0,3-2-1 0,0 2 0 16,4 1-17-16,-4-1-3 0,3-2-1 0,0 2 0 15,0 0-102-15,3 1-21 0,-3 2-4 0</inkml:trace>
  <inkml:trace contextRef="#ctx0" brushRef="#br0" timeOffset="173078.865">10938 6565 1811 0,'0'0'37'0,"-3"-3"11"0,3 3-39 0,-5-5-9 0,5 5 0 0,-3-6 0 15,3 6 107-15,0 0 19 0,0 0 4 0,0 0 1 16,0 0-76-16,0 0-15 0,0 0-4 0,0 0 0 16,0 0-14-16,-3 6-3 15,0 2-1-15,0 0 0 0,0 2-7 0,3 3-2 0,-3 3 0 0,0 0 0 16,3 0-9-16,-3 5 10 0,3-2-10 0,0 2 10 15,-3 0-10-15,3-2 0 0,0 2 0 0,0-3-11 16,-3 1 11-16,3-1 0 0,0-2 0 0,-3-3 0 16,0 1 0-16,3-1 0 0,-3-2 0 0,0-1 0 15,3-2 0-15,-3 0 0 0,3-3 0 0,-3 1 0 16,3-6 10-16,0 0 4 0,0 0 1 0,0 0 0 16,0 0-24-16,0 0-5 0,0 0-1 0,0 0 0 15,0-8 63-15,-3-3 13 0,3 3 3 0,3-5 0 16,-3 0-48-16,0-3-8 0,3 0-8 0,0-5 9 15,0 0-9-15,0-6 0 0,0 1-10 0,0-6 10 16,3 3 0-16,0-3 0 0,0 0 0 0,0 1 0 16,3 4 30-16,-1 3 12 0,1-2 2 0,0 5 1 15,3 2-21-15,-3 1-4 0,3-1 0 0,0 6-1 0,0 0 36 16,0 2 7-16,-3 0 2 0,3 4 0 16,-3 1-64-16,2 1 0 0,1 2-14 0,0 1 2 15,-3 4 12-15,3 1 0 0,0 0 0 0,-3 2 0 16,3 3 12-16,-3 0-3 0,0 2 0 0,3 4 0 15,-3-4-9-15,-1 3 0 0,1 1 0 0,0 1 0 0,0 1 0 0,-3 0 0 16,0 3 0-16,0 2 0 0,0 0 0 0,0 3 0 0,-3 2 0 16,0-2 0-16,0 3-15 0,0-4-5 0,-3 4 0 15,0-3-1-15,0 0-2 0,0-3 0 0,-3-3 0 0,3 1 0 16,-3-1-18 0,-3-5-4-16,3 3-1 0,-3-2 0 0,0-4-93 15,3 1-18-15,-3-3-4 0</inkml:trace>
  <inkml:trace contextRef="#ctx0" brushRef="#br0" timeOffset="173298.283">10956 6671 2048 0,'-15'-6'43'0,"15"6"9"15,0 0-42-15,0 0-10 0,0 0 0 0,0 0 0 16,0 0 108-16,0 0 20 0,0 0 4 0,0 0 1 15,0 0-55-15,0 0-11 0,0 0-3 0,6 0 0 16,0-2 0-16,3-1 0 0,0 0 0 0,3 3 0 16,0-5-51-16,3 2-13 0,0 1 0 0,3-1 0 15,2 0 0-15,1 1 0 0,3-3 0 0,3 2 0 16,-3-2-202-16,3-1-43 0</inkml:trace>
  <inkml:trace contextRef="#ctx0" brushRef="#br0" timeOffset="173974.063">11040 4710 1989 0,'0'0'56'0,"0"0"13"0,0 0-55 0,0-3-14 0,0 3 0 0,0 0 0 16,0 0 63-16,0 0 9 15,0 0 3-15,0 0 0 0,0 0-9 0,0 0-2 0,3 6 0 0,-3 4 0 16,3 1 0-16,0-1 0 0,-3 1 0 0,3 5 0 16,0-6-51-16,-3 4-13 0,3-1 0 0,0 3 0 15,-3 0 0-15,2-1 0 0,1 4 0 0,0-3 0 16,-3 5 0-16,3 8 0 0,0-5 0 0,-3 5 0 16,3 0 0-1,0 3 0-15,0-3 0 0,0 5 0 0,0-10 0 0,0 3 0 16,0-4 0-16,-3 1 0 0,3 0 0 0,0 0 0 0,-3 0 0 15,3 2 0-15,-3 6 0 0,0-3 0 0,3 5 0 16,-3-2 0-16,0-3 0 0,0 0 0 0,0 0 0 16,0-5 0-16,-3 0 0 0,3-3 0 0,0 0 0 0,0-2 0 15,0-1 0-15,0-2 0 0,0 0 0 0,0 0 0 16,0 0 0-16,0 0 0 0,0 0 0 0,0 0 0 16,0 0 0-16,0-1 0 0,0-1 0 0,0-1 0 15,0-3 0-15,0 1 0 0,0-3 0 0,0 0 0 16,3-3-111-16,-3-5-25 0,0 0-4 0</inkml:trace>
  <inkml:trace contextRef="#ctx0" brushRef="#br0" timeOffset="174363.862">10930 5676 2184 0,'0'0'45'0,"0"0"11"0,0 0-44 16,0 0-12-16,-3-6 0 0,3 6 0 0,0 0 80 0,0-5 13 0,0 5 3 0,0 0 1 15,0 0-26-15,0 0-6 0,3-5-1 0,-3 5 0 16,0 0-51 0,5 0-13-16,-2 0 0 0,3 2 0 0,0-2 0 0,0 6 0 0,0-4 0 0,3 1 0 15,-3 2 0-15,3 1 0 0,0-1 0 0,0 3 0 16,0-3 0-16,0 3 0 0,3 3 0 0,-3-3 0 15,0 0 0-15,2 2 0 0,1 1 0 0,-3-1 0 16,0-2 0-16,3 0 0 0,-3 0 0 0,0 0 0 16,3-5-19-16,-3 2-6 0,0-2-2 15,0-1 0-15,0-2 27 0,0-2 0 0,0 2 0 0,-4-3 0 16,4-2 19-16,-3-1-1 0,3 1 0 0,-3-3 0 16,0 0-10-16,0 0-8 0,0-2 12 0,0-1-12 15,0 1 0-15,0-1 0 0,0 0 0 0,0-5 0 16,0 1 0-16,0-1 0 0,3-5 0 0,-3-1 0 15,3 1-119-15,-3-3-30 0,2-2-7 0</inkml:trace>
  <inkml:trace contextRef="#ctx0" brushRef="#br0" timeOffset="175177.764">11599 4556 2010 0,'0'0'42'0,"0"0"9"0,0 0-41 0,-9 0-10 0,9 0 0 0,-3 6 0 16,-3 4 56-16,3 4 10 0,0 1 2 0,0 7 0 15,3-4-46-15,-2 3-9 0,2 3-1 0,0 3-1 16,0-4-11-16,0 4 0 0,0-9 0 0,0 6 0 15,0 0 0-15,2-3 12 0,-2 3-12 0,0-3 12 16,0 0-12-16,0 3 0 0,0-3 0 0,0 3 0 16,0-3 0-16,-2-2-11 0,-1-1 11 0,0 1-8 15,3-6 8-15,-3 0 0 0,0-2 0 0,3-1 0 16,-3-2 48-16,3-8 11 0,0 0 2 0,0 0 1 16,0 0-18-16,0 0-3 0,-3-8-1 0,-3-2 0 15,6-1-6-15,-3-5-2 0,3-2 0 0,-3-1 0 16,3-2-12-16,0-5-4 0,3 2 0 0,-3 0 0 15,3-5-6-15,0 3-2 0,0-1 0 0,0-2 0 16,3 0 0-16,-3-6 0 0,3-2 0 0,-1 0 0 16,1 6-8-16,3-6 10 0,0 7-10 0,-3-4 10 15,3 10-10-15,0 0 12 0,0 6-12 0,0 2 12 16,0 0-12-16,0 3 10 0,0 0-10 0,-3-1 10 16,3 4-10-16,0-1 10 0,-1 3-10 0,1 3 10 15,0-3-10-15,0 8 10 0,0-5-10 0,0 2 10 16,-3 1-10-16,3 2 0 0,0 2 0 0,-3 1 0 15,3 2 0-15,-3-2 0 0,0 2 0 0,0 0 0 0,0 1 0 0,0 2 0 16,-3 2 0-16,-3-7 0 0,3 5 0 16,-3 0 0-16,-3 2 0 0,3-2 0 0,-3-2 0 0,-3 4 0 15,0-2 0-15,0 5 0 0,0-5 0 0,0 5 0 16,0 3 0-16,-3-8 0 16,0 5-20-16,0 1-7 0,0 2-1 0,0-1 0 15,0-4-6-15,0 8-2 0,0-9 0 0,-2 1 0 0,2 5 36 16,-3-6 0-16,3 3 0 0,-3 1 0 0,0-4 0 0,3 1 0 0,0-1 0 0,0 1 0 15,0-3 0-15,3 3 0 0,0-4 0 0,0 1 0 16,0 0 0-16,3-2 0 0,-3-1 0 0,4 3 0 16,2-3 0-16,0-5 0 0,-3 5 0 0,3-5 0 15,0 3 0-15,0-3 0 0,0 0 0 0,3 5 0 16,-1 1 0-16,1-1 0 0,3-2 0 0,-3 2 0 16,3-2 0-16,0-1 0 0,0 3 0 0,0-2 0 15,0 0 0-15,0-1 0 0,3 1 0 0,0 0 0 16,-3-1 0-16,3 1 0 0,0 0 0 0,0 2 0 15,0-2 0-15,0-1 0 0,0 1 0 0,-1 0 0 16,1-1 0-16,0-2 0 0,3 3 0 0,-3-1 0 16,3-2 0-16,0 3 0 0,0 0 0 0,0-1 0 15,0 1 0-15,0 0 0 0,-1 2 0 0,-2-5 0 16,0 3 0-16,0-1-8 0,0-2 8 0</inkml:trace>
  <inkml:trace contextRef="#ctx0" brushRef="#br0" timeOffset="176705.751">11864 4874 1820 0,'0'0'38'0,"0"0"8"0,0 0-37 16,0 0-9-16,0 0 0 0,0 0 0 0,0 0 100 0,0 0 17 0,0 0 4 0,6 0 1 15,0 3-41-15,3-3-8 0,-3 0-1 0,3 2-1 16,0-2-41-16,3 0-8 0,-3 0-2 0,3 0 0 15,-1 0-4-15,1 0 0 0,0 0-1 0,0 0 0 16,3-2-15-16,-3 2 11 0,3 0-11 0,-3-3 10 16,0 3-10-16,0-8 0 0,0 5 9 0,-4-2-9 15,1 0 8-15,3-1-8 0,-3-1 8 0,0 4-8 16,-3-5 18-16,0 0-1 0,0 0 0 0,-3 3 0 16,0-3 38-16,0 0 7 0,-3 3 2 0,0-3 0 15,0 0-52-15,-3 0-12 0,3 0 0 0,-3 0 0 16,0 3 0-16,-3-1 0 0,3 4 0 0,-3-6 0 15,0 5 0-15,0 0 0 0,-3 3 0 0,3 0 0 16,-3 3 0-16,0 2 0 0,1 1 0 0,-1-1 0 16,0 3 0-16,0 0 0 0,0 2 0 0,0 1 0 15,3 2 0-15,0-2 0 0,0 2 0 0,3 0 0 16,0-2 0-16,0 2 0 0,3 0 0 0,0 1 0 16,3-4-35-16,0 3-9 0,0 1-3 0,3-1 0 15,-3 0 13-15,3-2 2 0,3-1 1 0,-3 1 0 16,3-3 15-16,-3-6 4 0,3 4 0 0,0-4 0 0,-1-4 12 15,4-1 0-15,-3-2 0 0,3-3 0 0,0 0 0 16,0-3 13-16,0 1-1 0,3-4 0 16,0 4 3-16,3-3 0 0,-4-1 0 0,4 1 0 0,0 3 39 15,0-4 8-15,0 1 2 0,0-3 0 0,-3 0-52 16,-3-2-12-16,2-1 0 0,-2 1 0 0,0-3 54 16,-3-3 8-16,0 0 2 0,-3 0 0 0,0 3-52 15,-3 3-12-15,-3-1 0 0,0 3 0 0,0 3 0 0,-3 2 0 16,0 3 0-16,0-2 0 0,-3 5 0 0,0 2 0 0,0-2 0 0,-3 5 0 15,3 0 0-15,0 0 0 0,-3 5 0 0,6 0 0 16,-3 0 0-16,4 6 0 0,-1 0 0 0,3 2 0 16,3 0 0-16,2 3 0 0,1 2 0 0,0 1 0 15,3 2 0-15,0-2 0 0,3-1 0 0,0 1 0 16,0-1 0-16,0 1 0 0,0-6 0 0,3 6 0 16,-6-4 0-16,2-4 0 0,1 5 0 0,-3-6 0 15,0 1 0-15,0 0 0 0,0-1 0 16,-3-2 0-16,0 3 9 0,0-3-1 0,-3 2 0 0,0-2 0 15,0 3-8-15,-3-1 0 0,-3 1 0 0,0 0 0 16,0-1-11-16,-3-5-4 0,0 3-1 0,0-2 0 16,-3 2-32-16,0-3-6 0,0 0-2 15,-3-5 0-15,3 3 45 0,-2-3 11 0,2 0 0 0,0 0 0 16,0 0 0-16,9 0 0 0,-3-3 0 0,3 3 0 16,-3 0-53-16,0-8-9 0,6 3-2 0,0 0 0 15,3-3 52-15,6 2 12 0,-3 1 0 0,5-8 0 16,-2 2 0-16,3 1 0 0,3-1 0 0,0-2 0 15,3 0 0-15,3-1 0 0,-1 1 0 0,4 3 0 16,0-4 48-16,0 1 13 0,0 0 3 0,-1 0 0 0,-5 2-52 16,0-2-12-16,-3-3 0 0,-3 3 0 0,0 0 0 15,-3-1 0-15,-3-2 0 0,-1 3 0 0,-2 3 54 0,0-4 8 16,-3 1 2-16,-3 3 0 0,0-1-52 0,-3 3-12 0,0 0 0 16,0 0 0-16,-3 6 0 15,1-4 0-15,-1 4 0 0,-3-1 0 0,0 3 0 0,0 3 0 0,-3-1 0 16,0 6 0-16,0 0 0 0,-3 3 0 0,0 5 0 15,3-3 0-15,-3 0 0 0,4 3 0 0,2 0 0 0,0 0 0 16,0 0 0-16,3-1 0 0,3-1 0 0,0-1 0 16,0 0 0-16,3-2 0 0,3 2 0 0,0-2 0 15,0-1 0-15,3-2 0 0,3 3 0 0,0-3 0 16,3 2 0-16,-1-2 0 0,1 0 0 0,3 0 0 16,0-5 0-16,0 2 0 15,0-2 0-15,3-1 0 0,0-2-48 0,-1-2-13 0,1-4-3 16,0 1 0-16,3 0 52 0,-3-6 12 0,3 3 0 0,-3-2 0 15,2-1 0-15,1 0 0 0,0-2 0 0,0 0 0 16,-3 0 0-16,0-1 15 0,0-4-3 0,-4-1-1 16,1-2 1-16,-3-3 0 0,0 1 0 0,0-9 0 15,-3 5 11-15,0 1 2 0,0-3 1 0,-3 2 0 16,0 4-1-16,0 4 0 0,-3 1 0 0,0 4 0 16,0-4-6-16,-3 7-2 0,3 3 0 0,-3-2 0 15,0 2-1-15,0 2-1 0,0 6 0 0,0 0 0 16,0 0-6-16,0 0-1 0,0 0 0 0,0 0 0 15,0 6-8-15,-3 2 0 0,0 2 0 0,3-2 0 16,-3 5 0-16,0 3 0 0,3 0 0 0,-3 5 0 16,3 3 0-16,-3 5 0 0,3 0 0 0,-3 3 0 0,3 0 11 15,-3 0 3-15,3-9 1 0,-3 4 0 0,3-1-15 0,-3-4 0 16,3-1 0-16,0 0 0 0,0-3 0 16,-3 1 0-16,3-3 0 0,0 5 0 15,-3-5-48-15,3 2-13 0,-6-2-3 0,6 3 0 0,-3-6 52 0,3-2 12 16,0-1 0-16,-3 1 0 0,3-6 0 0,0-5 0 0,0 0 0 15,0 0 0 1,0 0-54-16,0 0-8 0,6-5-2 0,-3-1 0 0,3 1 52 0,-3-8 12 0,0 2 0 0,0 1 0 16,-3-1 0-16,3 1 0 0,-3-4 0 0,-3 1 0 15,3 3 0-15,-3-1 0 0,-3-5 0 0,3 6 0 16,-6-1 0-16,3-5 0 0,0 3 0 0,0 0 0 16,0 2 0-16,0 0 0 0,0 3 0 0,3 1 0 15,0 1 0-15,0 1 0 0,3 5 0 0,0 0 0 16,0 0 22-16,0 0 7 0,6-5 2 0,0 2 0 15,0 3-13-15,6-3-2 0,0 3-1 0,3-2 0 16,-3 2 10-16,3 0 3 0,-3 2 0 0,2-2 0 16,1 0-8-16,-3 0 0 0,3-2-1 0,0 2 0 15,0 0-19-15,-3 0 8 0,3 0-8 0,0 0 0 16,-1-6-19-16,1 6-10 0,3-2-3 16,-3-3 0-16,3 2 32 0,-3 0 0 0,3-2 0 0,-4 2 0 15,1-2-173-15,3 0-29 0,-3-1-6 0</inkml:trace>
  <inkml:trace contextRef="#ctx0" brushRef="#br0" timeOffset="181947.931">10132 7007 1235 0,'0'0'52'0,"0"0"-42"15,-3 2 101-15,-3 1 20 0,6-3 4 0,-6 5 1 16,0-2-43-16,0 2-8 0,3-2-1 0,-3 2-1 16,0-2-22-16,3 2-4 0,-3-2-1 0,0 2 0 15,0 0-15-15,0-2-3 0,0 2-1 0,-3-2 0 16,1 2-17-16,2-2-3 0,-3 2-1 0,0 0 0 15,0-2-4-15,-3 2-2 0,0 1 0 0,0-1 0 16,0-2-1-16,-3 2 0 0,3-3 0 0,-3 1 0 16,-2 0-9-16,2 2 0 0,-3-5 0 0,0 3 0 15,0-1 0-15,0-2 0 0,3 0 0 0,-5 0 0 16,-1 0 0-16,-3-2 0 0,0-1 0 0,-3 0 0 16,1 1 30-16,-4 2 4 0,0-3 1 0,-3 3 0 15,1-3-12-15,-1 1-3 0,-3-1 0 0,3 1 0 16,4-1-10-16,-4 0-2 0,3-2-8 0,-3 2 12 15,4-2-12-15,-4 0 8 0,0-3-8 0,-3 2 0 16,4 1 8-16,-1-3-8 0,-3 0 0 0,3 0 9 0,1 3-9 16,5-3 0-16,-3-2 0 0,0 2-11 0,7 0 11 0,-4-3 0 15,0-2 0-15,0 2 0 0,3-2 0 0,1 2 8 16,-1-2-8-16,-3 0 11 0,6-3-11 0,-3 0 0 16,3-2 0-16,1-1 0 0,2-2 0 15,0 0 0-15,0-3-12 0,0-2 12 0,3-1 9 0,3-2 10 16,-3 0 1-16,1 0 1 0,5 0-21 15,-3 0 0-15,3-1 0 0,-3-1 0 0,3 2 0 0,0-3 0 16,3 0 0-16,-3-2 0 0,3-1 0 0,-3 1 0 0,3-3 0 16,3 0 0-16,-3 2-17 0,3 6-2 0,0 0 0 15,0 0 0-15,3 0 31 0,0 0 5 0,0 0 2 16,3-3 0-16,3 3-19 0,-3-3 0 0,3 3 0 0,3-3 0 16,0 3 0-16,3 3 0 0,-3-1 0 0,3 1 0 15,3 2 0-15,-3 3 0 0,3 2 0 0,2-4 0 16,1 4-9-16,3 0-9 0,0 1-2 0,0 2 0 15,3 0 28-15,2 3 4 0,1 0 2 0,-3-3 0 16,3 3-14-16,0 2 0 0,2-2 0 0,-2 2 0 16,-3 1-8-16,3-1-5 0,-3 3-1 0,2 3 0 15,1-3 14-15,3 3 0 0,0-1 0 0,-1 1 0 16,1 2 0-16,0 3 0 0,0 0 0 0,0 0 0 16,-1 0 0-16,-5 3 0 0,3 0 0 0,0-1 0 15,-3 4 0-15,2-1 0 0,-2 3 0 0,3 0 0 16,0 0 0-16,-1 0 0 0,1 0 0 0,3 2 0 0,-3-2 16 15,0 3 5-15,-4-3 2 0,4 2 0 16,-3 1-15-16,0-1-8 0,-3 1 8 0,0 0-8 16,2-1-17-16,-2 1-8 0,0-1-2 0,0 1 0 0,0-3 73 0,0 2 14 0,2 1 4 15,1 0 0-15,0-1-64 0,0 1-24 16,0 2 0-16,-4 0 1 0,1 0 23 0,0 1 12 0,0 2-2 16,-3-1 0-16,0-1-2 0,-3 2 0 0,-1-1 0 15,1 1 0-15,-3 0 0 0,3-3 0 0,-3 3 0 0,0 0 0 16,0-3-8-16,-3 1 0 0,3-1 0 15,-3 0 0-15,0 0 0 0,-1-2 0 0,1-1 0 0,-3 1 0 16,0-3 0-16,0 3 0 0,0-3 0 0,0-1 0 16,-3 1 0-16,0-2 21 0,0-1-2 0,0 0-1 15,-3-5-18-15,3 6 0 0,0-4 0 0,-3-2 0 16,3 6-9-16,-3-6-9 0,0 0-2 0,0 0 0 16,0 0-128-1,0 0-27-15,0 0-5 0</inkml:trace>
  <inkml:trace contextRef="#ctx0" brushRef="#br0" timeOffset="182623.589">9986 6049 1151 0,'0'0'48'0,"0"0"-38"15,0 0 80-15,0 0 16 0,0 0 3 0,0 0 1 16,0 0-22-16,-3-3-4 0,3 3 0 0,0 0-1 16,0 0-18-16,0 0-3 0,0 0-1 0,0 0 0 15,0 0-8-15,0 0-1 0,0 0-1 0,0 0 0 16,0 0-24-16,-6 0-5 0,6 0-1 0,0 0 0 16,0 0-4-16,0 0-1 0,0 0 0 0,0 0 0 15,0 0 1-15,-3 5 0 0,3-5 0 0,0 8 0 16,0-8-5-16,0 6 0 0,0-6-1 0,3 5 0 15,0 0-11-15,0 1 10 0,3-1-10 0,-3 0 10 16,3 0-10-16,-3-2 0 0,6 2 0 0,-3 1 0 16,0-4 0-16,0 4 0 0,0-4-12 0,0 3 12 15,-1-2 0-15,1 0 0 0,0-1 0 0,0 1 0 16,-3 0 0-16,3-3 0 0,0 2 0 0,0-2 0 16,0 0 0-16,0 0 0 0,0-2 0 0,0 2 0 15,0-3 28-15,0 0 12 0,0 1 4 0,-3-1 0 16,3 0-20-16,0-2-3 0,0 3-1 0,0-4 0 15,0 4 20-15,0-4 3 0,0 1 1 0,-1 0 0 16,1-1-20-16,-3 1-3 0,3 3-1 0,0-6 0 16,0 2-20-16,-3-2 0 0,3 3 0 0,-3-3 0 15,3 0 36-15,-3 0 2 0,0-2 1 0,0 2 0 16,3 0-27-16,-3 0-4 0,0-3-8 0,3 3 11 0,-3 0-11 16,0-2 0-16,3 2 0 0,-3-3 0 15,3 3 0-15,0-2 0 0,-3-1 0 0,3 1 0 0,-3 2 20 0,3 0-2 16,0 0 0-16,2 0 0 15,-2 0-78-15,3 3-15 0,0-3-3 0,-3 5-1 16,3-2-129-16,0 2-27 0,0-2-5 0</inkml:trace>
  <inkml:trace contextRef="#ctx0" brushRef="#br0" timeOffset="185186.463">7780 5334 2310 0,'-6'-8'48'0,"3"3"11"0,-3-3-47 0,3 0-12 0,0 3 0 0,0 0 0 15,1-1 104-15,2 1 20 0,0 5 3 0,-3-5 1 16,3 5-103-16,0 0-25 0,-3-3 0 0,3 3 0 16,0 0 0-16,0 0 0 0,0 0 0 0,0 0 0 15,-6 5 0-15,0 1 0 0,3 4 0 0,0 1 0 16,0 5 0-16,0 2 0 0,3 1 0 0,-3 2 0 0,3 0 0 16,3 0 0-16,0 3 0 0,0-3 0 15,0 0 0-15,3-2 0 0,0-3 0 0,0 0 0 16,-1-6-46-16,4 4-14 0,0-4-4 0,0-5 0 15,0 1 44-15,3-1 8 0,-3-2 1 0,3-3 1 16,-3 0-6-16,3-6-2 0,-3 4 0 0,3-4 0 0,-3 1 18 16,-1-5 0-16,1 2 0 0,-3-3 0 0,0 0 24 0,0-2 6 15,0 3 1-15,-3-4 0 0,0 1 21 0,0 0 4 0,0-3 0 16,-3 0 1-16,3 3-13 0,-3 0-4 0,0-1 0 16,0 1 0-16,0 5-22 0,0-2-5 0,0 2-1 15,0 3 0-15,0-1-12 0,0 6 0 16,0 0 8-16,0 0-8 0,0 0 0 0,0 0 0 0,0 0 0 0,3 8 0 15,3 0 0-15,-3 3 0 0,3 2 0 0,-3 0 0 16,6 0 0-16,-3 6 0 0,0-6 0 0,3 3 0 16,0-3-13-16,0 3 4 0,2-3 1 0,-2-2 0 15,0-3-8-15,3 0-2 0,-6 0 0 0,3-6 0 16,-3 1 18-16,0-3-12 0,3 0 12 0,-3-3-10 16,0 1 10-16,-3-1 0 0,3-2 0 0,0-3 8 15,-3 0 21-15,0-3 5 0,0-2 1 0,0 3 0 16,0-6 0-16,-3 0 0 0,3 0 0 0,0-3 0 15,-3 1-14-15,3-1-2 0,0 1-1 0,0-1 0 16,-1 3-18-16,1-2 10 0,0 5-10 0,3-6 8 16,-3 6-8-16,3-3 0 0,-3 3-10 0,3 0 10 15,0-1-48-15,3 4-3 0,-3-1-1 0,3 1 0 16,-3-1-147-16,6 6-29 0,-3-1-7 0</inkml:trace>
  <inkml:trace contextRef="#ctx0" brushRef="#br0" timeOffset="185400.57">8248 5250 1569 0,'0'0'66'0,"0"0"-53"15,0 0 118-15,0 0 23 0,0 0 5 0,3 0 1 16,3-3-63-16,2 3-12 0,-2-3-2 0,3 1-1 16,0-1-26-16,0-2-6 0,3 2-1 0,-3-2 0 15,3 2-16-15,-3-2-3 16,3 0-1-16,0-1 0 0,0 1-21 0,0 0-8 0,-1 2 0 0,1 0 9 15,0-4-9-15,0 1 12 0,-3 1-12 0,0 0 12 16,0-1-12-16,-3 4-11 0,3-4 3 0,-3 6 0 16,0-5-105-16,0 2-21 0,0 1-4 0</inkml:trace>
  <inkml:trace contextRef="#ctx0" brushRef="#br0" timeOffset="185643.06">8358 5289 1792 0,'0'0'51'0,"0"0"10"0,0 0-49 16,0 0-12-16,0 0 0 0,0 0 0 16,0 0 79-16,0 0 13 0,6 0 2 0,-3-2 1 15,3 2-27-15,0 0-4 0,-3-3-2 0,3 0 0 16,-1 1-26-16,1 2-6 0,0-3-1 0,3 0 0 0,0 1-18 0,0-1-11 15,0-2 12-15,0 2-12 0,3 1 0 0,-3-9-16 0,3 6 2 0,-3-3 0 32,3 0-182-32,0 0-37 0</inkml:trace>
  <inkml:trace contextRef="#ctx0" brushRef="#br0" timeOffset="186018.677">8655 5088 1508 0,'-3'-8'64'0,"0"0"-52"15,3 3 122-15,-3-3 24 0,1 3 5 0,-4 2 1 16,3-5-52-16,0 3-11 0,0 2-1 0,3 3-1 15,-6-2-30-15,6 2-5 0,0 0-2 0,-6 0 0 16,6 0-38-16,-3 0-8 0,-3 2-2 0,3 4 0 16,-3 4-14-16,3-4 0 0,3 4 0 0,-3 3 0 15,3-5 0-15,-3 5 0 0,3-2 0 0,3 2 0 16,-3 1 0-16,3-4 0 0,3 1 0 0,-3-1 0 16,3 1 0-16,0-1 0 0,0-4 0 0,0 2 0 15,3 0 0-15,-1-3 0 0,1 0 0 0,0-2 0 16,3-1 0-16,-3-2-8 0,3 0-1 0,-3 0 0 15,0 0 9-15,3-2 0 0,-3-1 0 0,3-2 0 16,-3 2 0-16,0-2 11 0,-1 0-3 0,1-3 0 16,0 2 23-16,-3-1 4 0,0-1 1 0,0 0 0 15,-3-3-1-15,3 0 0 0,-3 1 0 0,0-3 0 16,-3-1-7-16,3-1-2 0,-3 1 0 0,0-4 0 16,0 2-11-16,0 0-3 0,-3 0 0 0,0 3 0 15,0 0-12-15,0 2 9 0,-3-2-9 0,0 2 8 16,-3 3-8-16,3 3 0 0,-3 0 0 0,-2-1 0 0,2 4-12 15,-3-1-5-15,3 3-1 0,-6 0 0 16,3 3-66-16,0-1-12 0,0 1-4 0,0 5 0 16,3-8-120-16,3 5-25 0</inkml:trace>
  <inkml:trace contextRef="#ctx0" brushRef="#br0" timeOffset="188556.726">9093 4818 2045 0,'3'-8'58'0,"-3"3"13"0,0 2-57 0,0 1-14 0,0-6 0 0,0 8 0 16,0 0 105-16,0-3 19 0,0 3 3 0,0 0 1 15,0 0-42-15,0 0-8 0,0 0-2 0,0 0 0 16,0 0-38-16,0 0-8 0,0 0-2 0,0 0 0 16,0 0-16-16,-3 6-4 0,3 1-8 0,-3 1 12 15,3 0-12-15,-3 3 0 0,3 2 0 0,0 3 0 16,-3 0 0-16,3 2 0 0,0 4 0 0,0-1 0 15,0 5 0-15,-3 1 0 0,3 2 0 0,0 0 0 16,0-3 13-16,-3-2 0 0,3 0 0 0,0 0 0 16,0-3-13-16,-3-2-16 0,3-1 3 0,0 1 1 15,0-4 12-15,-3-1 16 0,3 2-3 0,0-3-1 16,-3 3-112-16,3-8-22 16,0 2-5-16</inkml:trace>
  <inkml:trace contextRef="#ctx0" brushRef="#br0" timeOffset="188988.774">9310 4855 1824 0,'0'0'38'0,"3"-5"8"0,-3 2-37 16,3-2-9-16,0 0 0 0,0 0 0 0,0-1 104 0,3 1 20 0,0 0 3 0,0 2 1 16,3-2 0-16,0 2 0 0,3-2 0 0,-3 5 0 15,3-5-103-15,-3 2-25 0,2 0 0 0,-2 1 0 16,3-1 0-16,-3 3 0 0,0 0 0 0,0 0 0 16,0 3 0-16,-3 2 0 15,0 3 0-15,0-6 0 0,-6 6 0 0,3 0 0 0,-3 0 0 0,-3 3 0 16,-3-1 0-16,0 1 0 0,0 5 0 0,-3-5 0 15,-3 4-46-15,3 1-14 0,-3 3-4 16,0-1 0-16,1 1 0 0,-1-1 0 0,3 6 0 0,-3-8 0 16,3 0 44-16,3 0 9 0,0-3 2 0,0 0 0 15,3 0 9-15,0-2 12 0,3 0-2 0,-3-3-1 16,3 0-58-16,3-1-12 0,-3 1-3 0,3-5 0 16,0 2 52-16,0 1 12 0,3-4 0 0,0 1 0 15,0 0 0-15,3-1 0 0,0-2 0 0,-3 3 0 16,6-3 0-16,-4 0 0 0,4 0 0 0,-3-3 0 15,3 1-54-15,3-4-8 0,-3 1-2 0</inkml:trace>
  <inkml:trace contextRef="#ctx0" brushRef="#br0" timeOffset="189290.691">9807 4906 1820 0,'-15'0'38'0,"15"0"8"0,-5 5-37 0,5-5-9 0,0 0 0 0,0 0 0 15,0 0 105-15,0 0 19 0,0 0 4 0,0 0 1 16,0 0-103-16,0 0-26 0,0 0 0 0,0 0 0 16,0 0 0-16,3-5 0 0,5 2 0 0,-2 0 0 15,0 3 35-15,3-2 1 0,0-1 1 0,0 0 0 16,0 3-23-16,3-2-5 0,0-1-1 0,0 3 0 15,0-2 9-15,3 2 2 0,-4-3 0 0,1 3 0 16,0-3-29-16,0 3-6 0,0-2 0 0,0 2-1 16,0 0-24-16,-3-3-5 15,3 3-1-15,-3 0 0 0,0 0-65 0,-3 0-14 0,0 0-2 16</inkml:trace>
  <inkml:trace contextRef="#ctx0" brushRef="#br0" timeOffset="189547.846">9834 5070 1824 0,'0'0'38'0,"0"0"8"0,0 0-37 0,0 0-9 0,0 0 0 16,0 0 0-16,3-3 53 0,0-2 9 0,3 2 2 0,0-2 0 15,0 2 51-15,0-2 10 0,0 2 3 0,0-2 0 16,3 2-87-16,-3-2-17 0,6 2-3 0,-6-2-1 15,2 0 20-15,1 2 3 0,0-2 1 0,3 0 0 16,-3-1-36-16,3 1-8 0,0 0 0 0,-3-1 0 16,6 4 0-16,-3-6 0 0,0 3 0 0,0-3 0 31,-4 0-203-31,1-3-42 0</inkml:trace>
  <inkml:trace contextRef="#ctx0" brushRef="#br0" timeOffset="189955.544">10260 4736 1508 0,'0'0'64'16,"0"0"-52"-1,0 0 122-15,0 0 24 0,-6 0 5 0,6 0 1 16,-6 0-94-16,6 0-18 0,-6 3-4 0,3 0-1 16,3-3 13-16,-6 5 4 0,0-2 0 0,3 2 0 15,-3 3 0-15,3-6 0 0,-3 4 0 0,3-1 0 16,0 3-52-16,0 0-12 0,0 2 0 0,0-2 0 15,0 0 0-15,0 3 0 0,3 0 0 0,-3-1 0 16,3-2-12-16,0 8-6 0,0-11-1 0,3 8 0 16,-3-2 31-16,3 2 5 0,3-2 2 0,-3 2 0 15,3 0-30-15,0-2-5 0,3 2-2 0,-3-8 0 16,3 3 29-16,-3 0 5 0,3-2 2 0,0-1 0 16,-3-5-66-16,3 5-12 0,0-5-4 0,0-5 0 15,-1 0 103-15,1-1 20 0,0 1 4 0,3 0 1 16,-3-3-76-16,0-3-14 0,0 1-3 0,0 2-1 15,-3-3 43-15,3-2 9 0,-3 2 2 0,0 1 0 16,0-4 12-16,-3 1 4 0,3 3 0 0,-3-4 0 0,-3 4-6 0,3-3-1 16,0-1 0-16,-3 1 0 0,-3 0-13 0,0 2-2 0,0 1-1 15,0 2 0-15,-3-3-5 0,0 1 0 0,0 2-1 16,0 2 0-16,0 1-11 0,-6 0-14 0,3 2 3 0,-3 3 1 31,-3 0-113-31,0 3-22 0,-2 2-5 0</inkml:trace>
  <inkml:trace contextRef="#ctx0" brushRef="#br0" timeOffset="194584.878">19404 3487 2553 0,'-3'-5'53'0,"-3"0"12"0,3 0-52 0,0-1-13 0,0 4 0 0,3 2 0 16,0 0 54-16,0 0 8 0,0 0 2 0,-9 2 0 15,3 4-36-15,0 4-6 0,0 1-2 0,0 5 0 16,0-3-20-16,3 5 0 0,-3 1 0 0,1 5 0 15,2-8 0-15,0 2 0 0,0 1 0 0,3 2 0 16,0 0 0-16,0 0 0 0,3 3 0 0,0-3 0 16,0-5-11-16,2 5 11 0,1-5-13 0,0 5 5 15,0-10-2-15,0-1 0 0,0 1 0 0,0-3 0 16,3 0 10-16,-3-6 0 0,3-2 0 0,-3 0 0 16,3-2 0-16,0-1 0 0,0-5 0 0,-3 0 0 15,3-5 0-15,-3 0 0 0,3 2 0 0,-1-7 0 16,-2 7 0-16,0-7 0 0,3 2 0 0,-6 3 0 15,3 2 49-15,0-2 12 0,0-1 3 0,-3 4 0 16,0 2-44-16,0 0-8 0,0 0-1 0,-3 3-1 16,0 5-10-16,0 0 12 0,0 0-12 0,0 0 12 15,0 0-12-15,0 0 0 0,0 0 0 0,3 5 0 16,3 3 0-16,-3 0 0 0,3 3 0 0,0-1 0 16,0 6-9-16,3-5 9 0,0 7 0 0,3-5 0 15,-1 3-16-15,1 0 4 0,0-3 1 0,3 3 0 0,0-8 11 16,0 0-10-16,-3 0 10 0,0-3-10 0,3-2 10 0,-3 2 0 15,-4-10 10-15,4 2-10 0,-3-2 0 0,0-3 0 0,0 0 0 16,-3 0 0-16,0-8 57 0,3 3 6 0,-3 0 1 0,0-6 0 16,0 6 0-16,-3-3 0 0,3 3 0 15,-3-6 0-15,0 4-52 0,3-1-12 0,-3 2 0 16,0-1 0-16,-3-1 0 0,3 0 0 0,0 0 0 0,-3 3 0 16,3-6-48-1,-3 3-13-15,0 6-3 0,3-6 0 16,-3 5-27-16,3 3-5 0,-1 0-2 0</inkml:trace>
  <inkml:trace contextRef="#ctx0" brushRef="#br0" timeOffset="195207.836">19946 3784 2256 0,'0'0'47'0,"6"0"11"0,3-3-46 0,0 3-12 0,-1 0 0 0,1-5 0 15,3 2 84-15,3 1 14 0,-3-4 3 0,3 4 1 16,3-1-42-16,-3 0-9 0,3 1-2 0,-1-1 0 0,1-2-9 16,0 2-1-16,3-5-1 0,0 3 0 15,3 0-9-15,-1 2-1 0,4-2-1 0,6 2 0 16,-3-2-11-16,2 2-3 0,4 3 0 0,-3 0 0 0,0 0-13 16,-4 0 11-16,1 0-11 0,0-5 10 15,0 2-10-15,-1 3 0 0,1-3 0 0,3 1 0 0,-3-1 0 16,-3 3 0-16,2-2 8 0,-2 2-8 0,-3 0 0 15,-3 0 0-15,0 0 0 0,-7 0 0 0,1 0 0 16,-3-3 0-16,-3 3 0 0,-3 0 0 16,3 0-19-16,-6 0 1 0,-3 0 0 0,0 0 0 0,0 0 6 0,0 0 2 0,0-8 0 15,-6 3 0 1,0 2-43-16,0-5-9 0,0 3-2 0,-3-1 0 0,-3 4 52 0,1-6 12 0,-1-3 0 0,-3 3 0 16,-3-2 0-16,-3 2 12 0,3-3-3 15,-3 1 0-15,0 2-9 0,1 0 0 16,-4-5 0-16,3 5 0 0,3-6 16 0,0 6-1 0,3-2-1 0,1 5 0 15,2-3 9-15,-3 0 1 0,6 0 1 0,0 2 0 16,0 4-5-16,3-3 0 0,3 5-1 0,3 0 0 16,0 0-5-16,0 0-1 0,0 0 0 0,0 0 0 15,6 0-13-15,0 0 9 0,0 0-9 0,3 5 8 16,0-3 0-16,3 4 0 0,0 2 0 0,2 0 0 16,1 0-8-16,3-3 0 0,0 3 0 0,0 2 0 15,3-2 0-15,0 3 0 0,2 0 8 0,-2 2-8 16,-3-5 0-16,0 0 0 0,0 5 0 0,-3-5 8 15,-3 2-8-15,-3-2 0 0,-1 3 0 0,-2-1 0 16,-3 1 0-16,0 0 0 0,0-3 8 0,-6 2-8 16,0 1 0-16,-3 2 0 0,-3-5 0 0,-2 5 0 15,-1-2 0-15,0 2 0 0,-6-2 0 0,0 2 0 16,3-3 0-16,-3 6 0 0,0-8 0 0,1 3 0 16,-1-3-20-16,3 2-7 0,0-2-1 0,3-5 0 15,0 2-85-15,3 0-18 0,3-2-3 0</inkml:trace>
  <inkml:trace contextRef="#ctx0" brushRef="#br0" timeOffset="195584.03">21374 3371 1991 0,'-5'-3'84'16,"-4"3"-68"0,3-5 125-16,3 2 25 0,3 3 5 0,-6-5 1 15,6 5-71-15,0 0-13 0,0 0-4 0,0 0 0 16,0 0-32-16,0 0-8 0,-3 5 0 0,0 3-1 16,3 3-15-16,-3 2-2 0,3 3-1 0,0 3 0 15,0-4-1-15,0 7-1 0,3-1 0 0,-3 3 0 16,3-3-3-16,-3-3 0 0,3 3 0 0,-3 3 0 15,0-3-5-15,3 1-2 0,-3-1 0 0,0 3 0 16,0 2-13-16,0 1 11 0,0 2-11 0,-3 0 10 16,3-3-10-16,0 3 0 0,0-8 0 0,-3 3 8 15,3 0-8-15,0-5 0 0,0-4 0 0,-3 1 0 16,3-5 0-16,0 2 0 0,0-2 0 0,0-3 0 16,0 0-17-16,0 0-6 0,0 0-1 0,0-3 0 15,0-5-149-15,3 2-31 0,-3-2-5 0</inkml:trace>
  <inkml:trace contextRef="#ctx0" brushRef="#br0" timeOffset="202443.329">12337 6573 851 0,'0'0'36'15,"0"0"-36"1,0 0 58-16,0 0 5 0,0 0 1 0,0 0 0 16,0 0 51-16,0 0 10 0,0 0 3 0,0 0 0 0,0 0-52 0,0 0-9 0,0 0-3 0,0 0 0 15,0 0-12-15,0 0-4 16,0 0 0-16,0 0 0 0,0 0-4 0,0 0-2 0,0 0 0 15,0 0 0 1,0 0-13-16,0 0-2 0,0 0-1 0,0 0 0 0,0 0-8 0,0 0-2 0,0 0 0 0,0 0 0 16,0 0 0-16,0 0-1 0,0 0 0 0,0 0 0 15,0 0 4-15,0 0 1 0,0 0 0 0,0 0 0 16,0 0-2-16,0 0 0 0,3 5 0 0,-3-5 0 16,3 3-6-16,3-1 0 0,0 1-1 0,-3-3 0 15,3 3-11-15,0-1 12 0,3-2-12 0,-3 3 12 16,3-1-2-16,0-2 0 0,0 0 0 0,3 3 0 15,0-3-10-15,0 3 12 0,0-3-12 0,-1 2 12 16,1-2-12-16,0 0 10 0,3 0-10 16,-3 0 10-16,3 0-10 0,0 0 0 0,0 0 0 0,0 0 0 15,-1 0 0-15,1 0 8 0,0 0-8 0,0 0 0 16,3 0 0-16,0 0 0 0,0 0 8 0,0 0-8 16,-1 0 0-16,1 3 0 0,3-3 0 0,-3 0 8 15,0 3-8-15,0-3 0 0,0 2 0 0,-1-2 0 16,1 0 0-16,0 0 0 0,-3 0 9 0,0 0-9 15,3 0 0-15,-3-2 0 0,2 2 0 0,4-3 8 16,-3 3-8-16,0 0 0 0,0-3 8 0,0 3-8 16,0 0 0-16,2 0 8 0,-2 0-8 0,0 0 0 15,3 0 0-15,-3 0 9 0,3 0-9 0,-3 0 0 16,-1 0 9-16,1 0-9 0,0 0 0 0,3 0 9 16,-6 0-1-16,3 0-8 0,0 0 12 0,-4-2-4 15,4 2 0-15,3-3 0 0,-3 3 0 0,0-3 0 16,0 3-8-16,3 0 12 0,-1-2-12 0,1 2 12 0,0 0-12 0,0 0 10 15,0 0-10-15,0 0 10 0,-1 2-10 0,1-2 12 16,0 0-12-16,-3 3 12 0,0-3-12 0,3 0 8 0,-6 0-8 16,2 0 8-16,1-3-8 0,0 3 12 15,0 0-12-15,0 0 12 0,0 0-12 0,3 0 8 0,-4 0-8 16,4 0 8-16,-3 0-8 0,3 3 8 16,-3-3-8-16,0 0 8 0,-1 0-8 0,1 3 10 0,0-3-10 0,0 2 10 15,0-2-10-15,-3 0 0 0,0 0 0 0,3-2 8 16,-4 2-8-16,4-3 8 0,-3 3-8 0,3-3 8 15,-3 1-8-15,3-1 12 0,0 3-12 0,2-2 12 16,-2-1-12-16,3 3 10 0,-3-3-10 0,3 3 10 16,-3-2 1-16,3 2 0 0,-4-3 0 0,1 3 0 15,0 0-11-15,0 0 0 0,-3 0 0 0,3 0 0 16,-3 0 0-16,0-3 0 0,-4 3 0 0,1 0 0 16,0-2 0-16,0-1 8 0,0 3-8 0,-3-3 0 15,3 3 0-15,-3-2 8 0,0 2-8 0,0-3 0 16,0 3 0-16,0 0 0 0,-1 0 8 0,1 0-8 15,-3 0 0-15,3 0 0 0,-3 0 0 0,3 0 0 16,-3 0 0-16,0 0 0 0,0 0 0 0,0 0 0 16,-3 3 0-16,-3-3 0 0,6 0 0 0,-3 0 0 15,-3 0 0-15,6 0 0 0,-3 0-10 0,-3 0 10 16,0 0-45-16,0 0-3 0,0 0-1 0,6 0 0 16,-3-3-167-16,-3-2-32 0</inkml:trace>
  <inkml:trace contextRef="#ctx0" brushRef="#br0" timeOffset="203384.151">12599 5856 1824 0,'-3'-11'38'0,"3"11"8"0,0-5-37 0,0 5-9 0,0-6 0 0,0 1 0 31,0 5 104-31,0 0 20 0,0 0 3 0,0 0 1 0,0 0-52 0,0 0-9 0,0 0-3 0,0 0 0 16,0 5-51-16,-3 3-13 0,3 3 0 0,0 2 0 15,-3 0 0-15,3 3 0 0,0-2 0 0,0 1 0 16,0 1 0-16,0 0 0 0,3-3 0 0,0 3 0 16,0-3 0-16,3 1 0 0,0-4 0 0,0 4 0 15,0-4 0-15,3-2 0 0,-3 0 0 0,3 0 0 16,0-3 0-16,3-2 0 0,-3 0 0 0,0-1 0 16,0 1 0-16,0-3 0 0,0 0 0 0,-4-3 0 15,1 1 0-15,3-1 0 0,-3 0 0 0,0-2 0 16,0 0 0-16,-3-3 0 0,3 0 0 0,0 0 0 15,-3 0 54-15,0-3 8 0,0 3 2 0,-3-2 0 16,3-1-52-16,-3 1-12 0,3-1 0 0,-3 3 0 16,0-3 36-16,0 4 4 0,0-1 0 0,0 0 1 15,0 2-28-15,0 6-5 0,0 0-8 0,0 0 11 16,0 0-11-16,0 0 0 0,0 0 0 0,0 0 0 16,0 0-8-16,3 8 8 0,0 0-10 0,3 0 10 15,-3 3 0-15,3-3-9 0,3 2 9 0,-3 1 0 16,3-3 0-16,3 2-8 0,-4-2 8 0,4 0 0 15,0 0-9-15,-3 0 9 0,3-3-10 0,-3 3 10 16,0-5-31-16,0 0 0 0,0-1 0 0,0-2 0 0,0-2 76 0,0-1 15 16,-3 0 4-16,0 1 0 0,2-4-64 0,-2 1 0 15,0-3-14-15,0 3 2 0,-3-3 43 0,3-3 8 0,-3 3 1 16,0-2 1-16,0-3-11 0,0-1-2 0,0 1-1 0,0-3 0 16,0-2-15-16,-3-1-4 15,3 1 0-15,0-1 0 0,0-2-8 0,0 5 0 16,0-2 0-16,0 2 0 0,0 3 0 0,0-1 0 0,0 4-11 0,0 2 11 31,0 0-53-31,3 3-6 0,-3-1-1 0,0 4 0 16,3 2-119-16,0 0-24 0,0 0-5 0</inkml:trace>
  <inkml:trace contextRef="#ctx0" brushRef="#br0" timeOffset="203691.567">13219 5948 1824 0,'0'0'38'0,"0"0"8"16,0 0-37-16,6-2-9 0,-1-1 0 0,1 0 0 16,0 1 104-16,3-1 20 0,-3 0 3 0,3 1 1 15,0-1 0-15,-3 0 0 0,3 1 0 0,0-1 0 0,0 3-103 0,-3-3-25 0,3 1 0 0,0-1 0 16,0 3 56-1,0-2 7-15,-1-1 1 0,1 0 0 0,3 3-52 16,-3 0-12-16,3-2 0 0,-3-1 0 0,0 3 0 0,3 0 0 16,-3-3 0-16,0 3 0 15,0 0-48-15,0 0-13 0,-3 0-3 0,2 3 0 16,-5-3 0-16,-3 0 0 0,0 0 0 0,6 5 0 16,-6-5-204-16,0 6-42 0</inkml:trace>
  <inkml:trace contextRef="#ctx0" brushRef="#br0" timeOffset="203893.921">13320 6054 1652 0,'0'0'34'0,"0"0"9"0,0 0-35 0,0 0-8 0,0 0 0 0,0 0 0 16,0 0 89-16,0 0 16 0,0 0 3 0,0 0 1 16,6 0 15-16,0 0 4 0,0 0 0 0,0-3 0 15,0 3-52-15,-1 0-9 0,4-2-3 0,-3 2 0 16,3-3-51-16,-3 0-13 0,3 1 0 0,0-1 0 15,0 1 0-15,3-1 0 0,0 0 0 0,0-2 0 16,3 2 0-16,-3 1 0 0,2-1 0 0,1-2 0 16,-3 2 0-16,3-2 0 0,0-1 0 0</inkml:trace>
  <inkml:trace contextRef="#ctx0" brushRef="#br0" timeOffset="204211.59">13778 5686 2269 0,'0'0'64'0,"0"0"15"0,-6-5-63 15,3 2-16-15,3 3 0 0,-3-5 0 0,3 5 105 0,0 0 19 0,0 0 3 0,0 0 1 16,0 0-52-16,0 0-9 0,0 0-3 0,0 0 0 16,0 0-51-16,0 0-13 0,-3 5 0 0,0 1 0 15,0 2 0-15,3-1 0 0,-3 1 0 0,3 3 0 16,-3 0 54-16,3 2 8 0,0 3 2 0,-3 0 0 15,3 2-52-15,0-2-12 0,0 5 0 0,0-2 0 16,0 2 0-16,0-3 0 0,0 4 0 0,0-1 0 16,0-3 0-16,0-2 0 0,0 0 0 0,-3 2 0 15,3-4 0-15,0-1 0 0,-3 0 0 16,3 0 0-16,-3-2 0 0,3 0 0 0,0-3 0 0,-3 2 0 31,3-5-48-31,-2 3-13 0,2-2-3 0,0 2 0 0,0-6-27 0,0-2-5 0,0 5-2 16</inkml:trace>
  <inkml:trace contextRef="#ctx0" brushRef="#br0" timeOffset="205094.907">14165 5633 1697 0,'0'0'35'0,"0"0"9"0,3-5-35 0,-3 5-9 0,0-5 0 0,0 5 0 16,3-6 101-16,-3 6 19 0,3-2 3 0,-3 2 1 16,0 0-39-16,0 0-7 0,0 0-2 0,0 0 0 15,0 0-28-15,0 0-7 0,0 0-1 0,0 0 0 16,0 0-18-16,0 0-4 0,0 0-1 0,0 0 0 16,-3 8-17-16,0 0 8 0,0 2-8 0,0 1 0 15,0-1 30-15,-3 4-1 0,3-1 0 0,-3 0 0 16,-3 3-42-16,0 0-9 0,0 5-2 0,-2-2 0 15,2 4 24-15,-3 1 0 0,0 0 0 0,0 2 0 16,0-2 0-16,0-3 0 0,0 3 0 0,0-3 0 16,0-2 0-16,3 2 0 0,1-2 0 0,-1-1 0 15,0-2 0-15,0 0 0 0,0-3 0 0,3 0 0 16,0 1 0-16,0-4 0 0,0 1 0 0,-3-1 0 16,6-2 0-16,-3 3 0 0,3-1 0 0,0-2 0 15,0-2-34-15,0 2-6 0,3-3 0 0,-3 0-1 16,3-5-121-16,0 0-24 0</inkml:trace>
  <inkml:trace contextRef="#ctx0" brushRef="#br0" timeOffset="208868.285">14204 5840 1094 0,'0'0'46'0,"0"0"-37"32,0 0 95-32,0 0 20 0,0 0 3 0,0 0 1 0,0 0-8 0,0 0 0 15,0 0-1-15,0 0 0 16,0 0-37-16,0 0-7 0,0 0-2 0,6 0 0 15,-3-3-7-15,3 0-2 0,0 1 0 0,0 2 0 0,3 0 0 0,-4-3 0 16,4 3 0-16,-3 0 0 0,3-3-51 0,-3 3-13 16,3 0 0-16,0 0 0 0,0 3 54 0,0-3 8 15,0 0 2-15,0 3 0 16,0-1-72-16,0 1-15 0,-3-3-2 0,3 3-1 0,-3 2 26 0,-1-2 0 16,-2-1 0-16,3 4 0 15,-3-1 0-15,-3 0 0 0,3 0 0 0,-3 3 0 0,-3-2 0 0,3 4 0 0,-3-2 0 0,-3 0 0 16,3 3 0-16,-2-3 0 0,-1 2 0 0,-3 1-8 15,3-3-24 1,-3 2-4-16,0-2 0 0,0 0-1 0,3 0 37 0,-3 0 0 0,3 0 0 0,-3 0 0 16,3 0 0-16,0 0 0 0,3-3 0 0,-3 3 0 15,3-3 0-15,3 1 0 0,0-6 0 0,-3 8 0 16,3-3 0-16,0-5 0 0,0 5 0 0,3 1 0 16,0-1 0-16,-3-5 0 0,3 2 0 15,3 4 0-15,-3-4 0 0,3 1 0 0,0 0 0 0,0-1 0 16,0-2 0-16,3 0 0 0,0 3 0 0,3-3 0 15,0 0-135-15,0-3-19 0,2 3-4 16</inkml:trace>
  <inkml:trace contextRef="#ctx0" brushRef="#br0" timeOffset="209153.871">14582 5935 1824 0,'0'0'38'0,"0"0"8"0,0 0-37 16,0 0-9-16,0 0 0 0,0 0 0 0,0 0 97 0,0 0 18 0,0 0 3 0,0 0 1 15,0 0-37-15,0 0-7 0,0 0-2 0,3-3 0 16,3 3-8-16,0 0-1 0,0-2-1 0,0 2 0 16,0 0-19-16,3-3-3 0,-1 3-1 0,1-3 0 15,0 1-25-15,0-1-6 0,3 3-1 0,0-3 0 16,0 1 8-16,0-1 0 0,0 3 1 0,0-2 0 15,3-1-17-15,-4 0 0 0,4 3 0 16,-3-2 0 0,-3-1-48-16,3 3-12 0,-3-3-4 0,-3 3 0 15,3-2-62-15,-3 2-13 0,0 0-2 0</inkml:trace>
  <inkml:trace contextRef="#ctx0" brushRef="#br0" timeOffset="209451.359">14629 6022 1337 0,'0'0'56'15,"0"0"-44"1,0 0 77-16,0 0 16 0,0 0 3 0,0 0 1 16,0 0-38-16,0 0-8 0,0 0-2 0,0 0 0 15,0 0-31-15,0 0-6 0,0 6-2 0,0-6 0 0,0 0 33 0,0 0 6 16,3 2 2-16,-3-2 0 15,6 6-17-15,-3-4-3 0,3-2-1 0,0 3 0 16,3-3-15-16,-3 0-3 0,3 0-1 0,0-3 0 16,0 3 33-16,0 0 6 0,3-2 2 0,0 2 0 15,0-3-53-15,0 0-11 0,-1 1 0 0,4-1 0 16,0 0-12-16,0-2 0 0,0 2 0 0,3-2 0 16,-3 0-139-16,0-1-27 0,2-1-6 15</inkml:trace>
  <inkml:trace contextRef="#ctx0" brushRef="#br0" timeOffset="209878.165">15064 5803 1824 0,'0'0'38'0,"-6"-3"8"0,3 0-37 0,3 3-9 0,-6-2 0 0,6 2 0 16,-6-3 124-16,6 3 22 0,0 0 5 0,0 0 1 16,0 0-39-16,0 0-7 0,0 0-2 0,-6 0 0 15,6 0-83-15,-3 3-21 0,-3 2 0 0,3 0 0 16,0 1 28-16,0 4 0 0,3-2 1 0,-3 0 0 15,0 3-21-15,3-1-8 0,-3 1 0 0,3 2 0 16,-3 0-19-16,3-2-9 0,3-1-3 0,-3 4 0 16,0-4 31-16,3 1 0 0,0-1 0 0,-3 1 0 15,3-3 0-15,3 0 0 0,-3 2 0 0,3-4 0 16,-3-1 0-16,3 0 0 0,3 1 0 0,-3-1 0 16,0-5 0-16,3 3 0 0,0-1 0 0,0-2 0 15,0 0 0-15,3-2 0 0,0-1 0 0,-1 0 0 16,1 1 0-16,0-4 0 0,0 1 0 0,0 0 0 15,0-1 0-15,0-1 0 0,-3-1 0 0,3 0 0 0,-3 0 45 16,0-3 15-16,-3-2 4 0,3 0 0 0,-4-1 0 16,1-1 0-16,0-1 0 0,0 0 0 0,-3 0-52 0,3 0-12 15,-3 3 0-15,-3-3 0 0,0 3 0 0,0 0 0 16,-3-1 0-16,0 4 0 0,0 2 40 0,-3-3 4 0,0 3 2 16,0 3 0-16,-2 0-36 0,-4-1-10 0,0 1 0 15,0 2 0-15,0 1 0 0,-3 2 0 16,-3 0 0-16,0 2 0 15,0 1-23-15,1 2-9 0,-1-2-1 0,0 2-1 16,-3 3-152-16,3 3-30 0,3-1-7 0</inkml:trace>
  <inkml:trace contextRef="#ctx0" brushRef="#br0" timeOffset="211625.225">14683 6504 1314 0,'0'0'37'0,"0"0"8"16,0 0-36-16,0 0-9 0,0 0 0 0,0 0 0 15,0 0 53-15,0 0 9 0,0 0 2 0,0 0 0 16,0 0 31-16,0 0 6 0,0 0 2 0,0 0 0 16,0 0-63-16,0 0-12 0,0 0-2 0,0 0-1 15,3 0 21-15,3-3 4 0,0 3 1 0,-3 0 0 16,3 0-31-16,0 0-5 0,0 0-2 0,0 0 0 0,0 0 13 0,0 0 2 16,0 0 1-16,0 3 0 15,2-3 5-15,1 0 1 0,3 3 0 0,-3-3 0 0,3 2-23 0,0-2-4 16,3 3 0-16,0-1-8 0,0 1 0 0,0-3 0 15,-1 3-10-15,4-3 10 0,0 2 17 0,-3-2 11 0,6-2 3 0,-3 2 0 16,6 0 1-16,-4 0 1 0,4-3 0 0,0 3 0 31,3 0-52-31,0 0-10 0,-1 0-3 0,4 0 0 0,-3 0 32 0,0 0 0 16,0 3 13-16,-4-6-4 0,4 3 7 0,-3-3 2 16,0 1 0-16,0-1 0 0,-1 1 1 15,1-1 0-15,0 0 0 0,3 3 0 0,0-2 3 0,-1 2 1 0,-2-3 0 16,3 3 0-16,-3 0-3 0,3 0-1 0,-7 0 0 0,4 0 0 15,-3 0-9-15,-3 0-2 0,0 0 0 0,0-3 0 16,-3 3-8-16,2 0 0 0,1-2 9 0,0 2-9 16,3-3 0-16,-3 3 0 0,0 0 0 0,-3 0 8 15,2 0-8-15,-2 0 0 0,3 0 0 0,-3 0 0 16,-3 0 0-16,0 0 8 0,0 0-8 0,-3 0 0 16,0 0 0-16,0 0 0 0,-1 0 0 0,-2 3 8 15,0-3-8-15,0 2 0 0,-3-2 0 0,-3 0 0 16,0 0 0-16,0 0 9 0,6 0-9 0,-6 0 0 15,0 0-8-15,0 0-9 0,0 0-2 0,0 0 0 16,0 0-86-16,0 0-18 0,0 0-3 0</inkml:trace>
  <inkml:trace contextRef="#ctx0" brushRef="#br0" timeOffset="213357.146">16692 6059 1427 0,'0'0'29'0,"3"-5"9"0,0 2-30 0,-3 3-8 0,3-5 0 15,0 2 0-15,-3 3 184 0,3-5 36 0,-3 0 8 0,0 5 0 16,0-5-144-16,0 5-30 0,0-6-6 0,0 6 0 16,-3-5 28-16,0 2 7 0,0-2 1 0,0 2 0 15,-3 1-57-15,3-1-11 0,-3 0-3 0,0 1 0 16,0 2 8-16,0-3 2 0,-2 3 0 0,2 0 0 16,-3 0-7-16,3 0 0 0,-3 0-1 0,0 3 0 15,0-3-2-15,0 2 0 0,0 1 0 0,0-3 0 16,3 5-13-16,-6-2 9 0,3 0-9 0,-3 2 8 15,1 0-8-15,-1 1 0 0,0-1 0 0,0 0 8 16,0 0-8-16,-3 3 0 0,0-2 0 0,0-1 8 16,0 3-8-16,1-3 0 0,-1 3 0 0,0 0 0 15,0 0 0-15,-3 0 0 0,6 3 0 0,-3-1 0 16,0 1 0-16,3 2-11 0,-2 0 3 0,2 3 0 16,0 0 8-16,0 0 0 0,0 2 0 0,0 1 0 0,3-3 0 15,0 2 0-15,0 1 0 0,0-1 0 16,0-2 0-16,3 3 0 0,0-3 0 0,-2-1 0 0,2 1 0 15,0 0 9-15,0 0-1 0,0 3-8 16,0-4 0-16,0-1 0 0,3 2-10 0,-3 2 10 0,0-2 0 0,0 0 16 16,3 2 0-16,-3 4-1 0,3-4-15 0,0 3 0 0,0 3 8 15,3-3-8-15,-3 0 0 0,0 1 0 0,3-4 8 16,-3 3-8-16,3-2 0 0,0-1 0 0,0 1 0 16,3-3 0-16,-3 2 0 0,3-2 0 0,3 3 0 0,-3-1 0 15,0-2 0-15,3 3 0 0,0-4 0 0,-3 4 0 16,3 2-12-16,0-2-6 0,0-1-1 15,3 3 0-15,-3-2 19 0,0 2 0 0,3-2 0 0,-1-1 0 16,1-2 0-16,0 0 0 0,0 0 0 0,0 0 0 16,3-3 0-16,0 0 0 0,0 0 0 0,0-2 0 15,6-1 0-15,-3 1 0 0,2 2 0 0,1-2 0 16,3-1 0-16,0 1 0 0,0-3 0 0,3 2 0 16,-1 1 13-16,1 0 7 0,0-3 0 0,0 0 1 15,0-1-21-15,-4 1 0 0,1 0 0 0,3-2 0 16,0-1-12-16,3 0-8 0,0 1 0 0,2-4-1 15,-2 3 21-15,3-2 0 0,3 2 0 0,-4-2 0 16,1 2 14-16,-3-2 7 0,3 0 2 0,-4-1 0 16,1-2-37-16,0 0-7 0,3 0-2 0,0-2 0 15,-1 2 23-15,1-3 0 0,6 0 0 0,-3 1 0 16,-4-1 0-16,4 0 0 0,-3 1 0 0,3-4 0 16,-4 4 0-16,-2-3 0 0,3-1 0 0,-3 4 0 0,5-4 0 15,-2 1 0-15,3 0 0 0,3-1 0 0,-4 1 28 0,-2 0 9 0,3 2 3 16,0-2 0-16,-7 0-20 0,1-1-3 0,0-2-1 15,-3 0 0-15,0 3 2 0,-1-3 0 0,1 0 0 0,3-2 0 16,0 2-2-16,0-3-1 0,-1 1 0 0,1-4 0 16,-3 4 0-16,0-3 0 0,0-1 0 0,-3-2 0 15,-1 1-3-15,-2-1 0 0,0 0 0 16,-3-3 0-16,0-2 3 0,-3 3 0 16,0-4 0-16,0-1 0 0,-4 4-2 15,1-2 0-15,0 0 0 0,0 0 0 0,0 2-3 0,-3 1-1 0,0-1 0 16,3 0 0-16,-3 1-9 0,-3-1 12 0,3-2-12 15,-3 3 12-15,0-6-12 0,-3 3 12 0,0-6-12 0,-3 3 12 16,0-2-12-16,0 2 10 0,-3-2-10 0,0-1 10 16,0 3-10-16,0 3 8 0,-3 3-8 0,0-1 8 15,0-2-8-15,0 5 0 0,-2-2 0 0,-1-1 0 16,0 1 0-16,-3 2 0 0,0-3 8 0,0 3-8 16,-3-2 0-16,0 2 0 0,0-5 0 0,-2 2 0 15,-1 1 0-15,-3-3 0 0,3 2 0 0,-3 1 0 16,1 2 0-16,2 0 0 0,-3 0 0 0,3 3 0 15,0-1 0-15,0 4 0 0,4-1 0 0,-1 1 0 16,-3-1 0-16,0 3 0 0,0-2 0 0,-3 2 0 16,1-3 0-16,-1 3 0 0,0 0 0 0,-3 3 0 15,3-3 0-15,0 0 0 0,-2 3 0 0,-1-1 0 16,6 1 0-16,-3-3 0 0,3 3 0 0,-2 0 0 16,2-1 0-16,0-2 0 0,0 3 0 0,0 0 0 15,0 0 0-15,1-1 0 0,-4 1 0 0,0 0 0 16,3-1 0-16,-6 1 0 0,4 2 0 0,-1-2 0 15,3 2-9-15,-3 1 9 0,3-1 0 0,0 1 0 0,4-1-8 16,2 3 8-16,0-3 0 0,0 3 0 0,0 0-8 0,0 0 8 16,0 0 0-16,0 0 0 0,0 3-11 0,4 0 11 15,-4-1-10-15,-3 1 10 0,3 2-12 0,-3-2 3 0,3 2 1 0,-3 0 0 16,0 1-9-16,-2-1-2 0,2 0 0 0,0 3 0 31,3-3-10-31,-3 1-3 0,3 2 0 0,0-3 0 0,1 3-16 16,-1 0-4-16,3-3-1 0,0 3 0 15,3 0-88-15,-3-3-18 0,3 3-3 0</inkml:trace>
  <inkml:trace contextRef="#ctx0" brushRef="#br0" timeOffset="214707.726">16755 6424 1773 0,'0'0'36'0,"0"0"11"0,0 0-38 16,0 0-9-16,0 0 0 0,0 0 0 15,0 0 88-15,0 8 16 0,-3-2 4 0,3 2 0 0,-3 0-45 0,0 0-9 0,3 2-2 0,-3 1 0 16,0 2-15-16,0 3-3 0,0 2-1 0,0 1 0 15,0 2-17-15,0 3-3 0,0 2-1 0,0-2 0 16,0 3-12-16,0-4 0 0,0 1 0 0,3 0 0 16,-3-3 0-16,0 0 0 0,3-5 0 0,-3 3 0 15,3-3 0-15,0-3 0 0,0-3 0 0,0 4 0 16,0-6 0-16,0 2 0 0,0-2 0 0,0 0 0 16,0-3 40-16,0-5 4 0,0 0 2 0,0 0 0 15,0 0-6-15,0 0-2 0,0 0 0 0,0 0 0 16,0 0 10-16,3-8 1 0,0 3 1 0,0-3 0 15,0-2-20-15,-3-1-4 0,3-2-1 0,0-3 0 16,0 0-6-16,3-2-2 0,-3-4 0 0,3-1 0 16,0-7-5-16,3 1-2 0,-3-2 0 0,6-4 0 15,-3 6-10-15,2 0 8 0,1 2-8 0,0 1 8 16,3 5-8-16,-3-3 0 0,3 6 0 0,0-1 8 16,3 3-8-16,-6 0 10 0,3 3-10 0,-1 0 10 15,-2 0-10-15,3 5 0 0,3-3-10 0,-3 6 10 16,3-1 0-16,-3 1 0 0,3 3 11 0,-4 2-3 15,1 0-8-15,0 2 0 0,-3 3 0 0,0 1 0 16,-3 2 0-16,0 0 0 0,-3 0 0 0,-3 2 0 0,0 1-11 0,-3 2 11 16,-3 0-13-16,0 0 5 0,-3 1-4 0,-3-1-1 0,0 0 0 15,-3 0 0-15,0 1 22 0,0-4 5 16,0 3 1-16,0 1 0 0,1-4-15 0,-1 1 0 0,0 2 0 0,3-5 0 16,0 3 0-16,3-4 0 15,0-1 0-15,0-1 0 0,0 0-14 0,6-5-6 16,0 0 0-16,0 0-1 0,0 0 21 0,0 0 0 15,0 0 0-15,0 0 0 0,0 0 0 0,0 0 0 0,0 0 0 0,6 0 0 16,0-2 0-16,3-1 0 0,3 0 0 16,-3 1 0-16,3-1 17 0,3 0 2 0,-4 3 0 15,4 0 0-15,0 0-19 0,3 3 0 0,-3 0 0 0,-3 2 0 16,3 3 0-16,-3 0 0 0,0 0 0 0,-4 2 0 16,1 1 20-16,-3 2 0 0,0 0 0 15,-3 1 0-15,0-1-20 0,-3 0 8 0,0 0-8 0,-6 1 0 16,3-4-12-16,-6 3-8 0,0 1-3 0,1-4 0 15,-4 1 23-15,-3-1 0 0,0-2 0 0,0 3 0 16,-3 0 22-16,3-4 9 0,-3 1 1 0,1 3 1 16,-1-3-33-16,3 0 0 0,0 0 0 0,-3-3 0 15,0 0 0-15,3 1-14 0,-3-1 4 0,1-2 1 16,-1 2-15-16,0-5-4 0,3 3 0 0,-3-3 0 16,3 0-75-16,0 2-15 0,0-2-3 0,1-2-1 15,-1 2-65-15,6-3-13 0</inkml:trace>
  <inkml:trace contextRef="#ctx0" brushRef="#br0" timeOffset="-214086.362">15761 6292 1523 0,'0'0'32'0,"0"0"7"0,0 0-31 0,0 0-8 0,0 0 0 0,0 0 0 16,0 0 107 0,0 0 20-16,0 0 4 0,0 0 1 0,-3 5-39 0,3-5-7 0,0 0-2 0,0 0 0 15,0 6-17-15,0-6-4 0,0 5-1 0,3 0 0 16,3 1-3-16,-3-1-1 0,2-2 0 0,4 5 0 16,-3-6-14-16,3 3-4 0,0-2 0 0,3 2 0 15,0 1-10-15,3-1-2 0,-3-2-1 0,3 2 0 16,0 0-27-16,-4 1 0 0,4-1 0 15,-3 0 0-15,3 3 11 0,-3-3 9 0,0 1 3 16,-3 2 0-16,0-3-23 0,0 3 0 0,0-3 0 16,-3 3 0-16,-3 0 0 15,3-3 0-15,-3 3 0 0,-3 0 0 0,3-3-14 0,-3 3-7 0,-3 0-2 0,0-2 0 16,0 2 45-16,-3-3 9 0,0 3 1 0,0 0 1 16,-3 0-17-16,-3 0-3 0,3-1-1 0,-3 4 0 15,-3-3 6-15,0 0 1 0,0 0 0 0,1 0 0 16,2-3-19-16,-3 3 0 0,3 0 0 0,0-3 0 15,0 3 0-15,0-2-11 0,3 1 2 0,3-1 0 16,0-1 9-16,0 0 0 0,0-2 0 0,3 2 0 16,3-5-46-16,-3 6-7 0,3-6-2 0,-3 5 0 15,3-5-58-15,0 5-12 0,0 0-3 0</inkml:trace>
  <inkml:trace contextRef="#ctx0" brushRef="#br0" timeOffset="-208154.974">21916 3429 1862 0,'0'-2'39'0,"0"-4"8"0,-3 1-38 0,3 0-9 0,0-1 0 0,-3 1 0 16,3 5 106-16,0-3 19 0,-3-4 4 0,3 7 1 16,-3-6-46-16,0 4-10 0,3 2-2 0,-3-3 0 15,3 3-21-15,-6-3-5 0,0 1-1 0,0 2 0 16,1 2-8-16,-1 1-1 0,0 0-1 0,0-1 0 16,0 4-11-16,-3 1-1 0,3 1-1 0,0 0 0 15,0 6-6-15,0-6-2 16,0 5 0-16,0 3 0 0,0-6-5 15,0 9-1-15,0-9 0 0,0 6 0 0,0 3-8 0,3-6 0 0,0 5 9 16,-3 1-9-16,3-3 0 0,3-3 0 0,-3 3 0 16,3 0 8-16,0-3-8 0,0 3 0 0,3 0 0 0,0 0 0 15,0 0 0-15,0 2 0 0,0-2 0 0,0 5 0 16,3-8 0-16,0 3 0 0,-3 0 0 0,3 0 0 16,0 0 0-16,0-3 0 0,0 0 8 0,3 1-8 15,-3-4 0-15,3 3 8 0,0-2-8 0,0-3 0 16,0 0 8-16,3-3-8 0,-1 0 8 0,1-2-8 15,0 2 9-15,3-5-9 0,0 0 12 0,0 0-12 16,0 0 15-16,0 0-4 0,0-5-1 0,-1 2 0 16,1-2 2-16,-3-3 0 0,3 3 0 0,-3-3 0 15,0-3 6-15,0 1 2 0,0 2 0 0,-3-3 0 16,3-5 0-16,-4 3 0 0,4-3 0 0,-3 0 0 16,0 3-4-16,3-5 0 0,-3 2 0 0,-3-3 0 15,3 6-3-15,-3-8-1 0,0 5 0 0,0-3 0 16,0 4 0-16,-3-1 0 0,0 0 0 0,0 0 0 15,-3 0 0-15,0 3-1 0,0-6 0 0,-3 1 0 16,3 2-3-16,-6 3-8 0,3-3 12 0,-3 3-4 16,0-3-8-16,-3 0 8 0,0 3-8 0,0-3 8 15,-3 3-8-15,0-1 0 0,0 1 0 0,0 2 0 0,1-2 0 16,-4 3 0-16,0-1 0 0,0 0 0 0,-3 4 0 16,3 1-11-16,-3 1 3 0,-3 2 0 15,4 3-23-15,-1 0-4 0,0 3-1 0,0 0 0 16,0 2-84-16,0 5-18 0,3-2-3 0</inkml:trace>
  <inkml:trace contextRef="#ctx0" brushRef="#br0" timeOffset="-202492.875">18288 6517 1094 0,'0'0'23'0,"0"0"5"15,0 0-28-15,0 0 0 0,0 0 0 0,0 0 0 16,0 0 56-16,0 0 7 0,0 0 1 0,0 0 0 15,0 0 0-15,0 0 0 0,0 0 0 0,0 0 0 0,0 0-3 0,0 0 0 0,0 0 0 16,0 0 0 0,0 0-16-16,0 0-3 0,0 0-1 0,0 0 0 0,0 0-12 0,0 0-2 15,0 0-1-15,0 0 0 0,0 0 30 0,0 0 7 0,3 8 1 16,-3-8 0-16,3 5-52 0,3-2-12 0,-6-3 0 0,6 3 0 16,0-1 0-16,-1-2 0 0,1 0 0 15,0 0 0-15,0 0 0 0,0 0 0 0,3 0 0 0,0 0 0 16,-3 0 54-16,3 0 8 0,0 0 2 0,0 0 0 15,3 0-52-15,-3 0-12 0,3 0 0 0,0 0 0 16,2 0 0-16,-2 0 0 0,6 0 0 0,-3 0 0 16,0 0 0-16,0-2 0 0,0 2 0 0,0-3 0 15,-1 3 0-15,1-3 0 0,-3 1 0 0,3-1 0 16,0 3 0-16,0-3 0 0,3 1 0 0,-3-1 0 16,6 0 8-16,-4 1 0 0,1 2-8 15,3-3 12-15,-3 3-12 0,3-2-8 0,0 2 8 0,-1-3-13 16,1 3 13-16,0 0 0 0,0-3 0 0,0 1 0 15,0-1 0-15,-1 3 0 0,-2-3 0 0,3 1 0 16,0-1 0-16,0-2 0 0,0 2 0 0,-1 0 0 16,4 1 0-16,0 2 8 0,0-3 0 0,0 0-8 15,3 1 0-15,-4-1 0 0,4-2 0 0,0 2 0 16,-3 1 0-16,0-1 0 0,-1 0 0 0,1 1 0 16,-3-1 0-16,3 0 0 0,3 1 0 0,-1 2 0 15,1-3 0-15,0 0 0 0,3 1 0 0,0 2 0 16,-1-3 0-16,1-2 0 0,0 2 0 0,0 1 0 15,-4 2 9-15,4-3-9 0,-3 0 0 0,0 3 9 16,0-2-9-16,2 2 10 0,1-3-10 0,3 0 10 0,-3 1-10 0,2 2 10 16,-2-3-10-16,3 0 10 0,-3 1-1 0,-4 2 0 15,4 0 0-15,-3-3 0 0,0 3-9 0,2 0 10 0,-2-3-10 0,3 3 10 16,0-2-10-16,-3 2 12 0,2-3-12 16,1 1 12-16,-3 2-12 0,0-3 8 0,-1 0-8 15,1 3 8-15,-6-2-8 0,3 2 12 0,-3 0-12 0,0 0 12 16,-1 0-12-16,-2 0 12 0,3 0-12 0,0 0 12 15,0 0-12-15,-3 0 0 0,2-3 9 0,1 3-9 16,-3 0 0-16,3 0 8 0,0-3-8 0,-3 3 0 16,3 0 0-16,-4-2 9 0,1 2-9 15,0 0 0-15,0 0 14 0,-3 0-4 0,0 0-1 0,0 0 0 16,0 0 5-16,-1 0 1 0,1-3 0 0,-3 3 0 16,0 0-1-16,3 0 0 0,-3-3 0 0,0 3 0 15,3 0-3-15,-3 0-1 0,2 0 0 0,-2 0 0 16,0 0-2-16,0-2 0 0,0 2 0 0,0 0 0 15,-3 0 0-15,0 0 0 0,3-3 0 0,-3 3 0 16,0 0 0-16,-3 0 0 0,0 0 0 0,-1 0 0 16,1 0 0-16,0 0-8 0,0 0 12 0,-3 0-4 15,-3 0-8-15,0 0 12 0,0 0-12 0,0 0 12 16,6 0-12-16,-6 0 8 0,0 0-8 0,0 0 8 16,0 0-8-16,0 0 0 0,6-3 0 0,-6 3 0 15,0 0 9-15,0 0-9 0,0 0 10 0,0 0-10 16,0 0 0-16,0 0-10 0,0 0 0 0,0 0 0 15,0 0-27-15,0 0-6 0,0 0-1 0,0 0 0 16,0 0-152-16,0-5-30 0</inkml:trace>
  <inkml:trace contextRef="#ctx0" brushRef="#br0" timeOffset="-201625.919">21232 4276 1474 0,'0'0'31'0,"0"0"6"15,0 0-29-15,0 0-8 0,0 0 0 0,0 0 0 16,0 0 86-16,0 0 16 0,3-8 3 0,-3 3 1 16,0 5-27-16,3-6-6 0,0 4-1 0,-3 2 0 15,2-3-12-15,1-2-2 0,0 5-1 0,0-5 0 0,0 2-12 16,0-2-2-16,3 2-1 0,-3 0 0 16,3 3-11-16,0-2-3 0,3 2 0 0,-3-3 0 15,3 3-4-15,3 0-2 0,-3-3 0 0,6 3 0 0,-3 0-22 0,3-2 9 0,-1 2-9 16,1-3 0-16,3 0 0 0,0 1 0 0,3 2 0 15,0-6 0 1,3 4-104-16,-1-6-17 0,4 5-4 0</inkml:trace>
  <inkml:trace contextRef="#ctx0" brushRef="#br0" timeOffset="-201301.076">21880 4154 1326 0,'0'0'56'0,"-2"0"-45"16,2 0 93-16,-6 0 20 0,6 0 3 0,0 0 1 15,0 0-28-15,0 0-4 0,0 0-2 0,0 0 0 16,0 0-24-16,0 0-5 0,0 0-1 0,0 0 0 15,0 0-16-15,0 0-3 0,6 0-1 0,2-2 0 16,1-1 2-16,0 0 0 0,3 1 0 0,0-1 0 16,0 0-9-16,3 3-1 0,0-2-1 0,0 2 0 0,0 0-23 15,2 0-12-15,-2-6 12 0,0 6-12 16,0 0 0-16,3 6 0 0,-3-6 0 0,0 0 0 16,0 0-56-16,-1 0-4 0,-2 2-2 0</inkml:trace>
  <inkml:trace contextRef="#ctx0" brushRef="#br0" timeOffset="-198695.351">21133 6163 2142 0,'-15'-8'44'0,"10"8"12"0,2-6-45 0,0 4-11 0,0-1 0 0,0 0 0 16,3 3 140-16,0-2 25 0,0 2 6 16,0-6 1-16,0 6-112 0,0-5-21 0,0 5-5 0,3-3-1 15,0 1 2-15,-3 2 0 0,6-3 0 0,-3 1 0 16,2 2-8-16,4 0-2 0,-3 0 0 0,3 2 0 15,0-2-7-15,3 5-2 0,-3-2 0 0,0 2 0 16,3 1-7-16,-3 2-1 0,0-3-8 0,3 6 12 16,-3-4-12-16,-1 7 8 0,1-4-8 0,0 4 0 15,0-1 0-15,-3 3 0 0,0-3 0 0,0 3 0 16,0 0 0-16,0-1 0 0,-3 4 0 0,0-6 0 16,0 3 0-16,-3-3 0 0,0 1 0 0,0-1 0 15,-3 0 0-15,0-2 0 0,0 2 0 0,-3-3 0 16,-3 1 0-16,0 0 0 0,0-1 0 0,-3 1 0 15,0-3 0-15,1 0 0 0,-4 0 0 0,3 0 0 16,-3-1 0-16,3 1-15 0,0 0 3 0,0 0 1 16,0 0-13-16,0-3-4 0,3 3 0 0,1 0 0 15,-1 0-21-15,3-2-5 0,0-1-1 0,0 3 0 16,3-3-139-16,0 0-28 0,0 1-6 0</inkml:trace>
  <inkml:trace contextRef="#ctx0" brushRef="#br0" timeOffset="-197766.158">18889 5702 1831 0,'9'-13'38'0,"-6"8"9"0,0-1-38 0,0-2-9 0,0 3 0 0,0-3 0 16,0 3 142-16,0-3 26 0,0 0 6 0,-3 3 1 16,3-1-59-16,-3-2-12 0,0 6-3 0,3-3 0 15,-3 5-42-15,-3-6-9 0,3 6-2 0,0 0 0 16,0 0-20-16,0 0-5 0,0 0-1 0,0 0 0 16,0 0-12-16,0 0-2 0,-6 3-8 0,0 2 12 15,3 3-12 1,-3 3 0-16,3 2 0 0,-3-3 0 0,3 4 0 0,0 2 0 0,3-3 0 0,-3 5 0 15,3-4 0 1,3 1-8-16,0 1 8 0,0 3 0 0,0-6-24 0,3 3 1 0,0-3 1 16,0-2 0-16,3-1-4 15,-3-2-1-15,0 0 0 0,3 0 0 0,-3-5 13 0,-1-3 2 0,1 0 1 0,0 0 0 32,-3-3-18-32,3-2-4 0,0 2-1 0,-3-5 0 0,0 0 78 0,3 0 16 0,-3-2 4 15,0-1 0-15,0 1-52 0,0-1-12 0,0-2 0 0,0 0 0 16,0 2 0-16,0 0 0 0,0 1 0 0,0-1 0 15,0 3 0-15,-3-2 0 0,0 4 0 0,3-1 0 16,-3 7 54-16,0 0 8 0,0 0 2 0,0 0 0 16,0 0-52-16,0 0-12 0,0 0 0 0,0 0 0 15,0 5-48-15,3 3-13 0,0 2-3 0,0-2 0 16,0 3 52-16,0 2 12 0,3 3 0 0,0-3 0 16,0 3 0-16,0 0 0 0,2 0 0 0,1 0 0 15,0-3 0-15,0 0 0 0,3-2 0 0,0-3 0 16,-3 0-16-16,3-3-1 0,0-2 0 0,0-1 0 15,-3-2 17-15,3-5 0 0,-3 2 0 0,2-2 0 16,-2-3 15-16,0-3 0 0,0 1 0 0,0-3 0 16,0 2 39-16,0-5 8 0,-3 3 2 0,0-3 0 15,0 0-52-15,0 3-12 0,0-3 0 0,0 0 0 0,-3 3 54 16,3-3 8-16,0 0 2 0,-3 0 0 0,3 3-64 16,-3 0-28-16,-1 0 3 0,4-1 0 0,-3 4 6 15,0-1 2-15,0 3 0 0,0 0 0 16,0 3-35-16,0-3-8 0,0 3 0 0,-3 5-1 15,0 0-162-15,0 0-32 0,3 3-6 0</inkml:trace>
  <inkml:trace contextRef="#ctx0" brushRef="#br0" timeOffset="-197534.479">19395 5752 1824 0,'0'0'76'15,"3"-5"-60"1,0 2 135-16,3-2 27 0,-3 0 6 0,3 2 0 15,3-2-69-15,0 0-15 0,0 2-2 0,0 0-1 16,0-5-37-16,2 3-7 0,1 0-1 0,0 2-1 16,0-2-21-16,3 2-4 0,-3 1-1 0,3-1 0 15,-3 0-25-15,0 1 0 0,2 2 8 0,-2-3-8 16,0 3-10-16,0 0-4 0,0 0-1 0,0 0 0 16,-3 3-80-16,-3-1-16 0,3 1-3 0,-3 0-1 15,-3 2-81-15,-3-5-17 0,0 5-3 0</inkml:trace>
  <inkml:trace contextRef="#ctx0" brushRef="#br0" timeOffset="-197311.029">19484 5869 2030 0,'0'0'57'0,"0"0"14"0,0 0-57 0,0 0-14 0,0 0 0 0,0 0 0 16,0 0 105-16,0 0 19 0,0 0 3 0,6-3 1 15,0 3-52-15,0-2-9 0,0-1-3 0,3 0 0 16,0 3-4-16,0-2 0 0,0-1-1 0,3 0 0 15,-3 1-21-15,3-1-4 0,-1-2-1 0,1 2 0 16,0-2-17-16,0 2-3 0,3-2-1 0,-3 0 0 16,0-1-12-16,3 1 0 0,-3 0 0 0,3-1 0 31,-1 1-94-31,1-3-18 0,0 0-4 0,0 3-1 0,3-3-123 16,-3 0-25-16,3-3-5 0</inkml:trace>
  <inkml:trace contextRef="#ctx0" brushRef="#br0" timeOffset="-196932.234">20050 5586 2310 0,'0'-8'48'0,"-3"0"11"16,-3 0-47-16,3 0-12 0,-3 0 0 0,-3 3 0 16,3-3 96-16,0 2 16 0,-3 1 4 0,0 3 1 15,3-4-35-15,-3 4-7 0,3-1-2 0,1 3 0 16,-1 3-34-16,-3-3-7 0,3 2-2 0,0 4 0 16,3 1-46-16,-3-1-10 0,0 2-2 0,3 2 0 15,-3-2 28-15,3 8 0 0,-3-8 0 0,3 5 0 16,3 1 0-16,-3-1 0 0,3 0 0 0,3 0 0 15,0 0 0-15,0 3 0 0,3-2 0 0,0 1 0 0,3-1 0 16,0-4 0-16,0 3 0 0,3-2 0 0,-1 0 0 16,1-3 0-16,0-3 0 0,3 3 0 15,0-6 0-15,0-2 0 0,0 0 0 0,0-2 0 16,0-1 0-16,-4-2 0 0,4-3 0 0,-3 3 0 0,-3-3 0 16,3 0 0-16,-3-3 0 0,-3 1 0 15,3-1 43-15,-3-2 13 0,-3 2 4 0,3-2 0 0,-3 0-45 0,0-1-15 16,-3-1 9-16,3 1-9 0,-3-1 56 0,-3 1 7 0,0-2 1 15,0 3 0-15,-3 0-64 0,0 0-21 0,3-1 0 0,-6 1 0 16,0 3 21-16,-3 2-9 0,0-3 9 0,0 3 0 16,-3 6-28-16,4-4 2 15,-4 4 0-15,-3-1 0 0,6 3-93 16,-3 3-18-16,3-1-4 0,0 1-1 0,6 2-91 16,0 1-19-16</inkml:trace>
  <inkml:trace contextRef="#ctx0" brushRef="#br0" timeOffset="-196624.907">20487 5403 2450 0,'9'-18'51'0,"-6"12"12"15,0-2-51-15,0 3-12 0,-3-3 0 0,0 0 0 16,0 3 127-16,0 0 22 0,0-1 5 0,0 6 1 16,0-5-73-16,0 5-14 0,-3-3-4 0,3 3 0 15,0 0 0-15,0 0 0 0,0 0 0 0,0 0 0 16,0 0-51-16,0 0-13 0,-3 6 0 0,-3 4 0 15,3 1 0-15,-3 2 0 0,1 3 0 0,-1 2 0 0,0 4 0 16,0 1 0-16,-3 1 0 0,0 3 0 16,0-1 0-16,0-2 0 0,-3 5 0 0,0-8 0 15,0 6 0-15,0-1 0 0,-3 1 0 0,4 2 0 0,-4 0 0 0,3 3 0 16,-3 2 0-16,0 0 0 16,6-2-21-16,-3-3-7 0,0 0-2 0,3-2 0 0,0-3 10 15,0-1 1-15,0-4 1 0,4 0 0 0,-1-1 2 16,0-5 0-16,0 3 0 0,3-5 0 15,0-1-104-15,0-2-21 0,3-2-4 0,0-6-1 16,0 0-89-16,0 0-17 0</inkml:trace>
  <inkml:trace contextRef="#ctx0" brushRef="#br0" timeOffset="-196266.443">20556 5633 2055 0,'-9'-16'43'0,"9"11"9"0,-3 0-41 0,3 2-11 0,-3-2 0 0,3 2 0 16,3-2 124-16,-3 2 24 0,3-2 4 0,0 2 0 15,0-2-36-15,3 5-8 0,-3-5-2 0,3 2 0 16,0 1-66-16,3-4-14 0,0 4-2 0,-3 2-1 16,2-3 14-16,1 0 3 0,3 3 1 0,-3-2 0 15,0 2-33-15,0 2-8 0,0-2 0 0,0 6 0 16,0-4 0-16,-3 1 0 0,0 2 0 0,0 3 0 15,-3 0 0-15,0 0 0 0,-3 3 0 0,-3-1 0 16,0 3-49-16,-3-2-12 0,0 2-3 0,0 0 0 16,-3 3 52-16,0-2 12 0,0 1 0 0,0-1 0 15,0 2 0-15,0-1 0 0,0 1 0 0,0 0 0 16,4 0-16-16,-1-5 0 0,0 2 0 0,0 0 0 16,3-2 26-16,3-1 5 0,-3 1 1 0,3-3 0 15,0 0-16-15,0 0 0 0,3-3 0 0,0 0 0 16,3 1-19-16,-3-4-6 0,3 1-2 0,-1-3 0 15,1 0-8-15,0 0-1 0,3-3-1 0</inkml:trace>
  <inkml:trace contextRef="#ctx0" brushRef="#br0" timeOffset="-196017.097">20871 5654 1577 0,'-3'-7'66'0,"0"1"-53"16,0 1 144-16,3 0 29 0,0-1 6 0,0 1 0 15,0 2-102-15,3-2-21 0,0 3-4 0,0-4-1 16,3 4 0-16,0-1 0 0,0 0 0 0,3 1 0 16,0-4 0-16,0 6 0 0,0-2 0 0,3-1 0 15,-3 0 0-15,0 1 0 0,3-1 0 0,-3 3 0 16,0-5-51-16,2 2-13 0,-2 3 0 0,3-2 0 16,-3 2 0-16,3 0 0 0,-3 0 0 0,0 0 0 15,3 0-48-15,-3 0-13 0,3 0-3 0,-3 2 0 16,0-2-102-16,0 0-21 0,-1 3-4 0</inkml:trace>
  <inkml:trace contextRef="#ctx0" brushRef="#br0" timeOffset="-195784.266">20904 5742 2030 0,'0'0'57'0,"0"0"14"0,0 0-57 15,0 0-14-15,0 0 0 0,0 0 0 0,0 0 105 0,6 0 19 0,0 0 3 0,0 0 1 16,-3 0-52-16,3 0-9 0,0 0-3 0,-3 0 0 16,3 0 0-16,0-3 0 0,0 3 0 15,0-2 0-15,0 2-64 0,0 0-12 0,3-3-4 0,-4 3 0 16,4-3 26-16,0 1 5 0,3-1 1 0,0 0 0 31,0 1-64-31,0-4-13 0,3 1-3 0,0 0 0 0,3-1-153 0,-1 1-31 16,4 0-7-16</inkml:trace>
  <inkml:trace contextRef="#ctx0" brushRef="#br0" timeOffset="-195420.575">21437 5520 2240 0,'-3'-8'64'0,"-3"0"12"0,3 0-60 0,0 2-16 0,0-1 0 0,-3 1 0 16,3 1 93-16,0 2 16 0,3 3 3 0,-3-5 1 15,3 5-42-15,0 0-9 0,0 0-2 0,0 0 0 16,-6 3-32-16,6-3-8 0,-3 5 0 0,-3 3-1 15,3-3-10-15,0 3-1 0,0 3-8 0,0-1 12 16,0 1-12-16,3-1 9 0,-3 4-9 0,3-1 8 16,0 0-8-16,0 0 0 0,3 1 0 0,-3-1 0 15,3-3 0-15,-3 4 0 0,3-4 0 0,3 1 0 16,-3-3 0-16,3 2 0 0,0-2 0 0,0-2 0 16,3-1 0-16,-3 0 0 0,3-2-11 0,3-1 11 15,-3-2 0-15,0-2 0 0,3 2 0 0,-3-3 0 0,3-2 0 16,-1 2 0-16,1-2 10 0,0 0-10 0,0-3 21 0,0 2-1 15,-3-2-1-15,3 0 0 0,-3 1 1 0,0-1 1 16,0-3 0-16,-3 0 0 0,0 4-1 0,-3-7 0 0,0 4 0 0,0-1 0 16,-3-2-4-16,0 0-2 15,-3-3 0-15,0 3 0 0,0-3-14 0,-3 2 0 0,0-1 0 16,0 1 0-16,-3 1-8 0,0 5-5 0,-3-2-1 16,0 2 0-1,0 2-82-15,0 1-17 0,-3 2-3 0</inkml:trace>
  <inkml:trace contextRef="#ctx0" brushRef="#br0" timeOffset="-193621.736">22654 5813 1997 0,'6'-8'56'0,"-3"3"13"16,3-3-55-16,-3 0-14 0,0 3 0 0,3-3 0 16,-3 0 93-16,0 3 16 0,0-3 3 0,-3 2 1 15,3-1-34-15,-3 1-7 0,3 1-2 0,-3 0 0 0,-3-1-22 0,3 1-5 0,-3 0-1 16,0 2 0 0,0-2-12-16,-3 2-2 0,3 1-1 0,-3-1 0 15,0 0-10-15,0 1-1 0,0-1-1 0,0 3 0 0,-2-3-3 16,-1 1-1-16,0 2 0 0,0-3 0 0,-3 0-1 0,0 3 0 0,0-2 0 0,-3 2 0 15,0 0-10 1,0-3 0-16,1 3 9 0,-1 0-9 0,-3 0 0 0,3 3 0 0,0-3 0 16,-3 0 0-16,0 2 0 0,3-2 9 0,-2 3-9 15,-1 0 0-15,3-1 10 0,-3 1-10 0,3 0 8 0,0 2-8 16,0-2 10-16,0 2-10 0,1 0 12 0,-1 0-12 16,3 3 10-16,-3-5-10 15,0 2 8-15,0 1-8 0,-3-1 0 0,3-2 8 0,-3 2-8 16,1 3 0-16,-1-3 0 0,0 0 0 0,-3 1 0 0,3 2 0 15,0-3 0-15,0 3 0 0,1 0 8 0,-1 0-8 16,-3 2 16-16,3-2 2 0,3 3 0 16,-3-3 0-16,3 2-18 0,1-2 0 0,-1 3 0 0,0-3 0 15,3 0 0-15,-3 2-16 0,3-2 4 0,-3 0 0 16,3 0 12-16,-3 0 0 0,1 0-10 0,-4 3 10 16,3-4 8-16,0 1 5 0,0 0 2 0,0 0 0 15,0 0-15-15,-3 0 0 0,4 0 0 0,-1 3 0 16,0-3 0-16,0 0 0 0,3 0 0 0,0-1 0 15,-3 4 0-15,3-3 0 0,0 3 0 0,3-3 0 16,-2-1 0-16,2 4 0 0,0 0 0 0,0-1 0 16,0 3-12-16,0 1-4 0,0-4-2 0,0 6 0 15,3-3 18-15,-3 1 0 0,3 1 0 0,0 1 0 16,0 0 0-16,0 0 0 0,0 0 0 0,0 2 0 0,3-2 0 16,0 0 0-16,-2 0 0 0,2 0 0 15,0 0 0-15,0-3 0 0,3 3 0 0,-3 0 0 0,3 0 0 16,0-3 0-16,0 3 0 0,0 0 0 0,0 2 0 15,0-2 0-15,0 0 0 0,3 5 0 0,-3-2 0 0,3-1 0 16,0 3 0-16,0 1 0 0,-1-4 0 0,1 3 0 16,0 0 0-16,0-2 0 0,0-1 0 0,0-2 0 0,0 0 0 15,0 0 0-15,0-3 0 0,0 3 0 0,3-3 0 0,0 1 0 16,-3-1 0 0,3-3 0-16,0 1 0 0,0 0 0 0,3-1 0 0,0 1 0 0,0-3 0 15,3 2 0-15,-3 1 0 0,3-3 0 0,-1 0 0 0,4 2 0 16,0 1 8-16,0-3 9 0,3 2 2 0,3 1 0 15,-3-3-19-15,2 3 0 0,4-4 0 0,-3 4 0 16,0 0 0-16,3-3 0 0,-3 0 0 0,2-1 0 16,-2 1 0-16,3-2 0 0,0 2 0 0,0-3 0 15,3 0 0-15,2 1 0 0,1-1 0 0,3 0 0 16,-3-2 0-16,-1-1 0 0,4 1 0 0,0-3 0 16,-6 3-11-16,-1-1-5 0,1 1-2 0,0-3 0 15,0 3 29-15,3-3 5 0,-1 2 2 0,4-2 0 16,-3 0-18-16,0-2 0 0,2 2 0 0,1-3 0 15,-6 0 0-15,3 3 0 0,-4-2 0 0,1-1 0 16,-3-2 0-16,0 2-17 0,0 0 3 0,-1-2 1 16,4 0 13-16,-3 0 0 0,6-1 0 0,-3-2 0 15,-1 3 12-15,4-3 0 0,-3-2-1 0,0 2 0 16,0-3-11-16,-1 3 0 0,1-5 0 0,-3 2 0 16,0-2 0-16,0 0 0 0,2-3 0 0,-2 3 0 15,0-3 0-15,3 3 0 0,0-1 0 0,-1-2 0 16,1 3 26-16,-3-3 3 0,3 0 1 0,-1 1 0 15,-5 1-16-15,0-1-3 0,0-1-1 0,0-3 0 0,-6 3 3 16,0-2 1-16,-1 2 0 0,1-3 0 0,-6 1 2 0,3-1 1 0,0-2 0 16,-3 3 0-16,0-1-3 0,0 3-1 0,-3-2 0 15,3 2 0-15,-3-3-1 0,0 3-1 0,0 3 0 0,0-3 0 16,0 0-11-16,-3 3 12 0,2-3-12 0,-2 0 12 16,-3 1-12-16,3-1 12 0,-3 0-12 15,0-3 12-15,0 1-12 0,0-1 0 0,0 1 9 0,-3-1-9 16,0 1 0-16,-2-1 9 15,2 1-9-15,-3 2 0 0,0-3 9 0,0 6-9 0,0-3 0 16,0 3 9-16,-3 0-9 0,3-1 0 0,0 4 9 16,-3-1-9-16,3-2 0 0,-3 2 0 0,0 1 0 0,0-1 8 15,3-2-8-15,-3 2 0 0,0 1 0 0,-2-1 0 16,2 1 0-16,-3-1 12 0,0 1-4 0,0-1 0 16,-3 3-8-16,0 0 0 0,0-3 0 0,0 4 0 15,-2-4 0-15,2 3-10 0,-3 0 10 0,0 0-13 16,0 0 13-16,0 0 0 0,0 0 0 0,0 0 0 15,1 3 0-15,2-3 0 0,0 0 0 0,-3 3 0 16,3-3 0-16,0 3 0 0,3-3-8 0,-3 0 8 16,1 0 0-16,-1 0 0 0,0 0 0 0,0 0 0 15,0 0 0-15,-3 0 0 0,0 0 0 0,0 3 0 16,-2-3 0-16,2 0 0 0,-3 3 0 0,3 0 0 16,-3-1-10-16,3 1 10 0,-2 2-10 0,2 1 10 15,0 2-14-15,0-3 3 0,0 3 1 0,3 0 0 0,0 0-10 16,0 0-1-16,1 0-1 0,-1 3 0 15,-3-3-21-15,0 0-4 0,3 0-1 0,-3 2 0 16,0-2-88-16,-2 3-19 0,-1 2-3 0</inkml:trace>
  <inkml:trace contextRef="#ctx0" brushRef="#br0" timeOffset="-192767.941">22425 6173 2214 0,'3'-8'46'0,"0"6"11"0,-3-4-45 0,3 1-12 0,0 0 0 0,-3-1 0 15,3 1 106-15,-3 0 19 0,3-1 4 0,-3 1 1 16,0 5-42-16,0-5-9 0,-3 0-2 0,3 5 0 15,-3-6-25-15,0 4-6 0,0-4-1 0,-3 4 0 16,0-1-9-16,0 0-1 0,-3 1-1 0,0 2 0 16,1-3-10-16,-4 3-1 0,3 0-1 0,-3 3 0 15,0-1-7-15,0 1-2 0,0 0 0 0,0 2 0 16,0 0-13-16,0 3 11 0,0 0-11 0,1 3 10 16,-1-1-10-16,3 4 0 0,-3 1 0 0,3 4 0 15,0-3 0-15,3 2 0 0,-3 4 0 0,3-1 0 16,3 0 0-16,0-3 0 0,3 4 0 0,0 1 0 15,3-4-8-15,0 2 8 0,0-2 0 0,3-1 0 16,-3-2 0-16,3 0 0 0,3 0 0 0,-3-3 0 0,3 0 0 16,3-2 0-16,-3 2 0 0,2-2 0 0,4-1 0 15,0-2 0-15,0 0 0 0,0 0 0 0,0 0 0 16,3-3 0-16,0 1 0 0,-1-1 0 0,1 0 0 0,-3-2 0 16,3-1 0-16,-3 1 0 15,0 0 0-15,0-3 0 0,0 2 0 0,0-2 0 16,-4 0-34-16,4 0-2 0,-3-2-1 0,0 2 0 15,0-3-115-15,-3 3-24 0,0-3-4 0</inkml:trace>
  <inkml:trace contextRef="#ctx0" brushRef="#br0" timeOffset="-174179.078">16317 6099 1302 0,'0'0'27'0,"0"0"7"0,0 0-34 0,-6 0 0 0,6 0 0 0,-6 0 0 15,0 0 96-15,0 0 13 0,6 0 3 0,-6 0 0 16,0 0-39-16,6 0-7 0,-5 0-2 0,-1 0 0 15,6 0-31-15,-3 0-6 0,3 0-2 0,-6-3 0 16,6 3 35-16,-9 0 8 0,3-2 0 0,0-1 1 16,-3 0-23-16,3-2-5 0,0 3-1 0,-3-4 0 15,0 4-16-15,0-4-4 0,0-2-1 0,0 3 0 16,3-3 14-16,-6-2 3 0,4-1 1 0,-1 0 0 16,-3-2-15-16,3 0-3 0,-3-3-1 0,3 0 0 15,-3 0 4-15,0-5 1 0,0 0 0 0,0-3 0 16,3 0-6-16,-3 3-1 0,1-5 0 0,-1 2 0 15,3 3-8-15,0-3-8 0,0 0 12 16,0-2-12-16,3-1 8 0,0-2-8 0,0-5 0 0,3-3 0 16,0 0 0-16,0-3 0 0,3-2 0 0,0 2 0 15,0-2 0-15,0 7 0 0,3-2 0 0,0 0 0 16,0 0 9-16,0-5-9 0,3-3 0 0,0 2 9 16,0-2-9-16,0 6 8 0,0 4-8 0,3-2 8 15,-3 3-8-15,0 2 0 0,3 0 9 0,-3-2-9 16,2 5 17-16,1-11-1 0,0 6 0 0,0-3 0 15,0 8-16-15,0-1 0 0,3 4 0 0,-3 0 0 0,3 4 0 16,-3 1 0-16,3 5 0 0,0-5 0 16,0 5 0-16,2-5 0 0,-2 3 0 0,6-1 0 0,0 1 0 15,0 2 0-15,6-3 0 0,0-2 0 0,-1 2 0 0,4 4-17 0,3-4 3 16,0 1 1-16,-4 4 13 16,1 1 0-16,3 0 0 0,-3 0 10 0,3 2-10 15,-1-2 0-15,1 0 0 0,3 2-11 16,3 6 11-16,-1-3 0 0,1 2 0 0,0 4 0 0,-4 2 0 0,-2 0 8 0,-3 0-8 15,3 0 8-15,-3 0-8 0,-4 2 8 16,4-2-8-16,0 6 8 0,0-6-8 0,0 2 0 0,-1 4 0 0,-2-1 8 16,3 3-8-16,-3 0 12 0,-3 2-4 0,2 1 0 15,-5 0-8-15,0 2 0 0,-3 0 0 0,0 3 0 16,0 0 0-16,0-3 0 0,-3 3 0 0,-1-3 8 16,1 3-8-16,-3 0 0 0,0-3 8 0,0 3-8 15,0 0 9-15,0-3-9 0,0 0 12 0,-3 1-12 16,3-1 11-16,0-3-11 0,-3 1 10 0,3 2-10 15,0 0 9-15,-1 3-9 0,1-5 8 0,0 5-8 16,-3 2 8-16,3-4-8 0,-3 7 0 0,3-3 8 16,-3 3-8-16,0 1 0 0,0-1 0 0,-3 0 8 15,3 0-8-15,0-2 0 0,-3-1 9 0,3-2-9 16,0 0 0-16,-3 0 9 0,0-3-9 0,3 3 0 16,-3-3 9-16,0 0-9 0,0-2 0 0,0-1 9 15,-3 4-9-15,3-1 0 0,-1 0 0 0,-2 0 0 16,3 3 24-16,-3 3 0 0,0-1 0 0,0 1 0 15,0-1-24-15,0 6 0 0,0-5 0 0,0 2 0 16,0-3 0-16,0 4 0 0,0-7 0 0,0 4 0 16,0-3 0-16,-3 0 0 0,1-3 0 0,2 5 0 15,-3-7-11-15,0 0-7 0,0-1-2 0,0 1 0 0,0 2 20 16,0-2 0-16,0-1 0 0,0 3 0 0,0 1 0 0,-3-4 0 16,3 3 0-16,0 3 0 0,0 0 0 0,0 0 0 15,0 0 0-15,-3 5 0 0,3-2 0 0,0-1 0 0,0 3 0 16,0 1 0-16,-3-4 0 0,3-2 0 0,0 0 0 0,0 0 0 15,0-3 0-15,-3 0 0 0,3 0 0 16,0 1 0-16,0-4 0 0,0 1 0 0,0-1 0 16,0-2 0-16,0 3 0 0,0-3 0 0,0 0 0 0,0 0 0 15,0 0 20-15,1 0-3 0,-1-3 0 16,0 3 0-16,0 2-17 0,3-2 0 0,-3 0 0 16,0 3 0-16,0-3 0 0,0 0 0 0,3 2 0 0,-3 1 0 15,0-3 0-15,0 0 0 0,3 2 0 0,-3-2 0 16,0 3 0-16,0-3 0 0,0 2 0 0,0-2 0 15,0 0 0-15,0 0-11 0,3 0 2 0,-3 0 0 16,0 0 1-16,0 0 0 0,3 0 0 0,-3-3 0 16,3 3 8-16,-3-3-8 0,3 1 8 0,-3-1-8 15,3-5-16-15,0 5-4 0,-3 1 0 0,3-6 0 16,0 0-25-16,0 0-6 0,0 0-1 0,0 0 0 16,0 0-90-16,0 0-18 0,0 0-4 0</inkml:trace>
  <inkml:trace contextRef="#ctx0" brushRef="#br0" timeOffset="-173651.554">17139 5731 1337 0,'0'0'28'0,"0"0"6"0,0 0-34 0,0 0 0 0,0 0 0 0,0 0 0 15,0 0 131-15,0 0 19 0,0 0 4 0,0 0 1 16,0 0-63-16,0 0-12 0,0 0-2 0,6 0-1 16,-3 0-13-16,-3 0-2 0,6 3-1 0,0-3 0 15,-3 3-20-15,0-1-4 0,2 1-1 0,-2-1 0 16,0 4-12-16,3-4-4 0,-3 4 0 0,0-4 0 15,3 4-4-15,-3-1 0 0,0-2-1 0,0 5 0 16,3-3-3-16,-3 3 0 0,0-3 0 0,3 3 0 16,-3 0-3-16,0-3-1 0,3 3 0 0,0 0 0 15,-3 0-8-15,3 0 0 0,-3-3 9 0,3 3-9 16,0 0 0-16,-3-3 0 0,3 1 0 0,0-1 8 16,-3 0-8-16,3 1 0 0,-3-4-8 0,0 4 8 15,2-4 14-15,-2 1 8 0,6-1 2 0,-6 1 0 16,3-3 12-16,-3 0 4 0,0 0 0 0,3-3 0 15,-3 3-29-15,0-2-11 0,3-1 8 0,0 1-8 16,-3-1 25-16,3 0 0 0,0-2 0 0,-3-3 0 16,6 3-3-16,-3-3-1 0,0 0 0 0,0 0 0 15,3 0-6-15,0-3-2 0,0 1 0 0,-1-1 0 0,1 1-5 16,0-1 0-16,0 0-8 0,3 1 12 0,0 2-12 0,-3-3 0 16,3 3 8-16,0 0-8 0,0 1 0 0,-3-1 0 15,3 2 0-15,-4 1 0 16,1 2-59-16,0-2-14 0,0 2-3 0</inkml:trace>
  <inkml:trace contextRef="#ctx0" brushRef="#br0" timeOffset="-172517.158">16841 3689 1876 0,'0'0'39'0,"0"0"9"16,0 0-38-16,0-3-10 0,0 3 0 0,0-8 0 15,0 8 103-15,0 0 18 0,0 0 4 0,0 0 1 16,0 0-52-16,0 0-10 0,0 0-3 0,0 0 0 16,0 0-29-16,0 0-5 0,0 0-2 0,0 0 0 0,0 0-14 0,0 0-3 0,0 8-8 0,-3 2 12 15,0 1-12-15,3 0 0 0,0 5 8 0,-3-3-8 16,3 3 0-16,0 2 0 0,0-2 0 0,0 5 0 15,0-8 0-15,0 3 0 0,3 0 0 16,0-3 0-16,0 3 0 0,3-8 0 0,-3 3-11 0,0-1 11 16,3-2-24-16,0-5 4 0,-3 2 0 0,3 1 0 15,0-6 10-15,0 0 10 0,0 0-13 16,-3 0 5-16,3-3 8 0,0-2 0 16,-3-1 0-16,0 1 0 15,2-3 9-15,-2-3-9 0,0 4 12 0,3 1-12 0,-3-10 44 0,0 6 1 0,0-1 1 0,-3-2 0 16,3 0-34-16,0 2-12 0,-3-5 9 0,3 6-9 15,0-1 20-15,-3-2 0 0,3 2-1 0,-3 6 0 16,3-3-19-16,-3 0 10 0,0 6-10 0,0 2 8 16,0 0-8-16,0 0 0 0,0 0 0 0,0 0 0 15,0 0 0-15,3 5 0 0,-3 3 0 0,0 2 0 16,3-2 0-16,-3 8 0 0,3-5 0 0,0-1 0 16,0 6-12-16,0-3 12 0,0 3-10 0,0-5 10 15,3-1-20-15,0 1 1 0,3 2 1 0,-3-7 0 16,3 1 18-16,0-1 0 0,0-1 0 0,-1 0 0 15,1-5 0-15,0 0 0 0,-3 0 0 0,3 0 0 16,0 0 0-16,-3-5 0 0,3 0 0 0,0-1 0 16,-3 1 22-16,0-3 11 0,3 0 3 0,-6-2 0 15,3-1 5-15,0-2 2 0,-3 0 0 0,0 2 0 0,3-5-16 16,-3 0-3-16,0 3-1 0,3-3 0 16,-4 3-15-16,1 0-8 0,3 0 10 0,-3 2-10 0,3 3 0 15,-3-5 0-15,0 5 0 0,0 3 0 16,0-3-15-16,0 5-9 0,0-2-1 0,-3 5-1 15,0 0-117-15,0 0-23 0,0 0-5 0</inkml:trace>
  <inkml:trace contextRef="#ctx0" brushRef="#br0" timeOffset="-172257.449">17231 3884 1883 0,'0'0'39'0,"0"0"10"0,0 0-39 0,6-5-10 0,-3 5 0 0,3-3 0 16,0 1 111-16,0-4 20 0,0 4 4 0,3-1 1 16,-3-2-56-16,0 2-12 0,3-2-1 0,-4 2-1 15,1-2-20-15,3 0-4 0,0 2-1 0,-3 0 0 16,0 1-20-16,0-1-4 0,0-2-1 0,0 5 0 16,0-3-16-16,0 3 10 0,3-5-10 0,-3 5 8 15,0 0-8-15,0-3 0 0,3 3 0 0,-3 0-11 16,0 0-57-16,0 0-12 0,-3 0-3 0,-3 0 0 15,0 0-189-15,0 0-39 0</inkml:trace>
  <inkml:trace contextRef="#ctx0" brushRef="#br0" timeOffset="-172044.343">17326 3977 1706 0,'0'0'48'0,"0"0"11"0,0 0-47 0,0 0-12 0,0 0 0 0,6 0 0 15,-3 0 88-15,3-3 15 0,-3 1 3 0,0 2 1 16,3 0-21-16,0-3-4 0,-3 3-1 0,3-3 0 16,0 3-21-16,-3 0-4 0,3-5 0 0,0 2-1 15,-3 3-27-15,3-5-4 0,0 2-2 0,0 1 0 16,3-1-14-16,-3 1-8 0,2-1 10 0,1-2-10 16,0 2 13-1,0 0-3-15,0-5-1 0</inkml:trace>
  <inkml:trace contextRef="#ctx0" brushRef="#br0" timeOffset="-171745.5">17683 3673 1824 0,'0'-11'38'0,"0"11"8"0,0 0-37 0,0 0-9 0,0-5 0 0,0 5 0 15,0 0 126-15,0 0 23 0,0 0 5 0,0 0 1 16,0-6-65-16,0 6-13 0,0 0-2 0,0 0-1 15,3-2-25-15,-3 2-5 0,0 0 0 0,0 0-1 16,0 0-17-16,0 0-3 0,0 0-1 0,3 5 0 16,0-2-9-16,-3 2-1 0,0 3-1 0,0 0 0 15,0 0-11-15,0-3 0 0,-3 6 0 0,3 2 8 16,-3 0 4-16,0 3 1 0,0-3 0 0,1 6 0 16,-1-3-13-16,-3 2-18 0,3 1 4 0,0-1 1 15,0-2 13-15,-3 5 0 0,3-7 0 0,0-1-9 16,-3 5 19-16,3-7 4 0,0 2 1 0,-3 0 0 15,3-2-63-15,0 0-13 0,0-4-3 0,0 1 0 16,0-2-100-16,3-1-21 0,0-5-4 0</inkml:trace>
  <inkml:trace contextRef="#ctx0" brushRef="#br0" timeOffset="-171430.409">17981 3644 2280 0,'0'-3'48'0,"0"3"9"0,0-8-45 0,0 8-12 0,3-5 0 0,-3 5 0 16,0 0 111-16,0 0 20 0,0-6 4 0,0 6 1 15,0 0-58-15,0 0-11 0,0 0-3 0,0 0 0 16,0 0-51-16,0 0-13 0,0 0 0 0,0 0 0 16,0 0 0-16,-6 8 0 0,3 3 0 0,-3-3 0 15,0 0 0-15,-3 5 0 0,3 3 0 0,-6 0 0 16,4 5 0-16,-1 0 0 0,-3 0 0 0,0 6 0 15,0-1 0-15,0-2 0 0,0 0 0 0,0 2 0 16,-3-2 0-16,6 0 0 0,-3-3 0 0,1-2 0 16,2 2 0-16,0-5 0 0,0 2 0 0,0-2 0 15,0 3 0-15,3-9-18 0,-3 3 4 0,3 1 1 16,0-1-23-16,0-3-5 0,3 1-1 0,0-3 0 16,0 0-146-16,3 0-30 0,3 0-6 0</inkml:trace>
  <inkml:trace contextRef="#ctx0" brushRef="#br0" timeOffset="-171053.772">17948 3953 1824 0,'3'-3'76'0,"3"-2"-60"16,0 0 89-16,0 0 19 0,3-1 3 0,-3-2 1 15,3 3-52-15,3 0-9 0,-3-1-3 0,0 4 0 16,3-3 0-16,-3 2-1 0,0 0 0 0,-1 3 0 16,1 0-50-16,-3 0-13 0,3 0 0 0,-3 0 0 15,0 3 0-15,0 2 0 0,-3 0 0 0,0 1 0 16,0 4 0-16,-3-2 0 0,0-2 0 0,0 4 0 16,-3 3-13-16,0-5-8 0,0 3-2 0,-3 0 0 15,0-1-14-15,0 1-3 0,-3-1-1 0,0 4 0 16,1-9 33-16,-4 5 8 0,3-2 0 0,-3 6 0 15,3-9 0-15,0 3 0 0,-3 0 0 0,3 0 0 16,3 0 0-16,-3 0 0 0,3-3 0 0,3 3 0 16,0 0 0-16,0-3 0 0,3 0 0 0,0-5 0 15,0 8 0-15,3-5 0 0,0 5 0 0,0-6 0 16,3 4 0-16,0-6 0 0,0 2 0 0,0 1 0 16,3-3-104-16,0 0-20 0,0 0-3 0</inkml:trace>
  <inkml:trace contextRef="#ctx0" brushRef="#br0" timeOffset="-170789.404">18189 4048 2030 0,'0'0'57'0,"0"0"14"0,0 0-57 15,0 0-14-15,0 0 0 0,0 0 0 0,3-2 72 0,3-1 11 0,-3 0 2 0,3 1 1 16,-3-1-7-16,3 1-2 0,0 2 0 0,0-6 0 15,3 4-22-15,-3 2-5 0,3-6-1 0,-3 4 0 16,6-1-16-16,-3 3-3 0,0-3-1 0,0 1 0 16,0-1-14-16,2 3-3 0,-2-3-1 0,0 1 0 15,0 2-11-15,0 0 0 0,0 0 0 0,0 0 8 16,0 0-8-16,0 0 0 0,-3 0 0 0,0 0 8 31,0 0-57-31,0 0-12 0,-6 0-3 0,0 0 0 0,0 0-51 0,3 5-10 0,-3-5-3 0</inkml:trace>
  <inkml:trace contextRef="#ctx0" brushRef="#br0" timeOffset="-170539.195">18204 4189 1675 0,'0'0'35'0,"0"0"8"0,0 0-35 16,0 0-8-16,0 0 0 0,0 0 0 0,0 0 115 15,0 0 21-15,0 0 4 0,0 0 0 0,0 0-40 0,0 0-9 0,3-3-2 0,3 0 0 16,-3 1-30-16,3-1-7 0,-3-2 0 0,3 5-1 16,0-8-23-16,3 8-4 0,-3-8 0 0,0 5-1 15,3-2-13-15,0 2-2 0,0-2-8 16,0 2 12-16,0 1-12 16,3-4 0-16,-4 4 0 0,4-6 0 15,0 5-138-15,0 1-24 0,3-1-5 0</inkml:trace>
  <inkml:trace contextRef="#ctx0" brushRef="#br0" timeOffset="-170109.775">18568 4006 1990 0,'0'0'41'0,"0"0"11"0,-3-5-42 0,3 5-10 0,0 0 0 0,0 0 0 16,0 0 113-16,0 0 21 0,0 0 4 0,0 0 1 15,0 0-58-15,0 0-11 0,0 0-2 0,0 0-1 16,0 0-31-16,0 0-7 0,0 0-1 0,0 0 0 15,-6 5-13-15,3 0-3 0,-3-2-1 0,3 2 0 16,0 1-11-16,0 2 8 0,0-3-8 0,0 0 8 16,0 3-8-16,3-3 0 0,0 3 0 0,-3 0 0 15,3 0 0-15,0 0 0 0,-3 3 0 0,3-3 0 16,0 0 0-16,3-1 0 0,-3 7 0 0,3-9 0 16,0 6 0-16,0-3 0 0,3-1 0 0,-3 1 0 15,3-5-10-15,-3 2 10 0,3-2 0 0,0 0-9 16,-1-1 9-16,1-4 0 0,0-1 0 0,3 0 0 15,-3 1 0-15,3-4 0 0,0 4 0 0,0-6 0 16,0 0 0-16,0 0 9 0,0 0-1 0,0 3-8 0,0-3 28 16,0-3-2-16,0 3 0 0,-1 0 0 0,-2 0-26 15,0 0 0-15,0 0 0 0,0 1 0 0,0-1 51 0,-3-3 5 16,0 3 0-16,0 0 1 0,0-2-30 0,-3 2-7 0,0 0 0 16,0 0-1-16,0 2-10 0,-3-1-1 0,0-4-8 15,0 3 12-15,0 5-12 0,-3-5 8 0,0 0-8 16,0 3 0-16,-3 0 0 15,1 0 0-15,-1 2 0 0,0 0 0 0,-3 3-24 16,3 0-8-16,-3 0-2 0,0 3 0 0,3 0-138 0,-3 2-28 16,0-2-6-16</inkml:trace>
  <inkml:trace contextRef="#ctx0" brushRef="#br0" timeOffset="-146839.154">21684 7041 1250 0,'0'0'52'0,"0"0"-41"15,0 0 100-15,0 0 20 0,0 0 4 0,0 0 1 16,0 0-53-16,0 0-11 0,0 0-1 0,0 0-1 16,0 0-21-16,0 0-4 0,0 0-1 0,0 0 0 15,0 0-16-15,0 0-3 0,0 0-1 0,0 0 0 16,0 0 2-16,3 5 0 0,-3-5 0 0,3 6 0 15,-3-1-2-15,0 3 0 0,3-3 0 0,-3 0 0 16,0 1-3-16,0-1-1 0,3 3 0 0,-3 0 0 16,0-3-8-16,0 3-3 0,0 0 0 0,0 0 0 15,0 0-1-15,0 2 0 0,0-2 0 0,0 0 0 16,0 3-8-16,0-3 0 0,0 0 9 0,0 0-9 16,0 2 0-16,0-2 8 0,0 3-8 0,0-1 0 15,0-2 0-15,0 3 0 0,0 0 0 0,0-1 0 16,0-2 0-16,0 3 0 0,0-1 0 0,0 1 0 15,0-1 0-15,0 1 0 0,0 0 0 0,-3 2 0 16,3 0 0-16,0 0 0 0,-3 1 0 0,3-1 0 16,0 3 0-16,-3-1 0 0,3-1 0 0,-3 2 8 15,3-1-8-15,-3 1 0 0,3-2 0 0,-3 1 0 16,3-1 0-16,-3-1 0 0,3 0 0 0,-3 0 0 16,0-2 0-16,3 2 0 0,-3-2 0 0,0 2 0 15,3-2 0-15,-3-1 0 0,0 1 0 0,0-1 0 0,3 1 0 16,-3 2 0-16,0-5 0 0,0 5 0 0,0-2 0 15,3-1 0-15,-3 1 0 0,0 2 0 0,0-2 0 0,3 2 0 16,-3 0 0-16,0 1 0 0,0 1 0 0,1-1 0 0,2-1 0 16,-3 3 0-16,0-3 0 0,0 3 0 0,0-3 0 15,0 3 0-15,0-3 0 0,0 0 0 0,0 1 0 0,0-4 8 16,0 3-8-16,3 1 0 16,-3-4 0-16,0 1 0 0,3-1 0 0,0-2 0 0,-3 3 0 15,3 0 0-15,0-1 0 0,-3-2 0 0,3 3 0 16,-3-3 0-16,3 0 0 0,0 0 0 0,-3-1 0 15,3 4 0-15,0-3 0 0,-3 0 0 0,3 0 0 0,0 2 8 16,-3-2-8-16,3 0 0 0,0 0 0 0,0 3 0 16,0-3 0-16,0 0 0 0,0 0 8 0,0 2-8 15,0-2 0-15,0 3 9 0,0-3-9 0,0 0 0 16,0 0 12-16,3-1-12 0,-3-1 12 0,0 2-12 16,0 0 12-16,0-3-4 0,0 0 0 0,0 1-8 15,0-1 14-15,0-5-4 0,0 5-1 0,0-5 0 16,0 5 0-16,0-5 0 0,0 0 0 0,-3 6 0 15,3-6 1-15,0 0 0 0,-3 5 0 0,3-5 0 16,0 0 1-16,-3 5 0 0,3-5 0 0,-6 3 0 16,6-3 0-16,-3 5 0 0,-3-2 0 0,6-3 0 15,-9 0-1-15,3 3 0 0,0-3 0 0,-3 2 0 16,3-2-10-16,-3 0 12 0,4 0-12 0,-4 0 12 16,0 0-3-16,3 0 0 0,-3 0 0 0,0 0 0 15,0 0 1-15,0 0 0 0,0 0 0 0,0 0 0 16,0 0-2-16,0 0 0 0,-3 0 0 0,0 0 0 15,1 0 0-15,-1 0 0 0,-3 0 0 0,-3 3 0 0,3-3 0 16,-3 0 0-16,0 2 0 0,0-2 0 16,1 3 0-16,-1-3 0 0,-3 3 0 0,3-1 0 15,0-2 0-15,-3 3 0 0,3-3 0 0,1 0 0 0,-1 0-8 0,3 0 12 0,0 0-12 16,-3 0 12-16,3-3-12 0,-3 3 10 0,3 0-10 16,-2 0 10-16,2 0-10 0,-3 0 10 0,-3 0-10 0,0 0 10 15,0 0-10-15,1 3 0 0,-4-3 9 0,-3 0-9 16,3 0 0-16,0 0 8 0,0 0-8 0,1 3 0 15,-1-3 0-15,3 2 9 0,0-2-9 0,-3 0 0 16,-2 3 8-16,-1-3-8 0,-3 3 0 0,0-1 0 16,-2 1 10-16,-4 0-10 0,3-1 8 0,-6 1-8 15,7-3 8-15,2 3-8 0,-3-3 0 0,0 2 8 16,-2 1-8-16,-1-1 10 0,-3-2-10 16,-2 3 10-16,2 0-10 0,-3-1 0 0,4-2 0 15,-7 0 8-15,6 3-8 0,0-3 0 0,1 0 0 0,-1 0 0 16,-3 3 8-16,-2-3-8 0,-1 2 0 0,-3 1 8 15,7-3-8-15,2 0 8 0,0 0-8 0,-2 0 8 16,-1 0-8-16,0 0 0 0,-2 0 0 0,-1 3 0 16,0-3 8-16,4 2-8 0,-1-2 0 0,0 0 8 15,1 0-8-15,2 3 10 0,0-3-10 0,-2 3 10 16,-1-1-10-16,-3-2 10 0,1 0-10 0,-1 3 10 16,6-1-10-16,1-2 0 0,-1 0 0 0,0 3 8 15,1-3-8-15,-4 0 0 0,0 3 0 0,-5-1 0 16,5-2 0-16,3 3 0 0,-2-3 0 0,-1 3 0 0,3-1 0 0,-2-2 8 15,-1 3-8-15,-3-3 0 0,4 3 0 0,-7-1 0 16,3 1 8-16,-2 0-8 0,2-1 0 0,0-2 0 16,4 3 0-16,-7 0 0 0,3-1 0 0,-2 1 0 0,-4-1 8 15,-2 1-8-15,5 0 0 0,0-1 10 16,1-2-10-16,-4 3 10 0,1 0-10 16,-1-1 0-16,-3 1 0 0,-2 0 0 15,2-1 0-15,4 1 0 0,-1 0 0 0,-6-1 0 16,7-2 0-16,-4 3 0 0,-2 0 0 0,-1-1 0 0,4-2 0 0,2 3 0 0,0-3 0 0,-5 2 0 15,5 1 0-15,1-3 0 0,-4 5 0 0,-3-5 0 16,7 3 9-16,-1-3 0 16,1 0 0-16,-4 0 0 0,3 3-9 0,1-3-11 0,-1 2 3 0,-2-2 0 15,2 0 8-15,0 0 11 0,4 0-3 0,-7-2 0 16,4 2-8-16,-1 2-11 0,0-2 3 0,-2 0 0 16,2 0 8-16,1 0 0 0,-1 0 0 0,-2 0 0 15,2 0 0-15,0 0 0 0,1 3 0 0,-4-3 0 16,4 0 0-16,-1-3 11 0,3 3-3 0,-8 0 0 15,8 0-8-15,-2 0 0 0,-1 0 0 0,0 0 0 16,1 0 0-16,2 0 0 0,0-2 0 0,-2 2 0 16,2-3 0-16,1 3 0 0,-1-3-11 0,-3 3 11 15,7 0 0-15,-1-2 0 0,0-1 0 0,-2 3 8 16,2 0-8-16,0-3 0 0,-2 3 0 0,-1 0 0 16,7-2 0-16,2 2 0 0,0-3 0 0,-2 3 0 15,2 0 0-15,-3-2 0 0,0-1-11 0,-2 0 11 16,5 3 0-16,0 0 0 0,7-2 0 0,-4 2 10 15,0 0-10-15,4-3 0 0,-1 0 0 0,-6 3 0 16,6-2 0-16,-5-1 0 0,-1 0 0 0,3 3 0 16,0 0 0-16,4 0 0 0,-1 0 0 0,0 0 0 15,3 0 0-15,-2-2 0 0,2 2 0 0,-3-3 0 0,-2 3 0 0,2 0 0 16,0 0 0-16,-3 0 0 0,4 0 0 0,2 0 0 0,-3 0 0 16,3 0 0-16,4 0 0 15,-4 0 0-15,3 0 0 0,-3 0 0 0,3 0 0 0,-2-3 0 0,-1 3 0 16,-3 0-11-16,3 0 11 0,1 0 0 0,-1 0 0 0,3 0 0 15,0 0 0-15,3-2 0 0,1 2 10 0,2 0-10 16,-3-3 0-16,3 3 0 0,-3 0 0 0,3-3-10 16,-2 3 10-16,-1 0 0 0,0-2 0 0,0 2 0 15,0-3 0-15,1 3 0 0,-1 0 0 0,0-2 0 16,0 2 0-16,3 0 0 0,3 0 9 16,-2 0-9-16,2 0 0 0,3 0 0 0,0 0 0 15,-3 0 0-15,3 0 0 0,0 0 0 0,-2 0 0 16,2 0 0-16,-3 0 0 0,3 0 0 0,-3 0 0 0,0 0-12 15,0 0 12-15,0 0 0 0,4 0 0 0,-4 0 0 16,3 0 0-16,0 0 0 0,-3 0 0 0,3 0 0 16,0 0 0-16,3 2 0 0,1-2 11 0,-1 0-3 15,0 0-8-15,3 0 0 0,-3 0 0 0,3 0 0 16,0 0 0-16,0 0 0 0,3 0 0 0,-3 0 0 16,3 0 0-16,0 0 0 0,6 0 0 0,-6-2 0 15,0 2 0-15,0-3-13 0,6 3 3 0,-6-3 1 16,1 1 9-16,-1-4 0 0,3 4 0 0,-3-4 0 0,3 4 0 15,-3-4 0-15,3 4 0 0,0-4 0 16,0 1 0-16,0-3 0 0,0 0 0 0,0 0 0 0,0 0 0 16,3-2 0-16,-3-1 0 0,0-2-8 0,0 0 8 0,3-3 0 15,0-3 0-15,-3 1 0 0,3-3 0 0,0 0 0 0,3-1 0 16,-3-1-8-16,0 4 8 16,3-2 0-16,-3 2 0 0,0 1 0 0,0-1 0 15,-3 1 17-15,3 2-2 0,0-3-1 16,0 4-14-16,0-4 0 0,0 3 0 0,-3-2 0 0,0-4 0 0,0 1 0 15,0 0 0-15,0-3 0 0,0 3 0 0,0-3 0 0,0 3 0 16,0-3 0-16,0 6 0 0,0-1 0 0,3 1 0 0,-3-1 0 16,3 6-8-16,-3-3-5 0,3 3-1 0,0 0 0 15,-3 2 22-15,3-2 5 0,0 2 1 0,3 1 0 16,-3-1-14-16,0 3 0 0,3-5 0 0,-3 5 0 16,3-3 0-16,-3 1 0 0,3-1 0 0,0 1 0 15,-3-1-9-15,3 0-5 0,0 1-1 0,-3-3 0 16,3 2 24-16,0-2 5 0,-3 2 1 0,3 1 0 15,0-4-24-15,-3 4-5 0,3-1-1 0,0 1 0 16,-3 2 15-16,3-3 0 0,-3 1 0 0,3 2 0 16,-3 0 0-16,0 2 0 0,3-1 0 0,-3-1 0 15,0 2 0-15,3-2 0 0,-3 3 0 0,3 0 0 16,-3-1 9-16,0 1 5 0,3 3 1 0,-3-4 0 16,3 1-15-16,-3 0 0 0,0-1 0 0,0 1 0 15,0 2 0-15,0-2 0 0,0 2 0 0,0-2 0 16,0 3 0-16,0-4 0 0,0 4 0 0,0-4 0 15,0 6 0-15,0-5 0 0,0 2 0 0,0 3 0 16,-3-5 0-16,3 5 0 0,0 0 0 0,0 0 0 16,0 0 0-16,0 0 0 0,0 0 0 0,0 0 0 15,0 0-9-15,0 0-5 0,0 0-1 0,0 0 0 16,0 0 15-16,-6 3 0 0,0-1 0 0,0 4 0 0,3-1 0 0,-3 0 0 16,0 1-8-16,3 1 8 15,-3-1 0-15,0 2 0 0,0 2-10 0,-3-2 10 0,3 5-8 0,0 1 8 0,-3-1-10 16,1 3 10-16,2 0-12 0,-3 0 3 0,0-1 1 15,0 4 0-15,0-3-2 0,3 0 0 0,-3 0 0 0,0-3 0 16,3 0 0-16,-3-2 0 0,3-3 0 16,0 2 0-16,0-2 10 0,3 0-12 0,-3-3 12 0,3 1-12 15,0-1 12-15,3-5 0 0,0 0 0 0,0 0-8 16,0 0 8-16,0 0-8 0,0 0 8 0,0 0-8 16,0 0 8-16,0 0 0 0,6-5-9 0,0-3 9 15,3 0 0-15,0-6 0 0,0 4 0 0,3-6 0 16,-3-2 0-16,3-1-9 0,3 0 9 0,-3-2 0 15,3 3 0-15,-4-1 0 0,1 1 0 0,0-1 0 16,0 6 0-16,-3 0 0 0,0 0 10 0,0 2-2 16,0 3-8-16,-3 0 0 0,3 0 0 0,-3 3 0 15,-3 0 0-15,3-1 0 0,-3 1 0 0,0 2 0 16,0 1 0-16,-3 2 0 0,3-3 0 0,-3 3 0 16,3 0 52-16,-3 0 10 0,6 3 2 0,-4 2 0 15,4 0-52-15,0 1-12 0,0-1 0 0,-3 3 0 16,3 2 0-16,0 1 0 0,0 0 0 0,0 4 0 0,0 1 0 15,3 3 0-15,-3 2 0 0,0 0 0 16,3 0 0-16,-3 0-12 0,3 1 3 0,0-1 0 0,-3-3-11 0,0-2-1 16,2 0-1-16,1 0 0 15,0-5-93-15,0-1-18 0,0 1-4 0</inkml:trace>
  <inkml:trace contextRef="#ctx0" brushRef="#br0" timeOffset="-145732.355">15787 9015 1824 0,'0'-5'76'0,"-3"-1"-60"16,3 1 140-16,0 2 29 0,0-2 6 0,0 5 1 16,0 0-103-16,0 0-20 0,-3-5-4 0,3 5-1 15,0 0 0-15,0 0 0 0,0 0 0 0,0 0 0 16,0 0-51-16,0 0-13 0,-3 2 0 0,-3 4 0 15,4 2 0-15,-4 0 0 0,3 2 0 0,0 3 0 16,3 3 0-16,-3-2 0 0,3 1 0 0,0 4 0 16,0-3-48-16,0 2-13 0,3-2-3 0,0 0 0 15,0 0 52-15,0-3 12 0,2 0 0 0,-2-2 0 16,3 0-54-16,0-3-8 0,0-1-2 0,3 1 0 16,-3-2 52-16,3-4 12 0,-3 1 0 0,3 0 0 15,0-3-54-15,0 0-8 0,0-3-2 0,0 0 0 16,0 1 103-16,-3-4 20 0,0 4 4 0,0-6 1 0,-1 3 0 0,1-3 0 0,0-3 0 15,0 0 0-15,-3 3-52 0,0-5-12 0,0 3 0 16,-3-4 0-16,3 1 54 0,-3 0 8 0,3 0 2 0,-3 0 0 16,0-1-52-16,0 6-12 0,0-2 0 0,0 2 0 15,0 0 0-15,0 5 0 0,0 3 0 0,0 0 0 16,0 0 0-16,0 0 0 0,0 0 0 0,0 0 0 16,6 8 0-16,-3 3 0 0,0 2 0 0,3 0 0 15,-3 0 0-15,3 1 0 0,0 2 0 0,0-3 0 16,0 0 0-16,3 0 0 0,0 0 0 0,0-2 0 15,0 0-48-15,0-3-13 16,-1 0-3-16,4-1 0 0,0-1 52 0,0-1 12 0,-3-2 0 0,3-1 0 16,0 1-24-16,-3-3-1 0,-3 0-1 15,3-3 0-15,-3 3 49 0,0-2 9 0,0-4 3 0,0 4 0 16,-1-6 12-16,-2 3 2 0,3-3 1 0,-3 0 0 16,0-3-2-16,0-2 0 0,0 0 0 0,0-1 0 15,0-1-9-15,0-4-3 0,0 0 0 0,0 1 0 16,0-1-19-16,0-2-4 0,0 3-1 0,0 2 0 15,3 0-12-15,-3 3 0 0,0 0 0 0,3 2 0 16,-3 0 0-16,0 3-10 0,3 0 2 0,0 3 0 16,-3 0-112-16,3 0-21 0,0 2-5 0</inkml:trace>
  <inkml:trace contextRef="#ctx0" brushRef="#br0" timeOffset="-145317.222">16520 9160 1990 0,'0'0'41'0,"0"0"11"0,0 0-42 0,0 0-10 0,0 0 0 0,0 0 0 16,0 0 103-16,0 0 18 0,6 3 4 0,0 0 1 15,-4-3-38-15,4 2-8 0,0-2-2 0,-3 3 0 16,3-3-29-16,0 3-5 0,3-3-2 0,-3 0 0 15,0 0-17-15,3 0-3 0,0 0-1 0,0 0 0 16,3 0-11-16,0 0-2 0,3 0-8 0,-3 0 12 16,2 0-12-16,1-3 0 0,0 3 8 0,0-3-8 15,-3 3-16-15,3 0-5 0,-3 0-2 0,-3 0 0 16,0 3-117-16,0-3-23 0,-4 3-5 0</inkml:trace>
  <inkml:trace contextRef="#ctx0" brushRef="#br0" timeOffset="-145108.523">16567 9343 1539 0,'0'0'64'16,"0"0"-51"-16,0 0 131 0,0 0 27 0,0 0 5 0,6-3 0 15,-3 1-52-15,3 2-12 0,-3-3-1 0,3 0-1 16,0 1-47-16,3 2-10 0,-3-3-1 0,3 0-1 15,0 1-31-15,3 2-7 0,-3-3-1 0,2 1 0 16,4-4-21-16,-3 1-5 0,6 0-1 0</inkml:trace>
  <inkml:trace contextRef="#ctx0" brushRef="#br0" timeOffset="-144739.522">17002 9113 2066 0,'-6'-3'43'0,"3"1"10"15,-3-1-42-15,6 3-11 0,-3-3 0 0,3 3 0 16,0 0 104-16,0 0 20 0,0 0 3 0,-9 0 1 16,9 0-39-16,-6 6-7 0,3-1-2 0,-3 0 0 15,3 3-25-15,0 0-6 0,3 0-1 0,-3 3 0 16,3-1-38-16,-3 1-10 0,3-1 0 0,0 3 0 16,0-2 0-16,3 0 0 0,-3-1-10 0,3 1 10 15,0-1-8-15,0-2 8 0,3 3 0 0,0-3-9 0,3 0-11 0,0-3-1 16,3 0-1-16,0 1 0 15,0-6-4-15,3 2-1 0,-1-2 0 0,4 0 0 0,0 0 19 0,0-2 8 16,0-1-8-16,0 0 8 0,0 1 0 0,-1-4-10 16,1 1 10-16,0-3 0 0,-3 0 44 15,-3 0 16-15,0 0 4 0,-3 0 0 0,0 1-52 16,-3-7-12-16,0 4 0 0,-3-1 0 0,0-2 46 0,-3 0 6 0,0-3 2 16,-3 3 0-16,0-3-31 0,-3 2-7 0,3-1 0 0,-6 1-1 15,0 1-15-15,-3 0 0 0,0 2-9 0,0 3 9 16,-6-2 0-16,0 5 0 0,1-1 0 0,-4 4 0 15,3-1-57 1,-3 3-6-16,-3 5-1 0,3-2 0 0,0 2-102 0,4 0-21 0,-1 1-4 0</inkml:trace>
  <inkml:trace contextRef="#ctx0" brushRef="#br0" timeOffset="-144298.754">17788 8822 2066 0,'0'0'43'0,"0"0"10"0,0 0-42 0,0 0-11 0,0 0 0 0,0 0 0 16,0 0 104-16,0 0 20 0,0 0 3 0,0 0 1 16,-3 5-52-16,3 3-9 0,-3 3-3 0,0-1 0 15,0 3 0-15,-3 1 0 0,3 1 0 0,-3 1 0 16,0 3-51-16,0-1-13 0,-3 1 0 0,0 5 0 15,0 0 0-15,0 2 0 0,0 3 0 0,0 3 0 16,-3 0 0-16,4-3 0 0,-1 0 0 0,-3 0 0 16,3-3 0-16,0-2 0 0,-3 0 0 0,0 2 0 15,3-2 0-15,0 0 0 0,-3 0 0 0,0 2 0 16,3-2 0-16,0 0 0 0,1 0 0 0,-1-3 0 16,3-2-48-1,-3-1-13-15,3-2-3 0</inkml:trace>
  <inkml:trace contextRef="#ctx0" brushRef="#br0" timeOffset="-143912.422">17913 9049 2238 0,'0'-8'47'0,"-3"0"9"0,3 3-44 16,0-3-12-16,0 3 0 0,3 0 0 0,-3-1 68 0,3 4 12 0,-3-4 3 0,3 4 0 15,3-1-15-15,-3 0-4 0,3 1 0 0,2 2 0 16,1 0 0-16,0 0 0 0,0 2 0 0,0 1 0 16,0 0-51-16,0 2-13 0,0 0 0 0,-3 1 0 15,3 2 0-15,-3 2 0 0,0 1 0 16,0 2 0-16,0 0 0 0,-3 0 0 0,0 3 0 0,0-2 0 16,-6 1-9-1,0 1-5-15,0 0-1 0,-3 3 0 16,0-3-9-16,0-1-1 0,-3-1-1 0,-3-1 0 0,3 0 2 0,-3 0 1 0,3-2 0 0,-3 0 0 15,3-1 23-15,0 1 0 0,0-3 0 0,1 0 0 16,2-1 0-16,3 1 0 0,0-2 0 0,0-1 0 16,3 0 0-16,0-5 0 0,3 6 0 0,0-1 0 15,0 0 0-15,3-2 0 0,0-1 0 0,-1 4 0 16,4-4 0-16,0-2 0 0,0 3 0 0,3 0 0 16,-3-1 0-16,3-2 0 0,3-2 0 15,-3 2 0-15,6-3 0 0,-3 0 0 0,2 1 0 0</inkml:trace>
  <inkml:trace contextRef="#ctx0" brushRef="#br0" timeOffset="-143638.097">18377 9160 2066 0,'0'0'43'0,"0"0"10"0,0 0-42 16,0 0-11-16,0 0 0 0,0 0 0 0,0 0 53 0,0 0 9 0,0 0 2 0,0 0 0 15,6-5 51-15,0 5 10 0,3-2 3 0,-3-1 0 16,3 3-103-16,0-3-25 0,3 3 0 0,-3-2 0 16,-1 2 56-16,4-3 7 0,0 0 1 0,0 1 0 15,-3 2-52-15,3-3-12 0,0 0 0 0,0 1 0 16,-3-1 0-16,3 3 0 0,-3-3 0 0,-1 1 0 16,4-1 0-16,-3 3 0 15,0-3 0-15,0 1 0 16,0-1-48-16,0 1-13 0,0 2-3 0,0-3 0 15,-3 3-100-15,0 0-20 0,0 0-4 0</inkml:trace>
  <inkml:trace contextRef="#ctx0" brushRef="#br0" timeOffset="-143370.37">18422 9295 1930 0,'0'0'55'0,"0"0"11"16,0 0-53-16,0 0-13 0,0 0 0 0,6 3 0 15,-3-3 92-15,3 0 16 0,0-3 4 0,-1 3 0 16,1 0-36-16,3 0-8 0,-3 0 0 0,3 0-1 16,-3 0-16-16,3 0-3 0,-3 0-1 0,3-2 0 15,0 2-19-15,0 0-3 0,-3-3-1 0,3 3 0 0,-3-3-11 0,3 3-2 0,0 0-1 0,-4-2 0 16,4 2-10-16,0-3 0 0,0 1 0 15,3-1 8 1,-3 0-44-16,0 1-10 0,3-1-2 0</inkml:trace>
  <inkml:trace contextRef="#ctx0" brushRef="#br0" timeOffset="-142920.621">18931 9100 2067 0,'0'0'87'0,"0"0"-70"16,0 0 89-16,0 0 18 0,-6 5 3 0,0 0 1 15,3 0-52-15,0-2-9 0,0 2-3 0,0 3 0 16,0-2 0-16,0 2 0 0,0 0 0 0,0-1 0 16,0 1-64-16,0 3 0 0,3 0 0 0,-3-1-12 15,3 1 12-15,-3-1 0 0,3-2 0 0,0 3 0 16,0-1 0-16,0 1 0 0,0 0 0 0,3-3 0 15,0 2 0-15,0 1 10 0,3-1-2 0,0 1 0 16,0-3-57-16,0-3-12 0,3 0-3 0,-3 1 0 16,3-1 52-16,0-2 12 0,-4-1 0 0,4 1 0 15,0-3 0-15,-3 0 0 0,3 0 0 0,0-3 0 16,0 1 0-16,-3-1 0 0,3 0 0 0,0 1 0 16,0-4 0-16,0 1 0 0,0 0 0 0,-3-3 0 15,3 3 40-15,-3-3 12 0,-1 0 1 0,1 0 1 16,0 0-35-16,-3-3-7 0,3 3-2 0,-3-2 0 0,0 2 43 15,-3-5 9-15,0 2 2 0,0 0 0 0,0-2-52 16,-3 3-12-16,0-4 0 0,-3 4 0 0,3-1 0 0,-3 1 0 16,-3-1 0-16,1 3 0 0,-1 0 0 0,0 0 0 15,0 0 0-15,-3 3 0 0,0 2 0 0,0 1-8 0,0-1 8 16,-3 0-13 0,0 3-189-16,-5 0-38 0</inkml:trace>
  <inkml:trace contextRef="#ctx0" brushRef="#br0" timeOffset="-137697.848">22773 3326 1652 0,'-8'-8'34'0,"8"8"9"0,-3-3-35 0,0-2-8 0,0 2 0 0,3 3 0 16,-6-5 89-16,6 5 16 0,-3-5 3 0,0 2 1 16,3 3 15-16,-3 0 4 0,3 0 0 0,0 0 0 15,0 0-103-15,0 0-25 0,-6-5 0 0,6 5 0 16,0 0 56-16,-3 5 7 0,-3-2 1 0,3 5 0 15,0 2-52-15,0 6-12 0,0-5 0 0,0 7 0 16,0 1 0-16,0 2 0 0,3 6 0 0,-3-6 0 16,3 3 54-16,0-3 8 0,0 0 2 0,0 3 0 15,3-6-52-15,-3 1-12 0,3-1 0 0,-3 1 0 16,3-1 0-16,-3 1 0 0,0 2 0 0,0 0 0 16,0 3 0-16,0 0 0 0,0 2 0 0,-3 3 0 15,0-2 0-15,0-1 0 0,0-2 0 0,0 0 0 16,0 2 0-16,0-10 0 0,0 0 0 0,0 0 0 15,3 3 0-15,-3-9 0 0,0 1 0 0,0 5 0 16,3-8 0-16,-3 2 0 0,3-2 0 0,-3 3 0 16,3-3 0-16,-3-3 0 0,3 3 0 0,0 0 0 15,0 0 0-15,0-8-13 0,0 2 4 0,0-2 1 16,0 6-35-16,0-6-6 0,0 0-2 16</inkml:trace>
  <inkml:trace contextRef="#ctx0" brushRef="#br0" timeOffset="-113993.132">22741 5681 1690 0,'0'0'35'0,"0"0"9"0,0 0-36 0,0 0-8 0,0 0 0 0,6-3 0 15,-6 3 109-15,3-2 20 0,-3 2 4 0,3-6 1 16,0 4-40-16,0-1-8 0,0-2-2 0,0 2 0 15,0-2-20-15,-1 2-4 0,1-2 0 0,0 0-1 16,-3-1-20-16,3 1-4 0,0 0-1 0,0-3 0 16,0 3-6-16,0-3 0 0,0 0-1 0,0 0 0 15,0 0-2-15,0-3 0 0,0 1 0 0,0-1 0 16,0-2-4-16,0 0-1 0,0-3 0 0,0 0 0 16,-3-3-5-16,3 1-2 0,0 2 0 0,-3-3 0 15,3 1-4-15,-3-1-1 0,0 3 0 0,3-2 0 16,-3 2 0-16,0 0-8 0,0 0 12 0,0-2-4 15,-3 2 0-15,0 0 0 0,0-3 0 0,0 1 0 16,0-1 0-16,-3 1 0 0,0-1 0 0,-3-4 0 16,3-1 0-16,-3 0-8 0,-3-2 12 0,4 2-4 15,-4 0 5-15,0 3 1 0,0-3 0 0,0 3 0 16,-3 2-6-16,3 6 0 0,-3-6-8 0,0 1 12 16,3 2-12-16,-2 0 8 0,-1 0-8 0,0 0 0 15,0 1 0-15,0 1 8 0,-3-2-8 0,3 1 0 16,-3 1 0-16,1-4 0 0,-4 2 0 0,0 0 0 0,0 0 0 15,-3-2 8-15,0 2-8 0,-2 3 0 0,2-6 0 16,0 8 0-16,-3-7 0 0,0 7 0 0,1-2 0 0,-1 3 0 16,3-1 0-16,-6 0 0 0,4 1 0 0,-4-1 0 0,0 3 0 15,-3 0 0-15,3-2 0 0,-2 4 0 0,-1 1 0 0,0 0 0 16,1 2 0 0,2-2 0-16,-3 2 0 0,0-2 0 0,1 0-8 15,-1 2 8-15,0 0 0 0,-3 1 0 0,1-1 0 16,-1 0-8-16,-3 3 8 0,3 0 0 0,1-2 0 0,-1 2 0 15,3 0 0-15,1-3 0 0,-1 3 0 0,-3 0 0 16,0 0 0-16,4 0 0 0,-4 0 0 0,0 0-8 0,0 0 8 0,1 0 0 16,2 0 0-16,3 0 0 0,-3 3 0 0,1-3 0 15,-1 0 0-15,0 2 0 0,1-2 0 0,-4 0 0 16,3 3 0-16,0 0 0 0,1-1 0 0,-1 1 0 16,3 0 0-16,0-1 0 0,3 1 0 0,1 2 0 15,-1-5 0-15,0 0 8 0,-3 3-8 0,1-3 0 16,2 5 0-16,-3-5 0 0,0 3 0 0,1 0 0 15,2 2-32-15,3-3-4 0,-3 4 0 0,3-4 0 16,0 6 55-16,1-5 10 0,-1 2 3 0,0-2 0 16,3 2-52-16,-3-2-9 0,4-1-3 0,-7 4 0 15,3-4 32-15,0 1 0 0,-3 2 0 0,1 3 0 16,-1-5 0-16,3 2 0 0,-3 1 0 0,3-1 0 16,1 5 20-16,2-7 9 0,0 2 3 0,0 1 0 15,0-1-52-15,-3-2-9 0,4 2-3 0,-4-2 0 0,0 4 32 16,0-4 0-16,0 0 0 0,-2 5 0 15,2-3 20-15,-3 0 9 0,3 3 3 0,0-3 0 16,3 3-32-16,1-2 0 0,-1 2 0 0,-3 0 0 16,6-3 0-16,-3 0 0 0,3 3 0 0,-2-3 0 0,-1 3 0 15,0 0 0-15,0 0 0 0,-3-2 0 0,3 1 0 0,1 1 0 0,-1-2 0 16,-3 2 0-16,3-3 0 0,3 3 0 0,-6 0 0 16,7 0 0-16,-1-3 0 15,0 0 0-15,3 3 0 0,-3 3 0 0,3-6 0 0,-3 3 0 0,3-3 0 16,-2 3 0-16,2 3 0 0,-3-8 0 0,0 4 0 0,0 1 0 15,0-2 0-15,0 2 0 0,1 0 0 0,-4 0 0 16,3-1 0-16,-3 1 0 0,3 3 0 16,0 0 0-16,0-1 0 0,-2 3 0 0,2 1 0 0,3 4 0 15,-3-7 0-15,3 5 0 0,3-3 0 0,-3 3 0 16,0 2 0-16,1-7 0 0,-1 2 0 16,0 3 0-16,0-3 0 0,0 0 0 0,0 1 0 0,-3-1 0 15,3 0 0-15,1-2 0 0,-1-1 0 0,0 3 0 16,0-5-29-16,0 3 1 15,0-3 0-15,0 0 0 0,0 2 46 0,0-2 10 0,4 0 1 0,-4 0 1 16,3 0-30-16,3 0 8 0,-3 0-8 0,0 3 0 16,3-6 0-16,0 6 0 0,3-4 0 0,-3 4 0 15,3-3 0-15,-3 0 0 0,3 3 0 0,1-1 0 16,-1-2 0-16,0 3 0 0,0-3 0 0,0 2 0 16,0 1 0-16,0-1 0 0,0 1 0 0,0-3 0 15,0 2-20-15,-3 1-9 0,3 0-3 0,0-1 0 16,-3-2 52-16,3 3 11 0,0-3 1 0,-3 0 1 0,3-1-1 15,0 1-1-15,0 0 0 0,1 0 0 16,-1 0-49-16,0 0-10 0,0 0-1 0,0 3-1 16,0-6-3-16,0 3-1 0,0-3 0 0,0 3 0 0,3-3 34 0,-3 3 0 15,0-2 0-15,0-1 0 0,0 3 0 0,3-3 0 0,-3 0 0 16,0 1 0 0,3 2 0-16,-3-3 0 0,3 0 0 0,-3 1 0 0,3 2 0 15,0-3 0-15,-3 3 0 0,1 2 0 0,2-4 0 0,0 2 0 16,-3 0 0-16,3-1 0 0,-3 1 21 15,3 3 11-15,0 0 3 0,-3-1 0 0,0 1-35 16,3 2 0-16,0 0 0 0,-3-2 0 0,3 2 0 0,0-2 0 0,-3 2 0 0,3 0 0 16,-3-2 0-16,3 2 0 0,-3-3 0 0,3 1 0 15,-3 0 0-15,3-1 0 0,-3-2 0 0,0 0 0 16,3 0 0-16,0 0 0 0,0 0 0 0,0 0 0 16,0 0 8-16,0-3-8 0,0 0 0 0,1 3 0 15,-1-5 26-15,3 2 2 0,-3 1 0 0,3-6 0 16,-3 5-52-16,3-5-9 0,0 0-3 0,0 5 0 15,0-5-12-15,0 0-4 0,0 0 0 0,0 0 0 16,0 0-92-16,0 0-20 0,0 0-3 0</inkml:trace>
  <inkml:trace contextRef="#ctx0" brushRef="#br0" timeOffset="-113328.05">17803 5715 1337 0,'0'0'28'0,"0"0"6"0,0 0-34 16,0-8 0-16,0 8 0 0,0-5 0 0,0 5 109 0,-3-5 15 0,3 5 4 0,0-5 0 15,0 5-20-15,0 0-4 0,0 0-1 0,0 0 0 16,0 0-37-16,0 0-7 0,0 0-2 0,0 0 0 15,0 0-20-15,0 0-4 0,0 0-1 0,0 0 0 16,-6 0 14-16,6 0 2 0,-6 5 1 0,0-3 0 16,3 4-16-16,-3-4-3 0,3 6-1 0,0-2 0 15,0 2-4-15,0 0-1 0,3-1 0 0,-3 4 0 16,0-3-13-16,3 3-3 0,-3-1-8 0,3 3 12 16,0-2-4-16,0 2-8 0,0 0 11 0,-3 1-11 15,3-1 11-15,0 0-11 0,0 0 10 0,-3 3-10 16,3-5 12-16,0 2-4 0,0 0-8 0,-3-2 12 15,3-1 0-15,0 1 0 0,0 0 0 0,0-1 0 0,0-2-3 16,0 3-1-16,0-3 0 0,0 0 0 0,0 0 4 16,0-3 0-16,0 0 0 0,0 0 0 0,0-5 0 0,0 0 0 15,0 0 0-15,0 0 0 0,0 0-1 0,0 0 0 16,3 3 0-16,-3-3 0 16,0 0 0-16,3 3 0 0,-3-3 0 0,6 2 0 0,-3-2 1 15,3-2 0-15,0 2 0 0,-3-3 0 0,3 0-4 16,0 1 0-16,3-4 0 0,-3 6 0 0,2-5-8 15,-2 3 0-15,3-1 0 0,3 0 0 0,-3-2 0 16,3 2 0-16,0 1 0 0,-3-1 0 0,3 0 0 0,0 1 0 0,0-1 0 16,0 3 0-16,-1-3-12 0,4 1-8 0,-3-1-2 0,0 3 0 15,3-3-92 1,0-2-18-16,0 3-4 0</inkml:trace>
  <inkml:trace contextRef="#ctx0" brushRef="#br0" timeOffset="-106825.567">22550 4395 1420 0,'0'0'29'0,"0"0"8"0,0 0-29 0,0 0-8 0,0 0 0 0,0 0 0 16,0 0 72-16,0 0 14 0,0 0 2 0,0 0 1 16,0 0-43-16,0 0-9 0,0 0-1 0,-3 8-1 15,0 0-18-15,3 0-3 0,0 2-1 0,-3 1 0 16,3 2-13-16,0-2 0 0,-3-1 8 0,3 6-8 16,0-5 0-16,0 2 0 0,0 0 8 0,3 1-8 15,0 1 0-15,0-4-10 0,0 2 2 0,0 0 0 16,3-2-8-16,-3-3 0 0,3 3-1 0,0-9 0 15,0 3 9-15,0-2 8 0,0 0-12 0,-3-3 12 16,3 0 0-16,0 0 12 0,0-3 0 0,0 0 0 16,-3-4 51-16,3 1 9 0,-3-2 3 0,3 0 0 15,-3 0 15-15,-1-2 3 0,1 2 1 0,3-3 0 16,-3 3-22-16,0-5-5 0,0 5-1 0,-3 0 0 16,3 0-30-16,-3 0-5 0,3 0-2 0,-3 6 0 15,0-3-15-15,0 5-3 0,0 0-1 0,0 0 0 16,0 0-10-16,0 0 0 0,0 0 9 0,0 0-9 15,0 0 0-15,0 5 0 0,0 3 0 0,0 2 0 16,0-2 0-16,0 3 0 0,0 2 0 0,0 0-8 16,3 1 8-16,-3 1-12 0,3-4 12 0,0 8-12 0,0-12-3 15,3 7-1-15,0-4 0 0,0 1 0 16,0-3 8-16,0-3 8 0,0 0-13 0,3 1 5 16,-3-4 8-16,0-2 0 0,3 0 0 0,-3 0 0 0,3-5 8 0,-3 2 4 15,2-2 1-15,-2-3 0 0,3 0 23 0,0-2 4 16,0-1 0-16,0 0 1 0,-3-2-7 0,0 0-2 15,3 2 0-15,-3-7 0 0,0 5-20 0,0-1-4 0,0 1 0 16,0 5-8-16,0-8 8 0,0 6-8 0,-3-1 0 0,3 3 0 16,-3-2-11-16,0 2-5 0,0 0-2 0,-1 5 0 15,1-5-100 1,0 3-20-16,0 2-4 0</inkml:trace>
  <inkml:trace contextRef="#ctx0" brushRef="#br0" timeOffset="-106571.602">23006 4546 2090 0,'0'0'44'0,"0"0"8"0,0 0-41 0,0 0-11 0,6-3 0 0,-3 1 0 16,0-1 88-16,3 0 15 0,-1 1 3 0,-2 2 1 15,3-3-23-15,0 0-4 0,0-2 0 0,0 5-1 16,0-3-58-16,3 3-11 0,0-8-2 0,0 8-8 15,0-2 0-15,0-1 0 0,0 0-10 0,0 3 10 16,3-2 0-16,-3-1 0 0,-1 1 0 0,4 2 0 16,-3 0 0-16,-3 0 15 0,3 0-1 0,-3 2 0 15,0 1-60-15,0-1-12 0,-6-2-2 0,6 3-1 16,-6-3-170-16,0 0-33 0</inkml:trace>
  <inkml:trace contextRef="#ctx0" brushRef="#br0" timeOffset="-106362.164">23047 4686 1579 0,'0'0'32'0,"0"0"10"0,0 0-34 0,0 0-8 0,0 0 0 0,0 0 0 15,0 0 96-15,0 0 16 0,0 0 4 0,0 0 1 16,3 5-16-16,3 1-3 0,0-6-1 0,-3 0 0 16,3 0-44-16,3 0-9 0,-3 0-1 0,3-6-1 15,0 6 18-15,0-2 3 0,0-1 1 0,3-2 0 16,0 2-52-16,-4 0-12 0,4 1 0 0,0-3 0 15,0-1 10-15,0 4-1 0,3-6 0 0,-3 2 0 16,3 1-117-16,0-3-23 0,-3 5-5 0</inkml:trace>
  <inkml:trace contextRef="#ctx0" brushRef="#br0" timeOffset="-106078.452">23473 4421 1653 0,'0'-5'69'16,"-3"-5"-55"-1,3 2 114-15,-3 2 22 0,3 1 5 0,-3 5 1 16,3-8-47-16,0 8-9 0,0 0-1 0,0 0-1 0,0 0-41 0,0 0-8 16,0 0-1-16,0 0-1 15,0 0 13-15,0 0 4 0,0 0 0 0,0 0 0 16,0 0-52-16,0 0-12 0,0 0 0 0,-3 3 0 16,0 5 0-16,3 0 0 0,-3 0 0 0,0 2 0 15,3 1 0-15,-3-1 0 0,0 1 0 0,0 2 0 0,0 0 0 0,0 3 0 16,0 0 0-16,0 5 0 15,0-7 0-15,0 7 9 0,0-3-9 0,0 3 8 0,0 1-8 0,0-4 0 0,0 1-10 0,-2-1 10 16,2 1 0-16,0-9 0 0,0 6 0 0,0-3 0 31,0 1-40-31,-3-1-6 0,3-3-1 0,-3 1 0 16,3-3-61-16,-3 2-12 0,3-2-2 0</inkml:trace>
  <inkml:trace contextRef="#ctx0" brushRef="#br0" timeOffset="-105664.268">23818 4379 1820 0,'0'0'76'16,"0"0"-60"-1,0 0 90-15,0 0 18 0,0 0 4 0,0 0 1 16,0 0-1-16,0 0 0 0,0 0 0 0,0 0 0 16,0 0-102-16,0 0-26 0,0 0 0 0,0 0 0 0,-3 8 0 0,-3-3 0 0,3 3 0 0,-3 8 0 15,0-11 0-15,0 9 0 0,1-4 0 0,-4 4 0 16,0-1 0-16,0 0 0 0,0 3 0 0,-3 2 0 15,3-2 0-15,-3 5 0 0,0 1 0 0,0-1 0 16,0 3 0-16,0-3 0 16,-2 3 0-16,-1-1 0 0,3-4 0 0,3-1 0 0,-3 1 0 15,0-3 0-15,3 0 0 16,0 0 0-16,0-3 0 0,0 0 0 0,0 3 0 0,0-8 0 0,4 2 0 16,-4 1 0-1,3-3-168-15,3 0-40 0,-3 0-7 0</inkml:trace>
  <inkml:trace contextRef="#ctx0" brushRef="#br0" timeOffset="-105218.825">23887 4551 1782 0,'3'-5'37'0,"0"0"8"16,0-1-36-16,3 1-9 0,-3 2 0 0,3-2 0 0,-1 2 104 15,1-5 18-15,0 6 4 0,3-1 1 0,-3 0-38 0,0 1-7 0,3-1-2 0,-3 3 0 16,3-2-28-16,0 2-5 16,-3 0-2-16,3 2 0 15,-3-2-21-15,0 3-4 0,0-1 0 0,-3 1-1 16,3 2-19-16,-3 3 8 0,0-5-8 0,-3 5 0 15,0 0 0-15,0 0 0 0,0 2 0 0,-3 1 0 0,0 0 0 0,-3 4-14 0,0-4 2 0,0 0 1 16,-3 4-3-16,3-4-1 16,-3 2 0-16,0 3 0 15,0-5-23-15,0 5-5 0,0-6-1 0,0 1 0 0,0-1 36 0,3 1 8 16,-2-3 0-16,2 3 0 0,3-4 10 0,-3 1 4 0,3 0 1 16,0 0 0-16,3-2-15 0,-3-1 0 0,3 0 0 0,3 0 0 15,-3-5 0-15,3 3 0 0,0 2 0 0,0 1 0 16,3-4 0-16,0 1 0 0,-1-3 0 0,4 0 0 15,-3 3 0-15,3-3 0 16,0 0 0-16,3 0 0 0,-3-3-11 0,3 3 11 0,0 0-10 0,-3 0 10 16,3-3-140-16,0 1-23 15,0-1-4-15</inkml:trace>
  <inkml:trace contextRef="#ctx0" brushRef="#br0" timeOffset="-104930.985">24217 4660 1922 0,'0'0'54'0,"0"0"13"16,3-6-54-16,0 4-13 0,3-1 0 0,-3 3 0 0,3-3 88 0,0 1 16 0,0-1 2 16,0 3 1-16,0-3-41 0,0 1-8 0,3-1-2 0,0 3 0 15,0-3-16-15,-4 3-4 0,4-5-1 0,0 5 0 16,0-2-16-16,0 2-3 0,0-8-1 0,0 8 0 15,0-3-7-15,0 0-8 0,0 1 11 0,0 2-11 16,0 0 9-16,0-3-9 0,-3 0 0 0,0 3 9 16,-1-2-9-16,1 2-9 0,0 0 9 0,-6 0-13 31,0 0-35-31,6 2-8 0,-6-2 0 0,0 0-1 16,0 0-129-16,0 0-26 0,0 6-4 0</inkml:trace>
  <inkml:trace contextRef="#ctx0" brushRef="#br0" timeOffset="-104693.45">24223 4776 1883 0,'0'0'39'0,"0"0"10"0,0 0-39 0,0 0-10 0,0 0 0 0,0 0 0 15,0 0 93-15,0 0 17 0,3 3 3 0,3-1 1 16,0-2-37-16,0 0-7 0,0 0-2 0,0 0 0 15,0-2-19-15,3 2-4 0,-3-3-1 0,3 3 0 16,2 0-12-16,-2-3-4 0,0 3 0 0,0 0 0 16,3-2-12-16,-3 2-4 0,3 0 0 0,0 0 0 15,-3-6-12-15,3 4 0 0,0 2 0 0,0-5 0 16,-3 2-17-16,2 0-10 0,-2 1-1 0</inkml:trace>
  <inkml:trace contextRef="#ctx0" brushRef="#br0" timeOffset="-104382.654">24670 4541 2131 0,'0'0'44'0,"0"-6"11"0,-3 1-44 16,3 5-11-16,0-3 0 0,0 3 0 0,3-5 100 0,-3 5 19 0,0 0 3 0,0 0 1 15,0-3-42-15,0 3-8 0,0 0-1 0,0 0-1 16,0 0-24-16,0 0-5 0,0 0-1 0,0 0 0 15,0 0-7-15,0 0-2 0,3 3 0 0,0 2 0 16,-1 1-8-16,-2 2-1 0,0-1-1 0,3 4 0 16,-3 0-6-16,0 2-2 0,0 0 0 0,0 3 0 15,0 2-2-15,0-2 0 0,0 3 0 0,0-3 0 16,0 2-2-16,0-2-1 0,0 3 0 0,0-3 0 16,-3-1-9-16,3 1 8 0,0-2-8 0,0 1 8 15,-2 1-8-15,2-2 8 0,0-4-8 0,-3 3 8 16,0 1-8-16,3-4 0 0,-3 3 0 0,0-2 0 15,3 2-72-15,0-2-17 0,-3-1-3 0</inkml:trace>
  <inkml:trace contextRef="#ctx0" brushRef="#br0" timeOffset="-101422.297">17130 12743 1568 0,'-9'-5'32'0,"0"0"9"0,3-1-33 16,0 1-8-16,0-3 0 0,0 3 0 0,0-1 56 0,0-1 8 0,3 1 3 0,0-2 0 16,-3 3 43-16,3 2 9 0,0-2 1 0,3 5 1 15,0 0-28-15,0 0-5 0,0 0-2 0,0 0 0 32,0 0-31-32,-3 11-7 0,0-1 0 0,0 3-1 15,0 9-13-15,0 1-2 0,3 7-1 0,-2-1 0 0,2 0 3 0,-3 2 1 16,3-1 0-16,0 4 0 0,0-2-35 0,-3 2 0 0,3 1 0 0,0 4 0 15,0 1 0-15,0 5 0 16,0 3 0-16,0-3 0 0,0-6 0 0,0-4 0 0,0-4 0 0,0-2 0 16,0 3 19-16,0 0-3 0,0 0-1 0,-3-1 0 15,3 1-24-15,0-3-5 0,-3 0-1 0,3 1 0 16,0-7 15-16,0-1 0 0,0-7 0 16,0-1 0-16,0-1-54 0,0-5-8 15,3 0-2-15</inkml:trace>
  <inkml:trace contextRef="#ctx0" brushRef="#br0" timeOffset="-100968.898">17541 12926 2177 0,'-6'0'92'15,"-3"-3"-74"1,3 0 84-16,-3 3 17 0,3 0 3 0,0 0 1 15,-3 0-48-15,3 3-10 0,-3 0-1 0,0-1-1 16,3 6-31-16,-3 0-7 0,3 0-1 0,-3 3 0 16,3 2-5-16,-2 0-2 0,-1 3 0 0,0 5 0 0,3 0-17 15,0 9 0-15,0-1-8 0,0 5 8 0,3-2 0 16,3 0 0-16,0-1 0 0,0 1 0 0,0-3 0 0,6-2-9 0,-3-4 9 16,6-4 0-16,0-1 0 0,0-2-8 15,3 0 8-15,2-5 0 0,1-1-15 0,3-2 3 0,3-2 0 0,0-4 0 16,3 1 4-16,-4-6 8 0,4 1-13 0,0-4 5 15,0 1 8-15,0-6 0 0,-3 1 0 0,-1-3 0 16,1-3 12-16,3 0 4 0,-3-3 0 16,0-4 1-16,0-4-5 0,-1-5 0 0,4-2-1 0,-3-3 0 15,-3 5 24-15,0-2 5 0,0 5 0 16,-4 0 1-16,1-1-16 0,-6 7-3 0,0-4-1 0,-3 3 0 16,-3-2-11-16,-3-1-2 0,-3 1-8 0,-6-1 12 15,0 4-4-15,-6-1 0 0,-2 3-8 0,-1 2 12 16,-6 6-12-16,0 2 9 0,-3 3-9 0,1 6 8 15,-7 2-20-15,3 2-4 0,-6 4 0 0,-2 4-1 16,-1 1-20-16,0 5-4 0,0 2-1 16,1 1 0-16,5-1-34 0,9-2-8 0,3 0 0 0</inkml:trace>
  <inkml:trace contextRef="#ctx0" brushRef="#br0" timeOffset="-100481.846">18681 12592 2325 0,'0'0'66'0,"0"0"14"0,6 0-64 0,0 3-16 0,-3 0 0 0,2-1 0 15,1 1 84-15,-3 2 14 0,3-2 2 0,0 5 1 16,0 2-25-16,-3 6-4 0,3 0-2 0,0 5 0 15,0 6-16-15,-3 7-3 0,3 3-1 0,-3 0 0 16,3-2-12-16,-3-1-2 0,3-2-1 0,-3 0 0 16,0 2-11-16,0 3-3 0,3 0 0 0,-3 5 0 15,-3 1-4-15,3-1-1 0,0 0 0 0,-3 1 0 16,0-6-4-16,0-3-2 0,0-2 0 0,0 0 0 16,0-1-10-16,-3 1 8 0,0 5-8 0,3-2 8 15,-3-6-8-15,3 0 0 0,0 0 0 0,-3-5 8 16,3-6-8-16,0-2 0 0,0-3 0 0,0-2 0 15,0-3-38-15,3-3 0 0,-3-2 0 0,0-3 0 16,0 0-94-16,6-3-18 0,3-2-4 0</inkml:trace>
  <inkml:trace contextRef="#ctx0" brushRef="#br0" timeOffset="-98470.51">18597 13974 1638 0,'0'0'46'0,"0"0"11"0,0 0-45 0,0 0-12 0,0 0 0 0,0 0 0 15,0 0 66-15,0 0 11 0,0 0 3 0,0 0 0 16,0 0-13-16,0 0-3 0,6 0 0 0,0 2 0 15,-3-2-31-15,6 3-6 0,-3-1-2 0,3 1 0 16,3-3 20-16,-3 0 4 0,3 3 1 0,3-3 0 16,-1 2-30-16,1-2-7 0,3 0-1 0,-3 0 0 15,3 0-12-15,-3 0 8 0,3 0-8 0,0 0 0 16,-1 0 0-16,-2 0 8 0,0 0-8 0,0 0 0 16,0 0 0-16,0 0 0 0,-6 0 0 0,0 0 0 0,0 0 0 15,-3 0 0-15,0 0 0 0,-3 0 0 16,2 0 0-16,-5 0 0 0,0 0 0 0,0 0 0 0,0 0 11 0,0 0 5 15,0 0 2-15,0 0 0 0,0 0-29 0,-8 0-5 16,-1 3-2-16,-3-3 0 0,0 0 18 0,-3 3 0 16,-3-1 0-16,0 1 0 0,0 0 15 0,-2-1 6 0,-1 4 2 0,-3-4 0 15,3 3-23-15,0-2 0 0,-3 2 0 0,7 1 0 16,-4-1-21-16,6 0 1 16,-3 1 0-16,3-4 0 0,3 4 40 0,0-1 9 0,0 0 2 0,3 0 0 15,0 1-12-15,4-4-3 16,-1 1 0-16,6-3 0 0,0 0-1 0,-3 5-1 0,3-5 0 15,0 0 0-15,0 0-14 0,0 0 0 16,3 3 0-16,3 2 0 0,-1-2 8 0,4 0-8 0,0-3 11 0,3 2-11 16,3-2 0-16,0 0 0 0,0 0 0 0,6 0 0 15,0 0 0-15,-1-2 0 0,1 2 0 0,3-6 0 16,-3 4 0-16,0-1 0 0,0 0 0 0,-4 1 0 16,1-4 0-16,0 4 0 0,-3-1 0 0,0 0 0 15,-3 3 0-15,-3-2 0 0,0-1 0 0,-3 0 0 16,0 3 0-16,-3 0 0 0,-3 0 0 0,0 0 0 15,0 0 0-15,0 0 0 0,0 0 0 0,0 0 0 16,0 0 13-16,-6 0 6 0,-3 0 1 0,-3 3 0 16,0-3-20-16,-6 0 0 0,3 3-11 0,-3-1 11 15,3 1 0-15,-2 0 0 0,-1-3 0 0,0 2 0 16,0 1 0-16,3 0 0 0,0-3 0 0,3 2 0 16,0-2 0-16,3 3 0 0,3-3 0 0,-2 3 0 15,2-3-13-15,6 0-3 0,0 0 0 0,0 0 0 16,0 0 31-16,0 0 5 0,0 0 2 0,0 0 0 15,0 0-35-15,9 0-7 0,-4 2-2 0,4-2 0 16,3 0 34-16,0 0 6 0,0 0 2 0,3 0 0 0,0 0-20 16,0-2 0-16,3 2 0 0,-3-6 0 0,2 4-12 15,1-4-7-15,0 4-1 0</inkml:trace>
  <inkml:trace contextRef="#ctx0" brushRef="#br0" timeOffset="-97177.078">19788 12764 851 0,'0'-5'36'16,"0"2"-36"-1,0 3 64-15,0-5 5 0,0 2 2 0,0-2 0 16,0 5 15-16,0-5 3 0,0 2 1 0,0-2 0 0,0 5 3 0,0-3 1 0,0-2 0 0,0 5 0 31,0 0-23-31,0-3-5 0,0 3-1 0,0 0 0 0,-3-5 7 0,3 5 2 0,-3-3 0 0,3 3 0 16,0 0-21-16,-3-5-4 0,3 5-1 0,0 0 0 31,0 0-14-31,-6-3-3 0,6 3-1 0,-6 0 0 0,6 0-6 0,-6 0-2 0,6 0 0 0,-9 3 0 16,3-3-7-16,-3 5-2 0,3-2 0 0,-3 2 0 15,3-2-5-15,-2 5-8 0,-1 0 11 0,0 0-11 16,3 2 0-16,-3 4 0 0,0-1 0 0,-3 3 0 16,3 0 8-16,0-1-8 0,0 1 12 0,-3 0-12 15,3 0 8-15,0 0-8 0,0 0 0 0,1 2 0 16,2-2 0-16,-3 0 0 0,3 0 0 0,0 2 0 16,0 1 0-16,0 0 0 15,3 2 0-15,-3 0 0 0,3 3 0 0,3 2 0 0,-3 1 0 0,3-1 0 16,3 1 0-16,0-1 0 0,0-5 0 0,3 3 0 15,0-6 0-15,0 1 0 0,3-3-8 0,0 0 8 16,0-3 0-16,2 0 0 0,-2-2 0 0,3-1-9 16,0-2 9-16,3 0 0 0,-3 0 0 0,0 0 0 15,3-3 0-15,-3-2 0 0,3 2 0 0,-4-2 0 16,4-3 0-16,-3 0-8 0,0 0 8 0,0 0 0 16,3-3 0-16,-3-2 0 0,3 2 0 0,-3-2-8 15,3 0 8-15,2-3 0 0,1 0 0 0,0 0 8 16,0 0-8-16,0 0 8 0,0-2-8 0,3-1 8 0,-4 0 6 15,1-2 2-15,0-3 0 0,0 0 0 0,-3-2 6 16,0-6 2-16,0 3 0 0,-3-3 0 0,-1-2 2 0,-2 2 1 16,0 0 0-16,0-2 0 0,-3 4-3 0,3 1 0 15,-3-3 0-15,-3 6 0 0,0-3-4 16,0 2-2-16,0-2 0 0,-3 0 0 0,0 0-8 16,0-3-2-16,0-3 0 0,-3 4 0 0,-3-4-8 0,0 3 10 15,0 1-10-15,-3-4 10 16,0 6-10-16,-3 2 12 0,-3 1-12 0,1-1 12 0,-4 3-12 15,-6 3 0-15,3 3 0 0,-3-1 8 0,0 3-8 16,-2 3 0-16,-1-3 0 0,3 5 0 0,0 3 0 0,3 0-11 0,1 0 11 0,-1 3-8 31,0 2-45-31,3-2-9 0,0 2-2 0,0 3 0 16,0 0-36-16,4 3-8 0,-1-1-2 0,3 3 0 0,3-2-119 0,3 5-24 16</inkml:trace>
  <inkml:trace contextRef="#ctx0" brushRef="#br0" timeOffset="-96594.552">21002 12468 1337 0,'0'0'56'0,"0"0"-44"16,0 0 132-16,0 0 28 0,0 0 4 0,0 0 2 15,0 0-54-15,0 0-12 0,0 0-1 0,-3 3-1 16,3 2-37-16,-3 3-7 0,0-3-2 0,0 3 0 15,3 0-20-15,-2 3-5 0,-1 2-1 0,0 0 0 16,0 3-16-16,0 0-3 0,0 0-1 0,0 5 0 16,0 0-4-16,-3 3-1 0,0 2 0 0,3 6 0 15,-3-3-4-15,3 6-1 0,-3-4 0 0,3 4 0 16,0-6 1-16,-3 0 0 0,3-3 0 0,0 3 0 16,0-2 3-16,0-3 1 0,0 2 0 0,0 1 0 15,0-4-2-15,0 7-1 0,3-4 0 0,-3 3 0 16,3-2-10-16,0-4 0 0,0 1 0 0,0-3 8 15,0-2-8-15,3-3 0 0,-3-3 9 0,0-2-9 16,3-1 0-16,-3-2-8 0,3 3 0 0,-3-6 0 16,3 0-72-16,-3 1-13 0,0-6-3 0,0 0-1 15,0 0-140-15,0 0-28 0</inkml:trace>
  <inkml:trace contextRef="#ctx0" brushRef="#br0" timeOffset="-94791.196">18517 12542 1579 0,'0'0'32'0,"-3"-5"10"0,3 5-34 0,-3-3-8 0,3 3 0 0,0 0 0 16,0 0 53-16,-3-5 9 0,3 5 2 0,0 0 0 16,0 0 0-16,0 0 0 0,0 0 0 0,0 0 0 15,0 0 0-15,0 0 0 0,-6 5 0 0,3 0 0 16,0 1 0-16,0 2 0 0,0 0 0 0,0 2 0 16,0 1-52-16,0-1-12 0,0 4 0 0,0 4 0 15,0 1 0-15,0 2 0 0,0 3 0 0,-3 2 0 16,3 3 0-16,0 0 0 0,0 3 0 0,-3 2 0 15,4-5 0-15,2 1 0 0,-3-1 0 0,3 0 0 16,-3 0 0-16,3 3 0 0,0-3 0 0,-3 3 0 16,3 2 0-16,0 3 0 0,-3-3 0 0,3 6 0 15,-3-8 0-15,0-3 0 0,3 0 0 0,-3 0 0 16,0-5-48-16,0 2-13 0,0-4-3 0,0 1 0 16,0 1 52-16,0-3 12 0,0 3 0 0,0 0 0 15,0 0 0-15,3-3 0 0,-3 0 0 0,0 0 0 16,3-2 0-16,0-3 0 0,0 0 0 0,0-3 0 15,0 0 0-15,3-2 0 0,-3-3 0 0,3 2 0 16,0-2 0-16,0 0 0 0,0-3 0 0,0 1 0 16,0-1 0-16,0 0 0 0,3-2 0 0,-3 2 0 15,0-2 48-15,0-1 13 0,3 1 3 0,-3 0 0 0,0 2-52 16,2-2-12-16,-2-1 0 0,3 1 0 0,0 0 0 0,-3-1 0 16,3-2 0-16,3 0 0 0,-3 3 0 15,0-3 0-15,3 0 0 0,-3 3 0 0,0-3 0 16,3 2 0-16,-3-2 0 0,3 0 0 0,-3 3 0 0,0-3 0 0,3 0 0 15,-3 2 0-15,2-2 0 16,1 3 0-16,0-3 0 0,0 0 0 0,0 0 0 0,3 3 0 0,0-3 0 16,0 0 0-16,3 0 0 0,0 2 0 0,3-2 0 0,2 0 0 15,1 3 0-15,0-3 0 0,3 3 0 0,0-3 0 16,0 2 0-16,2 1 0 0,-2 0 0 0,3-1 0 16,-3-2 0-16,0 3 0 0,-4-3 0 0,7 3 0 15,3-3 28-15,3 2 4 0,-1-2 0 0,7 3 0 16,-3-3 0-16,3 3 0 0,-1-1 0 0,4-2 0 15,0 0-32-15,-1 0 0 0,1 0 0 0,3-2 0 16,2 2 0-16,1 0 0 0,2 0 0 0,4 0 0 16,-3 0 0-16,-4 0 0 0,-2-3 0 0,5 3 0 15,-2 0 0-15,0 0 0 0,5 0 0 0,-2 0 0 16,-3 0 0-16,-4 0 0 0,-2-3 0 0,2 3 0 16,1 0 0-16,0 0 0 0,2 3 0 0,-2-3 0 15,-3 0 0-15,-7 0 0 0,1-3 0 0,-3 3 0 16,-3 0 0-16,2 0 0 0,-2 0 0 0,0-2 0 15,-3 2 0-15,0-3 0 0,-1 3 0 0,1 0 0 16,-3-3 0-16,-3 3 0 0,-3 0 0 0,-1-2 0 16,1-1 0-16,-6 0 0 0,3 1 0 0,-3-1 0 15,0-2 0-15,-3 2 0 0,0-2 0 0,0 0 0 16,0-1 0-16,-3 1 0 0,3 0 0 0,-3-1 0 16,-1 1 0-16,1-3 0 0,3 3 0 0,0-3 0 15,0 3 0-15,-3-3 0 0,3 0 0 0,0 0 0 0,-3-3 0 0,3 1 0 16,0-1 0-16,0 0 0 0,0-2 0 0,3 0 0 0,-3-3 0 15,2 0 0-15,1-2 0 0,0 2 0 16,0-3 0-16,0 1 0 0,0-1 0 0,0 3 0 0,0-5 0 0,3 3 0 16,-3-1 0-16,-1 1 0 0,1-3 0 15,0-6 0-15,0 3 0 0,0-5 0 16,0-3 0-16,0-2 0 0,-3 2 44 0,3-5 2 0,0 0 1 16,-3-3 0-16,0 6-28 0,-1-3-6 0,-2 5-1 0,3-2 0 15,0-3-12-15,-3 0 11 0,0-6-11 16,3 4 10-16,-3-1-10 0,3 6 0 0,-3-1 0 0,-3-2 0 15,3 8 0-15,-3 0 0 0,0 5 0 0,0-2 0 16,-3 2 53-16,-3 0 9 0,3-2 2 0,-3 2 0 16,0 0-52-16,-3 0-12 0,3 0 0 0,-3 3 0 15,0 3 0-15,3-3 0 0,-3 5 0 0,-3 2 0 16,3-1 0-16,0 4 0 0,0-2 0 0,-3 2 0 16,0 3 0-16,1 0 0 0,-1 0 0 0,0 0 0 15,-3 3 0-15,-3 0 0 0,3 0 0 0,-6-1 0 16,3 4 0-16,-6-4 0 0,4 4 0 0,-7 2 0 15,0-6 0-15,0 6 0 0,0 0 0 0,-3-2 0 16,4 2 0-16,-1 2 0 0,0-2 0 0,-3 0 0 16,0 3 0-16,1-6 0 0,-4 3 0 0,-3 0 0 15,-3 0 0-15,1 0 0 0,-4 0 0 0,-3 0 0 16,4 3 0-16,2-3 0 0,0 3 0 0,-2-3 0 0,-4 0 0 16,-3 0 0-16,-2 0 0 0,-1 0 0 15,0 2 0-15,7-2 0 0,-4 6 0 0,-3-4 0 16,1-2 0-16,-1 3 0 0,-2-3 0 0,-1 3 0 0,0-3 0 15,7 2 0-15,-1 3 0 0,-3-2 0 0,1 2 0 16,-1-5 0-16,1 3 0 0,-1 0 0 0,-3-1 0 16,7 4 0-16,-4-1 0 0,0 0 0 0,7 0 0 0,-4 1 0 15,3-4 0-15,-2 4 0 0,2 2 8 0,-3-3-8 0,-2 6 11 0,2-4-11 16,0 1 0-16,10 3 0 0,-1-3 0 0,-3 3 0 16,4-4 0-16,-1 4 0 0,-3 0 0 0,1-3 0 15,-1 2 0-15,3-2 0 0,3 0 0 16,-2 0 0-16,5 0 0 0,3 0 0 0,3-3 0 0,0 3-12 15,1 0 12-15,-1-3 0 0,3 1 12 0,-3 2-12 16,-3-3 0-16,4 0 0 0,2-2 0 0,-3 2 0 16,3 0 0-16,0 1 0 0,3-4 0 0,-2 1 0 15,5 0 0-15,3 2 0 0,0-2 0 0,0-1-12 16,6 1 12-16,-3 2 0 0,3-5 0 0,3 3 0 16,3-3 0-16,0 0 0 0,0 0 0 0,0 0-9 15,0 0-94-15,3 5-18 16,3-2-4-16</inkml:trace>
  <inkml:trace contextRef="#ctx0" brushRef="#br0" timeOffset="-92821.195">21139 14616 2060 0,'0'0'58'0,"0"0"14"0,0 0-58 0,0 0-14 0,0 0 0 0,0 0 0 16,0 0 87-16,0 0 14 0,0 0 3 0,0 0 1 16,0 0-30-16,-3 6-7 0,3-1 0 0,0 0-1 15,0 3-18-15,0-2-3 0,0 2-1 0,3-1 0 16,-3 4-17-16,0 2-4 0,0 1-1 0,0 7 0 16,0 0-11-16,-3 5-1 0,3 3-1 0,0 1 0 15,-3-1-10-15,3 0 0 0,0-3 0 0,-3 1 0 16,0-1 0-16,3-5 0 0,-3 3 10 0,0-3-10 15,-2 0 0-15,2 3 0 0,0-3 0 0,0 1-12 16,0 1 12-16,-3-1 0 0,3 1 0 0,0-1 0 16,0-7 0-16,-3 4 0 0,3-6 0 0,0 0 0 15,0-2-42-15,0 0-6 0,0-6 0 16,3-5-1-16,0 0-127 0,0 0-24 0,0 0-6 0</inkml:trace>
  <inkml:trace contextRef="#ctx0" brushRef="#br0" timeOffset="-92546.177">21121 14598 1668 0,'0'0'70'16,"-3"-3"-56"-16,3 3 92 0,0 0 18 0,-2-5 4 0,2 5 1 16,0 0-31-16,0 0-6 0,0 0-2 0,0 0 0 15,0 0-26-15,0 0-4 0,-6 0-2 0,6 0 0 16,-6 5-25-16,0-2-5 0,0 2 0 0,0 3-1 15,-3 0-27-15,3 0 0 0,-3 3-12 0,3 2 12 16,-3 0 0-16,0 3 0 0,-3 0 0 0,3 2 0 16,0 4 11-16,0 1 9 0,0 1 3 0,1 0 0 15,-1 0-23-15,3-3 0 0,-3 3 0 0,0-3 0 16,3-3-36 0,0-2-1-16,0 0-1 0,0 0 0 0,3-5-122 15,0 2-24-15,0-5-4 0</inkml:trace>
  <inkml:trace contextRef="#ctx0" brushRef="#br0" timeOffset="-92216.673">20931 15368 1579 0,'-9'8'32'0,"9"-8"10"0,0 0-34 0,0 0-8 0,0 0 0 0,-3 5 0 15,3-5 91-15,0 0 16 0,0 0 3 0,0 0 1 32,3 5-24-32,0 1-5 0,3-4-1 0,0-2 0 0,0 3-13 0,0 0-4 0,0-3 0 0,3 0 0 15,0 0-51-15,0 0-13 0,-1-3 0 0,1 3 0 16,3-3 36-16,3 3 4 0,-3 0 0 0,3-2 1 15,0 2-14-15,3 0-3 0,0-3-1 0,-1 0 0 16,4 1-23-16,0-3 0 0,0-1 0 0,-3 1 0 31,3 0-49-31,-1-1-11 0,1-2-3 0</inkml:trace>
  <inkml:trace contextRef="#ctx0" brushRef="#br0" timeOffset="-89468.534">16496 12484 1829 0,'0'0'52'0,"0"0"11"0,0 0-51 0,0 0-12 0,0 0 0 0,0 0 0 15,0 0 52-15,0 0 8 0,0 0 2 0,0 0 0 16,0 0-1-16,0 0 0 0,3 5 0 0,-3 0 0 16,3 3-9-16,-3 0-3 0,0 3 0 0,0-1 0 15,0 4-17-15,0-1-4 0,-3 3-1 0,0 2 0 16,0 3-16-16,0 6-3 0,0 2-8 0,-3 5 12 15,0 1-12-15,3 2 9 0,-3 3-9 0,-3 2 8 16,3-5-8-16,-3 0 0 0,3-3 9 0,-3 6-9 16,0 0 0-16,0 2 0 0,1 6 0 0,-1-3 8 15,0-3-8-15,0-5 0 0,0-3 0 0,-3 1 8 16,3-1-8-16,0-5 0 0,0 1 0 0,0 1 0 16,0 1 0-16,3 2 0 0,-3 1 0 0,0-1 0 15,1-2 0-15,2-3 0 0,-3-2 8 0,3-1-8 16,0-5 26-16,0-2 1 0,0 2 0 0,3-5 0 0,-3-3-27 15,3 0 0-15,0-2 0 0,0 2 0 16,3-5 0-16,-3 3 0 0,3-4 0 0,0 1 0 16,0 0 0-16,0-2 0 0,0-1 0 0,0 3 0 0,0-3 0 15,0 0 0-15,0-5 0 0,0 6 0 0,0-1 0 16,0 0 0-16,0-5 0 0,0 6 0 0,3-1 0 0,-3-5 0 0,0 5 0 16,3 0 0-16,-3-5 0 0,6 6 0 15,0-4 0-15,-3 4 0 0,3-4 12 0,3 1-2 16,-3 0-1-16,0-1 0 0,3 1-9 0,-1-3 0 0,1 3 0 0,3-1 0 15,0-2 0-15,0 3 0 0,3-3 0 16,0 3 0-16,0-3 0 0,0 0 0 0,-3 2 0 16,2-2 0-16,1 0 0 0,0 0 0 15,0 0 0-15,0 0 0 0,-3 0 0 0,3 0 0 0,-3 0 0 16,3 0 0-16,-4-2 0 0,1 2-11 0,3 0 1 0,0-3 0 16,3 3 10-16,-3-3 0 0,6 3 0 0,-3 0 0 15,5-2 0-15,-2 2 12 0,3 0-2 0,0 2-1 16,-3-2-9-16,3 0 0 0,-1 3 0 0,1 0 0 15,-3-3 0-15,-3 2 0 0,3 1 0 0,-3-1 0 16,-1-2 0-16,1 0-12 0,-3 3 2 0,3-3 1 16,3 0 9-16,0 3 0 0,-1-1 0 0,1 1 0 15,3-3 0-15,0 3 12 0,0-1-2 0,0 1-1 16,-1-3-9-16,4 0-12 0,-3 3 2 0,0-3 1 16,-3 2 9-16,-3-2 12 0,-1 0-2 0,4 0-1 15,-3 0-9-15,0 0-12 0,3 0 2 0,3 0 1 16,-1-2 9-16,1 2 12 0,3-3-2 0,0 3-1 15,3 0-9-15,-4 0 0 0,1 0 0 0,0 0 0 0,-3 0 0 16,0-3-12-16,-4 3 2 0,1 0 1 16,0-2 9-16,0 2 0 0,0-3 0 0,0 3 0 0,2-3 0 15,1 3 0-15,-3 0 0 0,3 0 0 0,0 0 0 16,2 0 14-16,-2 0-3 0,0 0-1 16,0 3-10-16,-3-3-14 0,3 0 3 0,-7 3 1 0,1-3 10 0,0 2 16 15,-3-2-4-15,3 0-1 0,-3 3-11 0,0-3-16 16,-1 0 4-16,1 3 1 0,0-3 11 0,0 2 0 0,3-2 0 15,0 3 0-15,0 0 0 0,0-3 16 16,-1 2-4-16,1 1-1 0,0-1-11 0,3-2 0 16,-3 3 0-16,3-3 0 0,-3 3 0 0,-1-1 0 0,1-2 0 0,0 0 0 15,-3 3 0-15,0-3 0 0,3 0 0 0,-3 0 0 16,0 0 0-16,2 0-16 0,-2 0 4 0,3 0 1 16,0 0 11-16,0 0 0 0,0 0 0 0,3 0 0 15,-1 0 8-15,1 0 4 0,0 0 1 16,3 0 0-16,-3 0-13 0,0-3 0 0,-1 3 0 15,1 0 0-15,-3-2 0 0,0 2 0 0,-3-3 0 0,0 3 0 16,0 0 8-16,-4 0-8 0,4-3 0 0,-3 3 0 16,0 0 0-16,0-2-20 0,0 2 4 0,0-3 0 15,0 3 16-15,0 0 0 0,-3-2 0 0,3 2 0 16,-4 0 12-16,-2-3 7 0,3 0 1 0,-3 3 0 16,0 0-20-16,-6 0 8 0,6-2-8 0,0 2 0 15,-6 0 9-15,0 0-9 0,0 0 0 0,0 0 9 16,0 0-9-16,0 0 8 0,0 0-8 0,0 0 8 15,0 0-8-15,0 0 0 0,0 0 9 0,0 0-9 16,0 0 8-16,0 0-8 0,3-6 8 0,-3 6-8 16,0 0 0-16,0 0 0 0,0-5 0 0,0 5 8 15,3-3-8-15,-3-2 0 0,-3 0 0 0,3 0 8 16,0-1-8-16,0 1 8 0,0 0-8 0,0-1 8 16,0-2-8-16,-3 3 12 0,3-3-4 0,-3 0 0 0,3 0-8 0,0 0 9 15,-3-2-9-15,3 2 10 0,-3-3-2 16,3 3 0-16,-3-2 0 0,3-1 0 0,0 1-8 0,-3-1 12 0,3-2-12 15,-3 2 12-15,3-2-12 0,0 0 0 0,0-1 0 16,0-1 0-16,0-4 0 0,0-2 0 0,0-3 0 16,0 0 0-16,0-2 0 15,0-3 0-15,0 0 8 0,0 0-8 0,0 5 0 16,3-3 0-16,-3 6 0 0,0 0 8 0,3 0-8 0,-3 0 0 16,0-3 0-16,3 0 8 15,-3-3-8-15,0-2 0 0,3 0 0 0,-3-5 0 0,0 5 10 0,3-3-10 0,0-2 12 16,0 2-12-16,0 5 14 0,0 4-4 0,0-1-1 0,0 0 0 15,0 3-1-15,0-3-8 0,0 0 12 0,0 0-4 16,-3-5-8-16,3 0 12 0,0-3-12 0,-3 1 12 16,0 2 8-16,3-1 3 0,-3 1 0 0,0 3 0 15,3 2-23-15,-3 3-12 0,3 2 2 0,-3 1 0 16,3 2 10-16,-3 0 0 0,3 0 8 0,-3-2-8 16,0 2 9-16,0-3-9 0,0 1 12 0,0-3-12 15,0 2 0-15,0-2 0 0,0 0 0 0,3 2 0 16,-3 1 0-16,-3-3 0 0,3 5 0 0,0 0 0 15,-3 3 0-15,3-1 0 0,0 4 0 0,-3-1 0 16,3 3 0-16,0 0 0 0,-3 0 0 0,3 3 0 16,-3 0 0-16,3-1 0 0,0 1 0 0,-3 3 0 15,3-1 0-15,0 3 0 0,-3-3 0 0,0 1 0 16,3 2 0-16,-3-6 0 0,3 6 0 0,-3-2 0 16,3 2 0-16,0 0 0 0,-3-3 0 0,0 0 0 15,3 3 0-15,-3-2 0 0,-3-1 0 0,3 3 0 16,-3-3 0-16,3 1 0 0,-3-1 0 0,-3 0 0 15,3 3 0-15,0-2 0 0,0-1 0 0,-2 1 0 0,2-1 31 16,-3 0-1-16,0 3 0 0,-3-2 0 0,3 2-30 0,0 0 8 0,0-3-8 0,-3 3 0 16,3-3 0-1,-3 3 0-15,3-2 0 0,-3-1 0 0,-2 0 8 0,2 3-8 0,-6-5 0 0,0 5 0 16,-3-3 0-16,-3 1 8 0,0-1-8 0,-2 3 0 16,-1 0 0-16,0-3 0 15,-3 3 0-15,1-2 0 0,-1 2 8 0,3-3-8 0,3 3 0 0,-6 0 9 16,4 0-9-16,-4 0 0 0,0 0 0 0,-6 0 0 15,4 0 0-15,-4 0 0 0,0 0 8 0,-2 0-8 16,8 0 0-16,-3 0 0 0,6 0 0 0,-3 0 8 16,4 0-8-16,-1 0 0 0,0 0 0 0,-3 0 0 15,1 0 0-15,-4 0 0 0,0 0 8 0,-3 0-8 16,7 0 0-16,-1 3 0 0,0-3 0 0,0 0 0 16,6 0 0-16,1 0 0 0,2 0 0 0,-3 0 0 15,0 0 0-15,0 0 0 0,-2 0 0 0,-1 0 0 16,0 0 0-16,-3 0 0 0,3 0 0 0,-2 0 0 15,-1 0 0-15,6 2 0 0,-3-2 0 0,4 0 0 16,2 0 0-16,0 0 0 0,3 0 0 0,-3 0 0 16,0 0 0-16,0 0 0 0,1 0 0 0,-4 0 0 15,0 3 0-15,0-3 0 0,0 0 0 0,-2 3 0 16,2-3 0-16,0 2 0 0,3-2 0 0,0 3 0 16,0-3 0-16,7 3 0 0,-4-1 0 0,3 1 0 15,0-3 0-15,3 3 0 0,0-1 0 0,0-2 0 0,0 3 0 0,0 0 0 0,4-1 0 16,-1 1 0-16,-3 0 0 0,3-1 0 15,-3 1 0-15,3-1 8 0,0 1-8 0,-3 0 0 0,3-1 0 16,0 1 0-16,0 0 18 0,0-1-2 0,0 1 0 16,0 2 0-16,-2-2-16 0,2 2-17 0,-3 1 3 15,0-1 1-15,3 0 13 0,0 3 0 0,-3 0 0 0,0 3 10 16,3-4-2-16,0 7-8 0,-3-4 12 0,0 4-4 16,4-1-8-16,-1 3 10 15,0 0-10-15,0-1 10 0,0 1-10 0,3 0 8 0,-3 0-8 0,0 0 8 16,0-3-8-16,3 0 0 0,-3 1 0 0,0-1 0 15,3-3 0-15,-3 4 0 0,3-6 0 0,0 2 0 16,-2 1 0-16,2-3 0 0,0 2 0 0,0 1 0 16,0-3-28-16,-3 0-5 0,3 0-1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Shape 237">
            <a:extLst>
              <a:ext uri="{FF2B5EF4-FFF2-40B4-BE49-F238E27FC236}">
                <a16:creationId xmlns:a16="http://schemas.microsoft.com/office/drawing/2014/main" id="{C94EA20F-C6F9-4365-A527-830EBC68AEB4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1266" name="Shape 238">
            <a:extLst>
              <a:ext uri="{FF2B5EF4-FFF2-40B4-BE49-F238E27FC236}">
                <a16:creationId xmlns:a16="http://schemas.microsoft.com/office/drawing/2014/main" id="{2877E3A0-3873-4D50-AFFA-8C7AA1031CA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982">
            <a:extLst>
              <a:ext uri="{FF2B5EF4-FFF2-40B4-BE49-F238E27FC236}">
                <a16:creationId xmlns:a16="http://schemas.microsoft.com/office/drawing/2014/main" id="{E56311F1-15B5-4745-92B2-2F302FD0B2D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40290" name="Shape 983">
            <a:extLst>
              <a:ext uri="{FF2B5EF4-FFF2-40B4-BE49-F238E27FC236}">
                <a16:creationId xmlns:a16="http://schemas.microsoft.com/office/drawing/2014/main" id="{306661F7-A16E-4012-9C87-3B001F4737D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215339128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Shape 1931">
            <a:extLst>
              <a:ext uri="{FF2B5EF4-FFF2-40B4-BE49-F238E27FC236}">
                <a16:creationId xmlns:a16="http://schemas.microsoft.com/office/drawing/2014/main" id="{AA71BC8B-3E69-447C-8DFA-76DB17EA7C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57346" name="Shape 1932">
            <a:extLst>
              <a:ext uri="{FF2B5EF4-FFF2-40B4-BE49-F238E27FC236}">
                <a16:creationId xmlns:a16="http://schemas.microsoft.com/office/drawing/2014/main" id="{9576D3B8-5B26-4F2B-B674-6AB350ADEDF4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>
          <a:ln>
            <a:round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982">
            <a:extLst>
              <a:ext uri="{FF2B5EF4-FFF2-40B4-BE49-F238E27FC236}">
                <a16:creationId xmlns:a16="http://schemas.microsoft.com/office/drawing/2014/main" id="{E56311F1-15B5-4745-92B2-2F302FD0B2D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40290" name="Shape 983">
            <a:extLst>
              <a:ext uri="{FF2B5EF4-FFF2-40B4-BE49-F238E27FC236}">
                <a16:creationId xmlns:a16="http://schemas.microsoft.com/office/drawing/2014/main" id="{306661F7-A16E-4012-9C87-3B001F4737D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242306088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Shape 1948">
            <a:extLst>
              <a:ext uri="{FF2B5EF4-FFF2-40B4-BE49-F238E27FC236}">
                <a16:creationId xmlns:a16="http://schemas.microsoft.com/office/drawing/2014/main" id="{852978B8-CC72-478E-A9F1-F2A315DF10F7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30402" name="Shape 1949">
            <a:extLst>
              <a:ext uri="{FF2B5EF4-FFF2-40B4-BE49-F238E27FC236}">
                <a16:creationId xmlns:a16="http://schemas.microsoft.com/office/drawing/2014/main" id="{0C22812E-9FF2-419C-9E6F-279A284785A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1" name="Shape 2042">
            <a:extLst>
              <a:ext uri="{FF2B5EF4-FFF2-40B4-BE49-F238E27FC236}">
                <a16:creationId xmlns:a16="http://schemas.microsoft.com/office/drawing/2014/main" id="{20452365-DDB9-4E73-84DE-9D652B2CFEC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61122" name="Shape 2043">
            <a:extLst>
              <a:ext uri="{FF2B5EF4-FFF2-40B4-BE49-F238E27FC236}">
                <a16:creationId xmlns:a16="http://schemas.microsoft.com/office/drawing/2014/main" id="{1DC5D7C3-9BC5-4763-85DF-FBDE8BFDC3E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1" name="Shape 2042">
            <a:extLst>
              <a:ext uri="{FF2B5EF4-FFF2-40B4-BE49-F238E27FC236}">
                <a16:creationId xmlns:a16="http://schemas.microsoft.com/office/drawing/2014/main" id="{20452365-DDB9-4E73-84DE-9D652B2CFEC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61122" name="Shape 2043">
            <a:extLst>
              <a:ext uri="{FF2B5EF4-FFF2-40B4-BE49-F238E27FC236}">
                <a16:creationId xmlns:a16="http://schemas.microsoft.com/office/drawing/2014/main" id="{1DC5D7C3-9BC5-4763-85DF-FBDE8BFDC3E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41316678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BLANK_2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Shape 29"/>
          <p:cNvSpPr txBox="1"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4572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9144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13716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18288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30" name="Shape 30"/>
          <p:cNvSpPr txBox="1">
            <a:spLocks noGrp="1"/>
          </p:cNvSpPr>
          <p:nvPr>
            <p:ph type="body" idx="1"/>
          </p:nvPr>
        </p:nvSpPr>
        <p:spPr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342900" indent="-1397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3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742950" indent="-10795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143000" indent="-762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24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600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0574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5146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29718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34290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3886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4" name="Shape 11">
            <a:extLst>
              <a:ext uri="{FF2B5EF4-FFF2-40B4-BE49-F238E27FC236}">
                <a16:creationId xmlns:a16="http://schemas.microsoft.com/office/drawing/2014/main" id="{9DF88414-8DD1-4F3A-A2DF-964E1394F1E1}"/>
              </a:ext>
            </a:extLst>
          </p:cNvPr>
          <p:cNvSpPr txBox="1">
            <a:spLocks noGrp="1"/>
          </p:cNvSpPr>
          <p:nvPr>
            <p:ph type="dt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Shape 12">
            <a:extLst>
              <a:ext uri="{FF2B5EF4-FFF2-40B4-BE49-F238E27FC236}">
                <a16:creationId xmlns:a16="http://schemas.microsoft.com/office/drawing/2014/main" id="{B764D8E0-DFCF-4D51-82FE-E60E11BB0D32}"/>
              </a:ext>
            </a:extLst>
          </p:cNvPr>
          <p:cNvSpPr txBox="1">
            <a:spLocks noGrp="1"/>
          </p:cNvSpPr>
          <p:nvPr>
            <p:ph type="ft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hape 13">
            <a:extLst>
              <a:ext uri="{FF2B5EF4-FFF2-40B4-BE49-F238E27FC236}">
                <a16:creationId xmlns:a16="http://schemas.microsoft.com/office/drawing/2014/main" id="{F49B81E5-E647-4603-BB96-0EE84AA321AB}"/>
              </a:ext>
            </a:extLst>
          </p:cNvPr>
          <p:cNvSpPr txBox="1">
            <a:spLocks noGrp="1"/>
          </p:cNvSpPr>
          <p:nvPr>
            <p:ph type="sldNum" idx="1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385342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ustomXml" Target="../ink/ink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customXml" Target="../ink/ink4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customXml" Target="../ink/ink5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customXml" Target="../ink/ink6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customXml" Target="../ink/ink7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customXml" Target="../ink/ink8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customXml" Target="../ink/ink9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ustomXml" Target="../ink/ink10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openxmlformats.org/officeDocument/2006/relationships/image" Target="../media/image1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ustomXml" Target="../ink/ink1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9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16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3.xml"/><Relationship Id="rId5" Type="http://schemas.openxmlformats.org/officeDocument/2006/relationships/image" Target="../media/image21.png"/><Relationship Id="rId4" Type="http://schemas.openxmlformats.org/officeDocument/2006/relationships/customXml" Target="../ink/ink1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customXml" Target="../ink/ink16.xml"/><Relationship Id="rId3" Type="http://schemas.openxmlformats.org/officeDocument/2006/relationships/image" Target="../media/image20.png"/><Relationship Id="rId7" Type="http://schemas.openxmlformats.org/officeDocument/2006/relationships/image" Target="../media/image1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5.xml"/><Relationship Id="rId5" Type="http://schemas.openxmlformats.org/officeDocument/2006/relationships/image" Target="../media/image100.png"/><Relationship Id="rId4" Type="http://schemas.openxmlformats.org/officeDocument/2006/relationships/customXml" Target="../ink/ink14.xml"/><Relationship Id="rId9" Type="http://schemas.openxmlformats.org/officeDocument/2006/relationships/image" Target="../media/image22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3.png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customXml" Target="../ink/ink17.xml"/><Relationship Id="rId1" Type="http://schemas.openxmlformats.org/officeDocument/2006/relationships/slideLayout" Target="../slideLayouts/slideLayout6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29-Moore and Mealy Machines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685800"/>
            <a:ext cx="89916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b="1" kern="0" dirty="0">
                <a:solidFill>
                  <a:schemeClr val="accent2"/>
                </a:solidFill>
              </a:rPr>
              <a:t>Synchronous Sequential Circuits</a:t>
            </a:r>
          </a:p>
          <a:p>
            <a:pPr lvl="2" eaLnBrk="1" hangingPunct="1">
              <a:defRPr/>
            </a:pPr>
            <a:r>
              <a:rPr lang="en-US" sz="2600" b="1" kern="0" dirty="0">
                <a:solidFill>
                  <a:srgbClr val="000000"/>
                </a:solidFill>
              </a:rPr>
              <a:t>Moore Machine</a:t>
            </a:r>
          </a:p>
          <a:p>
            <a:pPr lvl="2" eaLnBrk="1" hangingPunct="1">
              <a:defRPr/>
            </a:pPr>
            <a:r>
              <a:rPr lang="en-US" sz="2600" b="1" kern="0" dirty="0">
                <a:solidFill>
                  <a:srgbClr val="000000"/>
                </a:solidFill>
              </a:rPr>
              <a:t>Mealy Machine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Designing a Mealy Machine</a:t>
            </a:r>
          </a:p>
          <a:p>
            <a:pPr lvl="1" eaLnBrk="1" hangingPunct="1">
              <a:defRPr/>
            </a:pPr>
            <a:endParaRPr lang="en-US" sz="3000" b="1" kern="0" dirty="0">
              <a:solidFill>
                <a:srgbClr val="000000"/>
              </a:solidFill>
            </a:endParaRPr>
          </a:p>
          <a:p>
            <a:pPr marL="457200" lvl="1" indent="0" eaLnBrk="1" hangingPunct="1">
              <a:buNone/>
              <a:defRPr/>
            </a:pPr>
            <a:br>
              <a:rPr lang="en-US" sz="3000" b="1" kern="0" dirty="0">
                <a:solidFill>
                  <a:srgbClr val="000000"/>
                </a:solidFill>
              </a:rPr>
            </a:br>
            <a:endParaRPr lang="en-US" sz="3000" b="1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5117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dirty="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HW#9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#10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10 next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10 next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Lecture-30 Readings: </a:t>
            </a:r>
            <a:r>
              <a:rPr lang="en-US" sz="3000" dirty="0"/>
              <a:t>6.5 and 6.8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7" name="Title 1">
            <a:extLst>
              <a:ext uri="{FF2B5EF4-FFF2-40B4-BE49-F238E27FC236}">
                <a16:creationId xmlns:a16="http://schemas.microsoft.com/office/drawing/2014/main" id="{4D954CD0-CB15-4CD4-B7A3-62196528129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) Moore Type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9CF69E4-174B-4217-9F2A-7B5A69164FE9}"/>
              </a:ext>
            </a:extLst>
          </p:cNvPr>
          <p:cNvGrpSpPr/>
          <p:nvPr/>
        </p:nvGrpSpPr>
        <p:grpSpPr>
          <a:xfrm>
            <a:off x="722313" y="914400"/>
            <a:ext cx="7845425" cy="2062162"/>
            <a:chOff x="722313" y="2509838"/>
            <a:chExt cx="7845425" cy="2062162"/>
          </a:xfrm>
        </p:grpSpPr>
        <p:sp>
          <p:nvSpPr>
            <p:cNvPr id="15361" name="Rectangle 4">
              <a:extLst>
                <a:ext uri="{FF2B5EF4-FFF2-40B4-BE49-F238E27FC236}">
                  <a16:creationId xmlns:a16="http://schemas.microsoft.com/office/drawing/2014/main" id="{407F6A2E-3700-4800-9B3A-4EE97F46F1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62" name="Rectangle 5">
              <a:extLst>
                <a:ext uri="{FF2B5EF4-FFF2-40B4-BE49-F238E27FC236}">
                  <a16:creationId xmlns:a16="http://schemas.microsoft.com/office/drawing/2014/main" id="{C8F699E2-C443-49F2-B284-79E551B1C9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3" name="Rectangle 6">
              <a:extLst>
                <a:ext uri="{FF2B5EF4-FFF2-40B4-BE49-F238E27FC236}">
                  <a16:creationId xmlns:a16="http://schemas.microsoft.com/office/drawing/2014/main" id="{0105F4ED-D540-4B1F-9318-E542AB750B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15364" name="Rectangle 7">
              <a:extLst>
                <a:ext uri="{FF2B5EF4-FFF2-40B4-BE49-F238E27FC236}">
                  <a16:creationId xmlns:a16="http://schemas.microsoft.com/office/drawing/2014/main" id="{AC155FFE-EE76-441D-9DD0-73848078A2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5" name="Freeform 8">
              <a:extLst>
                <a:ext uri="{FF2B5EF4-FFF2-40B4-BE49-F238E27FC236}">
                  <a16:creationId xmlns:a16="http://schemas.microsoft.com/office/drawing/2014/main" id="{5C7E622E-8CB8-441E-9BD5-62ECC9DBBC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6" name="Line 9">
              <a:extLst>
                <a:ext uri="{FF2B5EF4-FFF2-40B4-BE49-F238E27FC236}">
                  <a16:creationId xmlns:a16="http://schemas.microsoft.com/office/drawing/2014/main" id="{F1278231-9E90-4281-8637-8C742245C7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7" name="Freeform 10">
              <a:extLst>
                <a:ext uri="{FF2B5EF4-FFF2-40B4-BE49-F238E27FC236}">
                  <a16:creationId xmlns:a16="http://schemas.microsoft.com/office/drawing/2014/main" id="{5919144C-F5D7-404E-A0CD-8B3F3361BA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8" name="Freeform 11">
              <a:extLst>
                <a:ext uri="{FF2B5EF4-FFF2-40B4-BE49-F238E27FC236}">
                  <a16:creationId xmlns:a16="http://schemas.microsoft.com/office/drawing/2014/main" id="{5847B2DD-A15E-487C-AD09-4085A898E1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9" name="Rectangle 12">
              <a:extLst>
                <a:ext uri="{FF2B5EF4-FFF2-40B4-BE49-F238E27FC236}">
                  <a16:creationId xmlns:a16="http://schemas.microsoft.com/office/drawing/2014/main" id="{E7E87135-D91A-4393-A091-61878D9AB1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15370" name="Freeform 13">
              <a:extLst>
                <a:ext uri="{FF2B5EF4-FFF2-40B4-BE49-F238E27FC236}">
                  <a16:creationId xmlns:a16="http://schemas.microsoft.com/office/drawing/2014/main" id="{DB78349F-F430-498C-BFFD-9023D263AE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1" name="Line 14">
              <a:extLst>
                <a:ext uri="{FF2B5EF4-FFF2-40B4-BE49-F238E27FC236}">
                  <a16:creationId xmlns:a16="http://schemas.microsoft.com/office/drawing/2014/main" id="{67181936-6D07-456F-B3D4-BCB2D4CA95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2" name="Rectangle 15">
              <a:extLst>
                <a:ext uri="{FF2B5EF4-FFF2-40B4-BE49-F238E27FC236}">
                  <a16:creationId xmlns:a16="http://schemas.microsoft.com/office/drawing/2014/main" id="{3FD64D59-0C64-46D5-A2EB-271BC3B717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15373" name="Freeform 16">
              <a:extLst>
                <a:ext uri="{FF2B5EF4-FFF2-40B4-BE49-F238E27FC236}">
                  <a16:creationId xmlns:a16="http://schemas.microsoft.com/office/drawing/2014/main" id="{7B2EBD9B-0B75-4BF4-8DB0-E0710EE50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4" name="Freeform 17">
              <a:extLst>
                <a:ext uri="{FF2B5EF4-FFF2-40B4-BE49-F238E27FC236}">
                  <a16:creationId xmlns:a16="http://schemas.microsoft.com/office/drawing/2014/main" id="{3B275AB9-78B9-4F31-AFA8-43C27A3677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5" name="Freeform 18">
              <a:extLst>
                <a:ext uri="{FF2B5EF4-FFF2-40B4-BE49-F238E27FC236}">
                  <a16:creationId xmlns:a16="http://schemas.microsoft.com/office/drawing/2014/main" id="{1C838254-28BA-4614-B81D-613375ADB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6" name="Line 19">
              <a:extLst>
                <a:ext uri="{FF2B5EF4-FFF2-40B4-BE49-F238E27FC236}">
                  <a16:creationId xmlns:a16="http://schemas.microsoft.com/office/drawing/2014/main" id="{3EA68035-B120-4EC4-9FC9-3AECFD18320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7" name="Rectangle 22">
              <a:extLst>
                <a:ext uri="{FF2B5EF4-FFF2-40B4-BE49-F238E27FC236}">
                  <a16:creationId xmlns:a16="http://schemas.microsoft.com/office/drawing/2014/main" id="{F4568817-4FFD-4483-BE0A-75BDF0B852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15378" name="Freeform 23">
              <a:extLst>
                <a:ext uri="{FF2B5EF4-FFF2-40B4-BE49-F238E27FC236}">
                  <a16:creationId xmlns:a16="http://schemas.microsoft.com/office/drawing/2014/main" id="{A6E1BE5C-BF86-4022-BA7E-075CD5607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9" name="Freeform 24">
              <a:extLst>
                <a:ext uri="{FF2B5EF4-FFF2-40B4-BE49-F238E27FC236}">
                  <a16:creationId xmlns:a16="http://schemas.microsoft.com/office/drawing/2014/main" id="{B4A433BA-5F51-47DE-BA9F-FD78D836B3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0" name="Freeform 27">
              <a:extLst>
                <a:ext uri="{FF2B5EF4-FFF2-40B4-BE49-F238E27FC236}">
                  <a16:creationId xmlns:a16="http://schemas.microsoft.com/office/drawing/2014/main" id="{E6E6899A-353B-4AAE-B4A6-62C85E2258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1" name="Line 28">
              <a:extLst>
                <a:ext uri="{FF2B5EF4-FFF2-40B4-BE49-F238E27FC236}">
                  <a16:creationId xmlns:a16="http://schemas.microsoft.com/office/drawing/2014/main" id="{73A65AD1-BACA-4293-9ADF-956CDC5CAA1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2" name="Rectangle 29">
              <a:extLst>
                <a:ext uri="{FF2B5EF4-FFF2-40B4-BE49-F238E27FC236}">
                  <a16:creationId xmlns:a16="http://schemas.microsoft.com/office/drawing/2014/main" id="{D9998000-A513-49EF-BBFD-E8A2C31141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15383" name="Rectangle 30">
              <a:extLst>
                <a:ext uri="{FF2B5EF4-FFF2-40B4-BE49-F238E27FC236}">
                  <a16:creationId xmlns:a16="http://schemas.microsoft.com/office/drawing/2014/main" id="{7FCBCE09-BD70-4BBB-AC86-0959EBB784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15384" name="Rectangle 31">
              <a:extLst>
                <a:ext uri="{FF2B5EF4-FFF2-40B4-BE49-F238E27FC236}">
                  <a16:creationId xmlns:a16="http://schemas.microsoft.com/office/drawing/2014/main" id="{9AD451FB-9A22-4A82-A979-EFB7D7FBBE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85" name="Rectangle 32">
              <a:extLst>
                <a:ext uri="{FF2B5EF4-FFF2-40B4-BE49-F238E27FC236}">
                  <a16:creationId xmlns:a16="http://schemas.microsoft.com/office/drawing/2014/main" id="{E5B05C64-1089-436C-B7F1-7A8063EF23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86" name="Rectangle 33">
              <a:extLst>
                <a:ext uri="{FF2B5EF4-FFF2-40B4-BE49-F238E27FC236}">
                  <a16:creationId xmlns:a16="http://schemas.microsoft.com/office/drawing/2014/main" id="{881F68F5-1A59-40D9-984D-D30885AE46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29" name="Shape 640">
              <a:extLst>
                <a:ext uri="{FF2B5EF4-FFF2-40B4-BE49-F238E27FC236}">
                  <a16:creationId xmlns:a16="http://schemas.microsoft.com/office/drawing/2014/main" id="{499C3DBB-3BCE-471E-934F-5E0CC60D5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19400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30" name="Shape 643">
              <a:extLst>
                <a:ext uri="{FF2B5EF4-FFF2-40B4-BE49-F238E27FC236}">
                  <a16:creationId xmlns:a16="http://schemas.microsoft.com/office/drawing/2014/main" id="{73F2B5B4-7B8F-478E-9290-783432D24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19400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  <p:sp>
        <p:nvSpPr>
          <p:cNvPr id="33" name="Title 1">
            <a:extLst>
              <a:ext uri="{FF2B5EF4-FFF2-40B4-BE49-F238E27FC236}">
                <a16:creationId xmlns:a16="http://schemas.microsoft.com/office/drawing/2014/main" id="{F602D74F-8324-4786-9123-5555A060BD2A}"/>
              </a:ext>
            </a:extLst>
          </p:cNvPr>
          <p:cNvSpPr txBox="1">
            <a:spLocks/>
          </p:cNvSpPr>
          <p:nvPr/>
        </p:nvSpPr>
        <p:spPr bwMode="auto">
          <a:xfrm>
            <a:off x="0" y="32766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(ii) Mealy Type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1680590-960C-4E59-B18E-44B7E9FD5CBC}"/>
              </a:ext>
            </a:extLst>
          </p:cNvPr>
          <p:cNvGrpSpPr/>
          <p:nvPr/>
        </p:nvGrpSpPr>
        <p:grpSpPr>
          <a:xfrm>
            <a:off x="722313" y="4160838"/>
            <a:ext cx="7845425" cy="2392362"/>
            <a:chOff x="722313" y="2179638"/>
            <a:chExt cx="7845425" cy="2392362"/>
          </a:xfrm>
        </p:grpSpPr>
        <p:sp>
          <p:nvSpPr>
            <p:cNvPr id="35" name="Rectangle 4">
              <a:extLst>
                <a:ext uri="{FF2B5EF4-FFF2-40B4-BE49-F238E27FC236}">
                  <a16:creationId xmlns:a16="http://schemas.microsoft.com/office/drawing/2014/main" id="{3F0191E1-0072-4A4C-82F3-B12D780181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36" name="Rectangle 5">
              <a:extLst>
                <a:ext uri="{FF2B5EF4-FFF2-40B4-BE49-F238E27FC236}">
                  <a16:creationId xmlns:a16="http://schemas.microsoft.com/office/drawing/2014/main" id="{AF740C71-0FDA-42A9-9E27-DF571AB7AF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Rectangle 6">
              <a:extLst>
                <a:ext uri="{FF2B5EF4-FFF2-40B4-BE49-F238E27FC236}">
                  <a16:creationId xmlns:a16="http://schemas.microsoft.com/office/drawing/2014/main" id="{40F72839-5606-4D4A-B215-0EBE2BC977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38" name="Rectangle 7">
              <a:extLst>
                <a:ext uri="{FF2B5EF4-FFF2-40B4-BE49-F238E27FC236}">
                  <a16:creationId xmlns:a16="http://schemas.microsoft.com/office/drawing/2014/main" id="{8E6EA084-6A2F-4A8D-975D-30A24402DD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8">
              <a:extLst>
                <a:ext uri="{FF2B5EF4-FFF2-40B4-BE49-F238E27FC236}">
                  <a16:creationId xmlns:a16="http://schemas.microsoft.com/office/drawing/2014/main" id="{0DAC5C6F-257E-40C0-821F-1E0C29E715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" name="Line 9">
              <a:extLst>
                <a:ext uri="{FF2B5EF4-FFF2-40B4-BE49-F238E27FC236}">
                  <a16:creationId xmlns:a16="http://schemas.microsoft.com/office/drawing/2014/main" id="{AC289164-37B6-4D15-96B7-F9A82779DE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Freeform 10">
              <a:extLst>
                <a:ext uri="{FF2B5EF4-FFF2-40B4-BE49-F238E27FC236}">
                  <a16:creationId xmlns:a16="http://schemas.microsoft.com/office/drawing/2014/main" id="{D75D3435-6799-45CB-8F12-70E384684C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11">
              <a:extLst>
                <a:ext uri="{FF2B5EF4-FFF2-40B4-BE49-F238E27FC236}">
                  <a16:creationId xmlns:a16="http://schemas.microsoft.com/office/drawing/2014/main" id="{5A508444-84D2-400C-B1B4-2B5B6C666A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" name="Rectangle 12">
              <a:extLst>
                <a:ext uri="{FF2B5EF4-FFF2-40B4-BE49-F238E27FC236}">
                  <a16:creationId xmlns:a16="http://schemas.microsoft.com/office/drawing/2014/main" id="{7C4755EC-9A5A-4E72-8DE9-C6EC5B483D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44" name="Freeform 13">
              <a:extLst>
                <a:ext uri="{FF2B5EF4-FFF2-40B4-BE49-F238E27FC236}">
                  <a16:creationId xmlns:a16="http://schemas.microsoft.com/office/drawing/2014/main" id="{BBE54256-E581-4C62-BC29-1B6968956B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Line 14">
              <a:extLst>
                <a:ext uri="{FF2B5EF4-FFF2-40B4-BE49-F238E27FC236}">
                  <a16:creationId xmlns:a16="http://schemas.microsoft.com/office/drawing/2014/main" id="{2E012D8D-1566-4C69-A6FC-37024ED3E7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" name="Rectangle 15">
              <a:extLst>
                <a:ext uri="{FF2B5EF4-FFF2-40B4-BE49-F238E27FC236}">
                  <a16:creationId xmlns:a16="http://schemas.microsoft.com/office/drawing/2014/main" id="{2692CF27-8965-4224-9C28-768433941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47" name="Freeform 16">
              <a:extLst>
                <a:ext uri="{FF2B5EF4-FFF2-40B4-BE49-F238E27FC236}">
                  <a16:creationId xmlns:a16="http://schemas.microsoft.com/office/drawing/2014/main" id="{FAD85AB5-1BA5-4AC4-B0DE-AC17347F17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Freeform 17">
              <a:extLst>
                <a:ext uri="{FF2B5EF4-FFF2-40B4-BE49-F238E27FC236}">
                  <a16:creationId xmlns:a16="http://schemas.microsoft.com/office/drawing/2014/main" id="{F56AAA80-A22E-4844-81AA-E0F3AFCE85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Freeform 18">
              <a:extLst>
                <a:ext uri="{FF2B5EF4-FFF2-40B4-BE49-F238E27FC236}">
                  <a16:creationId xmlns:a16="http://schemas.microsoft.com/office/drawing/2014/main" id="{17F00A26-D653-4FFA-B035-0E37B76EA3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Line 19">
              <a:extLst>
                <a:ext uri="{FF2B5EF4-FFF2-40B4-BE49-F238E27FC236}">
                  <a16:creationId xmlns:a16="http://schemas.microsoft.com/office/drawing/2014/main" id="{CD929D15-7C7C-4FF6-9FAE-2A376A86CC8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Freeform 20">
              <a:extLst>
                <a:ext uri="{FF2B5EF4-FFF2-40B4-BE49-F238E27FC236}">
                  <a16:creationId xmlns:a16="http://schemas.microsoft.com/office/drawing/2014/main" id="{46A56427-F517-49C2-8842-E6C056E594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2751138"/>
              <a:ext cx="131763" cy="65087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3366FF"/>
            </a:solidFill>
            <a:ln w="19050">
              <a:solidFill>
                <a:srgbClr val="3366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Freeform 21">
              <a:extLst>
                <a:ext uri="{FF2B5EF4-FFF2-40B4-BE49-F238E27FC236}">
                  <a16:creationId xmlns:a16="http://schemas.microsoft.com/office/drawing/2014/main" id="{6E5FBB53-B6DE-4DCA-B416-E62C77FE12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2179638"/>
              <a:ext cx="4476750" cy="746125"/>
            </a:xfrm>
            <a:custGeom>
              <a:avLst/>
              <a:gdLst>
                <a:gd name="T0" fmla="*/ 2147483646 w 4908"/>
                <a:gd name="T1" fmla="*/ 2147483646 h 817"/>
                <a:gd name="T2" fmla="*/ 2147483646 w 4908"/>
                <a:gd name="T3" fmla="*/ 2147483646 h 817"/>
                <a:gd name="T4" fmla="*/ 2147483646 w 4908"/>
                <a:gd name="T5" fmla="*/ 0 h 817"/>
                <a:gd name="T6" fmla="*/ 0 w 4908"/>
                <a:gd name="T7" fmla="*/ 0 h 817"/>
                <a:gd name="T8" fmla="*/ 0 w 4908"/>
                <a:gd name="T9" fmla="*/ 2147483646 h 8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08"/>
                <a:gd name="T16" fmla="*/ 0 h 817"/>
                <a:gd name="T17" fmla="*/ 4908 w 4908"/>
                <a:gd name="T18" fmla="*/ 817 h 8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08" h="817">
                  <a:moveTo>
                    <a:pt x="4908" y="673"/>
                  </a:moveTo>
                  <a:lnTo>
                    <a:pt x="4619" y="673"/>
                  </a:lnTo>
                  <a:lnTo>
                    <a:pt x="4619" y="0"/>
                  </a:lnTo>
                  <a:lnTo>
                    <a:pt x="0" y="0"/>
                  </a:lnTo>
                  <a:lnTo>
                    <a:pt x="0" y="817"/>
                  </a:lnTo>
                </a:path>
              </a:pathLst>
            </a:custGeom>
            <a:noFill/>
            <a:ln w="254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" name="Rectangle 22">
              <a:extLst>
                <a:ext uri="{FF2B5EF4-FFF2-40B4-BE49-F238E27FC236}">
                  <a16:creationId xmlns:a16="http://schemas.microsoft.com/office/drawing/2014/main" id="{B067DA4F-9628-4765-BFEB-CA1E63AD0C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38C0559B-23BD-43C1-B324-89C1504729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37F2EEBA-8129-4DA0-A484-F5AA06D0A4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Freeform 25">
              <a:extLst>
                <a:ext uri="{FF2B5EF4-FFF2-40B4-BE49-F238E27FC236}">
                  <a16:creationId xmlns:a16="http://schemas.microsoft.com/office/drawing/2014/main" id="{A7A1496B-F3BC-4D7B-801B-821A81399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7975" y="2916238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40" y="44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11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1" y="8"/>
                  </a:lnTo>
                  <a:lnTo>
                    <a:pt x="40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Freeform 26">
              <a:extLst>
                <a:ext uri="{FF2B5EF4-FFF2-40B4-BE49-F238E27FC236}">
                  <a16:creationId xmlns:a16="http://schemas.microsoft.com/office/drawing/2014/main" id="{CC193781-0BE7-4016-9FAC-8F164684F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5275" y="2905125"/>
              <a:ext cx="50800" cy="49213"/>
            </a:xfrm>
            <a:custGeom>
              <a:avLst/>
              <a:gdLst>
                <a:gd name="T0" fmla="*/ 2147483646 w 57"/>
                <a:gd name="T1" fmla="*/ 0 h 55"/>
                <a:gd name="T2" fmla="*/ 2147483646 w 57"/>
                <a:gd name="T3" fmla="*/ 2147483646 h 55"/>
                <a:gd name="T4" fmla="*/ 2147483646 w 57"/>
                <a:gd name="T5" fmla="*/ 2147483646 h 55"/>
                <a:gd name="T6" fmla="*/ 2147483646 w 57"/>
                <a:gd name="T7" fmla="*/ 2147483646 h 55"/>
                <a:gd name="T8" fmla="*/ 2147483646 w 57"/>
                <a:gd name="T9" fmla="*/ 2147483646 h 55"/>
                <a:gd name="T10" fmla="*/ 2147483646 w 57"/>
                <a:gd name="T11" fmla="*/ 2147483646 h 55"/>
                <a:gd name="T12" fmla="*/ 2147483646 w 57"/>
                <a:gd name="T13" fmla="*/ 2147483646 h 55"/>
                <a:gd name="T14" fmla="*/ 2147483646 w 57"/>
                <a:gd name="T15" fmla="*/ 2147483646 h 55"/>
                <a:gd name="T16" fmla="*/ 2147483646 w 57"/>
                <a:gd name="T17" fmla="*/ 2147483646 h 55"/>
                <a:gd name="T18" fmla="*/ 2147483646 w 57"/>
                <a:gd name="T19" fmla="*/ 2147483646 h 55"/>
                <a:gd name="T20" fmla="*/ 0 w 57"/>
                <a:gd name="T21" fmla="*/ 2147483646 h 55"/>
                <a:gd name="T22" fmla="*/ 2147483646 w 57"/>
                <a:gd name="T23" fmla="*/ 2147483646 h 55"/>
                <a:gd name="T24" fmla="*/ 2147483646 w 57"/>
                <a:gd name="T25" fmla="*/ 2147483646 h 55"/>
                <a:gd name="T26" fmla="*/ 2147483646 w 57"/>
                <a:gd name="T27" fmla="*/ 2147483646 h 55"/>
                <a:gd name="T28" fmla="*/ 2147483646 w 57"/>
                <a:gd name="T29" fmla="*/ 2147483646 h 55"/>
                <a:gd name="T30" fmla="*/ 2147483646 w 57"/>
                <a:gd name="T31" fmla="*/ 2147483646 h 55"/>
                <a:gd name="T32" fmla="*/ 2147483646 w 57"/>
                <a:gd name="T33" fmla="*/ 2147483646 h 55"/>
                <a:gd name="T34" fmla="*/ 2147483646 w 57"/>
                <a:gd name="T35" fmla="*/ 2147483646 h 55"/>
                <a:gd name="T36" fmla="*/ 2147483646 w 57"/>
                <a:gd name="T37" fmla="*/ 2147483646 h 55"/>
                <a:gd name="T38" fmla="*/ 2147483646 w 57"/>
                <a:gd name="T39" fmla="*/ 2147483646 h 55"/>
                <a:gd name="T40" fmla="*/ 2147483646 w 57"/>
                <a:gd name="T41" fmla="*/ 2147483646 h 55"/>
                <a:gd name="T42" fmla="*/ 2147483646 w 57"/>
                <a:gd name="T43" fmla="*/ 2147483646 h 55"/>
                <a:gd name="T44" fmla="*/ 2147483646 w 57"/>
                <a:gd name="T45" fmla="*/ 2147483646 h 55"/>
                <a:gd name="T46" fmla="*/ 2147483646 w 57"/>
                <a:gd name="T47" fmla="*/ 2147483646 h 55"/>
                <a:gd name="T48" fmla="*/ 2147483646 w 57"/>
                <a:gd name="T49" fmla="*/ 2147483646 h 55"/>
                <a:gd name="T50" fmla="*/ 2147483646 w 57"/>
                <a:gd name="T51" fmla="*/ 2147483646 h 55"/>
                <a:gd name="T52" fmla="*/ 2147483646 w 57"/>
                <a:gd name="T53" fmla="*/ 2147483646 h 55"/>
                <a:gd name="T54" fmla="*/ 2147483646 w 57"/>
                <a:gd name="T55" fmla="*/ 2147483646 h 55"/>
                <a:gd name="T56" fmla="*/ 2147483646 w 57"/>
                <a:gd name="T57" fmla="*/ 2147483646 h 55"/>
                <a:gd name="T58" fmla="*/ 2147483646 w 57"/>
                <a:gd name="T59" fmla="*/ 2147483646 h 55"/>
                <a:gd name="T60" fmla="*/ 2147483646 w 57"/>
                <a:gd name="T61" fmla="*/ 2147483646 h 55"/>
                <a:gd name="T62" fmla="*/ 2147483646 w 57"/>
                <a:gd name="T63" fmla="*/ 2147483646 h 55"/>
                <a:gd name="T64" fmla="*/ 2147483646 w 57"/>
                <a:gd name="T65" fmla="*/ 2147483646 h 55"/>
                <a:gd name="T66" fmla="*/ 2147483646 w 57"/>
                <a:gd name="T67" fmla="*/ 2147483646 h 55"/>
                <a:gd name="T68" fmla="*/ 2147483646 w 57"/>
                <a:gd name="T69" fmla="*/ 2147483646 h 55"/>
                <a:gd name="T70" fmla="*/ 2147483646 w 57"/>
                <a:gd name="T71" fmla="*/ 2147483646 h 55"/>
                <a:gd name="T72" fmla="*/ 2147483646 w 57"/>
                <a:gd name="T73" fmla="*/ 2147483646 h 55"/>
                <a:gd name="T74" fmla="*/ 2147483646 w 57"/>
                <a:gd name="T75" fmla="*/ 2147483646 h 55"/>
                <a:gd name="T76" fmla="*/ 2147483646 w 57"/>
                <a:gd name="T77" fmla="*/ 2147483646 h 55"/>
                <a:gd name="T78" fmla="*/ 2147483646 w 57"/>
                <a:gd name="T79" fmla="*/ 2147483646 h 55"/>
                <a:gd name="T80" fmla="*/ 2147483646 w 57"/>
                <a:gd name="T81" fmla="*/ 2147483646 h 55"/>
                <a:gd name="T82" fmla="*/ 2147483646 w 57"/>
                <a:gd name="T83" fmla="*/ 2147483646 h 55"/>
                <a:gd name="T84" fmla="*/ 2147483646 w 57"/>
                <a:gd name="T85" fmla="*/ 0 h 55"/>
                <a:gd name="T86" fmla="*/ 2147483646 w 57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7"/>
                <a:gd name="T133" fmla="*/ 0 h 55"/>
                <a:gd name="T134" fmla="*/ 57 w 57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7" h="55">
                  <a:moveTo>
                    <a:pt x="29" y="0"/>
                  </a:move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0" y="28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5" y="42"/>
                  </a:lnTo>
                  <a:lnTo>
                    <a:pt x="5" y="43"/>
                  </a:lnTo>
                  <a:lnTo>
                    <a:pt x="7" y="45"/>
                  </a:lnTo>
                  <a:lnTo>
                    <a:pt x="8" y="46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10" y="48"/>
                  </a:lnTo>
                  <a:lnTo>
                    <a:pt x="11" y="49"/>
                  </a:lnTo>
                  <a:lnTo>
                    <a:pt x="13" y="51"/>
                  </a:lnTo>
                  <a:lnTo>
                    <a:pt x="14" y="51"/>
                  </a:lnTo>
                  <a:lnTo>
                    <a:pt x="15" y="52"/>
                  </a:lnTo>
                  <a:lnTo>
                    <a:pt x="16" y="52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40" y="53"/>
                  </a:lnTo>
                  <a:lnTo>
                    <a:pt x="41" y="53"/>
                  </a:lnTo>
                  <a:lnTo>
                    <a:pt x="43" y="52"/>
                  </a:lnTo>
                  <a:lnTo>
                    <a:pt x="44" y="52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6" y="49"/>
                  </a:lnTo>
                  <a:lnTo>
                    <a:pt x="47" y="48"/>
                  </a:lnTo>
                  <a:lnTo>
                    <a:pt x="49" y="48"/>
                  </a:lnTo>
                  <a:lnTo>
                    <a:pt x="50" y="47"/>
                  </a:lnTo>
                  <a:lnTo>
                    <a:pt x="51" y="46"/>
                  </a:lnTo>
                  <a:lnTo>
                    <a:pt x="51" y="45"/>
                  </a:lnTo>
                  <a:lnTo>
                    <a:pt x="52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5" y="40"/>
                  </a:lnTo>
                  <a:lnTo>
                    <a:pt x="55" y="39"/>
                  </a:lnTo>
                  <a:lnTo>
                    <a:pt x="55" y="37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3"/>
                  </a:lnTo>
                  <a:lnTo>
                    <a:pt x="57" y="30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19"/>
                  </a:lnTo>
                  <a:lnTo>
                    <a:pt x="55" y="18"/>
                  </a:lnTo>
                  <a:lnTo>
                    <a:pt x="55" y="17"/>
                  </a:lnTo>
                  <a:lnTo>
                    <a:pt x="55" y="16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2" y="12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7" y="7"/>
                  </a:lnTo>
                  <a:lnTo>
                    <a:pt x="46" y="6"/>
                  </a:lnTo>
                  <a:lnTo>
                    <a:pt x="45" y="5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solidFill>
              <a:srgbClr val="0000FF"/>
            </a:solidFill>
            <a:ln w="19050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" name="Freeform 27">
              <a:extLst>
                <a:ext uri="{FF2B5EF4-FFF2-40B4-BE49-F238E27FC236}">
                  <a16:creationId xmlns:a16="http://schemas.microsoft.com/office/drawing/2014/main" id="{58601FEB-8BF0-4564-AEAA-FA9DFCC20D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9595337F-A62F-4161-8BE9-32647B652FB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" name="Rectangle 29">
              <a:extLst>
                <a:ext uri="{FF2B5EF4-FFF2-40B4-BE49-F238E27FC236}">
                  <a16:creationId xmlns:a16="http://schemas.microsoft.com/office/drawing/2014/main" id="{35580159-24C6-42E1-8941-CFD69AAF10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61" name="Rectangle 30">
              <a:extLst>
                <a:ext uri="{FF2B5EF4-FFF2-40B4-BE49-F238E27FC236}">
                  <a16:creationId xmlns:a16="http://schemas.microsoft.com/office/drawing/2014/main" id="{E528882A-76FA-477A-AA68-0D8919E89A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62" name="Rectangle 31">
              <a:extLst>
                <a:ext uri="{FF2B5EF4-FFF2-40B4-BE49-F238E27FC236}">
                  <a16:creationId xmlns:a16="http://schemas.microsoft.com/office/drawing/2014/main" id="{75B5B24B-E8E5-47FC-9CCE-A53B025F312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63" name="Rectangle 32">
              <a:extLst>
                <a:ext uri="{FF2B5EF4-FFF2-40B4-BE49-F238E27FC236}">
                  <a16:creationId xmlns:a16="http://schemas.microsoft.com/office/drawing/2014/main" id="{103D4B07-0E44-499D-BEF7-28109E7816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Rectangle 33">
              <a:extLst>
                <a:ext uri="{FF2B5EF4-FFF2-40B4-BE49-F238E27FC236}">
                  <a16:creationId xmlns:a16="http://schemas.microsoft.com/office/drawing/2014/main" id="{8EF0114F-7D2D-4C88-A5B8-F02ABB55C2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65" name="Shape 640">
              <a:extLst>
                <a:ext uri="{FF2B5EF4-FFF2-40B4-BE49-F238E27FC236}">
                  <a16:creationId xmlns:a16="http://schemas.microsoft.com/office/drawing/2014/main" id="{AC8F61D1-9CCB-46DD-96CE-61F490C10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03525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66" name="Shape 643">
              <a:extLst>
                <a:ext uri="{FF2B5EF4-FFF2-40B4-BE49-F238E27FC236}">
                  <a16:creationId xmlns:a16="http://schemas.microsoft.com/office/drawing/2014/main" id="{2E889DD2-9CEA-4865-8FB7-2086C3129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03525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4C969363-77CD-4948-AC85-AE799838AA03}"/>
                  </a:ext>
                </a:extLst>
              </p14:cNvPr>
              <p14:cNvContentPartPr/>
              <p14:nvPr/>
            </p14:nvContentPartPr>
            <p14:xfrm>
              <a:off x="6976800" y="281880"/>
              <a:ext cx="798840" cy="2718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4C969363-77CD-4948-AC85-AE799838AA0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967440" y="272520"/>
                <a:ext cx="817560" cy="2905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hape 42">
            <a:extLst>
              <a:ext uri="{FF2B5EF4-FFF2-40B4-BE49-F238E27FC236}">
                <a16:creationId xmlns:a16="http://schemas.microsoft.com/office/drawing/2014/main" id="{8A32E72C-0EFE-3849-8D1B-7F2E20C4E2E6}"/>
              </a:ext>
            </a:extLst>
          </p:cNvPr>
          <p:cNvSpPr txBox="1">
            <a:spLocks/>
          </p:cNvSpPr>
          <p:nvPr/>
        </p:nvSpPr>
        <p:spPr>
          <a:xfrm>
            <a:off x="479425" y="76200"/>
            <a:ext cx="8370888" cy="1327150"/>
          </a:xfrm>
          <a:prstGeom prst="rect">
            <a:avLst/>
          </a:prstGeom>
        </p:spPr>
        <p:txBody>
          <a:bodyPr tIns="45700" bIns="45700"/>
          <a:lstStyle>
            <a:defPPr marR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/>
                <a:ea typeface="ＭＳ Ｐゴシック" charset="0"/>
                <a:cs typeface="Arial"/>
                <a:sym typeface="Arial" charset="0"/>
                <a:rtl val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/>
                <a:ea typeface="ＭＳ Ｐゴシック" charset="0"/>
                <a:cs typeface="Arial"/>
                <a:sym typeface="Arial" charset="0"/>
                <a:rtl val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5pPr>
            <a:lvl6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6pPr>
            <a:lvl7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7pPr>
            <a:lvl8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8pPr>
            <a:lvl9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  <a:sym typeface="Arial" charset="0"/>
                <a:rtl val="0"/>
              </a:rPr>
              <a:t>Second Design Pattern: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  <a:sym typeface="Arial" charset="0"/>
                <a:rtl val="0"/>
              </a:rPr>
              <a:t>Mealy Machines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C5544B9A-2CFF-4452-9054-5B5D54073B63}"/>
              </a:ext>
            </a:extLst>
          </p:cNvPr>
          <p:cNvGrpSpPr/>
          <p:nvPr/>
        </p:nvGrpSpPr>
        <p:grpSpPr>
          <a:xfrm>
            <a:off x="722313" y="2209800"/>
            <a:ext cx="7845425" cy="2392362"/>
            <a:chOff x="722313" y="2179638"/>
            <a:chExt cx="7845425" cy="2392362"/>
          </a:xfrm>
        </p:grpSpPr>
        <p:sp>
          <p:nvSpPr>
            <p:cNvPr id="34" name="Rectangle 4">
              <a:extLst>
                <a:ext uri="{FF2B5EF4-FFF2-40B4-BE49-F238E27FC236}">
                  <a16:creationId xmlns:a16="http://schemas.microsoft.com/office/drawing/2014/main" id="{C322F616-8533-4BE4-B83B-7903EDD8F1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35" name="Rectangle 5">
              <a:extLst>
                <a:ext uri="{FF2B5EF4-FFF2-40B4-BE49-F238E27FC236}">
                  <a16:creationId xmlns:a16="http://schemas.microsoft.com/office/drawing/2014/main" id="{6C73D6E3-3F69-47F5-9AC3-2383828AAD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Rectangle 6">
              <a:extLst>
                <a:ext uri="{FF2B5EF4-FFF2-40B4-BE49-F238E27FC236}">
                  <a16:creationId xmlns:a16="http://schemas.microsoft.com/office/drawing/2014/main" id="{2A6FD1FA-8CC8-4051-A668-FE0416BE2D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37" name="Rectangle 7">
              <a:extLst>
                <a:ext uri="{FF2B5EF4-FFF2-40B4-BE49-F238E27FC236}">
                  <a16:creationId xmlns:a16="http://schemas.microsoft.com/office/drawing/2014/main" id="{AF7C80FD-2850-44BA-A665-EBBC29808F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8">
              <a:extLst>
                <a:ext uri="{FF2B5EF4-FFF2-40B4-BE49-F238E27FC236}">
                  <a16:creationId xmlns:a16="http://schemas.microsoft.com/office/drawing/2014/main" id="{41920E24-FC26-4B91-A568-4B31981A80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" name="Line 9">
              <a:extLst>
                <a:ext uri="{FF2B5EF4-FFF2-40B4-BE49-F238E27FC236}">
                  <a16:creationId xmlns:a16="http://schemas.microsoft.com/office/drawing/2014/main" id="{FEFC46B7-F4DC-41D8-9338-7605C4F2877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" name="Freeform 10">
              <a:extLst>
                <a:ext uri="{FF2B5EF4-FFF2-40B4-BE49-F238E27FC236}">
                  <a16:creationId xmlns:a16="http://schemas.microsoft.com/office/drawing/2014/main" id="{ED7FFF15-6F7C-4E7F-8864-34FA5FFA3A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Freeform 11">
              <a:extLst>
                <a:ext uri="{FF2B5EF4-FFF2-40B4-BE49-F238E27FC236}">
                  <a16:creationId xmlns:a16="http://schemas.microsoft.com/office/drawing/2014/main" id="{B3C5C8E7-6DFA-4A8D-BBAE-85A74768B6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Rectangle 12">
              <a:extLst>
                <a:ext uri="{FF2B5EF4-FFF2-40B4-BE49-F238E27FC236}">
                  <a16:creationId xmlns:a16="http://schemas.microsoft.com/office/drawing/2014/main" id="{A9A53872-C965-499A-83BA-E1073C73BF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43" name="Freeform 13">
              <a:extLst>
                <a:ext uri="{FF2B5EF4-FFF2-40B4-BE49-F238E27FC236}">
                  <a16:creationId xmlns:a16="http://schemas.microsoft.com/office/drawing/2014/main" id="{149A2C0A-0944-4EB9-AEED-7ADA4B2898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" name="Line 14">
              <a:extLst>
                <a:ext uri="{FF2B5EF4-FFF2-40B4-BE49-F238E27FC236}">
                  <a16:creationId xmlns:a16="http://schemas.microsoft.com/office/drawing/2014/main" id="{94C7592B-4921-49DD-BBF5-B9D66AAA5BE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Rectangle 15">
              <a:extLst>
                <a:ext uri="{FF2B5EF4-FFF2-40B4-BE49-F238E27FC236}">
                  <a16:creationId xmlns:a16="http://schemas.microsoft.com/office/drawing/2014/main" id="{469C99E9-70F7-41E8-A8BE-5B2A23552E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46" name="Freeform 16">
              <a:extLst>
                <a:ext uri="{FF2B5EF4-FFF2-40B4-BE49-F238E27FC236}">
                  <a16:creationId xmlns:a16="http://schemas.microsoft.com/office/drawing/2014/main" id="{2495BDFC-5E83-4680-BAC5-F2859BC9DD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Freeform 17">
              <a:extLst>
                <a:ext uri="{FF2B5EF4-FFF2-40B4-BE49-F238E27FC236}">
                  <a16:creationId xmlns:a16="http://schemas.microsoft.com/office/drawing/2014/main" id="{01F8EB09-A719-48D9-90C9-40626FCF62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Freeform 18">
              <a:extLst>
                <a:ext uri="{FF2B5EF4-FFF2-40B4-BE49-F238E27FC236}">
                  <a16:creationId xmlns:a16="http://schemas.microsoft.com/office/drawing/2014/main" id="{4C91B9AC-9BB7-4B10-B2FE-06389FEAE1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Line 19">
              <a:extLst>
                <a:ext uri="{FF2B5EF4-FFF2-40B4-BE49-F238E27FC236}">
                  <a16:creationId xmlns:a16="http://schemas.microsoft.com/office/drawing/2014/main" id="{013E919F-0408-4D2F-A861-44C5ECC5B60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Freeform 20">
              <a:extLst>
                <a:ext uri="{FF2B5EF4-FFF2-40B4-BE49-F238E27FC236}">
                  <a16:creationId xmlns:a16="http://schemas.microsoft.com/office/drawing/2014/main" id="{5A3E6272-3095-43CA-B141-C345D46160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2751138"/>
              <a:ext cx="131763" cy="65087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3366FF"/>
            </a:solidFill>
            <a:ln w="19050">
              <a:solidFill>
                <a:srgbClr val="3366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Freeform 21">
              <a:extLst>
                <a:ext uri="{FF2B5EF4-FFF2-40B4-BE49-F238E27FC236}">
                  <a16:creationId xmlns:a16="http://schemas.microsoft.com/office/drawing/2014/main" id="{09267B12-0012-4AF8-B24F-6C7A4C9D0F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2179638"/>
              <a:ext cx="4476750" cy="746125"/>
            </a:xfrm>
            <a:custGeom>
              <a:avLst/>
              <a:gdLst>
                <a:gd name="T0" fmla="*/ 2147483646 w 4908"/>
                <a:gd name="T1" fmla="*/ 2147483646 h 817"/>
                <a:gd name="T2" fmla="*/ 2147483646 w 4908"/>
                <a:gd name="T3" fmla="*/ 2147483646 h 817"/>
                <a:gd name="T4" fmla="*/ 2147483646 w 4908"/>
                <a:gd name="T5" fmla="*/ 0 h 817"/>
                <a:gd name="T6" fmla="*/ 0 w 4908"/>
                <a:gd name="T7" fmla="*/ 0 h 817"/>
                <a:gd name="T8" fmla="*/ 0 w 4908"/>
                <a:gd name="T9" fmla="*/ 2147483646 h 8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08"/>
                <a:gd name="T16" fmla="*/ 0 h 817"/>
                <a:gd name="T17" fmla="*/ 4908 w 4908"/>
                <a:gd name="T18" fmla="*/ 817 h 8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08" h="817">
                  <a:moveTo>
                    <a:pt x="4908" y="673"/>
                  </a:moveTo>
                  <a:lnTo>
                    <a:pt x="4619" y="673"/>
                  </a:lnTo>
                  <a:lnTo>
                    <a:pt x="4619" y="0"/>
                  </a:lnTo>
                  <a:lnTo>
                    <a:pt x="0" y="0"/>
                  </a:lnTo>
                  <a:lnTo>
                    <a:pt x="0" y="817"/>
                  </a:lnTo>
                </a:path>
              </a:pathLst>
            </a:custGeom>
            <a:noFill/>
            <a:ln w="254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Rectangle 22">
              <a:extLst>
                <a:ext uri="{FF2B5EF4-FFF2-40B4-BE49-F238E27FC236}">
                  <a16:creationId xmlns:a16="http://schemas.microsoft.com/office/drawing/2014/main" id="{A57CC79E-E712-4228-A14C-7053524886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53" name="Freeform 23">
              <a:extLst>
                <a:ext uri="{FF2B5EF4-FFF2-40B4-BE49-F238E27FC236}">
                  <a16:creationId xmlns:a16="http://schemas.microsoft.com/office/drawing/2014/main" id="{9E564612-A347-435C-BD90-611B9F8CC6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" name="Freeform 24">
              <a:extLst>
                <a:ext uri="{FF2B5EF4-FFF2-40B4-BE49-F238E27FC236}">
                  <a16:creationId xmlns:a16="http://schemas.microsoft.com/office/drawing/2014/main" id="{F8C72C46-E80E-4CE6-A934-E81E317A03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" name="Freeform 25">
              <a:extLst>
                <a:ext uri="{FF2B5EF4-FFF2-40B4-BE49-F238E27FC236}">
                  <a16:creationId xmlns:a16="http://schemas.microsoft.com/office/drawing/2014/main" id="{89A8464A-3F7B-46CE-B20A-0F34709A16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7975" y="2916238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40" y="44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11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1" y="8"/>
                  </a:lnTo>
                  <a:lnTo>
                    <a:pt x="40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Freeform 26">
              <a:extLst>
                <a:ext uri="{FF2B5EF4-FFF2-40B4-BE49-F238E27FC236}">
                  <a16:creationId xmlns:a16="http://schemas.microsoft.com/office/drawing/2014/main" id="{354F6F13-B9AB-4F18-B975-4BF137F117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5275" y="2905125"/>
              <a:ext cx="50800" cy="49213"/>
            </a:xfrm>
            <a:custGeom>
              <a:avLst/>
              <a:gdLst>
                <a:gd name="T0" fmla="*/ 2147483646 w 57"/>
                <a:gd name="T1" fmla="*/ 0 h 55"/>
                <a:gd name="T2" fmla="*/ 2147483646 w 57"/>
                <a:gd name="T3" fmla="*/ 2147483646 h 55"/>
                <a:gd name="T4" fmla="*/ 2147483646 w 57"/>
                <a:gd name="T5" fmla="*/ 2147483646 h 55"/>
                <a:gd name="T6" fmla="*/ 2147483646 w 57"/>
                <a:gd name="T7" fmla="*/ 2147483646 h 55"/>
                <a:gd name="T8" fmla="*/ 2147483646 w 57"/>
                <a:gd name="T9" fmla="*/ 2147483646 h 55"/>
                <a:gd name="T10" fmla="*/ 2147483646 w 57"/>
                <a:gd name="T11" fmla="*/ 2147483646 h 55"/>
                <a:gd name="T12" fmla="*/ 2147483646 w 57"/>
                <a:gd name="T13" fmla="*/ 2147483646 h 55"/>
                <a:gd name="T14" fmla="*/ 2147483646 w 57"/>
                <a:gd name="T15" fmla="*/ 2147483646 h 55"/>
                <a:gd name="T16" fmla="*/ 2147483646 w 57"/>
                <a:gd name="T17" fmla="*/ 2147483646 h 55"/>
                <a:gd name="T18" fmla="*/ 2147483646 w 57"/>
                <a:gd name="T19" fmla="*/ 2147483646 h 55"/>
                <a:gd name="T20" fmla="*/ 0 w 57"/>
                <a:gd name="T21" fmla="*/ 2147483646 h 55"/>
                <a:gd name="T22" fmla="*/ 2147483646 w 57"/>
                <a:gd name="T23" fmla="*/ 2147483646 h 55"/>
                <a:gd name="T24" fmla="*/ 2147483646 w 57"/>
                <a:gd name="T25" fmla="*/ 2147483646 h 55"/>
                <a:gd name="T26" fmla="*/ 2147483646 w 57"/>
                <a:gd name="T27" fmla="*/ 2147483646 h 55"/>
                <a:gd name="T28" fmla="*/ 2147483646 w 57"/>
                <a:gd name="T29" fmla="*/ 2147483646 h 55"/>
                <a:gd name="T30" fmla="*/ 2147483646 w 57"/>
                <a:gd name="T31" fmla="*/ 2147483646 h 55"/>
                <a:gd name="T32" fmla="*/ 2147483646 w 57"/>
                <a:gd name="T33" fmla="*/ 2147483646 h 55"/>
                <a:gd name="T34" fmla="*/ 2147483646 w 57"/>
                <a:gd name="T35" fmla="*/ 2147483646 h 55"/>
                <a:gd name="T36" fmla="*/ 2147483646 w 57"/>
                <a:gd name="T37" fmla="*/ 2147483646 h 55"/>
                <a:gd name="T38" fmla="*/ 2147483646 w 57"/>
                <a:gd name="T39" fmla="*/ 2147483646 h 55"/>
                <a:gd name="T40" fmla="*/ 2147483646 w 57"/>
                <a:gd name="T41" fmla="*/ 2147483646 h 55"/>
                <a:gd name="T42" fmla="*/ 2147483646 w 57"/>
                <a:gd name="T43" fmla="*/ 2147483646 h 55"/>
                <a:gd name="T44" fmla="*/ 2147483646 w 57"/>
                <a:gd name="T45" fmla="*/ 2147483646 h 55"/>
                <a:gd name="T46" fmla="*/ 2147483646 w 57"/>
                <a:gd name="T47" fmla="*/ 2147483646 h 55"/>
                <a:gd name="T48" fmla="*/ 2147483646 w 57"/>
                <a:gd name="T49" fmla="*/ 2147483646 h 55"/>
                <a:gd name="T50" fmla="*/ 2147483646 w 57"/>
                <a:gd name="T51" fmla="*/ 2147483646 h 55"/>
                <a:gd name="T52" fmla="*/ 2147483646 w 57"/>
                <a:gd name="T53" fmla="*/ 2147483646 h 55"/>
                <a:gd name="T54" fmla="*/ 2147483646 w 57"/>
                <a:gd name="T55" fmla="*/ 2147483646 h 55"/>
                <a:gd name="T56" fmla="*/ 2147483646 w 57"/>
                <a:gd name="T57" fmla="*/ 2147483646 h 55"/>
                <a:gd name="T58" fmla="*/ 2147483646 w 57"/>
                <a:gd name="T59" fmla="*/ 2147483646 h 55"/>
                <a:gd name="T60" fmla="*/ 2147483646 w 57"/>
                <a:gd name="T61" fmla="*/ 2147483646 h 55"/>
                <a:gd name="T62" fmla="*/ 2147483646 w 57"/>
                <a:gd name="T63" fmla="*/ 2147483646 h 55"/>
                <a:gd name="T64" fmla="*/ 2147483646 w 57"/>
                <a:gd name="T65" fmla="*/ 2147483646 h 55"/>
                <a:gd name="T66" fmla="*/ 2147483646 w 57"/>
                <a:gd name="T67" fmla="*/ 2147483646 h 55"/>
                <a:gd name="T68" fmla="*/ 2147483646 w 57"/>
                <a:gd name="T69" fmla="*/ 2147483646 h 55"/>
                <a:gd name="T70" fmla="*/ 2147483646 w 57"/>
                <a:gd name="T71" fmla="*/ 2147483646 h 55"/>
                <a:gd name="T72" fmla="*/ 2147483646 w 57"/>
                <a:gd name="T73" fmla="*/ 2147483646 h 55"/>
                <a:gd name="T74" fmla="*/ 2147483646 w 57"/>
                <a:gd name="T75" fmla="*/ 2147483646 h 55"/>
                <a:gd name="T76" fmla="*/ 2147483646 w 57"/>
                <a:gd name="T77" fmla="*/ 2147483646 h 55"/>
                <a:gd name="T78" fmla="*/ 2147483646 w 57"/>
                <a:gd name="T79" fmla="*/ 2147483646 h 55"/>
                <a:gd name="T80" fmla="*/ 2147483646 w 57"/>
                <a:gd name="T81" fmla="*/ 2147483646 h 55"/>
                <a:gd name="T82" fmla="*/ 2147483646 w 57"/>
                <a:gd name="T83" fmla="*/ 2147483646 h 55"/>
                <a:gd name="T84" fmla="*/ 2147483646 w 57"/>
                <a:gd name="T85" fmla="*/ 0 h 55"/>
                <a:gd name="T86" fmla="*/ 2147483646 w 57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7"/>
                <a:gd name="T133" fmla="*/ 0 h 55"/>
                <a:gd name="T134" fmla="*/ 57 w 57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7" h="55">
                  <a:moveTo>
                    <a:pt x="29" y="0"/>
                  </a:move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0" y="28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5" y="42"/>
                  </a:lnTo>
                  <a:lnTo>
                    <a:pt x="5" y="43"/>
                  </a:lnTo>
                  <a:lnTo>
                    <a:pt x="7" y="45"/>
                  </a:lnTo>
                  <a:lnTo>
                    <a:pt x="8" y="46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10" y="48"/>
                  </a:lnTo>
                  <a:lnTo>
                    <a:pt x="11" y="49"/>
                  </a:lnTo>
                  <a:lnTo>
                    <a:pt x="13" y="51"/>
                  </a:lnTo>
                  <a:lnTo>
                    <a:pt x="14" y="51"/>
                  </a:lnTo>
                  <a:lnTo>
                    <a:pt x="15" y="52"/>
                  </a:lnTo>
                  <a:lnTo>
                    <a:pt x="16" y="52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40" y="53"/>
                  </a:lnTo>
                  <a:lnTo>
                    <a:pt x="41" y="53"/>
                  </a:lnTo>
                  <a:lnTo>
                    <a:pt x="43" y="52"/>
                  </a:lnTo>
                  <a:lnTo>
                    <a:pt x="44" y="52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6" y="49"/>
                  </a:lnTo>
                  <a:lnTo>
                    <a:pt x="47" y="48"/>
                  </a:lnTo>
                  <a:lnTo>
                    <a:pt x="49" y="48"/>
                  </a:lnTo>
                  <a:lnTo>
                    <a:pt x="50" y="47"/>
                  </a:lnTo>
                  <a:lnTo>
                    <a:pt x="51" y="46"/>
                  </a:lnTo>
                  <a:lnTo>
                    <a:pt x="51" y="45"/>
                  </a:lnTo>
                  <a:lnTo>
                    <a:pt x="52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5" y="40"/>
                  </a:lnTo>
                  <a:lnTo>
                    <a:pt x="55" y="39"/>
                  </a:lnTo>
                  <a:lnTo>
                    <a:pt x="55" y="37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3"/>
                  </a:lnTo>
                  <a:lnTo>
                    <a:pt x="57" y="30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19"/>
                  </a:lnTo>
                  <a:lnTo>
                    <a:pt x="55" y="18"/>
                  </a:lnTo>
                  <a:lnTo>
                    <a:pt x="55" y="17"/>
                  </a:lnTo>
                  <a:lnTo>
                    <a:pt x="55" y="16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2" y="12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7" y="7"/>
                  </a:lnTo>
                  <a:lnTo>
                    <a:pt x="46" y="6"/>
                  </a:lnTo>
                  <a:lnTo>
                    <a:pt x="45" y="5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solidFill>
              <a:srgbClr val="0000FF"/>
            </a:solidFill>
            <a:ln w="19050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Freeform 27">
              <a:extLst>
                <a:ext uri="{FF2B5EF4-FFF2-40B4-BE49-F238E27FC236}">
                  <a16:creationId xmlns:a16="http://schemas.microsoft.com/office/drawing/2014/main" id="{0A771212-47FC-435B-ABC8-3208217951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" name="Line 28">
              <a:extLst>
                <a:ext uri="{FF2B5EF4-FFF2-40B4-BE49-F238E27FC236}">
                  <a16:creationId xmlns:a16="http://schemas.microsoft.com/office/drawing/2014/main" id="{D5FFB2B6-94FA-4657-AC38-6760713EBC6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" name="Rectangle 29">
              <a:extLst>
                <a:ext uri="{FF2B5EF4-FFF2-40B4-BE49-F238E27FC236}">
                  <a16:creationId xmlns:a16="http://schemas.microsoft.com/office/drawing/2014/main" id="{572CF424-831B-40FB-80C9-D43E3F744F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60" name="Rectangle 30">
              <a:extLst>
                <a:ext uri="{FF2B5EF4-FFF2-40B4-BE49-F238E27FC236}">
                  <a16:creationId xmlns:a16="http://schemas.microsoft.com/office/drawing/2014/main" id="{A4CD07E6-FFF6-445F-92AD-3F33E94266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61" name="Rectangle 31">
              <a:extLst>
                <a:ext uri="{FF2B5EF4-FFF2-40B4-BE49-F238E27FC236}">
                  <a16:creationId xmlns:a16="http://schemas.microsoft.com/office/drawing/2014/main" id="{5715C1FF-5AA1-46AD-9961-4175F38FC5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62" name="Rectangle 32">
              <a:extLst>
                <a:ext uri="{FF2B5EF4-FFF2-40B4-BE49-F238E27FC236}">
                  <a16:creationId xmlns:a16="http://schemas.microsoft.com/office/drawing/2014/main" id="{425450BF-A425-461E-B5EC-B477BB19B7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Rectangle 33">
              <a:extLst>
                <a:ext uri="{FF2B5EF4-FFF2-40B4-BE49-F238E27FC236}">
                  <a16:creationId xmlns:a16="http://schemas.microsoft.com/office/drawing/2014/main" id="{0C1352E1-C681-4045-A1C3-7CBF4E2A7B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64" name="Shape 640">
              <a:extLst>
                <a:ext uri="{FF2B5EF4-FFF2-40B4-BE49-F238E27FC236}">
                  <a16:creationId xmlns:a16="http://schemas.microsoft.com/office/drawing/2014/main" id="{4A5E09E9-CCBB-4DD6-A968-284A78B98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03525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65" name="Shape 643">
              <a:extLst>
                <a:ext uri="{FF2B5EF4-FFF2-40B4-BE49-F238E27FC236}">
                  <a16:creationId xmlns:a16="http://schemas.microsoft.com/office/drawing/2014/main" id="{287A1F26-AD51-421D-9E76-BD637F044E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03525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8D84EEC1-BFE5-4883-BCE6-33AC83752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28599"/>
            <a:ext cx="9144000" cy="571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 &amp; Mealy Machines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Readings 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6.3, 6.4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Shape 979">
            <a:extLst>
              <a:ext uri="{FF2B5EF4-FFF2-40B4-BE49-F238E27FC236}">
                <a16:creationId xmlns:a16="http://schemas.microsoft.com/office/drawing/2014/main" id="{4B979CB2-CE39-4C2B-BEB1-FDD4BB993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88900"/>
            <a:ext cx="91440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3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Summary: Designing a </a:t>
            </a:r>
            <a:r>
              <a:rPr kumimoji="0" lang="en-US" altLang="en-US" sz="3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Mealy</a:t>
            </a:r>
            <a:r>
              <a:rPr kumimoji="0" lang="en-US" altLang="en-US" sz="3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Machine</a:t>
            </a:r>
          </a:p>
        </p:txBody>
      </p:sp>
      <p:sp>
        <p:nvSpPr>
          <p:cNvPr id="139266" name="Shape 980">
            <a:extLst>
              <a:ext uri="{FF2B5EF4-FFF2-40B4-BE49-F238E27FC236}">
                <a16:creationId xmlns:a16="http://schemas.microsoft.com/office/drawing/2014/main" id="{E05A3078-FB84-4716-8B0F-42E61E1BC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898525"/>
            <a:ext cx="7802562" cy="496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 marL="457200" indent="-3937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Obtain the circuit specification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a state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Decide on a state encoding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Encode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output logic and next-state logic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Draw the Circuit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Add a reset signal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CBF9950-13C2-4168-B296-26D2A7DA0EE5}"/>
                  </a:ext>
                </a:extLst>
              </p14:cNvPr>
              <p14:cNvContentPartPr/>
              <p14:nvPr/>
            </p14:nvContentPartPr>
            <p14:xfrm>
              <a:off x="2748240" y="1491840"/>
              <a:ext cx="2270160" cy="6278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CBF9950-13C2-4168-B296-26D2A7DA0EE5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738880" y="1482480"/>
                <a:ext cx="2288880" cy="646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831692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Title 1">
            <a:extLst>
              <a:ext uri="{FF2B5EF4-FFF2-40B4-BE49-F238E27FC236}">
                <a16:creationId xmlns:a16="http://schemas.microsoft.com/office/drawing/2014/main" id="{4C7E45B1-93FB-4FA6-BAF0-8A62AEF662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533400"/>
          </a:xfrm>
        </p:spPr>
        <p:txBody>
          <a:bodyPr/>
          <a:lstStyle/>
          <a:p>
            <a:r>
              <a:rPr lang="en-US" altLang="en-US" dirty="0"/>
              <a:t>Sample Problem</a:t>
            </a:r>
          </a:p>
        </p:txBody>
      </p:sp>
      <p:sp>
        <p:nvSpPr>
          <p:cNvPr id="13314" name="Content Placeholder 2">
            <a:extLst>
              <a:ext uri="{FF2B5EF4-FFF2-40B4-BE49-F238E27FC236}">
                <a16:creationId xmlns:a16="http://schemas.microsoft.com/office/drawing/2014/main" id="{D906B2E4-63E5-4CFD-9F9A-508FA8C937F5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" y="1066800"/>
            <a:ext cx="8839200" cy="3124200"/>
          </a:xfrm>
        </p:spPr>
        <p:txBody>
          <a:bodyPr/>
          <a:lstStyle/>
          <a:p>
            <a:pPr algn="just"/>
            <a:r>
              <a:rPr lang="en-US" altLang="en-US" dirty="0"/>
              <a:t>Implement a 11 detector. In other words, </a:t>
            </a:r>
            <a:r>
              <a:rPr lang="en-US" altLang="en-US" dirty="0">
                <a:solidFill>
                  <a:srgbClr val="FF0000"/>
                </a:solidFill>
              </a:rPr>
              <a:t>the output should be equal to 1 if two consecutive 1’s </a:t>
            </a:r>
            <a:r>
              <a:rPr lang="en-US" altLang="en-US" dirty="0"/>
              <a:t>have been detected on the input line. </a:t>
            </a:r>
          </a:p>
          <a:p>
            <a:pPr algn="just"/>
            <a:endParaRPr lang="en-US" altLang="en-US" dirty="0"/>
          </a:p>
          <a:p>
            <a:pPr algn="just"/>
            <a:r>
              <a:rPr lang="en-US" altLang="en-US" dirty="0">
                <a:solidFill>
                  <a:schemeClr val="accent2"/>
                </a:solidFill>
              </a:rPr>
              <a:t>The output should become 1 as soon as the second 1 is </a:t>
            </a:r>
            <a:r>
              <a:rPr lang="en-US" altLang="en-US">
                <a:solidFill>
                  <a:schemeClr val="accent2"/>
                </a:solidFill>
              </a:rPr>
              <a:t>detected on the input line.</a:t>
            </a:r>
            <a:endParaRPr lang="en-US" altLang="en-US" dirty="0">
              <a:solidFill>
                <a:schemeClr val="accent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1" name="Group 1">
            <a:extLst>
              <a:ext uri="{FF2B5EF4-FFF2-40B4-BE49-F238E27FC236}">
                <a16:creationId xmlns:a16="http://schemas.microsoft.com/office/drawing/2014/main" id="{1EEA2ACB-6231-4B5F-8020-8EBF0546D3C7}"/>
              </a:ext>
            </a:extLst>
          </p:cNvPr>
          <p:cNvGrpSpPr>
            <a:grpSpLocks/>
          </p:cNvGrpSpPr>
          <p:nvPr/>
        </p:nvGrpSpPr>
        <p:grpSpPr bwMode="auto">
          <a:xfrm>
            <a:off x="1043781" y="3459778"/>
            <a:ext cx="7056438" cy="981075"/>
            <a:chOff x="1123950" y="2905125"/>
            <a:chExt cx="7056438" cy="981075"/>
          </a:xfrm>
        </p:grpSpPr>
        <p:sp>
          <p:nvSpPr>
            <p:cNvPr id="15366" name="Rectangle 4">
              <a:extLst>
                <a:ext uri="{FF2B5EF4-FFF2-40B4-BE49-F238E27FC236}">
                  <a16:creationId xmlns:a16="http://schemas.microsoft.com/office/drawing/2014/main" id="{34D51F8E-FA2A-45C2-B6DE-D187A3419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7" name="Rectangle 5">
              <a:extLst>
                <a:ext uri="{FF2B5EF4-FFF2-40B4-BE49-F238E27FC236}">
                  <a16:creationId xmlns:a16="http://schemas.microsoft.com/office/drawing/2014/main" id="{A068AE07-4742-4352-92DC-820AFD7FA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8" name="Rectangle 6">
              <a:extLst>
                <a:ext uri="{FF2B5EF4-FFF2-40B4-BE49-F238E27FC236}">
                  <a16:creationId xmlns:a16="http://schemas.microsoft.com/office/drawing/2014/main" id="{4B15BEB1-AD97-42D5-BEE7-AC722B98C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9" name="Rectangle 7">
              <a:extLst>
                <a:ext uri="{FF2B5EF4-FFF2-40B4-BE49-F238E27FC236}">
                  <a16:creationId xmlns:a16="http://schemas.microsoft.com/office/drawing/2014/main" id="{2FCEDC77-47DF-48BA-A218-2E103879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0" name="Rectangle 8">
              <a:extLst>
                <a:ext uri="{FF2B5EF4-FFF2-40B4-BE49-F238E27FC236}">
                  <a16:creationId xmlns:a16="http://schemas.microsoft.com/office/drawing/2014/main" id="{62A8CEE3-4B7D-4DE2-AFF5-3A6C3F149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1" name="Rectangle 9">
              <a:extLst>
                <a:ext uri="{FF2B5EF4-FFF2-40B4-BE49-F238E27FC236}">
                  <a16:creationId xmlns:a16="http://schemas.microsoft.com/office/drawing/2014/main" id="{CDCB3ACB-5369-4631-ADA6-4045E862D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2" name="Rectangle 10">
              <a:extLst>
                <a:ext uri="{FF2B5EF4-FFF2-40B4-BE49-F238E27FC236}">
                  <a16:creationId xmlns:a16="http://schemas.microsoft.com/office/drawing/2014/main" id="{36CB5D46-C6A9-412F-B67A-3AE1B3D23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3" name="Rectangle 11">
              <a:extLst>
                <a:ext uri="{FF2B5EF4-FFF2-40B4-BE49-F238E27FC236}">
                  <a16:creationId xmlns:a16="http://schemas.microsoft.com/office/drawing/2014/main" id="{67079E1E-684F-466B-A1DE-DDCB754D4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4" name="Rectangle 12">
              <a:extLst>
                <a:ext uri="{FF2B5EF4-FFF2-40B4-BE49-F238E27FC236}">
                  <a16:creationId xmlns:a16="http://schemas.microsoft.com/office/drawing/2014/main" id="{DE8F7142-9C47-4ADE-AE08-6CFA63A29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5" name="Rectangle 13">
              <a:extLst>
                <a:ext uri="{FF2B5EF4-FFF2-40B4-BE49-F238E27FC236}">
                  <a16:creationId xmlns:a16="http://schemas.microsoft.com/office/drawing/2014/main" id="{764CE5F5-8A74-4A56-9487-E4A3B8162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6" name="Rectangle 14">
              <a:extLst>
                <a:ext uri="{FF2B5EF4-FFF2-40B4-BE49-F238E27FC236}">
                  <a16:creationId xmlns:a16="http://schemas.microsoft.com/office/drawing/2014/main" id="{95C7D998-9076-4E94-A340-DB6931C3D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7" name="Rectangle 15">
              <a:extLst>
                <a:ext uri="{FF2B5EF4-FFF2-40B4-BE49-F238E27FC236}">
                  <a16:creationId xmlns:a16="http://schemas.microsoft.com/office/drawing/2014/main" id="{B6CF1A48-0C63-42BA-A7E0-33B750958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8" name="Rectangle 16">
              <a:extLst>
                <a:ext uri="{FF2B5EF4-FFF2-40B4-BE49-F238E27FC236}">
                  <a16:creationId xmlns:a16="http://schemas.microsoft.com/office/drawing/2014/main" id="{26B8F7A5-B480-43C7-866A-96C5DF894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9" name="Rectangle 17">
              <a:extLst>
                <a:ext uri="{FF2B5EF4-FFF2-40B4-BE49-F238E27FC236}">
                  <a16:creationId xmlns:a16="http://schemas.microsoft.com/office/drawing/2014/main" id="{BD354600-0FB2-4121-897A-EC6ED36C3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0" name="Rectangle 18">
              <a:extLst>
                <a:ext uri="{FF2B5EF4-FFF2-40B4-BE49-F238E27FC236}">
                  <a16:creationId xmlns:a16="http://schemas.microsoft.com/office/drawing/2014/main" id="{9F909552-A2D5-4E58-899B-4F8EFFB5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1" name="Rectangle 19">
              <a:extLst>
                <a:ext uri="{FF2B5EF4-FFF2-40B4-BE49-F238E27FC236}">
                  <a16:creationId xmlns:a16="http://schemas.microsoft.com/office/drawing/2014/main" id="{1E8E4227-DA84-4377-9A7A-B4047CF33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2" name="Rectangle 20">
              <a:extLst>
                <a:ext uri="{FF2B5EF4-FFF2-40B4-BE49-F238E27FC236}">
                  <a16:creationId xmlns:a16="http://schemas.microsoft.com/office/drawing/2014/main" id="{755597EE-1D94-4EBC-A0AF-16504CA9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3" name="Rectangle 21">
              <a:extLst>
                <a:ext uri="{FF2B5EF4-FFF2-40B4-BE49-F238E27FC236}">
                  <a16:creationId xmlns:a16="http://schemas.microsoft.com/office/drawing/2014/main" id="{67BB1095-4BEC-474A-A377-5AA83E72F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4" name="Rectangle 22">
              <a:extLst>
                <a:ext uri="{FF2B5EF4-FFF2-40B4-BE49-F238E27FC236}">
                  <a16:creationId xmlns:a16="http://schemas.microsoft.com/office/drawing/2014/main" id="{04AB969D-AD50-45C7-958F-0020A53D7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5" name="Rectangle 23">
              <a:extLst>
                <a:ext uri="{FF2B5EF4-FFF2-40B4-BE49-F238E27FC236}">
                  <a16:creationId xmlns:a16="http://schemas.microsoft.com/office/drawing/2014/main" id="{707E68FA-C49F-46E1-8AB2-86E5F1463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6" name="Rectangle 24">
              <a:extLst>
                <a:ext uri="{FF2B5EF4-FFF2-40B4-BE49-F238E27FC236}">
                  <a16:creationId xmlns:a16="http://schemas.microsoft.com/office/drawing/2014/main" id="{D916FEA5-E243-491D-99E6-D8DA5089C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7" name="Rectangle 25">
              <a:extLst>
                <a:ext uri="{FF2B5EF4-FFF2-40B4-BE49-F238E27FC236}">
                  <a16:creationId xmlns:a16="http://schemas.microsoft.com/office/drawing/2014/main" id="{1A3A7316-E255-400B-B910-AA51A485A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8" name="Rectangle 26">
              <a:extLst>
                <a:ext uri="{FF2B5EF4-FFF2-40B4-BE49-F238E27FC236}">
                  <a16:creationId xmlns:a16="http://schemas.microsoft.com/office/drawing/2014/main" id="{5ABD0AE9-EA1A-4DE3-AC5B-36BB56D17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9" name="Rectangle 27">
              <a:extLst>
                <a:ext uri="{FF2B5EF4-FFF2-40B4-BE49-F238E27FC236}">
                  <a16:creationId xmlns:a16="http://schemas.microsoft.com/office/drawing/2014/main" id="{06967091-ED92-4E43-9989-281250A56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0" name="Rectangle 28">
              <a:extLst>
                <a:ext uri="{FF2B5EF4-FFF2-40B4-BE49-F238E27FC236}">
                  <a16:creationId xmlns:a16="http://schemas.microsoft.com/office/drawing/2014/main" id="{007225A7-F49A-4172-90FD-6261AACC7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1" name="Rectangle 29">
              <a:extLst>
                <a:ext uri="{FF2B5EF4-FFF2-40B4-BE49-F238E27FC236}">
                  <a16:creationId xmlns:a16="http://schemas.microsoft.com/office/drawing/2014/main" id="{7520BDEC-BD9D-4AF3-A356-7AA98D87F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2" name="Rectangle 30">
              <a:extLst>
                <a:ext uri="{FF2B5EF4-FFF2-40B4-BE49-F238E27FC236}">
                  <a16:creationId xmlns:a16="http://schemas.microsoft.com/office/drawing/2014/main" id="{2ABD1730-5459-4A68-BACB-A2D102AA3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3" name="Rectangle 31">
              <a:extLst>
                <a:ext uri="{FF2B5EF4-FFF2-40B4-BE49-F238E27FC236}">
                  <a16:creationId xmlns:a16="http://schemas.microsoft.com/office/drawing/2014/main" id="{CDB56274-C5AA-48A5-BCE5-8BF6971FD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4" name="Rectangle 32">
              <a:extLst>
                <a:ext uri="{FF2B5EF4-FFF2-40B4-BE49-F238E27FC236}">
                  <a16:creationId xmlns:a16="http://schemas.microsoft.com/office/drawing/2014/main" id="{FE4BA332-1E51-4915-84E6-9E4FEE669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5" name="Rectangle 33">
              <a:extLst>
                <a:ext uri="{FF2B5EF4-FFF2-40B4-BE49-F238E27FC236}">
                  <a16:creationId xmlns:a16="http://schemas.microsoft.com/office/drawing/2014/main" id="{1EDB6A51-4C46-473E-B130-14F8FA3C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6" name="Rectangle 34">
              <a:extLst>
                <a:ext uri="{FF2B5EF4-FFF2-40B4-BE49-F238E27FC236}">
                  <a16:creationId xmlns:a16="http://schemas.microsoft.com/office/drawing/2014/main" id="{02AAC8E2-1200-46CB-8182-6FB13D01B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7" name="Rectangle 35">
              <a:extLst>
                <a:ext uri="{FF2B5EF4-FFF2-40B4-BE49-F238E27FC236}">
                  <a16:creationId xmlns:a16="http://schemas.microsoft.com/office/drawing/2014/main" id="{6F662DD7-0743-4A88-9403-EE161C8DA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8" name="Rectangle 36">
              <a:extLst>
                <a:ext uri="{FF2B5EF4-FFF2-40B4-BE49-F238E27FC236}">
                  <a16:creationId xmlns:a16="http://schemas.microsoft.com/office/drawing/2014/main" id="{1ACB1558-8FF3-4283-86A5-E5179FC0B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99" name="Rectangle 37">
              <a:extLst>
                <a:ext uri="{FF2B5EF4-FFF2-40B4-BE49-F238E27FC236}">
                  <a16:creationId xmlns:a16="http://schemas.microsoft.com/office/drawing/2014/main" id="{0A0B5E6B-4ACF-472B-A4B9-3A7FD58C5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0" name="Rectangle 38">
              <a:extLst>
                <a:ext uri="{FF2B5EF4-FFF2-40B4-BE49-F238E27FC236}">
                  <a16:creationId xmlns:a16="http://schemas.microsoft.com/office/drawing/2014/main" id="{7155858C-F5B0-4235-BA36-3FE9BD604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1" name="Rectangle 39">
              <a:extLst>
                <a:ext uri="{FF2B5EF4-FFF2-40B4-BE49-F238E27FC236}">
                  <a16:creationId xmlns:a16="http://schemas.microsoft.com/office/drawing/2014/main" id="{10FFEA49-01FD-4DF1-B069-B7E180DA3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2" name="Rectangle 40">
              <a:extLst>
                <a:ext uri="{FF2B5EF4-FFF2-40B4-BE49-F238E27FC236}">
                  <a16:creationId xmlns:a16="http://schemas.microsoft.com/office/drawing/2014/main" id="{2280FA1A-AE49-41C4-B248-B0BFB0B5A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3" name="Rectangle 41">
              <a:extLst>
                <a:ext uri="{FF2B5EF4-FFF2-40B4-BE49-F238E27FC236}">
                  <a16:creationId xmlns:a16="http://schemas.microsoft.com/office/drawing/2014/main" id="{ABA00486-0491-420B-96B1-A0AC39DB8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4" name="Rectangle 42">
              <a:extLst>
                <a:ext uri="{FF2B5EF4-FFF2-40B4-BE49-F238E27FC236}">
                  <a16:creationId xmlns:a16="http://schemas.microsoft.com/office/drawing/2014/main" id="{9E1BFE26-C239-47DE-90B8-E19562474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5" name="Rectangle 43">
              <a:extLst>
                <a:ext uri="{FF2B5EF4-FFF2-40B4-BE49-F238E27FC236}">
                  <a16:creationId xmlns:a16="http://schemas.microsoft.com/office/drawing/2014/main" id="{80463E77-AF35-4C9A-99D4-72EE979ED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6" name="Rectangle 44">
              <a:extLst>
                <a:ext uri="{FF2B5EF4-FFF2-40B4-BE49-F238E27FC236}">
                  <a16:creationId xmlns:a16="http://schemas.microsoft.com/office/drawing/2014/main" id="{0864D150-2173-4243-8B77-55B387AA1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7" name="Rectangle 45">
              <a:extLst>
                <a:ext uri="{FF2B5EF4-FFF2-40B4-BE49-F238E27FC236}">
                  <a16:creationId xmlns:a16="http://schemas.microsoft.com/office/drawing/2014/main" id="{D12A170A-6298-489C-9384-B7161D3D6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8" name="Rectangle 46">
              <a:extLst>
                <a:ext uri="{FF2B5EF4-FFF2-40B4-BE49-F238E27FC236}">
                  <a16:creationId xmlns:a16="http://schemas.microsoft.com/office/drawing/2014/main" id="{F327A541-2382-45B2-AE01-ABD32F129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09" name="Rectangle 47">
              <a:extLst>
                <a:ext uri="{FF2B5EF4-FFF2-40B4-BE49-F238E27FC236}">
                  <a16:creationId xmlns:a16="http://schemas.microsoft.com/office/drawing/2014/main" id="{96953ADE-CC46-4198-B454-9D1241E65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0" name="Rectangle 48">
              <a:extLst>
                <a:ext uri="{FF2B5EF4-FFF2-40B4-BE49-F238E27FC236}">
                  <a16:creationId xmlns:a16="http://schemas.microsoft.com/office/drawing/2014/main" id="{B758A25C-4F15-405F-BE6D-90133FCE1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1" name="Rectangle 49">
              <a:extLst>
                <a:ext uri="{FF2B5EF4-FFF2-40B4-BE49-F238E27FC236}">
                  <a16:creationId xmlns:a16="http://schemas.microsoft.com/office/drawing/2014/main" id="{8FB18A28-E8EF-4155-BA34-16FD78084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2" name="Rectangle 50">
              <a:extLst>
                <a:ext uri="{FF2B5EF4-FFF2-40B4-BE49-F238E27FC236}">
                  <a16:creationId xmlns:a16="http://schemas.microsoft.com/office/drawing/2014/main" id="{0FC1B228-E8AF-4D45-BBF1-61F22207F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3" name="Rectangle 51">
              <a:extLst>
                <a:ext uri="{FF2B5EF4-FFF2-40B4-BE49-F238E27FC236}">
                  <a16:creationId xmlns:a16="http://schemas.microsoft.com/office/drawing/2014/main" id="{5CD2E008-CFE3-412A-90B4-17D8122B4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4" name="Rectangle 52">
              <a:extLst>
                <a:ext uri="{FF2B5EF4-FFF2-40B4-BE49-F238E27FC236}">
                  <a16:creationId xmlns:a16="http://schemas.microsoft.com/office/drawing/2014/main" id="{51948F80-556D-46DE-BB68-1D25BB8DC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5" name="Rectangle 53">
              <a:extLst>
                <a:ext uri="{FF2B5EF4-FFF2-40B4-BE49-F238E27FC236}">
                  <a16:creationId xmlns:a16="http://schemas.microsoft.com/office/drawing/2014/main" id="{5460580A-BB90-4917-8A83-CCEEBA1AC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6" name="Rectangle 54">
              <a:extLst>
                <a:ext uri="{FF2B5EF4-FFF2-40B4-BE49-F238E27FC236}">
                  <a16:creationId xmlns:a16="http://schemas.microsoft.com/office/drawing/2014/main" id="{21E5F614-F7AB-4E8E-AE67-AA791902C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7" name="Rectangle 55">
              <a:extLst>
                <a:ext uri="{FF2B5EF4-FFF2-40B4-BE49-F238E27FC236}">
                  <a16:creationId xmlns:a16="http://schemas.microsoft.com/office/drawing/2014/main" id="{7F8F5CE9-5A83-40F9-A59B-D4611DA1B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8" name="Rectangle 56">
              <a:extLst>
                <a:ext uri="{FF2B5EF4-FFF2-40B4-BE49-F238E27FC236}">
                  <a16:creationId xmlns:a16="http://schemas.microsoft.com/office/drawing/2014/main" id="{AB950E7E-79CB-4FFD-9AE4-24A1ECEE2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19" name="Rectangle 57">
              <a:extLst>
                <a:ext uri="{FF2B5EF4-FFF2-40B4-BE49-F238E27FC236}">
                  <a16:creationId xmlns:a16="http://schemas.microsoft.com/office/drawing/2014/main" id="{26612299-B41E-43FA-9666-79F3E3FDA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20" name="Rectangle 58">
              <a:extLst>
                <a:ext uri="{FF2B5EF4-FFF2-40B4-BE49-F238E27FC236}">
                  <a16:creationId xmlns:a16="http://schemas.microsoft.com/office/drawing/2014/main" id="{2B3E8674-2E9A-4ECC-AA79-EFCA4FA55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21" name="Rectangle 59">
              <a:extLst>
                <a:ext uri="{FF2B5EF4-FFF2-40B4-BE49-F238E27FC236}">
                  <a16:creationId xmlns:a16="http://schemas.microsoft.com/office/drawing/2014/main" id="{4FA1D97E-F898-4A6D-B122-9E58D735E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22" name="Rectangle 60">
              <a:extLst>
                <a:ext uri="{FF2B5EF4-FFF2-40B4-BE49-F238E27FC236}">
                  <a16:creationId xmlns:a16="http://schemas.microsoft.com/office/drawing/2014/main" id="{FDADD650-3C0E-44F1-BD82-8FEBF92E7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5362" name="Title 1">
            <a:extLst>
              <a:ext uri="{FF2B5EF4-FFF2-40B4-BE49-F238E27FC236}">
                <a16:creationId xmlns:a16="http://schemas.microsoft.com/office/drawing/2014/main" id="{B81AA996-FBE6-4825-B883-6A0B2497BBC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Sequences of input and output signals</a:t>
            </a:r>
          </a:p>
        </p:txBody>
      </p:sp>
      <p:sp>
        <p:nvSpPr>
          <p:cNvPr id="15363" name="TextBox 125">
            <a:extLst>
              <a:ext uri="{FF2B5EF4-FFF2-40B4-BE49-F238E27FC236}">
                <a16:creationId xmlns:a16="http://schemas.microsoft.com/office/drawing/2014/main" id="{11633624-32A5-4874-AE5E-A2C67220BB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6.22 from the textbook ]</a:t>
            </a:r>
          </a:p>
        </p:txBody>
      </p:sp>
      <p:sp>
        <p:nvSpPr>
          <p:cNvPr id="15364" name="TextBox 2">
            <a:extLst>
              <a:ext uri="{FF2B5EF4-FFF2-40B4-BE49-F238E27FC236}">
                <a16:creationId xmlns:a16="http://schemas.microsoft.com/office/drawing/2014/main" id="{772B49AB-34E3-4775-A80B-059E941AC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069" y="3683616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15365" name="TextBox 62">
            <a:extLst>
              <a:ext uri="{FF2B5EF4-FFF2-40B4-BE49-F238E27FC236}">
                <a16:creationId xmlns:a16="http://schemas.microsoft.com/office/drawing/2014/main" id="{97F7B4A4-BD96-4191-969F-CD529E4491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3006" y="3991591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E971442-8001-467E-A57B-B408D42C7CF9}"/>
              </a:ext>
            </a:extLst>
          </p:cNvPr>
          <p:cNvSpPr txBox="1"/>
          <p:nvPr/>
        </p:nvSpPr>
        <p:spPr>
          <a:xfrm>
            <a:off x="1043781" y="2819400"/>
            <a:ext cx="1721946" cy="461665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Mealy type 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4FBF9A94-9AAE-4CF5-B08A-BCA7FA8A9640}"/>
              </a:ext>
            </a:extLst>
          </p:cNvPr>
          <p:cNvSpPr/>
          <p:nvPr/>
        </p:nvSpPr>
        <p:spPr>
          <a:xfrm>
            <a:off x="161926" y="4960203"/>
            <a:ext cx="890587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>
                <a:latin typeface="Times-Roman"/>
              </a:rPr>
              <a:t>The specification requires that the output </a:t>
            </a:r>
            <a:r>
              <a:rPr lang="en-US" i="1" dirty="0">
                <a:latin typeface="Times-Italic"/>
              </a:rPr>
              <a:t>z </a:t>
            </a:r>
            <a:r>
              <a:rPr lang="en-US" dirty="0">
                <a:latin typeface="Times-Roman"/>
              </a:rPr>
              <a:t>be equal to 1 in the clock cycle that follows the detection of the second occurrence of </a:t>
            </a:r>
            <a:r>
              <a:rPr lang="en-US" i="1" dirty="0">
                <a:latin typeface="Times-Italic"/>
              </a:rPr>
              <a:t>w </a:t>
            </a:r>
            <a:r>
              <a:rPr lang="en-US" dirty="0">
                <a:latin typeface="MTSYN"/>
              </a:rPr>
              <a:t>= </a:t>
            </a:r>
            <a:r>
              <a:rPr lang="en-US" dirty="0">
                <a:latin typeface="Times-Roman"/>
              </a:rPr>
              <a:t>1</a:t>
            </a:r>
            <a:endParaRPr lang="en-US" dirty="0"/>
          </a:p>
        </p:txBody>
      </p:sp>
      <p:sp>
        <p:nvSpPr>
          <p:cNvPr id="70" name="Shape 1639">
            <a:extLst>
              <a:ext uri="{FF2B5EF4-FFF2-40B4-BE49-F238E27FC236}">
                <a16:creationId xmlns:a16="http://schemas.microsoft.com/office/drawing/2014/main" id="{CFCB2FF1-08B7-4F01-8141-2B8E961FF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781" y="1308099"/>
            <a:ext cx="7056438" cy="977901"/>
          </a:xfrm>
          <a:prstGeom prst="rect">
            <a:avLst/>
          </a:prstGeom>
          <a:blipFill dpi="0" rotWithShape="1">
            <a:blip r:embed="rId2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71" name="TextBox 2">
            <a:extLst>
              <a:ext uri="{FF2B5EF4-FFF2-40B4-BE49-F238E27FC236}">
                <a16:creationId xmlns:a16="http://schemas.microsoft.com/office/drawing/2014/main" id="{6EA36361-E88D-42D5-A7C7-66410FE53E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7606" y="1516063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72" name="TextBox 62">
            <a:extLst>
              <a:ext uri="{FF2B5EF4-FFF2-40B4-BE49-F238E27FC236}">
                <a16:creationId xmlns:a16="http://schemas.microsoft.com/office/drawing/2014/main" id="{943CEB9E-6357-4A23-8097-6D4D9B7ED8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5543" y="1824038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991B866-7AF8-4E53-AD00-71C00F012860}"/>
              </a:ext>
            </a:extLst>
          </p:cNvPr>
          <p:cNvSpPr txBox="1"/>
          <p:nvPr/>
        </p:nvSpPr>
        <p:spPr>
          <a:xfrm>
            <a:off x="890952" y="746423"/>
            <a:ext cx="17676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Moore type 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4F3B6EC-CBEF-482C-83B2-671C35EF6E35}"/>
                  </a:ext>
                </a:extLst>
              </p14:cNvPr>
              <p14:cNvContentPartPr/>
              <p14:nvPr/>
            </p14:nvContentPartPr>
            <p14:xfrm>
              <a:off x="4275360" y="880200"/>
              <a:ext cx="3127320" cy="362772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4F3B6EC-CBEF-482C-83B2-671C35EF6E35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266000" y="870840"/>
                <a:ext cx="3146040" cy="3646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5" name="Group 1">
            <a:extLst>
              <a:ext uri="{FF2B5EF4-FFF2-40B4-BE49-F238E27FC236}">
                <a16:creationId xmlns:a16="http://schemas.microsoft.com/office/drawing/2014/main" id="{613FC673-2E84-4B91-A264-83306D0CDD11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16391" name="Rectangle 4">
              <a:extLst>
                <a:ext uri="{FF2B5EF4-FFF2-40B4-BE49-F238E27FC236}">
                  <a16:creationId xmlns:a16="http://schemas.microsoft.com/office/drawing/2014/main" id="{5DCFEC36-2503-423A-B180-920568BBF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2" name="Rectangle 5">
              <a:extLst>
                <a:ext uri="{FF2B5EF4-FFF2-40B4-BE49-F238E27FC236}">
                  <a16:creationId xmlns:a16="http://schemas.microsoft.com/office/drawing/2014/main" id="{F519B190-72A0-43FC-9E4E-EC726D473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3" name="Rectangle 6">
              <a:extLst>
                <a:ext uri="{FF2B5EF4-FFF2-40B4-BE49-F238E27FC236}">
                  <a16:creationId xmlns:a16="http://schemas.microsoft.com/office/drawing/2014/main" id="{CB71011F-731D-44DB-965A-58A8D01DC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4" name="Rectangle 7">
              <a:extLst>
                <a:ext uri="{FF2B5EF4-FFF2-40B4-BE49-F238E27FC236}">
                  <a16:creationId xmlns:a16="http://schemas.microsoft.com/office/drawing/2014/main" id="{B680B6E1-3B4E-4697-BBCA-63E5C9DDC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5" name="Rectangle 8">
              <a:extLst>
                <a:ext uri="{FF2B5EF4-FFF2-40B4-BE49-F238E27FC236}">
                  <a16:creationId xmlns:a16="http://schemas.microsoft.com/office/drawing/2014/main" id="{90ED4107-B1AF-40ED-9764-5D0D3AD96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6" name="Rectangle 9">
              <a:extLst>
                <a:ext uri="{FF2B5EF4-FFF2-40B4-BE49-F238E27FC236}">
                  <a16:creationId xmlns:a16="http://schemas.microsoft.com/office/drawing/2014/main" id="{D283164A-C2AF-4084-8204-8475FA9CD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7" name="Rectangle 10">
              <a:extLst>
                <a:ext uri="{FF2B5EF4-FFF2-40B4-BE49-F238E27FC236}">
                  <a16:creationId xmlns:a16="http://schemas.microsoft.com/office/drawing/2014/main" id="{EBBFAB64-A482-4541-BF21-6EC75731A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8" name="Rectangle 11">
              <a:extLst>
                <a:ext uri="{FF2B5EF4-FFF2-40B4-BE49-F238E27FC236}">
                  <a16:creationId xmlns:a16="http://schemas.microsoft.com/office/drawing/2014/main" id="{6469EE79-7329-4B23-A098-9F5333800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99" name="Rectangle 12">
              <a:extLst>
                <a:ext uri="{FF2B5EF4-FFF2-40B4-BE49-F238E27FC236}">
                  <a16:creationId xmlns:a16="http://schemas.microsoft.com/office/drawing/2014/main" id="{7CB53BE2-3172-4D04-BB1D-265091F91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0" name="Rectangle 13">
              <a:extLst>
                <a:ext uri="{FF2B5EF4-FFF2-40B4-BE49-F238E27FC236}">
                  <a16:creationId xmlns:a16="http://schemas.microsoft.com/office/drawing/2014/main" id="{B4BFAEDD-62E6-47F1-8184-EECE89388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1" name="Rectangle 14">
              <a:extLst>
                <a:ext uri="{FF2B5EF4-FFF2-40B4-BE49-F238E27FC236}">
                  <a16:creationId xmlns:a16="http://schemas.microsoft.com/office/drawing/2014/main" id="{691CFB19-C402-4CF6-A218-2275BE8C1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2" name="Rectangle 15">
              <a:extLst>
                <a:ext uri="{FF2B5EF4-FFF2-40B4-BE49-F238E27FC236}">
                  <a16:creationId xmlns:a16="http://schemas.microsoft.com/office/drawing/2014/main" id="{C440CB75-F170-4586-81B9-4B3BA26E1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3" name="Rectangle 16">
              <a:extLst>
                <a:ext uri="{FF2B5EF4-FFF2-40B4-BE49-F238E27FC236}">
                  <a16:creationId xmlns:a16="http://schemas.microsoft.com/office/drawing/2014/main" id="{785E5F38-DEFA-4292-B03B-5BDBCED4B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4" name="Rectangle 17">
              <a:extLst>
                <a:ext uri="{FF2B5EF4-FFF2-40B4-BE49-F238E27FC236}">
                  <a16:creationId xmlns:a16="http://schemas.microsoft.com/office/drawing/2014/main" id="{D45AB76C-E8F5-4BEF-AB34-393620315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5" name="Rectangle 18">
              <a:extLst>
                <a:ext uri="{FF2B5EF4-FFF2-40B4-BE49-F238E27FC236}">
                  <a16:creationId xmlns:a16="http://schemas.microsoft.com/office/drawing/2014/main" id="{D68D88A4-39D4-43A6-8513-26D86F954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6" name="Rectangle 19">
              <a:extLst>
                <a:ext uri="{FF2B5EF4-FFF2-40B4-BE49-F238E27FC236}">
                  <a16:creationId xmlns:a16="http://schemas.microsoft.com/office/drawing/2014/main" id="{336C14A7-39BD-4657-92A0-B14D8A9E4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7" name="Rectangle 20">
              <a:extLst>
                <a:ext uri="{FF2B5EF4-FFF2-40B4-BE49-F238E27FC236}">
                  <a16:creationId xmlns:a16="http://schemas.microsoft.com/office/drawing/2014/main" id="{DB84B4A8-39A3-439D-9ADE-1F005C71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8" name="Rectangle 21">
              <a:extLst>
                <a:ext uri="{FF2B5EF4-FFF2-40B4-BE49-F238E27FC236}">
                  <a16:creationId xmlns:a16="http://schemas.microsoft.com/office/drawing/2014/main" id="{F74A0655-164E-4174-AC51-20DB17A99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09" name="Rectangle 22">
              <a:extLst>
                <a:ext uri="{FF2B5EF4-FFF2-40B4-BE49-F238E27FC236}">
                  <a16:creationId xmlns:a16="http://schemas.microsoft.com/office/drawing/2014/main" id="{15FACA61-B6C1-4878-9A1E-C546E4940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0" name="Rectangle 23">
              <a:extLst>
                <a:ext uri="{FF2B5EF4-FFF2-40B4-BE49-F238E27FC236}">
                  <a16:creationId xmlns:a16="http://schemas.microsoft.com/office/drawing/2014/main" id="{D2EFCE0E-7422-4EBC-9D91-8179E909A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1" name="Rectangle 24">
              <a:extLst>
                <a:ext uri="{FF2B5EF4-FFF2-40B4-BE49-F238E27FC236}">
                  <a16:creationId xmlns:a16="http://schemas.microsoft.com/office/drawing/2014/main" id="{786EF12A-D344-45A0-98AC-0CA620A42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2" name="Rectangle 25">
              <a:extLst>
                <a:ext uri="{FF2B5EF4-FFF2-40B4-BE49-F238E27FC236}">
                  <a16:creationId xmlns:a16="http://schemas.microsoft.com/office/drawing/2014/main" id="{C7D31235-FC2D-484D-B440-D1958FA6C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3" name="Rectangle 26">
              <a:extLst>
                <a:ext uri="{FF2B5EF4-FFF2-40B4-BE49-F238E27FC236}">
                  <a16:creationId xmlns:a16="http://schemas.microsoft.com/office/drawing/2014/main" id="{8D8C9092-3EFF-4E75-B24D-A97C87D59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4" name="Rectangle 27">
              <a:extLst>
                <a:ext uri="{FF2B5EF4-FFF2-40B4-BE49-F238E27FC236}">
                  <a16:creationId xmlns:a16="http://schemas.microsoft.com/office/drawing/2014/main" id="{7A8D5D46-104D-4544-B9CD-D72CE8E30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5" name="Rectangle 28">
              <a:extLst>
                <a:ext uri="{FF2B5EF4-FFF2-40B4-BE49-F238E27FC236}">
                  <a16:creationId xmlns:a16="http://schemas.microsoft.com/office/drawing/2014/main" id="{53971BBB-8DFD-4AE8-9427-434DB372F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6" name="Rectangle 29">
              <a:extLst>
                <a:ext uri="{FF2B5EF4-FFF2-40B4-BE49-F238E27FC236}">
                  <a16:creationId xmlns:a16="http://schemas.microsoft.com/office/drawing/2014/main" id="{2DE3683B-0912-46A9-99AF-5FB28BB3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7" name="Rectangle 30">
              <a:extLst>
                <a:ext uri="{FF2B5EF4-FFF2-40B4-BE49-F238E27FC236}">
                  <a16:creationId xmlns:a16="http://schemas.microsoft.com/office/drawing/2014/main" id="{B6BF8B4D-EE13-45FE-9D7B-360C401C2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8" name="Rectangle 31">
              <a:extLst>
                <a:ext uri="{FF2B5EF4-FFF2-40B4-BE49-F238E27FC236}">
                  <a16:creationId xmlns:a16="http://schemas.microsoft.com/office/drawing/2014/main" id="{85D8E5C5-FC2D-4A1D-A53E-3C62B95DB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19" name="Rectangle 32">
              <a:extLst>
                <a:ext uri="{FF2B5EF4-FFF2-40B4-BE49-F238E27FC236}">
                  <a16:creationId xmlns:a16="http://schemas.microsoft.com/office/drawing/2014/main" id="{24DAD443-7741-4885-BAF3-1621D57BA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0" name="Rectangle 33">
              <a:extLst>
                <a:ext uri="{FF2B5EF4-FFF2-40B4-BE49-F238E27FC236}">
                  <a16:creationId xmlns:a16="http://schemas.microsoft.com/office/drawing/2014/main" id="{58E42FAD-7458-4FED-8FB4-D5F08E86F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1" name="Rectangle 34">
              <a:extLst>
                <a:ext uri="{FF2B5EF4-FFF2-40B4-BE49-F238E27FC236}">
                  <a16:creationId xmlns:a16="http://schemas.microsoft.com/office/drawing/2014/main" id="{D3B3452B-DD31-4400-A1D7-3C8CD5648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2" name="Rectangle 35">
              <a:extLst>
                <a:ext uri="{FF2B5EF4-FFF2-40B4-BE49-F238E27FC236}">
                  <a16:creationId xmlns:a16="http://schemas.microsoft.com/office/drawing/2014/main" id="{85BB164F-B960-4015-AA1A-959A8443F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3" name="Rectangle 36">
              <a:extLst>
                <a:ext uri="{FF2B5EF4-FFF2-40B4-BE49-F238E27FC236}">
                  <a16:creationId xmlns:a16="http://schemas.microsoft.com/office/drawing/2014/main" id="{44741273-81BE-44E7-8F8E-28E9B3C01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4" name="Rectangle 37">
              <a:extLst>
                <a:ext uri="{FF2B5EF4-FFF2-40B4-BE49-F238E27FC236}">
                  <a16:creationId xmlns:a16="http://schemas.microsoft.com/office/drawing/2014/main" id="{4B0DBF2D-45D6-4530-9629-7EFEF9F65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5" name="Rectangle 38">
              <a:extLst>
                <a:ext uri="{FF2B5EF4-FFF2-40B4-BE49-F238E27FC236}">
                  <a16:creationId xmlns:a16="http://schemas.microsoft.com/office/drawing/2014/main" id="{615E9BFB-8C86-4889-96B8-D41E92FD9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6" name="Rectangle 39">
              <a:extLst>
                <a:ext uri="{FF2B5EF4-FFF2-40B4-BE49-F238E27FC236}">
                  <a16:creationId xmlns:a16="http://schemas.microsoft.com/office/drawing/2014/main" id="{51B4286D-D570-4B01-922B-269EA0E94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7" name="Rectangle 40">
              <a:extLst>
                <a:ext uri="{FF2B5EF4-FFF2-40B4-BE49-F238E27FC236}">
                  <a16:creationId xmlns:a16="http://schemas.microsoft.com/office/drawing/2014/main" id="{178123F9-D28C-4206-BBBB-46BDCB8C4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8" name="Rectangle 41">
              <a:extLst>
                <a:ext uri="{FF2B5EF4-FFF2-40B4-BE49-F238E27FC236}">
                  <a16:creationId xmlns:a16="http://schemas.microsoft.com/office/drawing/2014/main" id="{2602F2C9-D8A0-4D4F-B57C-9D3EA12F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29" name="Rectangle 42">
              <a:extLst>
                <a:ext uri="{FF2B5EF4-FFF2-40B4-BE49-F238E27FC236}">
                  <a16:creationId xmlns:a16="http://schemas.microsoft.com/office/drawing/2014/main" id="{178C44F5-7053-40D6-B4B9-D11CC088D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0" name="Rectangle 43">
              <a:extLst>
                <a:ext uri="{FF2B5EF4-FFF2-40B4-BE49-F238E27FC236}">
                  <a16:creationId xmlns:a16="http://schemas.microsoft.com/office/drawing/2014/main" id="{0E32A911-5FF8-4DC4-871B-62D4756A1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1" name="Rectangle 44">
              <a:extLst>
                <a:ext uri="{FF2B5EF4-FFF2-40B4-BE49-F238E27FC236}">
                  <a16:creationId xmlns:a16="http://schemas.microsoft.com/office/drawing/2014/main" id="{E44B00D6-85B3-42E9-ACAF-C3DB8EDF2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2" name="Rectangle 45">
              <a:extLst>
                <a:ext uri="{FF2B5EF4-FFF2-40B4-BE49-F238E27FC236}">
                  <a16:creationId xmlns:a16="http://schemas.microsoft.com/office/drawing/2014/main" id="{8B6E3A6D-BF41-471A-AC79-45525E439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3" name="Rectangle 46">
              <a:extLst>
                <a:ext uri="{FF2B5EF4-FFF2-40B4-BE49-F238E27FC236}">
                  <a16:creationId xmlns:a16="http://schemas.microsoft.com/office/drawing/2014/main" id="{9BCC822D-94CB-4DC8-9822-4ED39ADB3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4" name="Rectangle 47">
              <a:extLst>
                <a:ext uri="{FF2B5EF4-FFF2-40B4-BE49-F238E27FC236}">
                  <a16:creationId xmlns:a16="http://schemas.microsoft.com/office/drawing/2014/main" id="{A396493C-7050-452C-8B2E-DBB4BD0B7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5" name="Rectangle 48">
              <a:extLst>
                <a:ext uri="{FF2B5EF4-FFF2-40B4-BE49-F238E27FC236}">
                  <a16:creationId xmlns:a16="http://schemas.microsoft.com/office/drawing/2014/main" id="{B3878F58-9BC8-43B3-AB86-1EC666163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6" name="Rectangle 49">
              <a:extLst>
                <a:ext uri="{FF2B5EF4-FFF2-40B4-BE49-F238E27FC236}">
                  <a16:creationId xmlns:a16="http://schemas.microsoft.com/office/drawing/2014/main" id="{821EB965-D38D-4D8E-AC8E-991117665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7" name="Rectangle 50">
              <a:extLst>
                <a:ext uri="{FF2B5EF4-FFF2-40B4-BE49-F238E27FC236}">
                  <a16:creationId xmlns:a16="http://schemas.microsoft.com/office/drawing/2014/main" id="{5A99B124-7620-4387-9CAD-D82407A23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8" name="Rectangle 51">
              <a:extLst>
                <a:ext uri="{FF2B5EF4-FFF2-40B4-BE49-F238E27FC236}">
                  <a16:creationId xmlns:a16="http://schemas.microsoft.com/office/drawing/2014/main" id="{1FFEA088-D806-48D9-8777-523254031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39" name="Rectangle 52">
              <a:extLst>
                <a:ext uri="{FF2B5EF4-FFF2-40B4-BE49-F238E27FC236}">
                  <a16:creationId xmlns:a16="http://schemas.microsoft.com/office/drawing/2014/main" id="{76A1E3C7-6AA9-42C2-9AD3-F6FB7E273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0" name="Rectangle 53">
              <a:extLst>
                <a:ext uri="{FF2B5EF4-FFF2-40B4-BE49-F238E27FC236}">
                  <a16:creationId xmlns:a16="http://schemas.microsoft.com/office/drawing/2014/main" id="{50B6A9A5-DDAE-477C-BFA7-3280938BB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1" name="Rectangle 54">
              <a:extLst>
                <a:ext uri="{FF2B5EF4-FFF2-40B4-BE49-F238E27FC236}">
                  <a16:creationId xmlns:a16="http://schemas.microsoft.com/office/drawing/2014/main" id="{C6032C66-9BB5-4A09-8AE9-FA5602CFE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2" name="Rectangle 55">
              <a:extLst>
                <a:ext uri="{FF2B5EF4-FFF2-40B4-BE49-F238E27FC236}">
                  <a16:creationId xmlns:a16="http://schemas.microsoft.com/office/drawing/2014/main" id="{23A7C9AA-1F80-41B0-8271-AA3014F72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3" name="Rectangle 56">
              <a:extLst>
                <a:ext uri="{FF2B5EF4-FFF2-40B4-BE49-F238E27FC236}">
                  <a16:creationId xmlns:a16="http://schemas.microsoft.com/office/drawing/2014/main" id="{8F9DE884-73E1-4A3E-AF3B-114D15A12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4" name="Rectangle 57">
              <a:extLst>
                <a:ext uri="{FF2B5EF4-FFF2-40B4-BE49-F238E27FC236}">
                  <a16:creationId xmlns:a16="http://schemas.microsoft.com/office/drawing/2014/main" id="{39EE45A1-DEDE-4E37-B65C-1997798DC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5" name="Rectangle 58">
              <a:extLst>
                <a:ext uri="{FF2B5EF4-FFF2-40B4-BE49-F238E27FC236}">
                  <a16:creationId xmlns:a16="http://schemas.microsoft.com/office/drawing/2014/main" id="{2526E749-98D7-4883-B0E3-82656553B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6" name="Rectangle 59">
              <a:extLst>
                <a:ext uri="{FF2B5EF4-FFF2-40B4-BE49-F238E27FC236}">
                  <a16:creationId xmlns:a16="http://schemas.microsoft.com/office/drawing/2014/main" id="{59392FB4-1BB1-4D70-BCEA-91764A272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47" name="Rectangle 60">
              <a:extLst>
                <a:ext uri="{FF2B5EF4-FFF2-40B4-BE49-F238E27FC236}">
                  <a16:creationId xmlns:a16="http://schemas.microsoft.com/office/drawing/2014/main" id="{EA3F93EE-655A-446F-A462-F7800619C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6386" name="Title 1">
            <a:extLst>
              <a:ext uri="{FF2B5EF4-FFF2-40B4-BE49-F238E27FC236}">
                <a16:creationId xmlns:a16="http://schemas.microsoft.com/office/drawing/2014/main" id="{330610A5-4EA0-45D3-B730-B62626FEEFE5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Sequences of input and output signals</a:t>
            </a:r>
          </a:p>
        </p:txBody>
      </p:sp>
      <p:sp>
        <p:nvSpPr>
          <p:cNvPr id="16387" name="TextBox 125">
            <a:extLst>
              <a:ext uri="{FF2B5EF4-FFF2-40B4-BE49-F238E27FC236}">
                <a16:creationId xmlns:a16="http://schemas.microsoft.com/office/drawing/2014/main" id="{217B7BA6-6C29-41E7-88CB-9BC595FC6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6.22 from the textbook ]</a:t>
            </a:r>
          </a:p>
        </p:txBody>
      </p:sp>
      <p:sp>
        <p:nvSpPr>
          <p:cNvPr id="16388" name="TextBox 2">
            <a:extLst>
              <a:ext uri="{FF2B5EF4-FFF2-40B4-BE49-F238E27FC236}">
                <a16:creationId xmlns:a16="http://schemas.microsoft.com/office/drawing/2014/main" id="{C766AC16-8B84-45B4-B7C1-7D352D2A4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16389" name="TextBox 62">
            <a:extLst>
              <a:ext uri="{FF2B5EF4-FFF2-40B4-BE49-F238E27FC236}">
                <a16:creationId xmlns:a16="http://schemas.microsoft.com/office/drawing/2014/main" id="{E5C9C9F7-0D81-41F0-B165-0E60C4918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16390" name="Rectangle 3">
            <a:extLst>
              <a:ext uri="{FF2B5EF4-FFF2-40B4-BE49-F238E27FC236}">
                <a16:creationId xmlns:a16="http://schemas.microsoft.com/office/drawing/2014/main" id="{EAD81998-1895-4CDE-A625-AC9D1CB15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5463" y="2262188"/>
            <a:ext cx="6858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9" name="Group 1">
            <a:extLst>
              <a:ext uri="{FF2B5EF4-FFF2-40B4-BE49-F238E27FC236}">
                <a16:creationId xmlns:a16="http://schemas.microsoft.com/office/drawing/2014/main" id="{F94FF120-CBC5-452C-B983-F45185FC8617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17416" name="Rectangle 4">
              <a:extLst>
                <a:ext uri="{FF2B5EF4-FFF2-40B4-BE49-F238E27FC236}">
                  <a16:creationId xmlns:a16="http://schemas.microsoft.com/office/drawing/2014/main" id="{D5053438-6AE2-484A-A1EA-161E56095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17" name="Rectangle 5">
              <a:extLst>
                <a:ext uri="{FF2B5EF4-FFF2-40B4-BE49-F238E27FC236}">
                  <a16:creationId xmlns:a16="http://schemas.microsoft.com/office/drawing/2014/main" id="{2CEEE0D9-8378-4662-B9EE-E17D1E7A9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18" name="Rectangle 6">
              <a:extLst>
                <a:ext uri="{FF2B5EF4-FFF2-40B4-BE49-F238E27FC236}">
                  <a16:creationId xmlns:a16="http://schemas.microsoft.com/office/drawing/2014/main" id="{19671513-199D-4957-AC2B-CE9AE45EA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19" name="Rectangle 7">
              <a:extLst>
                <a:ext uri="{FF2B5EF4-FFF2-40B4-BE49-F238E27FC236}">
                  <a16:creationId xmlns:a16="http://schemas.microsoft.com/office/drawing/2014/main" id="{93C54526-EA48-40F3-8582-A9E731989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0" name="Rectangle 8">
              <a:extLst>
                <a:ext uri="{FF2B5EF4-FFF2-40B4-BE49-F238E27FC236}">
                  <a16:creationId xmlns:a16="http://schemas.microsoft.com/office/drawing/2014/main" id="{E6E4BB05-895F-422C-9D58-9A1990C51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1" name="Rectangle 9">
              <a:extLst>
                <a:ext uri="{FF2B5EF4-FFF2-40B4-BE49-F238E27FC236}">
                  <a16:creationId xmlns:a16="http://schemas.microsoft.com/office/drawing/2014/main" id="{EB312C18-E80A-4087-B601-E74756F49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2" name="Rectangle 10">
              <a:extLst>
                <a:ext uri="{FF2B5EF4-FFF2-40B4-BE49-F238E27FC236}">
                  <a16:creationId xmlns:a16="http://schemas.microsoft.com/office/drawing/2014/main" id="{FBEF6896-0ACF-46A3-932C-295F9CB36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3" name="Rectangle 11">
              <a:extLst>
                <a:ext uri="{FF2B5EF4-FFF2-40B4-BE49-F238E27FC236}">
                  <a16:creationId xmlns:a16="http://schemas.microsoft.com/office/drawing/2014/main" id="{DD8C26FF-5D12-4593-BBBE-7733025D1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4" name="Rectangle 12">
              <a:extLst>
                <a:ext uri="{FF2B5EF4-FFF2-40B4-BE49-F238E27FC236}">
                  <a16:creationId xmlns:a16="http://schemas.microsoft.com/office/drawing/2014/main" id="{27EE5286-4448-48C6-A25D-B54F77D87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5" name="Rectangle 13">
              <a:extLst>
                <a:ext uri="{FF2B5EF4-FFF2-40B4-BE49-F238E27FC236}">
                  <a16:creationId xmlns:a16="http://schemas.microsoft.com/office/drawing/2014/main" id="{F79D4785-FB95-4591-8135-213A264DA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6" name="Rectangle 14">
              <a:extLst>
                <a:ext uri="{FF2B5EF4-FFF2-40B4-BE49-F238E27FC236}">
                  <a16:creationId xmlns:a16="http://schemas.microsoft.com/office/drawing/2014/main" id="{58A28049-4E7B-4C98-BFC6-58DC2F623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7" name="Rectangle 15">
              <a:extLst>
                <a:ext uri="{FF2B5EF4-FFF2-40B4-BE49-F238E27FC236}">
                  <a16:creationId xmlns:a16="http://schemas.microsoft.com/office/drawing/2014/main" id="{B204A6DE-1903-42CD-8D5E-D88135A81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8" name="Rectangle 16">
              <a:extLst>
                <a:ext uri="{FF2B5EF4-FFF2-40B4-BE49-F238E27FC236}">
                  <a16:creationId xmlns:a16="http://schemas.microsoft.com/office/drawing/2014/main" id="{6576FF9E-3E7D-48A9-967C-3C9D455E6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29" name="Rectangle 17">
              <a:extLst>
                <a:ext uri="{FF2B5EF4-FFF2-40B4-BE49-F238E27FC236}">
                  <a16:creationId xmlns:a16="http://schemas.microsoft.com/office/drawing/2014/main" id="{C85C249E-485A-4483-A508-10F7A5E79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0" name="Rectangle 18">
              <a:extLst>
                <a:ext uri="{FF2B5EF4-FFF2-40B4-BE49-F238E27FC236}">
                  <a16:creationId xmlns:a16="http://schemas.microsoft.com/office/drawing/2014/main" id="{1143AA23-C31B-48C3-8921-CE937CC95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1" name="Rectangle 19">
              <a:extLst>
                <a:ext uri="{FF2B5EF4-FFF2-40B4-BE49-F238E27FC236}">
                  <a16:creationId xmlns:a16="http://schemas.microsoft.com/office/drawing/2014/main" id="{0A62B728-509A-421B-B5FE-1704E66B0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2" name="Rectangle 20">
              <a:extLst>
                <a:ext uri="{FF2B5EF4-FFF2-40B4-BE49-F238E27FC236}">
                  <a16:creationId xmlns:a16="http://schemas.microsoft.com/office/drawing/2014/main" id="{C5DD1D63-E5FB-42E4-A0FE-974BD53FC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3" name="Rectangle 21">
              <a:extLst>
                <a:ext uri="{FF2B5EF4-FFF2-40B4-BE49-F238E27FC236}">
                  <a16:creationId xmlns:a16="http://schemas.microsoft.com/office/drawing/2014/main" id="{A21F2A54-55D3-4197-80AA-2B236BBE1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4" name="Rectangle 22">
              <a:extLst>
                <a:ext uri="{FF2B5EF4-FFF2-40B4-BE49-F238E27FC236}">
                  <a16:creationId xmlns:a16="http://schemas.microsoft.com/office/drawing/2014/main" id="{CFA2B94B-0175-43E2-B16C-BB5FA30E8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5" name="Rectangle 23">
              <a:extLst>
                <a:ext uri="{FF2B5EF4-FFF2-40B4-BE49-F238E27FC236}">
                  <a16:creationId xmlns:a16="http://schemas.microsoft.com/office/drawing/2014/main" id="{0FABF143-2939-4EC7-B14D-9ED18CA90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6" name="Rectangle 24">
              <a:extLst>
                <a:ext uri="{FF2B5EF4-FFF2-40B4-BE49-F238E27FC236}">
                  <a16:creationId xmlns:a16="http://schemas.microsoft.com/office/drawing/2014/main" id="{498D202C-F3A5-4463-A6D1-EDD655505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7" name="Rectangle 25">
              <a:extLst>
                <a:ext uri="{FF2B5EF4-FFF2-40B4-BE49-F238E27FC236}">
                  <a16:creationId xmlns:a16="http://schemas.microsoft.com/office/drawing/2014/main" id="{1FFC1703-E51C-4AB9-8A2A-D6E250878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8" name="Rectangle 26">
              <a:extLst>
                <a:ext uri="{FF2B5EF4-FFF2-40B4-BE49-F238E27FC236}">
                  <a16:creationId xmlns:a16="http://schemas.microsoft.com/office/drawing/2014/main" id="{B8F7544E-44AD-4E76-B3FD-9AE8F3618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39" name="Rectangle 27">
              <a:extLst>
                <a:ext uri="{FF2B5EF4-FFF2-40B4-BE49-F238E27FC236}">
                  <a16:creationId xmlns:a16="http://schemas.microsoft.com/office/drawing/2014/main" id="{7560D924-FD72-466A-B77B-ED460E1FB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0" name="Rectangle 28">
              <a:extLst>
                <a:ext uri="{FF2B5EF4-FFF2-40B4-BE49-F238E27FC236}">
                  <a16:creationId xmlns:a16="http://schemas.microsoft.com/office/drawing/2014/main" id="{0887EBD5-6E23-4A71-9699-6BB933CCA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1" name="Rectangle 29">
              <a:extLst>
                <a:ext uri="{FF2B5EF4-FFF2-40B4-BE49-F238E27FC236}">
                  <a16:creationId xmlns:a16="http://schemas.microsoft.com/office/drawing/2014/main" id="{12457A77-C399-4C47-8450-BA2738AB6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2" name="Rectangle 30">
              <a:extLst>
                <a:ext uri="{FF2B5EF4-FFF2-40B4-BE49-F238E27FC236}">
                  <a16:creationId xmlns:a16="http://schemas.microsoft.com/office/drawing/2014/main" id="{939ADB97-8A96-44C1-8465-82A1680D9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3" name="Rectangle 31">
              <a:extLst>
                <a:ext uri="{FF2B5EF4-FFF2-40B4-BE49-F238E27FC236}">
                  <a16:creationId xmlns:a16="http://schemas.microsoft.com/office/drawing/2014/main" id="{0CB847EB-A63C-4E1E-A9D7-156BACA63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4" name="Rectangle 32">
              <a:extLst>
                <a:ext uri="{FF2B5EF4-FFF2-40B4-BE49-F238E27FC236}">
                  <a16:creationId xmlns:a16="http://schemas.microsoft.com/office/drawing/2014/main" id="{4B60DBEC-B12F-417A-A4FB-0CE90551A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5" name="Rectangle 33">
              <a:extLst>
                <a:ext uri="{FF2B5EF4-FFF2-40B4-BE49-F238E27FC236}">
                  <a16:creationId xmlns:a16="http://schemas.microsoft.com/office/drawing/2014/main" id="{6822A88E-6022-4305-8FB2-BB4535876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6" name="Rectangle 34">
              <a:extLst>
                <a:ext uri="{FF2B5EF4-FFF2-40B4-BE49-F238E27FC236}">
                  <a16:creationId xmlns:a16="http://schemas.microsoft.com/office/drawing/2014/main" id="{84FBDD2C-AD05-4299-AE79-CB99068EF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7" name="Rectangle 35">
              <a:extLst>
                <a:ext uri="{FF2B5EF4-FFF2-40B4-BE49-F238E27FC236}">
                  <a16:creationId xmlns:a16="http://schemas.microsoft.com/office/drawing/2014/main" id="{AEA27E5E-4B21-425A-8CE6-6B60B66EA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8" name="Rectangle 36">
              <a:extLst>
                <a:ext uri="{FF2B5EF4-FFF2-40B4-BE49-F238E27FC236}">
                  <a16:creationId xmlns:a16="http://schemas.microsoft.com/office/drawing/2014/main" id="{C3A39B43-675E-4945-B33A-70C1A3C05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49" name="Rectangle 37">
              <a:extLst>
                <a:ext uri="{FF2B5EF4-FFF2-40B4-BE49-F238E27FC236}">
                  <a16:creationId xmlns:a16="http://schemas.microsoft.com/office/drawing/2014/main" id="{90AB7456-12E7-4A55-896B-0673774D3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0" name="Rectangle 38">
              <a:extLst>
                <a:ext uri="{FF2B5EF4-FFF2-40B4-BE49-F238E27FC236}">
                  <a16:creationId xmlns:a16="http://schemas.microsoft.com/office/drawing/2014/main" id="{10FC52FC-9352-4940-A405-EAA1B7F8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1" name="Rectangle 39">
              <a:extLst>
                <a:ext uri="{FF2B5EF4-FFF2-40B4-BE49-F238E27FC236}">
                  <a16:creationId xmlns:a16="http://schemas.microsoft.com/office/drawing/2014/main" id="{47049606-2662-4054-9296-FED09E8E9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2" name="Rectangle 40">
              <a:extLst>
                <a:ext uri="{FF2B5EF4-FFF2-40B4-BE49-F238E27FC236}">
                  <a16:creationId xmlns:a16="http://schemas.microsoft.com/office/drawing/2014/main" id="{9ACD094C-2797-45A2-AEF2-58776B727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3" name="Rectangle 41">
              <a:extLst>
                <a:ext uri="{FF2B5EF4-FFF2-40B4-BE49-F238E27FC236}">
                  <a16:creationId xmlns:a16="http://schemas.microsoft.com/office/drawing/2014/main" id="{B6A5A276-94C3-4B62-B48E-5F705486B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4" name="Rectangle 42">
              <a:extLst>
                <a:ext uri="{FF2B5EF4-FFF2-40B4-BE49-F238E27FC236}">
                  <a16:creationId xmlns:a16="http://schemas.microsoft.com/office/drawing/2014/main" id="{42D3C48F-983E-45F9-A32F-84FFB2AA0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5" name="Rectangle 43">
              <a:extLst>
                <a:ext uri="{FF2B5EF4-FFF2-40B4-BE49-F238E27FC236}">
                  <a16:creationId xmlns:a16="http://schemas.microsoft.com/office/drawing/2014/main" id="{1B97E0DF-6429-4A34-99B1-09A7CAED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6" name="Rectangle 44">
              <a:extLst>
                <a:ext uri="{FF2B5EF4-FFF2-40B4-BE49-F238E27FC236}">
                  <a16:creationId xmlns:a16="http://schemas.microsoft.com/office/drawing/2014/main" id="{57CD3FB4-4DDA-48C3-8F7E-BD8D80971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7" name="Rectangle 45">
              <a:extLst>
                <a:ext uri="{FF2B5EF4-FFF2-40B4-BE49-F238E27FC236}">
                  <a16:creationId xmlns:a16="http://schemas.microsoft.com/office/drawing/2014/main" id="{83D6E84E-5754-47BA-A9B3-4A1ECD2B4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8" name="Rectangle 46">
              <a:extLst>
                <a:ext uri="{FF2B5EF4-FFF2-40B4-BE49-F238E27FC236}">
                  <a16:creationId xmlns:a16="http://schemas.microsoft.com/office/drawing/2014/main" id="{F437D40A-31AE-4245-8557-D77BF1AC2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59" name="Rectangle 47">
              <a:extLst>
                <a:ext uri="{FF2B5EF4-FFF2-40B4-BE49-F238E27FC236}">
                  <a16:creationId xmlns:a16="http://schemas.microsoft.com/office/drawing/2014/main" id="{D3F23A12-6D1F-40C1-9B68-6371B8470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0" name="Rectangle 48">
              <a:extLst>
                <a:ext uri="{FF2B5EF4-FFF2-40B4-BE49-F238E27FC236}">
                  <a16:creationId xmlns:a16="http://schemas.microsoft.com/office/drawing/2014/main" id="{D55E31DE-838C-44A2-8787-27B81113D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1" name="Rectangle 49">
              <a:extLst>
                <a:ext uri="{FF2B5EF4-FFF2-40B4-BE49-F238E27FC236}">
                  <a16:creationId xmlns:a16="http://schemas.microsoft.com/office/drawing/2014/main" id="{C7148AE3-489B-4603-A397-989AEA633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2" name="Rectangle 50">
              <a:extLst>
                <a:ext uri="{FF2B5EF4-FFF2-40B4-BE49-F238E27FC236}">
                  <a16:creationId xmlns:a16="http://schemas.microsoft.com/office/drawing/2014/main" id="{ED2984A9-8A13-4EBC-A44D-11898090C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3" name="Rectangle 51">
              <a:extLst>
                <a:ext uri="{FF2B5EF4-FFF2-40B4-BE49-F238E27FC236}">
                  <a16:creationId xmlns:a16="http://schemas.microsoft.com/office/drawing/2014/main" id="{2F236A89-D312-4078-B12E-706B23BB2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4" name="Rectangle 52">
              <a:extLst>
                <a:ext uri="{FF2B5EF4-FFF2-40B4-BE49-F238E27FC236}">
                  <a16:creationId xmlns:a16="http://schemas.microsoft.com/office/drawing/2014/main" id="{2CE62507-A438-44F2-B51A-F1D1EEE50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5" name="Rectangle 53">
              <a:extLst>
                <a:ext uri="{FF2B5EF4-FFF2-40B4-BE49-F238E27FC236}">
                  <a16:creationId xmlns:a16="http://schemas.microsoft.com/office/drawing/2014/main" id="{02B3140A-AB21-44C2-8C00-44FA3F229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6" name="Rectangle 54">
              <a:extLst>
                <a:ext uri="{FF2B5EF4-FFF2-40B4-BE49-F238E27FC236}">
                  <a16:creationId xmlns:a16="http://schemas.microsoft.com/office/drawing/2014/main" id="{A47E53DD-05EF-4300-86ED-9F67BF61B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7" name="Rectangle 55">
              <a:extLst>
                <a:ext uri="{FF2B5EF4-FFF2-40B4-BE49-F238E27FC236}">
                  <a16:creationId xmlns:a16="http://schemas.microsoft.com/office/drawing/2014/main" id="{D0D30403-95DF-4A11-A8BE-4D1AFB12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8" name="Rectangle 56">
              <a:extLst>
                <a:ext uri="{FF2B5EF4-FFF2-40B4-BE49-F238E27FC236}">
                  <a16:creationId xmlns:a16="http://schemas.microsoft.com/office/drawing/2014/main" id="{6F741635-82E2-493F-8D4E-DC3561A08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69" name="Rectangle 57">
              <a:extLst>
                <a:ext uri="{FF2B5EF4-FFF2-40B4-BE49-F238E27FC236}">
                  <a16:creationId xmlns:a16="http://schemas.microsoft.com/office/drawing/2014/main" id="{6C24CCFD-6B03-4A4A-B237-D5DA03A40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70" name="Rectangle 58">
              <a:extLst>
                <a:ext uri="{FF2B5EF4-FFF2-40B4-BE49-F238E27FC236}">
                  <a16:creationId xmlns:a16="http://schemas.microsoft.com/office/drawing/2014/main" id="{5B20CA7A-BFA6-4B73-9A92-777910146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71" name="Rectangle 59">
              <a:extLst>
                <a:ext uri="{FF2B5EF4-FFF2-40B4-BE49-F238E27FC236}">
                  <a16:creationId xmlns:a16="http://schemas.microsoft.com/office/drawing/2014/main" id="{D8F47BC1-C732-4B90-A3EA-0859B8D58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72" name="Rectangle 60">
              <a:extLst>
                <a:ext uri="{FF2B5EF4-FFF2-40B4-BE49-F238E27FC236}">
                  <a16:creationId xmlns:a16="http://schemas.microsoft.com/office/drawing/2014/main" id="{701C29F3-D9B1-4B18-9278-6B73C60C9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7410" name="Title 1">
            <a:extLst>
              <a:ext uri="{FF2B5EF4-FFF2-40B4-BE49-F238E27FC236}">
                <a16:creationId xmlns:a16="http://schemas.microsoft.com/office/drawing/2014/main" id="{51CDC551-D509-49F8-93EB-2174DC51C27D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Sequences of input and output signals</a:t>
            </a:r>
          </a:p>
        </p:txBody>
      </p:sp>
      <p:sp>
        <p:nvSpPr>
          <p:cNvPr id="17411" name="TextBox 125">
            <a:extLst>
              <a:ext uri="{FF2B5EF4-FFF2-40B4-BE49-F238E27FC236}">
                <a16:creationId xmlns:a16="http://schemas.microsoft.com/office/drawing/2014/main" id="{78B8EC39-5B8A-458A-AE79-E70D62642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6.22 from the textbook ]</a:t>
            </a:r>
          </a:p>
        </p:txBody>
      </p:sp>
      <p:sp>
        <p:nvSpPr>
          <p:cNvPr id="17412" name="TextBox 2">
            <a:extLst>
              <a:ext uri="{FF2B5EF4-FFF2-40B4-BE49-F238E27FC236}">
                <a16:creationId xmlns:a16="http://schemas.microsoft.com/office/drawing/2014/main" id="{92CBF83C-8A10-4DF8-BC3F-A856F5A89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17413" name="TextBox 62">
            <a:extLst>
              <a:ext uri="{FF2B5EF4-FFF2-40B4-BE49-F238E27FC236}">
                <a16:creationId xmlns:a16="http://schemas.microsoft.com/office/drawing/2014/main" id="{A5FCDF5E-F1A7-431C-B010-45481A33D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17414" name="Rectangle 3">
            <a:extLst>
              <a:ext uri="{FF2B5EF4-FFF2-40B4-BE49-F238E27FC236}">
                <a16:creationId xmlns:a16="http://schemas.microsoft.com/office/drawing/2014/main" id="{F0A2CB3B-D944-4EDD-8D18-A34A79BEF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5463" y="2262188"/>
            <a:ext cx="6858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415" name="Oval 4">
            <a:extLst>
              <a:ext uri="{FF2B5EF4-FFF2-40B4-BE49-F238E27FC236}">
                <a16:creationId xmlns:a16="http://schemas.microsoft.com/office/drawing/2014/main" id="{CCB94B99-117B-453C-9A90-292CC48BA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863" y="2609850"/>
            <a:ext cx="338137" cy="327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3" name="Group 1">
            <a:extLst>
              <a:ext uri="{FF2B5EF4-FFF2-40B4-BE49-F238E27FC236}">
                <a16:creationId xmlns:a16="http://schemas.microsoft.com/office/drawing/2014/main" id="{CBD76C10-FDED-4CFF-92D3-C51D44781ACB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18440" name="Rectangle 4">
              <a:extLst>
                <a:ext uri="{FF2B5EF4-FFF2-40B4-BE49-F238E27FC236}">
                  <a16:creationId xmlns:a16="http://schemas.microsoft.com/office/drawing/2014/main" id="{33C84804-B28C-4984-BA66-D83F37059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1" name="Rectangle 5">
              <a:extLst>
                <a:ext uri="{FF2B5EF4-FFF2-40B4-BE49-F238E27FC236}">
                  <a16:creationId xmlns:a16="http://schemas.microsoft.com/office/drawing/2014/main" id="{5FB72E99-16CC-4EE2-81FB-90BF5373E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2" name="Rectangle 6">
              <a:extLst>
                <a:ext uri="{FF2B5EF4-FFF2-40B4-BE49-F238E27FC236}">
                  <a16:creationId xmlns:a16="http://schemas.microsoft.com/office/drawing/2014/main" id="{7DE43013-E053-49E6-BB78-637C54F50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3" name="Rectangle 7">
              <a:extLst>
                <a:ext uri="{FF2B5EF4-FFF2-40B4-BE49-F238E27FC236}">
                  <a16:creationId xmlns:a16="http://schemas.microsoft.com/office/drawing/2014/main" id="{83930A89-ADB4-4A44-88C6-8B6A1C338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4" name="Rectangle 8">
              <a:extLst>
                <a:ext uri="{FF2B5EF4-FFF2-40B4-BE49-F238E27FC236}">
                  <a16:creationId xmlns:a16="http://schemas.microsoft.com/office/drawing/2014/main" id="{820D5AC9-95B2-457E-8998-F390BF140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5" name="Rectangle 9">
              <a:extLst>
                <a:ext uri="{FF2B5EF4-FFF2-40B4-BE49-F238E27FC236}">
                  <a16:creationId xmlns:a16="http://schemas.microsoft.com/office/drawing/2014/main" id="{B1F1E6AB-1A13-460B-B3D6-40B0BDFEF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6" name="Rectangle 10">
              <a:extLst>
                <a:ext uri="{FF2B5EF4-FFF2-40B4-BE49-F238E27FC236}">
                  <a16:creationId xmlns:a16="http://schemas.microsoft.com/office/drawing/2014/main" id="{0912EC9F-A020-45BD-A9F6-BF4F52B88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7" name="Rectangle 11">
              <a:extLst>
                <a:ext uri="{FF2B5EF4-FFF2-40B4-BE49-F238E27FC236}">
                  <a16:creationId xmlns:a16="http://schemas.microsoft.com/office/drawing/2014/main" id="{5116371F-A1B0-453F-A6E9-EBF3F2E12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8" name="Rectangle 12">
              <a:extLst>
                <a:ext uri="{FF2B5EF4-FFF2-40B4-BE49-F238E27FC236}">
                  <a16:creationId xmlns:a16="http://schemas.microsoft.com/office/drawing/2014/main" id="{6BA6540B-2A89-4C0F-A165-8A510CEEF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49" name="Rectangle 13">
              <a:extLst>
                <a:ext uri="{FF2B5EF4-FFF2-40B4-BE49-F238E27FC236}">
                  <a16:creationId xmlns:a16="http://schemas.microsoft.com/office/drawing/2014/main" id="{CE33895A-C4D1-4E88-A8D8-E6865F2B8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0" name="Rectangle 14">
              <a:extLst>
                <a:ext uri="{FF2B5EF4-FFF2-40B4-BE49-F238E27FC236}">
                  <a16:creationId xmlns:a16="http://schemas.microsoft.com/office/drawing/2014/main" id="{8CC0073A-7D61-4E2C-BA88-D7A0ABDA4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1" name="Rectangle 15">
              <a:extLst>
                <a:ext uri="{FF2B5EF4-FFF2-40B4-BE49-F238E27FC236}">
                  <a16:creationId xmlns:a16="http://schemas.microsoft.com/office/drawing/2014/main" id="{4E736E28-3494-4545-9D65-5FB94C4B7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2" name="Rectangle 16">
              <a:extLst>
                <a:ext uri="{FF2B5EF4-FFF2-40B4-BE49-F238E27FC236}">
                  <a16:creationId xmlns:a16="http://schemas.microsoft.com/office/drawing/2014/main" id="{D2E0EFB8-735C-447E-88B7-895A9B13C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3" name="Rectangle 17">
              <a:extLst>
                <a:ext uri="{FF2B5EF4-FFF2-40B4-BE49-F238E27FC236}">
                  <a16:creationId xmlns:a16="http://schemas.microsoft.com/office/drawing/2014/main" id="{B7A02C39-4434-4699-AE0B-78828287B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4" name="Rectangle 18">
              <a:extLst>
                <a:ext uri="{FF2B5EF4-FFF2-40B4-BE49-F238E27FC236}">
                  <a16:creationId xmlns:a16="http://schemas.microsoft.com/office/drawing/2014/main" id="{7C05C45F-79F0-4BB0-80B6-35074A4D2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5" name="Rectangle 19">
              <a:extLst>
                <a:ext uri="{FF2B5EF4-FFF2-40B4-BE49-F238E27FC236}">
                  <a16:creationId xmlns:a16="http://schemas.microsoft.com/office/drawing/2014/main" id="{712D6276-D053-4602-B8F3-D4F16FFF1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6" name="Rectangle 20">
              <a:extLst>
                <a:ext uri="{FF2B5EF4-FFF2-40B4-BE49-F238E27FC236}">
                  <a16:creationId xmlns:a16="http://schemas.microsoft.com/office/drawing/2014/main" id="{555BFF1A-46B8-4CA8-9D07-849C9A442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7" name="Rectangle 21">
              <a:extLst>
                <a:ext uri="{FF2B5EF4-FFF2-40B4-BE49-F238E27FC236}">
                  <a16:creationId xmlns:a16="http://schemas.microsoft.com/office/drawing/2014/main" id="{60DF2160-12BB-438F-A481-7A903D958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8" name="Rectangle 22">
              <a:extLst>
                <a:ext uri="{FF2B5EF4-FFF2-40B4-BE49-F238E27FC236}">
                  <a16:creationId xmlns:a16="http://schemas.microsoft.com/office/drawing/2014/main" id="{605AC90D-92FD-4664-893B-EB90DC1A6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59" name="Rectangle 23">
              <a:extLst>
                <a:ext uri="{FF2B5EF4-FFF2-40B4-BE49-F238E27FC236}">
                  <a16:creationId xmlns:a16="http://schemas.microsoft.com/office/drawing/2014/main" id="{3F85AECB-224C-4B4D-BA4E-841796FBC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0" name="Rectangle 24">
              <a:extLst>
                <a:ext uri="{FF2B5EF4-FFF2-40B4-BE49-F238E27FC236}">
                  <a16:creationId xmlns:a16="http://schemas.microsoft.com/office/drawing/2014/main" id="{1C25704F-52E6-404C-A0CB-8AD869EF3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1" name="Rectangle 25">
              <a:extLst>
                <a:ext uri="{FF2B5EF4-FFF2-40B4-BE49-F238E27FC236}">
                  <a16:creationId xmlns:a16="http://schemas.microsoft.com/office/drawing/2014/main" id="{79DB8374-6D30-4840-8019-8793C9A73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2" name="Rectangle 26">
              <a:extLst>
                <a:ext uri="{FF2B5EF4-FFF2-40B4-BE49-F238E27FC236}">
                  <a16:creationId xmlns:a16="http://schemas.microsoft.com/office/drawing/2014/main" id="{B375C03E-8001-4EFA-A621-040BA90B5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3" name="Rectangle 27">
              <a:extLst>
                <a:ext uri="{FF2B5EF4-FFF2-40B4-BE49-F238E27FC236}">
                  <a16:creationId xmlns:a16="http://schemas.microsoft.com/office/drawing/2014/main" id="{25C3545A-BC92-4818-8029-C58C1BCE6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4" name="Rectangle 28">
              <a:extLst>
                <a:ext uri="{FF2B5EF4-FFF2-40B4-BE49-F238E27FC236}">
                  <a16:creationId xmlns:a16="http://schemas.microsoft.com/office/drawing/2014/main" id="{3F888AFD-168D-4728-B05F-9BBCF0123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5" name="Rectangle 29">
              <a:extLst>
                <a:ext uri="{FF2B5EF4-FFF2-40B4-BE49-F238E27FC236}">
                  <a16:creationId xmlns:a16="http://schemas.microsoft.com/office/drawing/2014/main" id="{ABFA48A1-9112-43E4-9154-C8E3DFE55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6" name="Rectangle 30">
              <a:extLst>
                <a:ext uri="{FF2B5EF4-FFF2-40B4-BE49-F238E27FC236}">
                  <a16:creationId xmlns:a16="http://schemas.microsoft.com/office/drawing/2014/main" id="{430E52AE-B37A-4391-A1A2-B7A1FDAE5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7" name="Rectangle 31">
              <a:extLst>
                <a:ext uri="{FF2B5EF4-FFF2-40B4-BE49-F238E27FC236}">
                  <a16:creationId xmlns:a16="http://schemas.microsoft.com/office/drawing/2014/main" id="{F06961F2-4658-4F6F-AED8-2C0A1C6C0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8" name="Rectangle 32">
              <a:extLst>
                <a:ext uri="{FF2B5EF4-FFF2-40B4-BE49-F238E27FC236}">
                  <a16:creationId xmlns:a16="http://schemas.microsoft.com/office/drawing/2014/main" id="{363CCCEB-BECB-4E85-97DA-D05FB10B9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69" name="Rectangle 33">
              <a:extLst>
                <a:ext uri="{FF2B5EF4-FFF2-40B4-BE49-F238E27FC236}">
                  <a16:creationId xmlns:a16="http://schemas.microsoft.com/office/drawing/2014/main" id="{5D6D2058-0EA8-463E-A494-AC7D64804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0" name="Rectangle 34">
              <a:extLst>
                <a:ext uri="{FF2B5EF4-FFF2-40B4-BE49-F238E27FC236}">
                  <a16:creationId xmlns:a16="http://schemas.microsoft.com/office/drawing/2014/main" id="{B81E7D1A-7B31-49E3-84AA-6828A7F28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1" name="Rectangle 35">
              <a:extLst>
                <a:ext uri="{FF2B5EF4-FFF2-40B4-BE49-F238E27FC236}">
                  <a16:creationId xmlns:a16="http://schemas.microsoft.com/office/drawing/2014/main" id="{D7B5FF1A-FE9E-4B72-BDA0-4C565B9B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2" name="Rectangle 36">
              <a:extLst>
                <a:ext uri="{FF2B5EF4-FFF2-40B4-BE49-F238E27FC236}">
                  <a16:creationId xmlns:a16="http://schemas.microsoft.com/office/drawing/2014/main" id="{B9CC2978-DD05-4BB4-889C-66B493E71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3" name="Rectangle 37">
              <a:extLst>
                <a:ext uri="{FF2B5EF4-FFF2-40B4-BE49-F238E27FC236}">
                  <a16:creationId xmlns:a16="http://schemas.microsoft.com/office/drawing/2014/main" id="{14C478BA-E2B7-4FEA-9FF2-827675DC0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4" name="Rectangle 38">
              <a:extLst>
                <a:ext uri="{FF2B5EF4-FFF2-40B4-BE49-F238E27FC236}">
                  <a16:creationId xmlns:a16="http://schemas.microsoft.com/office/drawing/2014/main" id="{A8E09D3D-AB0A-4A7F-AF17-D5535BBCC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5" name="Rectangle 39">
              <a:extLst>
                <a:ext uri="{FF2B5EF4-FFF2-40B4-BE49-F238E27FC236}">
                  <a16:creationId xmlns:a16="http://schemas.microsoft.com/office/drawing/2014/main" id="{530C51A4-CFF5-491F-B02E-AC934DF36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6" name="Rectangle 40">
              <a:extLst>
                <a:ext uri="{FF2B5EF4-FFF2-40B4-BE49-F238E27FC236}">
                  <a16:creationId xmlns:a16="http://schemas.microsoft.com/office/drawing/2014/main" id="{48B8A195-2C00-4AA9-B378-F9D60CF09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7" name="Rectangle 41">
              <a:extLst>
                <a:ext uri="{FF2B5EF4-FFF2-40B4-BE49-F238E27FC236}">
                  <a16:creationId xmlns:a16="http://schemas.microsoft.com/office/drawing/2014/main" id="{92CA09C8-A562-4BE8-8CAD-0F11749E5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8" name="Rectangle 42">
              <a:extLst>
                <a:ext uri="{FF2B5EF4-FFF2-40B4-BE49-F238E27FC236}">
                  <a16:creationId xmlns:a16="http://schemas.microsoft.com/office/drawing/2014/main" id="{8F8E4CA7-EC83-4B50-B51E-5D8FCF487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79" name="Rectangle 43">
              <a:extLst>
                <a:ext uri="{FF2B5EF4-FFF2-40B4-BE49-F238E27FC236}">
                  <a16:creationId xmlns:a16="http://schemas.microsoft.com/office/drawing/2014/main" id="{A1A6DF34-3BF0-4E84-A5B8-601A0506D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0" name="Rectangle 44">
              <a:extLst>
                <a:ext uri="{FF2B5EF4-FFF2-40B4-BE49-F238E27FC236}">
                  <a16:creationId xmlns:a16="http://schemas.microsoft.com/office/drawing/2014/main" id="{A1367D0C-FCEC-46E1-B6D3-A250C43DE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1" name="Rectangle 45">
              <a:extLst>
                <a:ext uri="{FF2B5EF4-FFF2-40B4-BE49-F238E27FC236}">
                  <a16:creationId xmlns:a16="http://schemas.microsoft.com/office/drawing/2014/main" id="{BE2F65F9-0E6A-4914-B956-12A39EAD1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2" name="Rectangle 46">
              <a:extLst>
                <a:ext uri="{FF2B5EF4-FFF2-40B4-BE49-F238E27FC236}">
                  <a16:creationId xmlns:a16="http://schemas.microsoft.com/office/drawing/2014/main" id="{593846AF-439F-4617-A5AA-D2CEA6B7E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3" name="Rectangle 47">
              <a:extLst>
                <a:ext uri="{FF2B5EF4-FFF2-40B4-BE49-F238E27FC236}">
                  <a16:creationId xmlns:a16="http://schemas.microsoft.com/office/drawing/2014/main" id="{357A628A-5BED-4E46-A6B8-6D9A1128B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4" name="Rectangle 48">
              <a:extLst>
                <a:ext uri="{FF2B5EF4-FFF2-40B4-BE49-F238E27FC236}">
                  <a16:creationId xmlns:a16="http://schemas.microsoft.com/office/drawing/2014/main" id="{351643AA-81AA-4E78-8A32-02DBE408C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5" name="Rectangle 49">
              <a:extLst>
                <a:ext uri="{FF2B5EF4-FFF2-40B4-BE49-F238E27FC236}">
                  <a16:creationId xmlns:a16="http://schemas.microsoft.com/office/drawing/2014/main" id="{7086FA11-0EBF-40AE-B73A-C13A2FCC4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6" name="Rectangle 50">
              <a:extLst>
                <a:ext uri="{FF2B5EF4-FFF2-40B4-BE49-F238E27FC236}">
                  <a16:creationId xmlns:a16="http://schemas.microsoft.com/office/drawing/2014/main" id="{512197A4-AEB5-40D5-A80E-76EB28BB0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7" name="Rectangle 51">
              <a:extLst>
                <a:ext uri="{FF2B5EF4-FFF2-40B4-BE49-F238E27FC236}">
                  <a16:creationId xmlns:a16="http://schemas.microsoft.com/office/drawing/2014/main" id="{04E957ED-EEB8-4A1C-B3AA-A42D1A196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8" name="Rectangle 52">
              <a:extLst>
                <a:ext uri="{FF2B5EF4-FFF2-40B4-BE49-F238E27FC236}">
                  <a16:creationId xmlns:a16="http://schemas.microsoft.com/office/drawing/2014/main" id="{FCD3B28A-802B-4A73-8AF2-42B03046C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89" name="Rectangle 53">
              <a:extLst>
                <a:ext uri="{FF2B5EF4-FFF2-40B4-BE49-F238E27FC236}">
                  <a16:creationId xmlns:a16="http://schemas.microsoft.com/office/drawing/2014/main" id="{5ECEDA95-31A8-449E-8B30-82D16CDF5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90" name="Rectangle 54">
              <a:extLst>
                <a:ext uri="{FF2B5EF4-FFF2-40B4-BE49-F238E27FC236}">
                  <a16:creationId xmlns:a16="http://schemas.microsoft.com/office/drawing/2014/main" id="{CE304776-32B6-4225-945C-90EDE3465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91" name="Rectangle 55">
              <a:extLst>
                <a:ext uri="{FF2B5EF4-FFF2-40B4-BE49-F238E27FC236}">
                  <a16:creationId xmlns:a16="http://schemas.microsoft.com/office/drawing/2014/main" id="{E639D58A-5A42-4B92-840D-C5AF16E1B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92" name="Rectangle 56">
              <a:extLst>
                <a:ext uri="{FF2B5EF4-FFF2-40B4-BE49-F238E27FC236}">
                  <a16:creationId xmlns:a16="http://schemas.microsoft.com/office/drawing/2014/main" id="{1D182AE0-292F-4CBF-8662-B009BE4F0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93" name="Rectangle 57">
              <a:extLst>
                <a:ext uri="{FF2B5EF4-FFF2-40B4-BE49-F238E27FC236}">
                  <a16:creationId xmlns:a16="http://schemas.microsoft.com/office/drawing/2014/main" id="{EDA96EA1-EE55-4C79-AE4A-6E2FF03DD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94" name="Rectangle 58">
              <a:extLst>
                <a:ext uri="{FF2B5EF4-FFF2-40B4-BE49-F238E27FC236}">
                  <a16:creationId xmlns:a16="http://schemas.microsoft.com/office/drawing/2014/main" id="{78021661-BA87-4937-96A6-0EB08BB4C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95" name="Rectangle 59">
              <a:extLst>
                <a:ext uri="{FF2B5EF4-FFF2-40B4-BE49-F238E27FC236}">
                  <a16:creationId xmlns:a16="http://schemas.microsoft.com/office/drawing/2014/main" id="{6C501F1B-EAB4-4DB3-A1F7-23844708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96" name="Rectangle 60">
              <a:extLst>
                <a:ext uri="{FF2B5EF4-FFF2-40B4-BE49-F238E27FC236}">
                  <a16:creationId xmlns:a16="http://schemas.microsoft.com/office/drawing/2014/main" id="{52FC571A-32C8-47D8-B30F-D30E456E1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8434" name="Title 1">
            <a:extLst>
              <a:ext uri="{FF2B5EF4-FFF2-40B4-BE49-F238E27FC236}">
                <a16:creationId xmlns:a16="http://schemas.microsoft.com/office/drawing/2014/main" id="{7B6E00D8-527D-4D26-B8ED-665B1B57C577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Sequences of input and output signals</a:t>
            </a:r>
          </a:p>
        </p:txBody>
      </p:sp>
      <p:sp>
        <p:nvSpPr>
          <p:cNvPr id="18435" name="TextBox 125">
            <a:extLst>
              <a:ext uri="{FF2B5EF4-FFF2-40B4-BE49-F238E27FC236}">
                <a16:creationId xmlns:a16="http://schemas.microsoft.com/office/drawing/2014/main" id="{EBE83284-E0B0-4A65-857C-0E4714CA48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6.22 from the textbook ]</a:t>
            </a:r>
          </a:p>
        </p:txBody>
      </p:sp>
      <p:sp>
        <p:nvSpPr>
          <p:cNvPr id="18436" name="TextBox 2">
            <a:extLst>
              <a:ext uri="{FF2B5EF4-FFF2-40B4-BE49-F238E27FC236}">
                <a16:creationId xmlns:a16="http://schemas.microsoft.com/office/drawing/2014/main" id="{F60F53F5-4FC9-4DF3-87AE-2EC38FBCF6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18437" name="TextBox 62">
            <a:extLst>
              <a:ext uri="{FF2B5EF4-FFF2-40B4-BE49-F238E27FC236}">
                <a16:creationId xmlns:a16="http://schemas.microsoft.com/office/drawing/2014/main" id="{B23A0536-B543-434B-8816-B693C7E08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18438" name="Rectangle 3">
            <a:extLst>
              <a:ext uri="{FF2B5EF4-FFF2-40B4-BE49-F238E27FC236}">
                <a16:creationId xmlns:a16="http://schemas.microsoft.com/office/drawing/2014/main" id="{ECC6AE36-30FD-44CA-8534-8511CB215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3938" y="2262188"/>
            <a:ext cx="6858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439" name="Oval 4">
            <a:extLst>
              <a:ext uri="{FF2B5EF4-FFF2-40B4-BE49-F238E27FC236}">
                <a16:creationId xmlns:a16="http://schemas.microsoft.com/office/drawing/2014/main" id="{B06739C6-DC97-4748-AA0E-4484BED28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0338" y="2609850"/>
            <a:ext cx="338137" cy="327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57" name="Group 1">
            <a:extLst>
              <a:ext uri="{FF2B5EF4-FFF2-40B4-BE49-F238E27FC236}">
                <a16:creationId xmlns:a16="http://schemas.microsoft.com/office/drawing/2014/main" id="{43056881-AE23-4B59-BEB4-0586D5A06761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19464" name="Rectangle 4">
              <a:extLst>
                <a:ext uri="{FF2B5EF4-FFF2-40B4-BE49-F238E27FC236}">
                  <a16:creationId xmlns:a16="http://schemas.microsoft.com/office/drawing/2014/main" id="{43528470-42D8-4852-9869-E46C80718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65" name="Rectangle 5">
              <a:extLst>
                <a:ext uri="{FF2B5EF4-FFF2-40B4-BE49-F238E27FC236}">
                  <a16:creationId xmlns:a16="http://schemas.microsoft.com/office/drawing/2014/main" id="{DCB0D0C9-F3C6-4E90-9739-2E94FF1D4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66" name="Rectangle 6">
              <a:extLst>
                <a:ext uri="{FF2B5EF4-FFF2-40B4-BE49-F238E27FC236}">
                  <a16:creationId xmlns:a16="http://schemas.microsoft.com/office/drawing/2014/main" id="{B11A778F-2F22-4124-B905-BA737767B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67" name="Rectangle 7">
              <a:extLst>
                <a:ext uri="{FF2B5EF4-FFF2-40B4-BE49-F238E27FC236}">
                  <a16:creationId xmlns:a16="http://schemas.microsoft.com/office/drawing/2014/main" id="{8AD8D150-3366-4568-9516-CD3592641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68" name="Rectangle 8">
              <a:extLst>
                <a:ext uri="{FF2B5EF4-FFF2-40B4-BE49-F238E27FC236}">
                  <a16:creationId xmlns:a16="http://schemas.microsoft.com/office/drawing/2014/main" id="{C9A3DD2B-8822-400B-BF43-14B1F2911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69" name="Rectangle 9">
              <a:extLst>
                <a:ext uri="{FF2B5EF4-FFF2-40B4-BE49-F238E27FC236}">
                  <a16:creationId xmlns:a16="http://schemas.microsoft.com/office/drawing/2014/main" id="{02F8DA41-AF98-40A2-AE59-8C38F27D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0" name="Rectangle 10">
              <a:extLst>
                <a:ext uri="{FF2B5EF4-FFF2-40B4-BE49-F238E27FC236}">
                  <a16:creationId xmlns:a16="http://schemas.microsoft.com/office/drawing/2014/main" id="{CD7F8273-9685-4C04-B68D-3AB22F661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1" name="Rectangle 11">
              <a:extLst>
                <a:ext uri="{FF2B5EF4-FFF2-40B4-BE49-F238E27FC236}">
                  <a16:creationId xmlns:a16="http://schemas.microsoft.com/office/drawing/2014/main" id="{C607E04F-9B6D-4255-A759-735C3DDEE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2" name="Rectangle 12">
              <a:extLst>
                <a:ext uri="{FF2B5EF4-FFF2-40B4-BE49-F238E27FC236}">
                  <a16:creationId xmlns:a16="http://schemas.microsoft.com/office/drawing/2014/main" id="{3D0B1635-9DB1-49DD-B048-5C8E42C4C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3" name="Rectangle 13">
              <a:extLst>
                <a:ext uri="{FF2B5EF4-FFF2-40B4-BE49-F238E27FC236}">
                  <a16:creationId xmlns:a16="http://schemas.microsoft.com/office/drawing/2014/main" id="{CDFA77D1-D314-4796-9960-A6D936BA8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4" name="Rectangle 14">
              <a:extLst>
                <a:ext uri="{FF2B5EF4-FFF2-40B4-BE49-F238E27FC236}">
                  <a16:creationId xmlns:a16="http://schemas.microsoft.com/office/drawing/2014/main" id="{9AA1F172-E378-46B3-BB43-73B631EB5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5" name="Rectangle 15">
              <a:extLst>
                <a:ext uri="{FF2B5EF4-FFF2-40B4-BE49-F238E27FC236}">
                  <a16:creationId xmlns:a16="http://schemas.microsoft.com/office/drawing/2014/main" id="{3B48DAC0-A5B2-46B2-9E2C-0E48C5912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6" name="Rectangle 16">
              <a:extLst>
                <a:ext uri="{FF2B5EF4-FFF2-40B4-BE49-F238E27FC236}">
                  <a16:creationId xmlns:a16="http://schemas.microsoft.com/office/drawing/2014/main" id="{D2600A77-1603-4BA7-AD6E-1DAEB5670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7" name="Rectangle 17">
              <a:extLst>
                <a:ext uri="{FF2B5EF4-FFF2-40B4-BE49-F238E27FC236}">
                  <a16:creationId xmlns:a16="http://schemas.microsoft.com/office/drawing/2014/main" id="{E9A98E0F-2139-4565-B3B9-6ACB62D64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8" name="Rectangle 18">
              <a:extLst>
                <a:ext uri="{FF2B5EF4-FFF2-40B4-BE49-F238E27FC236}">
                  <a16:creationId xmlns:a16="http://schemas.microsoft.com/office/drawing/2014/main" id="{312017A9-C3AB-4EFC-BD7F-0D0FA1CA4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79" name="Rectangle 19">
              <a:extLst>
                <a:ext uri="{FF2B5EF4-FFF2-40B4-BE49-F238E27FC236}">
                  <a16:creationId xmlns:a16="http://schemas.microsoft.com/office/drawing/2014/main" id="{40F31E58-6EA6-4B18-B14A-D4C6BDF25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0" name="Rectangle 20">
              <a:extLst>
                <a:ext uri="{FF2B5EF4-FFF2-40B4-BE49-F238E27FC236}">
                  <a16:creationId xmlns:a16="http://schemas.microsoft.com/office/drawing/2014/main" id="{C09539B1-9765-4AC5-B349-0276372DF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1" name="Rectangle 21">
              <a:extLst>
                <a:ext uri="{FF2B5EF4-FFF2-40B4-BE49-F238E27FC236}">
                  <a16:creationId xmlns:a16="http://schemas.microsoft.com/office/drawing/2014/main" id="{555D345F-6171-4150-9DD9-E30C844B8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2" name="Rectangle 22">
              <a:extLst>
                <a:ext uri="{FF2B5EF4-FFF2-40B4-BE49-F238E27FC236}">
                  <a16:creationId xmlns:a16="http://schemas.microsoft.com/office/drawing/2014/main" id="{385B046F-93EF-4699-83A5-9D16AED95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3" name="Rectangle 23">
              <a:extLst>
                <a:ext uri="{FF2B5EF4-FFF2-40B4-BE49-F238E27FC236}">
                  <a16:creationId xmlns:a16="http://schemas.microsoft.com/office/drawing/2014/main" id="{04F69C68-6E88-43EE-9DC9-02FBA3A2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4" name="Rectangle 24">
              <a:extLst>
                <a:ext uri="{FF2B5EF4-FFF2-40B4-BE49-F238E27FC236}">
                  <a16:creationId xmlns:a16="http://schemas.microsoft.com/office/drawing/2014/main" id="{8BE2A773-88B1-4898-8994-F979155B2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5" name="Rectangle 25">
              <a:extLst>
                <a:ext uri="{FF2B5EF4-FFF2-40B4-BE49-F238E27FC236}">
                  <a16:creationId xmlns:a16="http://schemas.microsoft.com/office/drawing/2014/main" id="{975D27CF-CCD3-4722-99C3-A4EFAE3AA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6" name="Rectangle 26">
              <a:extLst>
                <a:ext uri="{FF2B5EF4-FFF2-40B4-BE49-F238E27FC236}">
                  <a16:creationId xmlns:a16="http://schemas.microsoft.com/office/drawing/2014/main" id="{757465FB-1E06-4557-854A-88DFED4C8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7" name="Rectangle 27">
              <a:extLst>
                <a:ext uri="{FF2B5EF4-FFF2-40B4-BE49-F238E27FC236}">
                  <a16:creationId xmlns:a16="http://schemas.microsoft.com/office/drawing/2014/main" id="{093E3CB5-2D39-46F6-8AA1-747F5BE0F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8" name="Rectangle 28">
              <a:extLst>
                <a:ext uri="{FF2B5EF4-FFF2-40B4-BE49-F238E27FC236}">
                  <a16:creationId xmlns:a16="http://schemas.microsoft.com/office/drawing/2014/main" id="{E20F265C-3905-414B-9B85-B9B343B82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89" name="Rectangle 29">
              <a:extLst>
                <a:ext uri="{FF2B5EF4-FFF2-40B4-BE49-F238E27FC236}">
                  <a16:creationId xmlns:a16="http://schemas.microsoft.com/office/drawing/2014/main" id="{B299FB39-FF1B-4D1A-809A-D77F39174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0" name="Rectangle 30">
              <a:extLst>
                <a:ext uri="{FF2B5EF4-FFF2-40B4-BE49-F238E27FC236}">
                  <a16:creationId xmlns:a16="http://schemas.microsoft.com/office/drawing/2014/main" id="{7CAD8B4A-3B0D-4C90-A6DE-AB864FF8C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1" name="Rectangle 31">
              <a:extLst>
                <a:ext uri="{FF2B5EF4-FFF2-40B4-BE49-F238E27FC236}">
                  <a16:creationId xmlns:a16="http://schemas.microsoft.com/office/drawing/2014/main" id="{1E4539F7-20AE-41F5-A4B6-B9E0751BE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2" name="Rectangle 32">
              <a:extLst>
                <a:ext uri="{FF2B5EF4-FFF2-40B4-BE49-F238E27FC236}">
                  <a16:creationId xmlns:a16="http://schemas.microsoft.com/office/drawing/2014/main" id="{D8512BA7-6A18-47D2-85E2-3897F29AA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3" name="Rectangle 33">
              <a:extLst>
                <a:ext uri="{FF2B5EF4-FFF2-40B4-BE49-F238E27FC236}">
                  <a16:creationId xmlns:a16="http://schemas.microsoft.com/office/drawing/2014/main" id="{375A8127-7721-424D-AF25-53C06D68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4" name="Rectangle 34">
              <a:extLst>
                <a:ext uri="{FF2B5EF4-FFF2-40B4-BE49-F238E27FC236}">
                  <a16:creationId xmlns:a16="http://schemas.microsoft.com/office/drawing/2014/main" id="{B145F6C6-EB58-4706-97C7-38E0DD138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5" name="Rectangle 35">
              <a:extLst>
                <a:ext uri="{FF2B5EF4-FFF2-40B4-BE49-F238E27FC236}">
                  <a16:creationId xmlns:a16="http://schemas.microsoft.com/office/drawing/2014/main" id="{D2065A4D-AED8-4C41-93E5-0568E0EB8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6" name="Rectangle 36">
              <a:extLst>
                <a:ext uri="{FF2B5EF4-FFF2-40B4-BE49-F238E27FC236}">
                  <a16:creationId xmlns:a16="http://schemas.microsoft.com/office/drawing/2014/main" id="{F0484F83-496D-4BD8-AF26-928AB025F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7" name="Rectangle 37">
              <a:extLst>
                <a:ext uri="{FF2B5EF4-FFF2-40B4-BE49-F238E27FC236}">
                  <a16:creationId xmlns:a16="http://schemas.microsoft.com/office/drawing/2014/main" id="{9CDAD2F8-4E3F-48EB-8C50-006166201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8" name="Rectangle 38">
              <a:extLst>
                <a:ext uri="{FF2B5EF4-FFF2-40B4-BE49-F238E27FC236}">
                  <a16:creationId xmlns:a16="http://schemas.microsoft.com/office/drawing/2014/main" id="{14ED4B2E-DF25-4CB5-818F-E0188D2A7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499" name="Rectangle 39">
              <a:extLst>
                <a:ext uri="{FF2B5EF4-FFF2-40B4-BE49-F238E27FC236}">
                  <a16:creationId xmlns:a16="http://schemas.microsoft.com/office/drawing/2014/main" id="{C15C4F42-D260-462D-88BF-64E909687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0" name="Rectangle 40">
              <a:extLst>
                <a:ext uri="{FF2B5EF4-FFF2-40B4-BE49-F238E27FC236}">
                  <a16:creationId xmlns:a16="http://schemas.microsoft.com/office/drawing/2014/main" id="{B5A2B736-41DF-4CE2-85EB-235329877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1" name="Rectangle 41">
              <a:extLst>
                <a:ext uri="{FF2B5EF4-FFF2-40B4-BE49-F238E27FC236}">
                  <a16:creationId xmlns:a16="http://schemas.microsoft.com/office/drawing/2014/main" id="{074718C4-C950-4A6D-A83E-FF70FF17A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2" name="Rectangle 42">
              <a:extLst>
                <a:ext uri="{FF2B5EF4-FFF2-40B4-BE49-F238E27FC236}">
                  <a16:creationId xmlns:a16="http://schemas.microsoft.com/office/drawing/2014/main" id="{CA12F0D2-1995-4715-AD84-009BA51F0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3" name="Rectangle 43">
              <a:extLst>
                <a:ext uri="{FF2B5EF4-FFF2-40B4-BE49-F238E27FC236}">
                  <a16:creationId xmlns:a16="http://schemas.microsoft.com/office/drawing/2014/main" id="{612CF15A-F425-402B-A047-75587D7E9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4" name="Rectangle 44">
              <a:extLst>
                <a:ext uri="{FF2B5EF4-FFF2-40B4-BE49-F238E27FC236}">
                  <a16:creationId xmlns:a16="http://schemas.microsoft.com/office/drawing/2014/main" id="{BA8E5732-6418-4E9F-8BB0-7EC97B84B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5" name="Rectangle 45">
              <a:extLst>
                <a:ext uri="{FF2B5EF4-FFF2-40B4-BE49-F238E27FC236}">
                  <a16:creationId xmlns:a16="http://schemas.microsoft.com/office/drawing/2014/main" id="{892517D7-07A7-413F-9F3A-E90D7849B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6" name="Rectangle 46">
              <a:extLst>
                <a:ext uri="{FF2B5EF4-FFF2-40B4-BE49-F238E27FC236}">
                  <a16:creationId xmlns:a16="http://schemas.microsoft.com/office/drawing/2014/main" id="{F0C82283-43BB-4D76-A6AB-9E3B1B120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7" name="Rectangle 47">
              <a:extLst>
                <a:ext uri="{FF2B5EF4-FFF2-40B4-BE49-F238E27FC236}">
                  <a16:creationId xmlns:a16="http://schemas.microsoft.com/office/drawing/2014/main" id="{C224FE62-1D5C-42B9-B71B-FFFCB232E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8" name="Rectangle 48">
              <a:extLst>
                <a:ext uri="{FF2B5EF4-FFF2-40B4-BE49-F238E27FC236}">
                  <a16:creationId xmlns:a16="http://schemas.microsoft.com/office/drawing/2014/main" id="{BFE7A66C-1EF5-46D0-8F3C-64D48DE45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09" name="Rectangle 49">
              <a:extLst>
                <a:ext uri="{FF2B5EF4-FFF2-40B4-BE49-F238E27FC236}">
                  <a16:creationId xmlns:a16="http://schemas.microsoft.com/office/drawing/2014/main" id="{6ED2BCE0-B45F-4BD2-8A11-14D3AD289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0" name="Rectangle 50">
              <a:extLst>
                <a:ext uri="{FF2B5EF4-FFF2-40B4-BE49-F238E27FC236}">
                  <a16:creationId xmlns:a16="http://schemas.microsoft.com/office/drawing/2014/main" id="{C5AF9354-9DD3-4739-AC8A-12D62E32A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1" name="Rectangle 51">
              <a:extLst>
                <a:ext uri="{FF2B5EF4-FFF2-40B4-BE49-F238E27FC236}">
                  <a16:creationId xmlns:a16="http://schemas.microsoft.com/office/drawing/2014/main" id="{3AC26BDA-6623-4B77-B494-44CD51555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2" name="Rectangle 52">
              <a:extLst>
                <a:ext uri="{FF2B5EF4-FFF2-40B4-BE49-F238E27FC236}">
                  <a16:creationId xmlns:a16="http://schemas.microsoft.com/office/drawing/2014/main" id="{51B7B69D-3210-4B51-9C73-EC5CBAE82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3" name="Rectangle 53">
              <a:extLst>
                <a:ext uri="{FF2B5EF4-FFF2-40B4-BE49-F238E27FC236}">
                  <a16:creationId xmlns:a16="http://schemas.microsoft.com/office/drawing/2014/main" id="{D0AF18DC-1B75-40E0-946B-C6E5054FB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4" name="Rectangle 54">
              <a:extLst>
                <a:ext uri="{FF2B5EF4-FFF2-40B4-BE49-F238E27FC236}">
                  <a16:creationId xmlns:a16="http://schemas.microsoft.com/office/drawing/2014/main" id="{810C927D-3F66-427A-87EB-2B4869A4E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5" name="Rectangle 55">
              <a:extLst>
                <a:ext uri="{FF2B5EF4-FFF2-40B4-BE49-F238E27FC236}">
                  <a16:creationId xmlns:a16="http://schemas.microsoft.com/office/drawing/2014/main" id="{C40D3AD0-094E-4670-8AA9-6515F7BB0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6" name="Rectangle 56">
              <a:extLst>
                <a:ext uri="{FF2B5EF4-FFF2-40B4-BE49-F238E27FC236}">
                  <a16:creationId xmlns:a16="http://schemas.microsoft.com/office/drawing/2014/main" id="{36D910D7-58D4-42EE-92E1-9880ACFCC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7" name="Rectangle 57">
              <a:extLst>
                <a:ext uri="{FF2B5EF4-FFF2-40B4-BE49-F238E27FC236}">
                  <a16:creationId xmlns:a16="http://schemas.microsoft.com/office/drawing/2014/main" id="{647985AA-7D30-4AEE-86C8-32A191C92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8" name="Rectangle 58">
              <a:extLst>
                <a:ext uri="{FF2B5EF4-FFF2-40B4-BE49-F238E27FC236}">
                  <a16:creationId xmlns:a16="http://schemas.microsoft.com/office/drawing/2014/main" id="{1808481A-8661-4277-AA1B-2196ABA12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19" name="Rectangle 59">
              <a:extLst>
                <a:ext uri="{FF2B5EF4-FFF2-40B4-BE49-F238E27FC236}">
                  <a16:creationId xmlns:a16="http://schemas.microsoft.com/office/drawing/2014/main" id="{8633E25A-0375-44E0-9442-00C4A4A95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520" name="Rectangle 60">
              <a:extLst>
                <a:ext uri="{FF2B5EF4-FFF2-40B4-BE49-F238E27FC236}">
                  <a16:creationId xmlns:a16="http://schemas.microsoft.com/office/drawing/2014/main" id="{7837C10B-CCB3-471F-AF06-CD99B3A91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9458" name="Title 1">
            <a:extLst>
              <a:ext uri="{FF2B5EF4-FFF2-40B4-BE49-F238E27FC236}">
                <a16:creationId xmlns:a16="http://schemas.microsoft.com/office/drawing/2014/main" id="{BF4895FD-B06B-4200-A6BA-E24F65012A70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Sequences of input and output signals</a:t>
            </a:r>
          </a:p>
        </p:txBody>
      </p:sp>
      <p:sp>
        <p:nvSpPr>
          <p:cNvPr id="19459" name="TextBox 125">
            <a:extLst>
              <a:ext uri="{FF2B5EF4-FFF2-40B4-BE49-F238E27FC236}">
                <a16:creationId xmlns:a16="http://schemas.microsoft.com/office/drawing/2014/main" id="{9016F4F5-6277-4341-B2FC-84A2C53EFB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6.22 from the textbook ]</a:t>
            </a:r>
          </a:p>
        </p:txBody>
      </p:sp>
      <p:sp>
        <p:nvSpPr>
          <p:cNvPr id="19460" name="TextBox 2">
            <a:extLst>
              <a:ext uri="{FF2B5EF4-FFF2-40B4-BE49-F238E27FC236}">
                <a16:creationId xmlns:a16="http://schemas.microsoft.com/office/drawing/2014/main" id="{CE75D21F-8F9D-46FF-BE85-AD1E2D212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19461" name="TextBox 62">
            <a:extLst>
              <a:ext uri="{FF2B5EF4-FFF2-40B4-BE49-F238E27FC236}">
                <a16:creationId xmlns:a16="http://schemas.microsoft.com/office/drawing/2014/main" id="{13FF7CF8-AACD-4FA5-9760-476EE8337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19462" name="Rectangle 3">
            <a:extLst>
              <a:ext uri="{FF2B5EF4-FFF2-40B4-BE49-F238E27FC236}">
                <a16:creationId xmlns:a16="http://schemas.microsoft.com/office/drawing/2014/main" id="{4BCC2DC0-AAD9-44CA-B3C9-9F95D9D73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2262188"/>
            <a:ext cx="6858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463" name="Oval 4">
            <a:extLst>
              <a:ext uri="{FF2B5EF4-FFF2-40B4-BE49-F238E27FC236}">
                <a16:creationId xmlns:a16="http://schemas.microsoft.com/office/drawing/2014/main" id="{B658F835-177E-4B8D-800D-DA4751F07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9288" y="2609850"/>
            <a:ext cx="338137" cy="327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1" name="Group 1">
            <a:extLst>
              <a:ext uri="{FF2B5EF4-FFF2-40B4-BE49-F238E27FC236}">
                <a16:creationId xmlns:a16="http://schemas.microsoft.com/office/drawing/2014/main" id="{BCB1B279-858E-4FEF-89A6-95D2EF45A3F5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20488" name="Rectangle 4">
              <a:extLst>
                <a:ext uri="{FF2B5EF4-FFF2-40B4-BE49-F238E27FC236}">
                  <a16:creationId xmlns:a16="http://schemas.microsoft.com/office/drawing/2014/main" id="{A9778CB9-ADFF-44C9-8DAC-F21F6B00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89" name="Rectangle 5">
              <a:extLst>
                <a:ext uri="{FF2B5EF4-FFF2-40B4-BE49-F238E27FC236}">
                  <a16:creationId xmlns:a16="http://schemas.microsoft.com/office/drawing/2014/main" id="{1839A694-3696-4135-B978-610D67073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0" name="Rectangle 6">
              <a:extLst>
                <a:ext uri="{FF2B5EF4-FFF2-40B4-BE49-F238E27FC236}">
                  <a16:creationId xmlns:a16="http://schemas.microsoft.com/office/drawing/2014/main" id="{1F760C27-EBB5-4BFD-AAC9-AA223BBD2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1" name="Rectangle 7">
              <a:extLst>
                <a:ext uri="{FF2B5EF4-FFF2-40B4-BE49-F238E27FC236}">
                  <a16:creationId xmlns:a16="http://schemas.microsoft.com/office/drawing/2014/main" id="{E6DA6264-19F7-4107-A8D1-CA77A5835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2" name="Rectangle 8">
              <a:extLst>
                <a:ext uri="{FF2B5EF4-FFF2-40B4-BE49-F238E27FC236}">
                  <a16:creationId xmlns:a16="http://schemas.microsoft.com/office/drawing/2014/main" id="{FCC83E37-516C-48D7-BD0E-38AAA99BF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3" name="Rectangle 9">
              <a:extLst>
                <a:ext uri="{FF2B5EF4-FFF2-40B4-BE49-F238E27FC236}">
                  <a16:creationId xmlns:a16="http://schemas.microsoft.com/office/drawing/2014/main" id="{11FF011E-32BE-4F0B-A5E8-E521C4A6E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4" name="Rectangle 10">
              <a:extLst>
                <a:ext uri="{FF2B5EF4-FFF2-40B4-BE49-F238E27FC236}">
                  <a16:creationId xmlns:a16="http://schemas.microsoft.com/office/drawing/2014/main" id="{3C009232-5D5E-4180-BCA5-9ED9641A7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5" name="Rectangle 11">
              <a:extLst>
                <a:ext uri="{FF2B5EF4-FFF2-40B4-BE49-F238E27FC236}">
                  <a16:creationId xmlns:a16="http://schemas.microsoft.com/office/drawing/2014/main" id="{F52FE80B-7C7D-4A1E-905F-466D2A64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6" name="Rectangle 12">
              <a:extLst>
                <a:ext uri="{FF2B5EF4-FFF2-40B4-BE49-F238E27FC236}">
                  <a16:creationId xmlns:a16="http://schemas.microsoft.com/office/drawing/2014/main" id="{AA3AC429-A73B-4647-83DB-96DCC4F4D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7" name="Rectangle 13">
              <a:extLst>
                <a:ext uri="{FF2B5EF4-FFF2-40B4-BE49-F238E27FC236}">
                  <a16:creationId xmlns:a16="http://schemas.microsoft.com/office/drawing/2014/main" id="{4969B13B-98F4-423E-8E1C-17F813F9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8" name="Rectangle 14">
              <a:extLst>
                <a:ext uri="{FF2B5EF4-FFF2-40B4-BE49-F238E27FC236}">
                  <a16:creationId xmlns:a16="http://schemas.microsoft.com/office/drawing/2014/main" id="{BB4FD411-985F-4701-B601-3AC0785D9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499" name="Rectangle 15">
              <a:extLst>
                <a:ext uri="{FF2B5EF4-FFF2-40B4-BE49-F238E27FC236}">
                  <a16:creationId xmlns:a16="http://schemas.microsoft.com/office/drawing/2014/main" id="{651A73F6-BAF1-4295-A8E6-9A7B200B7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0" name="Rectangle 16">
              <a:extLst>
                <a:ext uri="{FF2B5EF4-FFF2-40B4-BE49-F238E27FC236}">
                  <a16:creationId xmlns:a16="http://schemas.microsoft.com/office/drawing/2014/main" id="{A7018EAF-52B3-4E39-A9FD-8E2C78F4C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1" name="Rectangle 17">
              <a:extLst>
                <a:ext uri="{FF2B5EF4-FFF2-40B4-BE49-F238E27FC236}">
                  <a16:creationId xmlns:a16="http://schemas.microsoft.com/office/drawing/2014/main" id="{47214963-FDAB-4568-B78D-389BB2753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2" name="Rectangle 18">
              <a:extLst>
                <a:ext uri="{FF2B5EF4-FFF2-40B4-BE49-F238E27FC236}">
                  <a16:creationId xmlns:a16="http://schemas.microsoft.com/office/drawing/2014/main" id="{C80A0918-5210-44CE-92FF-C4C2B6F9B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3" name="Rectangle 19">
              <a:extLst>
                <a:ext uri="{FF2B5EF4-FFF2-40B4-BE49-F238E27FC236}">
                  <a16:creationId xmlns:a16="http://schemas.microsoft.com/office/drawing/2014/main" id="{915641B6-87A0-4417-A9D1-1DFA7EAA9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4" name="Rectangle 20">
              <a:extLst>
                <a:ext uri="{FF2B5EF4-FFF2-40B4-BE49-F238E27FC236}">
                  <a16:creationId xmlns:a16="http://schemas.microsoft.com/office/drawing/2014/main" id="{6FA31521-C3BB-41CE-811C-9068CB66B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5" name="Rectangle 21">
              <a:extLst>
                <a:ext uri="{FF2B5EF4-FFF2-40B4-BE49-F238E27FC236}">
                  <a16:creationId xmlns:a16="http://schemas.microsoft.com/office/drawing/2014/main" id="{104BF6FF-286D-4426-9BDE-CC5BE0DF2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6" name="Rectangle 22">
              <a:extLst>
                <a:ext uri="{FF2B5EF4-FFF2-40B4-BE49-F238E27FC236}">
                  <a16:creationId xmlns:a16="http://schemas.microsoft.com/office/drawing/2014/main" id="{14CBED4F-2BC4-404E-BB7F-AF0EE68C8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7" name="Rectangle 23">
              <a:extLst>
                <a:ext uri="{FF2B5EF4-FFF2-40B4-BE49-F238E27FC236}">
                  <a16:creationId xmlns:a16="http://schemas.microsoft.com/office/drawing/2014/main" id="{541304E7-627B-4F81-BCB5-4EE897A23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8" name="Rectangle 24">
              <a:extLst>
                <a:ext uri="{FF2B5EF4-FFF2-40B4-BE49-F238E27FC236}">
                  <a16:creationId xmlns:a16="http://schemas.microsoft.com/office/drawing/2014/main" id="{A8D6C93F-415E-4B6D-977E-0B521DB33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09" name="Rectangle 25">
              <a:extLst>
                <a:ext uri="{FF2B5EF4-FFF2-40B4-BE49-F238E27FC236}">
                  <a16:creationId xmlns:a16="http://schemas.microsoft.com/office/drawing/2014/main" id="{D196B626-7516-44DB-8A63-3F348E5E6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0" name="Rectangle 26">
              <a:extLst>
                <a:ext uri="{FF2B5EF4-FFF2-40B4-BE49-F238E27FC236}">
                  <a16:creationId xmlns:a16="http://schemas.microsoft.com/office/drawing/2014/main" id="{28ABD3B2-8B55-4607-AA01-6D7F4E185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1" name="Rectangle 27">
              <a:extLst>
                <a:ext uri="{FF2B5EF4-FFF2-40B4-BE49-F238E27FC236}">
                  <a16:creationId xmlns:a16="http://schemas.microsoft.com/office/drawing/2014/main" id="{5484238C-74A6-4BF9-A8DC-9CB5FA1A2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2" name="Rectangle 28">
              <a:extLst>
                <a:ext uri="{FF2B5EF4-FFF2-40B4-BE49-F238E27FC236}">
                  <a16:creationId xmlns:a16="http://schemas.microsoft.com/office/drawing/2014/main" id="{65C87459-47EA-496E-A1A0-DC51F19AF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3" name="Rectangle 29">
              <a:extLst>
                <a:ext uri="{FF2B5EF4-FFF2-40B4-BE49-F238E27FC236}">
                  <a16:creationId xmlns:a16="http://schemas.microsoft.com/office/drawing/2014/main" id="{CAC3AB3D-A3A4-4179-945C-8E71F1B1D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4" name="Rectangle 30">
              <a:extLst>
                <a:ext uri="{FF2B5EF4-FFF2-40B4-BE49-F238E27FC236}">
                  <a16:creationId xmlns:a16="http://schemas.microsoft.com/office/drawing/2014/main" id="{8879EE70-395B-41C1-A46B-BA9710782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5" name="Rectangle 31">
              <a:extLst>
                <a:ext uri="{FF2B5EF4-FFF2-40B4-BE49-F238E27FC236}">
                  <a16:creationId xmlns:a16="http://schemas.microsoft.com/office/drawing/2014/main" id="{4AA5058A-11E8-4E69-A4C5-E277FF860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6" name="Rectangle 32">
              <a:extLst>
                <a:ext uri="{FF2B5EF4-FFF2-40B4-BE49-F238E27FC236}">
                  <a16:creationId xmlns:a16="http://schemas.microsoft.com/office/drawing/2014/main" id="{750268E3-2D5D-4562-851A-D3C07261E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7" name="Rectangle 33">
              <a:extLst>
                <a:ext uri="{FF2B5EF4-FFF2-40B4-BE49-F238E27FC236}">
                  <a16:creationId xmlns:a16="http://schemas.microsoft.com/office/drawing/2014/main" id="{8EF7C8C0-A773-4E42-B12F-9E02E9100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8" name="Rectangle 34">
              <a:extLst>
                <a:ext uri="{FF2B5EF4-FFF2-40B4-BE49-F238E27FC236}">
                  <a16:creationId xmlns:a16="http://schemas.microsoft.com/office/drawing/2014/main" id="{76F430DF-EE68-455D-92BF-0F43A1205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19" name="Rectangle 35">
              <a:extLst>
                <a:ext uri="{FF2B5EF4-FFF2-40B4-BE49-F238E27FC236}">
                  <a16:creationId xmlns:a16="http://schemas.microsoft.com/office/drawing/2014/main" id="{5A0FAE8D-994A-45F1-8112-C157EC429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0" name="Rectangle 36">
              <a:extLst>
                <a:ext uri="{FF2B5EF4-FFF2-40B4-BE49-F238E27FC236}">
                  <a16:creationId xmlns:a16="http://schemas.microsoft.com/office/drawing/2014/main" id="{AD912C9D-F5F6-446E-8348-54AA43E9C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1" name="Rectangle 37">
              <a:extLst>
                <a:ext uri="{FF2B5EF4-FFF2-40B4-BE49-F238E27FC236}">
                  <a16:creationId xmlns:a16="http://schemas.microsoft.com/office/drawing/2014/main" id="{70BE1E2A-4BB6-419E-9C64-448DD9FCD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2" name="Rectangle 38">
              <a:extLst>
                <a:ext uri="{FF2B5EF4-FFF2-40B4-BE49-F238E27FC236}">
                  <a16:creationId xmlns:a16="http://schemas.microsoft.com/office/drawing/2014/main" id="{AF5F6160-777A-4A43-AA39-9A7646823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3" name="Rectangle 39">
              <a:extLst>
                <a:ext uri="{FF2B5EF4-FFF2-40B4-BE49-F238E27FC236}">
                  <a16:creationId xmlns:a16="http://schemas.microsoft.com/office/drawing/2014/main" id="{F83DCDD9-B786-4D2B-94DD-A7097D381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4" name="Rectangle 40">
              <a:extLst>
                <a:ext uri="{FF2B5EF4-FFF2-40B4-BE49-F238E27FC236}">
                  <a16:creationId xmlns:a16="http://schemas.microsoft.com/office/drawing/2014/main" id="{192EEFFE-07E0-43E7-BDBB-69946F54B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5" name="Rectangle 41">
              <a:extLst>
                <a:ext uri="{FF2B5EF4-FFF2-40B4-BE49-F238E27FC236}">
                  <a16:creationId xmlns:a16="http://schemas.microsoft.com/office/drawing/2014/main" id="{45AC2A77-3E9C-4F11-972D-6F1122BF2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6" name="Rectangle 42">
              <a:extLst>
                <a:ext uri="{FF2B5EF4-FFF2-40B4-BE49-F238E27FC236}">
                  <a16:creationId xmlns:a16="http://schemas.microsoft.com/office/drawing/2014/main" id="{E22D7CB0-D0A6-4225-92C5-9F5140A4B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7" name="Rectangle 43">
              <a:extLst>
                <a:ext uri="{FF2B5EF4-FFF2-40B4-BE49-F238E27FC236}">
                  <a16:creationId xmlns:a16="http://schemas.microsoft.com/office/drawing/2014/main" id="{4DC22F3B-F3EE-4C2F-A707-F89AD86AC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8" name="Rectangle 44">
              <a:extLst>
                <a:ext uri="{FF2B5EF4-FFF2-40B4-BE49-F238E27FC236}">
                  <a16:creationId xmlns:a16="http://schemas.microsoft.com/office/drawing/2014/main" id="{38C7B0B2-88F4-41BF-9878-B07BD951E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29" name="Rectangle 45">
              <a:extLst>
                <a:ext uri="{FF2B5EF4-FFF2-40B4-BE49-F238E27FC236}">
                  <a16:creationId xmlns:a16="http://schemas.microsoft.com/office/drawing/2014/main" id="{899DA14C-8112-4FB0-899F-FB201BE2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0" name="Rectangle 46">
              <a:extLst>
                <a:ext uri="{FF2B5EF4-FFF2-40B4-BE49-F238E27FC236}">
                  <a16:creationId xmlns:a16="http://schemas.microsoft.com/office/drawing/2014/main" id="{B8807354-E64F-466E-9DBD-F0974E63A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1" name="Rectangle 47">
              <a:extLst>
                <a:ext uri="{FF2B5EF4-FFF2-40B4-BE49-F238E27FC236}">
                  <a16:creationId xmlns:a16="http://schemas.microsoft.com/office/drawing/2014/main" id="{FD1F2710-5C98-49D2-B440-E43B9984B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2" name="Rectangle 48">
              <a:extLst>
                <a:ext uri="{FF2B5EF4-FFF2-40B4-BE49-F238E27FC236}">
                  <a16:creationId xmlns:a16="http://schemas.microsoft.com/office/drawing/2014/main" id="{CEFF81FF-B7F4-4AF0-885D-008FE2D03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3" name="Rectangle 49">
              <a:extLst>
                <a:ext uri="{FF2B5EF4-FFF2-40B4-BE49-F238E27FC236}">
                  <a16:creationId xmlns:a16="http://schemas.microsoft.com/office/drawing/2014/main" id="{0068ABD8-48BF-4BDD-98E1-507309463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4" name="Rectangle 50">
              <a:extLst>
                <a:ext uri="{FF2B5EF4-FFF2-40B4-BE49-F238E27FC236}">
                  <a16:creationId xmlns:a16="http://schemas.microsoft.com/office/drawing/2014/main" id="{95BEA258-CC74-4EA1-97E1-D0B291347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5" name="Rectangle 51">
              <a:extLst>
                <a:ext uri="{FF2B5EF4-FFF2-40B4-BE49-F238E27FC236}">
                  <a16:creationId xmlns:a16="http://schemas.microsoft.com/office/drawing/2014/main" id="{DF4B2DAB-5C55-4D48-AFE2-6FCEF8B29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6" name="Rectangle 52">
              <a:extLst>
                <a:ext uri="{FF2B5EF4-FFF2-40B4-BE49-F238E27FC236}">
                  <a16:creationId xmlns:a16="http://schemas.microsoft.com/office/drawing/2014/main" id="{BBEDA5AB-3B07-4FC4-BA3D-6B2F40CD6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7" name="Rectangle 53">
              <a:extLst>
                <a:ext uri="{FF2B5EF4-FFF2-40B4-BE49-F238E27FC236}">
                  <a16:creationId xmlns:a16="http://schemas.microsoft.com/office/drawing/2014/main" id="{EDD1FCC9-3758-44CD-A0FE-A4471D4A6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8" name="Rectangle 54">
              <a:extLst>
                <a:ext uri="{FF2B5EF4-FFF2-40B4-BE49-F238E27FC236}">
                  <a16:creationId xmlns:a16="http://schemas.microsoft.com/office/drawing/2014/main" id="{9A788CEB-E497-41D9-BE94-04A023157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39" name="Rectangle 55">
              <a:extLst>
                <a:ext uri="{FF2B5EF4-FFF2-40B4-BE49-F238E27FC236}">
                  <a16:creationId xmlns:a16="http://schemas.microsoft.com/office/drawing/2014/main" id="{BAF5C570-57C7-468A-9626-8A6F97F59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40" name="Rectangle 56">
              <a:extLst>
                <a:ext uri="{FF2B5EF4-FFF2-40B4-BE49-F238E27FC236}">
                  <a16:creationId xmlns:a16="http://schemas.microsoft.com/office/drawing/2014/main" id="{A8137CF4-5162-4785-8EC4-8E2C0D2CB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41" name="Rectangle 57">
              <a:extLst>
                <a:ext uri="{FF2B5EF4-FFF2-40B4-BE49-F238E27FC236}">
                  <a16:creationId xmlns:a16="http://schemas.microsoft.com/office/drawing/2014/main" id="{49E070A9-8FA5-4F8C-A613-C1249AED9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42" name="Rectangle 58">
              <a:extLst>
                <a:ext uri="{FF2B5EF4-FFF2-40B4-BE49-F238E27FC236}">
                  <a16:creationId xmlns:a16="http://schemas.microsoft.com/office/drawing/2014/main" id="{8CA1F718-2089-4AEE-8576-64E7547B7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43" name="Rectangle 59">
              <a:extLst>
                <a:ext uri="{FF2B5EF4-FFF2-40B4-BE49-F238E27FC236}">
                  <a16:creationId xmlns:a16="http://schemas.microsoft.com/office/drawing/2014/main" id="{CE23D99A-C23D-4C1F-B93D-E6B8C04F1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544" name="Rectangle 60">
              <a:extLst>
                <a:ext uri="{FF2B5EF4-FFF2-40B4-BE49-F238E27FC236}">
                  <a16:creationId xmlns:a16="http://schemas.microsoft.com/office/drawing/2014/main" id="{E8620F0B-E419-4094-8A95-A50E63EDA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0482" name="Title 1">
            <a:extLst>
              <a:ext uri="{FF2B5EF4-FFF2-40B4-BE49-F238E27FC236}">
                <a16:creationId xmlns:a16="http://schemas.microsoft.com/office/drawing/2014/main" id="{02318E59-A369-4833-A6BB-B70AFC7A24CF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Sequences of input and output signals</a:t>
            </a:r>
          </a:p>
        </p:txBody>
      </p:sp>
      <p:sp>
        <p:nvSpPr>
          <p:cNvPr id="20483" name="TextBox 125">
            <a:extLst>
              <a:ext uri="{FF2B5EF4-FFF2-40B4-BE49-F238E27FC236}">
                <a16:creationId xmlns:a16="http://schemas.microsoft.com/office/drawing/2014/main" id="{F7DB9BDB-EA9D-4D1A-8F4F-40DC786C6A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6.22 from the textbook ]</a:t>
            </a:r>
          </a:p>
        </p:txBody>
      </p:sp>
      <p:sp>
        <p:nvSpPr>
          <p:cNvPr id="20484" name="TextBox 2">
            <a:extLst>
              <a:ext uri="{FF2B5EF4-FFF2-40B4-BE49-F238E27FC236}">
                <a16:creationId xmlns:a16="http://schemas.microsoft.com/office/drawing/2014/main" id="{30C2A55C-5E5A-45EB-BDBF-1580C669E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20485" name="TextBox 62">
            <a:extLst>
              <a:ext uri="{FF2B5EF4-FFF2-40B4-BE49-F238E27FC236}">
                <a16:creationId xmlns:a16="http://schemas.microsoft.com/office/drawing/2014/main" id="{21A216FE-A0D2-4694-ACC2-1523575D6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20486" name="Rectangle 3">
            <a:extLst>
              <a:ext uri="{FF2B5EF4-FFF2-40B4-BE49-F238E27FC236}">
                <a16:creationId xmlns:a16="http://schemas.microsoft.com/office/drawing/2014/main" id="{CD2F45F0-F3B9-4C65-820D-47B57C6A3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2262188"/>
            <a:ext cx="6858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0487" name="Oval 4">
            <a:extLst>
              <a:ext uri="{FF2B5EF4-FFF2-40B4-BE49-F238E27FC236}">
                <a16:creationId xmlns:a16="http://schemas.microsoft.com/office/drawing/2014/main" id="{0D5DD323-620B-4881-840B-DC262852A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6650" y="2609850"/>
            <a:ext cx="338138" cy="327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05" name="Group 1">
            <a:extLst>
              <a:ext uri="{FF2B5EF4-FFF2-40B4-BE49-F238E27FC236}">
                <a16:creationId xmlns:a16="http://schemas.microsoft.com/office/drawing/2014/main" id="{A204657F-4D5E-4F3F-A864-6D3524ED365A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21512" name="Rectangle 4">
              <a:extLst>
                <a:ext uri="{FF2B5EF4-FFF2-40B4-BE49-F238E27FC236}">
                  <a16:creationId xmlns:a16="http://schemas.microsoft.com/office/drawing/2014/main" id="{DB9410D8-3A35-4DB0-8474-BF8A438E2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13" name="Rectangle 5">
              <a:extLst>
                <a:ext uri="{FF2B5EF4-FFF2-40B4-BE49-F238E27FC236}">
                  <a16:creationId xmlns:a16="http://schemas.microsoft.com/office/drawing/2014/main" id="{B0C99387-5574-4F25-9B5F-D6CEC1AA0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14" name="Rectangle 6">
              <a:extLst>
                <a:ext uri="{FF2B5EF4-FFF2-40B4-BE49-F238E27FC236}">
                  <a16:creationId xmlns:a16="http://schemas.microsoft.com/office/drawing/2014/main" id="{875540CD-0AE7-4866-B0CB-4A0CD356D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15" name="Rectangle 7">
              <a:extLst>
                <a:ext uri="{FF2B5EF4-FFF2-40B4-BE49-F238E27FC236}">
                  <a16:creationId xmlns:a16="http://schemas.microsoft.com/office/drawing/2014/main" id="{12A23DE9-8882-4A51-8C40-D41ABA760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16" name="Rectangle 8">
              <a:extLst>
                <a:ext uri="{FF2B5EF4-FFF2-40B4-BE49-F238E27FC236}">
                  <a16:creationId xmlns:a16="http://schemas.microsoft.com/office/drawing/2014/main" id="{20C19EE0-19F9-4FC7-9F5B-30E699535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17" name="Rectangle 9">
              <a:extLst>
                <a:ext uri="{FF2B5EF4-FFF2-40B4-BE49-F238E27FC236}">
                  <a16:creationId xmlns:a16="http://schemas.microsoft.com/office/drawing/2014/main" id="{57D1C7A8-F955-4C11-82FB-AEB74E4EF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18" name="Rectangle 10">
              <a:extLst>
                <a:ext uri="{FF2B5EF4-FFF2-40B4-BE49-F238E27FC236}">
                  <a16:creationId xmlns:a16="http://schemas.microsoft.com/office/drawing/2014/main" id="{0880DD7C-C785-4E02-9BE1-27E624EE8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19" name="Rectangle 11">
              <a:extLst>
                <a:ext uri="{FF2B5EF4-FFF2-40B4-BE49-F238E27FC236}">
                  <a16:creationId xmlns:a16="http://schemas.microsoft.com/office/drawing/2014/main" id="{2600BFC9-3040-4B54-9AA9-76082BA3A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0" name="Rectangle 12">
              <a:extLst>
                <a:ext uri="{FF2B5EF4-FFF2-40B4-BE49-F238E27FC236}">
                  <a16:creationId xmlns:a16="http://schemas.microsoft.com/office/drawing/2014/main" id="{7C208B05-25A1-4198-97A8-04EE9C6E5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1" name="Rectangle 13">
              <a:extLst>
                <a:ext uri="{FF2B5EF4-FFF2-40B4-BE49-F238E27FC236}">
                  <a16:creationId xmlns:a16="http://schemas.microsoft.com/office/drawing/2014/main" id="{EF712F89-61D7-49F3-8735-96E695294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2" name="Rectangle 14">
              <a:extLst>
                <a:ext uri="{FF2B5EF4-FFF2-40B4-BE49-F238E27FC236}">
                  <a16:creationId xmlns:a16="http://schemas.microsoft.com/office/drawing/2014/main" id="{783B55B6-85F5-4D32-BA40-F173D3151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3" name="Rectangle 15">
              <a:extLst>
                <a:ext uri="{FF2B5EF4-FFF2-40B4-BE49-F238E27FC236}">
                  <a16:creationId xmlns:a16="http://schemas.microsoft.com/office/drawing/2014/main" id="{8DB96974-B3A7-4081-85F4-45276AE89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4" name="Rectangle 16">
              <a:extLst>
                <a:ext uri="{FF2B5EF4-FFF2-40B4-BE49-F238E27FC236}">
                  <a16:creationId xmlns:a16="http://schemas.microsoft.com/office/drawing/2014/main" id="{9197AE7A-3678-45D3-A967-4B6A420A3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5" name="Rectangle 17">
              <a:extLst>
                <a:ext uri="{FF2B5EF4-FFF2-40B4-BE49-F238E27FC236}">
                  <a16:creationId xmlns:a16="http://schemas.microsoft.com/office/drawing/2014/main" id="{1D337DC4-6F77-41EA-818C-A285615C0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6" name="Rectangle 18">
              <a:extLst>
                <a:ext uri="{FF2B5EF4-FFF2-40B4-BE49-F238E27FC236}">
                  <a16:creationId xmlns:a16="http://schemas.microsoft.com/office/drawing/2014/main" id="{0DE7551E-0C0E-4F6A-AD0B-2E89EBBB3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7" name="Rectangle 19">
              <a:extLst>
                <a:ext uri="{FF2B5EF4-FFF2-40B4-BE49-F238E27FC236}">
                  <a16:creationId xmlns:a16="http://schemas.microsoft.com/office/drawing/2014/main" id="{24F92BB9-A2BE-4367-A63D-469D3C8B6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8" name="Rectangle 20">
              <a:extLst>
                <a:ext uri="{FF2B5EF4-FFF2-40B4-BE49-F238E27FC236}">
                  <a16:creationId xmlns:a16="http://schemas.microsoft.com/office/drawing/2014/main" id="{5D79AED0-BDBB-428A-9052-99727D4FF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29" name="Rectangle 21">
              <a:extLst>
                <a:ext uri="{FF2B5EF4-FFF2-40B4-BE49-F238E27FC236}">
                  <a16:creationId xmlns:a16="http://schemas.microsoft.com/office/drawing/2014/main" id="{34BCECCE-5825-4317-A2A3-0E1703B8F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0" name="Rectangle 22">
              <a:extLst>
                <a:ext uri="{FF2B5EF4-FFF2-40B4-BE49-F238E27FC236}">
                  <a16:creationId xmlns:a16="http://schemas.microsoft.com/office/drawing/2014/main" id="{3518FDC8-6A9C-475C-80E4-3ACF8690F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1" name="Rectangle 23">
              <a:extLst>
                <a:ext uri="{FF2B5EF4-FFF2-40B4-BE49-F238E27FC236}">
                  <a16:creationId xmlns:a16="http://schemas.microsoft.com/office/drawing/2014/main" id="{C3B62934-3A82-460F-BA27-D775438B7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2" name="Rectangle 24">
              <a:extLst>
                <a:ext uri="{FF2B5EF4-FFF2-40B4-BE49-F238E27FC236}">
                  <a16:creationId xmlns:a16="http://schemas.microsoft.com/office/drawing/2014/main" id="{4ED143A0-36F4-434D-9F3B-A30FE8A02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3" name="Rectangle 25">
              <a:extLst>
                <a:ext uri="{FF2B5EF4-FFF2-40B4-BE49-F238E27FC236}">
                  <a16:creationId xmlns:a16="http://schemas.microsoft.com/office/drawing/2014/main" id="{9BF1C818-7558-486B-8241-07349EFD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4" name="Rectangle 26">
              <a:extLst>
                <a:ext uri="{FF2B5EF4-FFF2-40B4-BE49-F238E27FC236}">
                  <a16:creationId xmlns:a16="http://schemas.microsoft.com/office/drawing/2014/main" id="{F41DA976-E10B-44FD-87BD-540B02369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5" name="Rectangle 27">
              <a:extLst>
                <a:ext uri="{FF2B5EF4-FFF2-40B4-BE49-F238E27FC236}">
                  <a16:creationId xmlns:a16="http://schemas.microsoft.com/office/drawing/2014/main" id="{EF3F6324-0954-4D42-B1C8-E8A3A6FFF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6" name="Rectangle 28">
              <a:extLst>
                <a:ext uri="{FF2B5EF4-FFF2-40B4-BE49-F238E27FC236}">
                  <a16:creationId xmlns:a16="http://schemas.microsoft.com/office/drawing/2014/main" id="{1F82DB5B-B275-48CF-BD4F-8B97AC65E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7" name="Rectangle 29">
              <a:extLst>
                <a:ext uri="{FF2B5EF4-FFF2-40B4-BE49-F238E27FC236}">
                  <a16:creationId xmlns:a16="http://schemas.microsoft.com/office/drawing/2014/main" id="{ACE2E5FA-BCD6-4844-803D-AFBB6C7B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8" name="Rectangle 30">
              <a:extLst>
                <a:ext uri="{FF2B5EF4-FFF2-40B4-BE49-F238E27FC236}">
                  <a16:creationId xmlns:a16="http://schemas.microsoft.com/office/drawing/2014/main" id="{C017A406-2495-4D5A-90CD-8191267FE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39" name="Rectangle 31">
              <a:extLst>
                <a:ext uri="{FF2B5EF4-FFF2-40B4-BE49-F238E27FC236}">
                  <a16:creationId xmlns:a16="http://schemas.microsoft.com/office/drawing/2014/main" id="{7971C82E-BE7C-49F5-9DBD-F3826D39C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0" name="Rectangle 32">
              <a:extLst>
                <a:ext uri="{FF2B5EF4-FFF2-40B4-BE49-F238E27FC236}">
                  <a16:creationId xmlns:a16="http://schemas.microsoft.com/office/drawing/2014/main" id="{8D2070B4-01FB-4265-B22A-A390A1EB8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1" name="Rectangle 33">
              <a:extLst>
                <a:ext uri="{FF2B5EF4-FFF2-40B4-BE49-F238E27FC236}">
                  <a16:creationId xmlns:a16="http://schemas.microsoft.com/office/drawing/2014/main" id="{1C5676C1-8BA6-4ABA-9A2F-B57973739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2" name="Rectangle 34">
              <a:extLst>
                <a:ext uri="{FF2B5EF4-FFF2-40B4-BE49-F238E27FC236}">
                  <a16:creationId xmlns:a16="http://schemas.microsoft.com/office/drawing/2014/main" id="{8B130094-0E2E-4271-A05F-2AB1A8DD9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3" name="Rectangle 35">
              <a:extLst>
                <a:ext uri="{FF2B5EF4-FFF2-40B4-BE49-F238E27FC236}">
                  <a16:creationId xmlns:a16="http://schemas.microsoft.com/office/drawing/2014/main" id="{13D8A53B-63F0-4670-BCA2-FA276E27E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4" name="Rectangle 36">
              <a:extLst>
                <a:ext uri="{FF2B5EF4-FFF2-40B4-BE49-F238E27FC236}">
                  <a16:creationId xmlns:a16="http://schemas.microsoft.com/office/drawing/2014/main" id="{B51910C8-601C-4326-AF22-B66CF7C5F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5" name="Rectangle 37">
              <a:extLst>
                <a:ext uri="{FF2B5EF4-FFF2-40B4-BE49-F238E27FC236}">
                  <a16:creationId xmlns:a16="http://schemas.microsoft.com/office/drawing/2014/main" id="{B95FC315-BC83-496F-B662-D0851C66A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6" name="Rectangle 38">
              <a:extLst>
                <a:ext uri="{FF2B5EF4-FFF2-40B4-BE49-F238E27FC236}">
                  <a16:creationId xmlns:a16="http://schemas.microsoft.com/office/drawing/2014/main" id="{7B757762-A03A-4DDB-BB00-625BA82EE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7" name="Rectangle 39">
              <a:extLst>
                <a:ext uri="{FF2B5EF4-FFF2-40B4-BE49-F238E27FC236}">
                  <a16:creationId xmlns:a16="http://schemas.microsoft.com/office/drawing/2014/main" id="{3E69F01A-54E4-49D1-80B6-BEA6425A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8" name="Rectangle 40">
              <a:extLst>
                <a:ext uri="{FF2B5EF4-FFF2-40B4-BE49-F238E27FC236}">
                  <a16:creationId xmlns:a16="http://schemas.microsoft.com/office/drawing/2014/main" id="{1CC7BD32-F620-453F-AD45-B1F8F6902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49" name="Rectangle 41">
              <a:extLst>
                <a:ext uri="{FF2B5EF4-FFF2-40B4-BE49-F238E27FC236}">
                  <a16:creationId xmlns:a16="http://schemas.microsoft.com/office/drawing/2014/main" id="{69A0B49D-8669-4BF3-BBDB-7EBC3D462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0" name="Rectangle 42">
              <a:extLst>
                <a:ext uri="{FF2B5EF4-FFF2-40B4-BE49-F238E27FC236}">
                  <a16:creationId xmlns:a16="http://schemas.microsoft.com/office/drawing/2014/main" id="{30F157E5-930C-4A4A-B6DA-BE9DBEC90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1" name="Rectangle 43">
              <a:extLst>
                <a:ext uri="{FF2B5EF4-FFF2-40B4-BE49-F238E27FC236}">
                  <a16:creationId xmlns:a16="http://schemas.microsoft.com/office/drawing/2014/main" id="{27EC3D57-AA14-4E8D-8D96-073666856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2" name="Rectangle 44">
              <a:extLst>
                <a:ext uri="{FF2B5EF4-FFF2-40B4-BE49-F238E27FC236}">
                  <a16:creationId xmlns:a16="http://schemas.microsoft.com/office/drawing/2014/main" id="{946EDA0C-51EE-476E-8730-D6C213861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3" name="Rectangle 45">
              <a:extLst>
                <a:ext uri="{FF2B5EF4-FFF2-40B4-BE49-F238E27FC236}">
                  <a16:creationId xmlns:a16="http://schemas.microsoft.com/office/drawing/2014/main" id="{554AAA1C-2854-468C-AB10-1EAB83E62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4" name="Rectangle 46">
              <a:extLst>
                <a:ext uri="{FF2B5EF4-FFF2-40B4-BE49-F238E27FC236}">
                  <a16:creationId xmlns:a16="http://schemas.microsoft.com/office/drawing/2014/main" id="{BB7B7F98-87BD-40CD-A953-44755F88E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5" name="Rectangle 47">
              <a:extLst>
                <a:ext uri="{FF2B5EF4-FFF2-40B4-BE49-F238E27FC236}">
                  <a16:creationId xmlns:a16="http://schemas.microsoft.com/office/drawing/2014/main" id="{9CF592C0-C3AB-4FF5-80F2-161226808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6" name="Rectangle 48">
              <a:extLst>
                <a:ext uri="{FF2B5EF4-FFF2-40B4-BE49-F238E27FC236}">
                  <a16:creationId xmlns:a16="http://schemas.microsoft.com/office/drawing/2014/main" id="{ACCEA9AE-CED1-4CB5-9C77-072F5EA4D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7" name="Rectangle 49">
              <a:extLst>
                <a:ext uri="{FF2B5EF4-FFF2-40B4-BE49-F238E27FC236}">
                  <a16:creationId xmlns:a16="http://schemas.microsoft.com/office/drawing/2014/main" id="{5959A930-C5F6-48D6-B97E-4B2765E8A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8" name="Rectangle 50">
              <a:extLst>
                <a:ext uri="{FF2B5EF4-FFF2-40B4-BE49-F238E27FC236}">
                  <a16:creationId xmlns:a16="http://schemas.microsoft.com/office/drawing/2014/main" id="{678F1515-983D-4498-8C90-F26A23717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59" name="Rectangle 51">
              <a:extLst>
                <a:ext uri="{FF2B5EF4-FFF2-40B4-BE49-F238E27FC236}">
                  <a16:creationId xmlns:a16="http://schemas.microsoft.com/office/drawing/2014/main" id="{E8934513-94B1-474E-B734-79901CDA8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0" name="Rectangle 52">
              <a:extLst>
                <a:ext uri="{FF2B5EF4-FFF2-40B4-BE49-F238E27FC236}">
                  <a16:creationId xmlns:a16="http://schemas.microsoft.com/office/drawing/2014/main" id="{25AEE900-7A0F-412B-9D13-8C6E6EB58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1" name="Rectangle 53">
              <a:extLst>
                <a:ext uri="{FF2B5EF4-FFF2-40B4-BE49-F238E27FC236}">
                  <a16:creationId xmlns:a16="http://schemas.microsoft.com/office/drawing/2014/main" id="{D93D3FD4-ADE8-42A7-BA9A-651717FA1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2" name="Rectangle 54">
              <a:extLst>
                <a:ext uri="{FF2B5EF4-FFF2-40B4-BE49-F238E27FC236}">
                  <a16:creationId xmlns:a16="http://schemas.microsoft.com/office/drawing/2014/main" id="{E60D9F00-DDCF-483E-B634-FA7710E01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3" name="Rectangle 55">
              <a:extLst>
                <a:ext uri="{FF2B5EF4-FFF2-40B4-BE49-F238E27FC236}">
                  <a16:creationId xmlns:a16="http://schemas.microsoft.com/office/drawing/2014/main" id="{880B8A31-D9D1-4BEA-BC6B-AE48EB3C3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4" name="Rectangle 56">
              <a:extLst>
                <a:ext uri="{FF2B5EF4-FFF2-40B4-BE49-F238E27FC236}">
                  <a16:creationId xmlns:a16="http://schemas.microsoft.com/office/drawing/2014/main" id="{340AD4F3-7BEC-4B85-A3C6-3E4BA2804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5" name="Rectangle 57">
              <a:extLst>
                <a:ext uri="{FF2B5EF4-FFF2-40B4-BE49-F238E27FC236}">
                  <a16:creationId xmlns:a16="http://schemas.microsoft.com/office/drawing/2014/main" id="{3F59F9BC-7CC7-48C5-B8C0-5E8896B7E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6" name="Rectangle 58">
              <a:extLst>
                <a:ext uri="{FF2B5EF4-FFF2-40B4-BE49-F238E27FC236}">
                  <a16:creationId xmlns:a16="http://schemas.microsoft.com/office/drawing/2014/main" id="{13EA16A1-E278-4025-98EE-5154C961E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7" name="Rectangle 59">
              <a:extLst>
                <a:ext uri="{FF2B5EF4-FFF2-40B4-BE49-F238E27FC236}">
                  <a16:creationId xmlns:a16="http://schemas.microsoft.com/office/drawing/2014/main" id="{AA519E5E-9702-4C78-A277-3C317B075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568" name="Rectangle 60">
              <a:extLst>
                <a:ext uri="{FF2B5EF4-FFF2-40B4-BE49-F238E27FC236}">
                  <a16:creationId xmlns:a16="http://schemas.microsoft.com/office/drawing/2014/main" id="{57939B46-CE49-4005-A578-9D0FC159C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1506" name="Title 1">
            <a:extLst>
              <a:ext uri="{FF2B5EF4-FFF2-40B4-BE49-F238E27FC236}">
                <a16:creationId xmlns:a16="http://schemas.microsoft.com/office/drawing/2014/main" id="{BE78380C-5629-4B9D-A833-85797A78B894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Sequences of input and output signals</a:t>
            </a:r>
          </a:p>
        </p:txBody>
      </p:sp>
      <p:sp>
        <p:nvSpPr>
          <p:cNvPr id="21507" name="TextBox 125">
            <a:extLst>
              <a:ext uri="{FF2B5EF4-FFF2-40B4-BE49-F238E27FC236}">
                <a16:creationId xmlns:a16="http://schemas.microsoft.com/office/drawing/2014/main" id="{59D5D3E5-037F-4F1A-B5F2-BBAE211BF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6.22 from the textbook ]</a:t>
            </a:r>
          </a:p>
        </p:txBody>
      </p:sp>
      <p:sp>
        <p:nvSpPr>
          <p:cNvPr id="21508" name="TextBox 2">
            <a:extLst>
              <a:ext uri="{FF2B5EF4-FFF2-40B4-BE49-F238E27FC236}">
                <a16:creationId xmlns:a16="http://schemas.microsoft.com/office/drawing/2014/main" id="{5F738C8F-0872-49D8-ABF7-99AE957AA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21509" name="TextBox 62">
            <a:extLst>
              <a:ext uri="{FF2B5EF4-FFF2-40B4-BE49-F238E27FC236}">
                <a16:creationId xmlns:a16="http://schemas.microsoft.com/office/drawing/2014/main" id="{43C9526C-B2A4-4A4A-9134-4DC6E6E910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21510" name="Rectangle 3">
            <a:extLst>
              <a:ext uri="{FF2B5EF4-FFF2-40B4-BE49-F238E27FC236}">
                <a16:creationId xmlns:a16="http://schemas.microsoft.com/office/drawing/2014/main" id="{01A00785-44B8-4714-B5CD-3FAC1B305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7613" y="2262188"/>
            <a:ext cx="6858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1511" name="Oval 4">
            <a:extLst>
              <a:ext uri="{FF2B5EF4-FFF2-40B4-BE49-F238E27FC236}">
                <a16:creationId xmlns:a16="http://schemas.microsoft.com/office/drawing/2014/main" id="{99D575DD-776B-4913-B25F-CF5F1DF8B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4013" y="2609850"/>
            <a:ext cx="338137" cy="327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Title 1">
            <a:extLst>
              <a:ext uri="{FF2B5EF4-FFF2-40B4-BE49-F238E27FC236}">
                <a16:creationId xmlns:a16="http://schemas.microsoft.com/office/drawing/2014/main" id="{16EF540C-464F-4D46-8CF2-DF924CDD9F9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39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of an FSM that realizes the task </a:t>
            </a:r>
          </a:p>
        </p:txBody>
      </p:sp>
      <p:sp>
        <p:nvSpPr>
          <p:cNvPr id="22530" name="TextBox 125">
            <a:extLst>
              <a:ext uri="{FF2B5EF4-FFF2-40B4-BE49-F238E27FC236}">
                <a16:creationId xmlns:a16="http://schemas.microsoft.com/office/drawing/2014/main" id="{04D9E41F-8BE7-41D6-848A-B571F37EB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6.23 from the textbook ]</a:t>
            </a:r>
          </a:p>
        </p:txBody>
      </p:sp>
      <p:grpSp>
        <p:nvGrpSpPr>
          <p:cNvPr id="4" name="Shape 382">
            <a:extLst>
              <a:ext uri="{FF2B5EF4-FFF2-40B4-BE49-F238E27FC236}">
                <a16:creationId xmlns:a16="http://schemas.microsoft.com/office/drawing/2014/main" id="{A5DB3279-C211-4ECD-B4CF-6977A0F11911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1219200"/>
            <a:ext cx="4267200" cy="3505200"/>
            <a:chOff x="2209800" y="1146172"/>
            <a:chExt cx="4775200" cy="4241827"/>
          </a:xfrm>
        </p:grpSpPr>
        <p:sp>
          <p:nvSpPr>
            <p:cNvPr id="5" name="Shape 383">
              <a:extLst>
                <a:ext uri="{FF2B5EF4-FFF2-40B4-BE49-F238E27FC236}">
                  <a16:creationId xmlns:a16="http://schemas.microsoft.com/office/drawing/2014/main" id="{C8E738DC-9E88-441D-9D09-04734310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" name="Shape 384">
              <a:extLst>
                <a:ext uri="{FF2B5EF4-FFF2-40B4-BE49-F238E27FC236}">
                  <a16:creationId xmlns:a16="http://schemas.microsoft.com/office/drawing/2014/main" id="{146FB7E9-9834-4DEF-BF3C-E764F5464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" name="Shape 385">
              <a:extLst>
                <a:ext uri="{FF2B5EF4-FFF2-40B4-BE49-F238E27FC236}">
                  <a16:creationId xmlns:a16="http://schemas.microsoft.com/office/drawing/2014/main" id="{C81D94EC-6442-41EE-8597-8ACF1232E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" name="Shape 386">
              <a:extLst>
                <a:ext uri="{FF2B5EF4-FFF2-40B4-BE49-F238E27FC236}">
                  <a16:creationId xmlns:a16="http://schemas.microsoft.com/office/drawing/2014/main" id="{6DCB74BF-F6CB-406A-AAA7-2D8B9721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" name="Shape 387">
              <a:extLst>
                <a:ext uri="{FF2B5EF4-FFF2-40B4-BE49-F238E27FC236}">
                  <a16:creationId xmlns:a16="http://schemas.microsoft.com/office/drawing/2014/main" id="{714815AC-7F9D-4D8D-95A3-5F7FD390C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" name="Shape 388">
              <a:extLst>
                <a:ext uri="{FF2B5EF4-FFF2-40B4-BE49-F238E27FC236}">
                  <a16:creationId xmlns:a16="http://schemas.microsoft.com/office/drawing/2014/main" id="{3A565004-1228-44A0-8098-F0CAF5FC6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C: z = 1 </a:t>
              </a:r>
            </a:p>
          </p:txBody>
        </p:sp>
        <p:sp>
          <p:nvSpPr>
            <p:cNvPr id="11" name="Shape 389">
              <a:extLst>
                <a:ext uri="{FF2B5EF4-FFF2-40B4-BE49-F238E27FC236}">
                  <a16:creationId xmlns:a16="http://schemas.microsoft.com/office/drawing/2014/main" id="{DC079ACF-31EF-4E3B-9734-95924BAC5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" name="Shape 390">
              <a:extLst>
                <a:ext uri="{FF2B5EF4-FFF2-40B4-BE49-F238E27FC236}">
                  <a16:creationId xmlns:a16="http://schemas.microsoft.com/office/drawing/2014/main" id="{71BA0CFE-40B7-4AC8-BFB3-7BDBFFBDB1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3" name="Shape 391">
              <a:extLst>
                <a:ext uri="{FF2B5EF4-FFF2-40B4-BE49-F238E27FC236}">
                  <a16:creationId xmlns:a16="http://schemas.microsoft.com/office/drawing/2014/main" id="{5CFD03F6-55A4-463B-8CC0-6328832B8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B: z = 0 </a:t>
              </a:r>
            </a:p>
          </p:txBody>
        </p:sp>
        <p:sp>
          <p:nvSpPr>
            <p:cNvPr id="14" name="Shape 392">
              <a:extLst>
                <a:ext uri="{FF2B5EF4-FFF2-40B4-BE49-F238E27FC236}">
                  <a16:creationId xmlns:a16="http://schemas.microsoft.com/office/drawing/2014/main" id="{071F796F-9E3B-4CD0-B32F-ED592B17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" name="Shape 393">
              <a:extLst>
                <a:ext uri="{FF2B5EF4-FFF2-40B4-BE49-F238E27FC236}">
                  <a16:creationId xmlns:a16="http://schemas.microsoft.com/office/drawing/2014/main" id="{82158327-2D53-4DD8-8730-52D7CB4A02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z = 0 </a:t>
              </a:r>
            </a:p>
          </p:txBody>
        </p:sp>
        <p:sp>
          <p:nvSpPr>
            <p:cNvPr id="16" name="Shape 394">
              <a:extLst>
                <a:ext uri="{FF2B5EF4-FFF2-40B4-BE49-F238E27FC236}">
                  <a16:creationId xmlns:a16="http://schemas.microsoft.com/office/drawing/2014/main" id="{CD06E12D-C70C-4EA5-8479-CAD2DE6DF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" name="Shape 395">
              <a:extLst>
                <a:ext uri="{FF2B5EF4-FFF2-40B4-BE49-F238E27FC236}">
                  <a16:creationId xmlns:a16="http://schemas.microsoft.com/office/drawing/2014/main" id="{89FEA201-A2AE-4E57-BC98-0BC4DC9D6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" name="Shape 396">
              <a:extLst>
                <a:ext uri="{FF2B5EF4-FFF2-40B4-BE49-F238E27FC236}">
                  <a16:creationId xmlns:a16="http://schemas.microsoft.com/office/drawing/2014/main" id="{9E84171D-E40D-4BBB-B184-03B6FAA27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" name="Shape 397">
              <a:extLst>
                <a:ext uri="{FF2B5EF4-FFF2-40B4-BE49-F238E27FC236}">
                  <a16:creationId xmlns:a16="http://schemas.microsoft.com/office/drawing/2014/main" id="{890604AD-BB0B-4446-A730-9045D9A3E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0" name="Shape 398">
              <a:extLst>
                <a:ext uri="{FF2B5EF4-FFF2-40B4-BE49-F238E27FC236}">
                  <a16:creationId xmlns:a16="http://schemas.microsoft.com/office/drawing/2014/main" id="{A95E862A-9CAF-4CC9-8D5B-8610850EB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1" name="Shape 399">
              <a:extLst>
                <a:ext uri="{FF2B5EF4-FFF2-40B4-BE49-F238E27FC236}">
                  <a16:creationId xmlns:a16="http://schemas.microsoft.com/office/drawing/2014/main" id="{38227903-C413-440D-A046-5153C1B36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2" name="Shape 400">
              <a:extLst>
                <a:ext uri="{FF2B5EF4-FFF2-40B4-BE49-F238E27FC236}">
                  <a16:creationId xmlns:a16="http://schemas.microsoft.com/office/drawing/2014/main" id="{688E432E-5FBE-49D1-9749-ECF57B37E0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3" name="Shape 401">
              <a:extLst>
                <a:ext uri="{FF2B5EF4-FFF2-40B4-BE49-F238E27FC236}">
                  <a16:creationId xmlns:a16="http://schemas.microsoft.com/office/drawing/2014/main" id="{2D72253D-2FEC-4058-BBAA-E0A8E4E1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4" name="Shape 402">
              <a:extLst>
                <a:ext uri="{FF2B5EF4-FFF2-40B4-BE49-F238E27FC236}">
                  <a16:creationId xmlns:a16="http://schemas.microsoft.com/office/drawing/2014/main" id="{96E52801-6CE1-4EC5-AD64-3231E33D0E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5" name="Shape 403">
              <a:extLst>
                <a:ext uri="{FF2B5EF4-FFF2-40B4-BE49-F238E27FC236}">
                  <a16:creationId xmlns:a16="http://schemas.microsoft.com/office/drawing/2014/main" id="{82037AB8-0A8C-431D-B9BE-19082176E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" name="Shape 404">
              <a:extLst>
                <a:ext uri="{FF2B5EF4-FFF2-40B4-BE49-F238E27FC236}">
                  <a16:creationId xmlns:a16="http://schemas.microsoft.com/office/drawing/2014/main" id="{F4578993-929D-4C32-9BFF-A46329611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7" name="Shape 405">
              <a:extLst>
                <a:ext uri="{FF2B5EF4-FFF2-40B4-BE49-F238E27FC236}">
                  <a16:creationId xmlns:a16="http://schemas.microsoft.com/office/drawing/2014/main" id="{43573B89-C6EB-4A24-96EE-21C3DFA951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8" name="Shape 406">
              <a:extLst>
                <a:ext uri="{FF2B5EF4-FFF2-40B4-BE49-F238E27FC236}">
                  <a16:creationId xmlns:a16="http://schemas.microsoft.com/office/drawing/2014/main" id="{81B56EF0-351C-46E8-B0DF-95FBDCB105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" name="Shape 407">
              <a:extLst>
                <a:ext uri="{FF2B5EF4-FFF2-40B4-BE49-F238E27FC236}">
                  <a16:creationId xmlns:a16="http://schemas.microsoft.com/office/drawing/2014/main" id="{BACF6BF7-BC54-4FDC-A2CE-84460A790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0" name="Shape 408">
              <a:extLst>
                <a:ext uri="{FF2B5EF4-FFF2-40B4-BE49-F238E27FC236}">
                  <a16:creationId xmlns:a16="http://schemas.microsoft.com/office/drawing/2014/main" id="{D474B52B-DC98-4526-9CAC-A6A191819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" name="Shape 409">
              <a:extLst>
                <a:ext uri="{FF2B5EF4-FFF2-40B4-BE49-F238E27FC236}">
                  <a16:creationId xmlns:a16="http://schemas.microsoft.com/office/drawing/2014/main" id="{25B81D43-5A7F-41DD-8786-793A9D4D83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" name="Shape 410">
              <a:extLst>
                <a:ext uri="{FF2B5EF4-FFF2-40B4-BE49-F238E27FC236}">
                  <a16:creationId xmlns:a16="http://schemas.microsoft.com/office/drawing/2014/main" id="{8C86FC75-4484-4F86-B4EC-C2265B72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3" name="Shape 411">
              <a:extLst>
                <a:ext uri="{FF2B5EF4-FFF2-40B4-BE49-F238E27FC236}">
                  <a16:creationId xmlns:a16="http://schemas.microsoft.com/office/drawing/2014/main" id="{41FE3B64-284E-4177-AB0D-C9C4652411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4" name="Shape 412">
              <a:extLst>
                <a:ext uri="{FF2B5EF4-FFF2-40B4-BE49-F238E27FC236}">
                  <a16:creationId xmlns:a16="http://schemas.microsoft.com/office/drawing/2014/main" id="{7C320C49-A639-4802-BB4B-5CD6F4678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5" name="Shape 413">
              <a:extLst>
                <a:ext uri="{FF2B5EF4-FFF2-40B4-BE49-F238E27FC236}">
                  <a16:creationId xmlns:a16="http://schemas.microsoft.com/office/drawing/2014/main" id="{D33278A3-55F5-49C6-8779-B2D08502DC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6" name="Shape 414">
              <a:extLst>
                <a:ext uri="{FF2B5EF4-FFF2-40B4-BE49-F238E27FC236}">
                  <a16:creationId xmlns:a16="http://schemas.microsoft.com/office/drawing/2014/main" id="{D4976281-1D95-44E1-881E-66E9A91DCC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7" name="Shape 415">
              <a:extLst>
                <a:ext uri="{FF2B5EF4-FFF2-40B4-BE49-F238E27FC236}">
                  <a16:creationId xmlns:a16="http://schemas.microsoft.com/office/drawing/2014/main" id="{859A8AC4-59EA-47B4-8E97-C87515F55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8" name="Shape 416">
              <a:extLst>
                <a:ext uri="{FF2B5EF4-FFF2-40B4-BE49-F238E27FC236}">
                  <a16:creationId xmlns:a16="http://schemas.microsoft.com/office/drawing/2014/main" id="{713A3D20-38ED-4941-9C7C-6EBBA76223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9" name="Shape 417">
              <a:extLst>
                <a:ext uri="{FF2B5EF4-FFF2-40B4-BE49-F238E27FC236}">
                  <a16:creationId xmlns:a16="http://schemas.microsoft.com/office/drawing/2014/main" id="{D94BF9AB-363E-42BD-8BFB-08107C4017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40" name="Shape 418">
              <a:extLst>
                <a:ext uri="{FF2B5EF4-FFF2-40B4-BE49-F238E27FC236}">
                  <a16:creationId xmlns:a16="http://schemas.microsoft.com/office/drawing/2014/main" id="{4088023B-33B2-4947-BA99-6660067DE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41" name="Shape 419">
              <a:extLst>
                <a:ext uri="{FF2B5EF4-FFF2-40B4-BE49-F238E27FC236}">
                  <a16:creationId xmlns:a16="http://schemas.microsoft.com/office/drawing/2014/main" id="{3E5D546B-96A3-4E5F-97F5-5B94FBDD85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42" name="Shape 420">
              <a:extLst>
                <a:ext uri="{FF2B5EF4-FFF2-40B4-BE49-F238E27FC236}">
                  <a16:creationId xmlns:a16="http://schemas.microsoft.com/office/drawing/2014/main" id="{8DC23C4D-A16F-4403-BD23-8EE368CAE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" name="Shape 421">
              <a:extLst>
                <a:ext uri="{FF2B5EF4-FFF2-40B4-BE49-F238E27FC236}">
                  <a16:creationId xmlns:a16="http://schemas.microsoft.com/office/drawing/2014/main" id="{595AD069-97C4-4199-816D-4B71B5F8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" name="Shape 422">
              <a:extLst>
                <a:ext uri="{FF2B5EF4-FFF2-40B4-BE49-F238E27FC236}">
                  <a16:creationId xmlns:a16="http://schemas.microsoft.com/office/drawing/2014/main" id="{B3D92D7D-70CB-470D-84BB-F9A3A637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Shape 423">
              <a:extLst>
                <a:ext uri="{FF2B5EF4-FFF2-40B4-BE49-F238E27FC236}">
                  <a16:creationId xmlns:a16="http://schemas.microsoft.com/office/drawing/2014/main" id="{698E8FCE-83EA-4C84-B2CD-5AABEACF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5AF257BC-2675-49A6-96C5-A5F0B9399343}"/>
              </a:ext>
            </a:extLst>
          </p:cNvPr>
          <p:cNvSpPr txBox="1"/>
          <p:nvPr/>
        </p:nvSpPr>
        <p:spPr>
          <a:xfrm>
            <a:off x="1092555" y="757430"/>
            <a:ext cx="17676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Moore type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D2A155F3-CCC8-48D6-AD8A-CA32315BD7DC}"/>
              </a:ext>
            </a:extLst>
          </p:cNvPr>
          <p:cNvSpPr txBox="1"/>
          <p:nvPr/>
        </p:nvSpPr>
        <p:spPr>
          <a:xfrm>
            <a:off x="6309537" y="685800"/>
            <a:ext cx="17676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en-US" b="1" dirty="0">
                <a:solidFill>
                  <a:schemeClr val="accent2"/>
                </a:solidFill>
              </a:rPr>
              <a:t>Mealy type 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5163481-D72F-4D97-A55B-3AF546F07BB4}"/>
                  </a:ext>
                </a:extLst>
              </p14:cNvPr>
              <p14:cNvContentPartPr/>
              <p14:nvPr/>
            </p14:nvContentPartPr>
            <p14:xfrm>
              <a:off x="2675520" y="593280"/>
              <a:ext cx="6239160" cy="51606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5163481-D72F-4D97-A55B-3AF546F07BB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666160" y="583920"/>
                <a:ext cx="6257880" cy="51793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Title 1">
            <a:extLst>
              <a:ext uri="{FF2B5EF4-FFF2-40B4-BE49-F238E27FC236}">
                <a16:creationId xmlns:a16="http://schemas.microsoft.com/office/drawing/2014/main" id="{16EF540C-464F-4D46-8CF2-DF924CDD9F9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39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State diagram of an FSM that realizes the task </a:t>
            </a:r>
          </a:p>
        </p:txBody>
      </p:sp>
      <p:sp>
        <p:nvSpPr>
          <p:cNvPr id="22530" name="TextBox 125">
            <a:extLst>
              <a:ext uri="{FF2B5EF4-FFF2-40B4-BE49-F238E27FC236}">
                <a16:creationId xmlns:a16="http://schemas.microsoft.com/office/drawing/2014/main" id="{04D9E41F-8BE7-41D6-848A-B571F37EB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6.23 from the textbook ]</a:t>
            </a:r>
          </a:p>
        </p:txBody>
      </p:sp>
      <p:grpSp>
        <p:nvGrpSpPr>
          <p:cNvPr id="22531" name="Group 49">
            <a:extLst>
              <a:ext uri="{FF2B5EF4-FFF2-40B4-BE49-F238E27FC236}">
                <a16:creationId xmlns:a16="http://schemas.microsoft.com/office/drawing/2014/main" id="{A9844F1C-068B-465F-996C-E78A5E0D713D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2257425"/>
            <a:ext cx="6202362" cy="2009775"/>
            <a:chOff x="1567406" y="3886200"/>
            <a:chExt cx="6202446" cy="2010523"/>
          </a:xfrm>
        </p:grpSpPr>
        <p:sp>
          <p:nvSpPr>
            <p:cNvPr id="22532" name="Freeform 4">
              <a:extLst>
                <a:ext uri="{FF2B5EF4-FFF2-40B4-BE49-F238E27FC236}">
                  <a16:creationId xmlns:a16="http://schemas.microsoft.com/office/drawing/2014/main" id="{D1942DD0-C6FB-446B-829C-A61C2F59D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33" name="Freeform 7">
              <a:extLst>
                <a:ext uri="{FF2B5EF4-FFF2-40B4-BE49-F238E27FC236}">
                  <a16:creationId xmlns:a16="http://schemas.microsoft.com/office/drawing/2014/main" id="{FAE4FB13-4186-4E07-98F1-D33C31DB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34" name="Freeform 9">
              <a:extLst>
                <a:ext uri="{FF2B5EF4-FFF2-40B4-BE49-F238E27FC236}">
                  <a16:creationId xmlns:a16="http://schemas.microsoft.com/office/drawing/2014/main" id="{27A5D3B5-D0C4-4ECF-8909-A316B4E6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35" name="Freeform 12">
              <a:extLst>
                <a:ext uri="{FF2B5EF4-FFF2-40B4-BE49-F238E27FC236}">
                  <a16:creationId xmlns:a16="http://schemas.microsoft.com/office/drawing/2014/main" id="{FC363FED-7E65-454E-A4ED-2C75FE2A2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36" name="Freeform 14">
              <a:extLst>
                <a:ext uri="{FF2B5EF4-FFF2-40B4-BE49-F238E27FC236}">
                  <a16:creationId xmlns:a16="http://schemas.microsoft.com/office/drawing/2014/main" id="{AB4164B3-731B-4398-A4C5-4C7A9B745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37" name="Rectangle 15">
              <a:extLst>
                <a:ext uri="{FF2B5EF4-FFF2-40B4-BE49-F238E27FC236}">
                  <a16:creationId xmlns:a16="http://schemas.microsoft.com/office/drawing/2014/main" id="{9CFCEAE1-25A4-4021-BD34-AA532AD85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38" name="Freeform 29">
              <a:extLst>
                <a:ext uri="{FF2B5EF4-FFF2-40B4-BE49-F238E27FC236}">
                  <a16:creationId xmlns:a16="http://schemas.microsoft.com/office/drawing/2014/main" id="{241085D1-1344-4B50-8263-5B901C43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39" name="Freeform 30">
              <a:extLst>
                <a:ext uri="{FF2B5EF4-FFF2-40B4-BE49-F238E27FC236}">
                  <a16:creationId xmlns:a16="http://schemas.microsoft.com/office/drawing/2014/main" id="{95DE1DE3-1B29-41E1-9F84-2F04FCAF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0" name="Freeform 31">
              <a:extLst>
                <a:ext uri="{FF2B5EF4-FFF2-40B4-BE49-F238E27FC236}">
                  <a16:creationId xmlns:a16="http://schemas.microsoft.com/office/drawing/2014/main" id="{DA300BC6-9433-4FC8-AB2E-B76DDF7C5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1" name="Freeform 32">
              <a:extLst>
                <a:ext uri="{FF2B5EF4-FFF2-40B4-BE49-F238E27FC236}">
                  <a16:creationId xmlns:a16="http://schemas.microsoft.com/office/drawing/2014/main" id="{662D6B91-06B3-4D76-B1B1-F1515179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2" name="Freeform 33">
              <a:extLst>
                <a:ext uri="{FF2B5EF4-FFF2-40B4-BE49-F238E27FC236}">
                  <a16:creationId xmlns:a16="http://schemas.microsoft.com/office/drawing/2014/main" id="{E7C30DCC-CCDA-4B3E-9B69-24E2C81F6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3" name="Freeform 34">
              <a:extLst>
                <a:ext uri="{FF2B5EF4-FFF2-40B4-BE49-F238E27FC236}">
                  <a16:creationId xmlns:a16="http://schemas.microsoft.com/office/drawing/2014/main" id="{80190E6E-17F0-4C85-851A-59FBB1DE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4" name="Freeform 35">
              <a:extLst>
                <a:ext uri="{FF2B5EF4-FFF2-40B4-BE49-F238E27FC236}">
                  <a16:creationId xmlns:a16="http://schemas.microsoft.com/office/drawing/2014/main" id="{CC3761D8-4D59-4978-AAD7-C71CBD7C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5" name="Rectangle 37">
              <a:extLst>
                <a:ext uri="{FF2B5EF4-FFF2-40B4-BE49-F238E27FC236}">
                  <a16:creationId xmlns:a16="http://schemas.microsoft.com/office/drawing/2014/main" id="{A83A4A99-00CA-43D3-9B23-BBE2998B7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6" name="Freeform 44">
              <a:extLst>
                <a:ext uri="{FF2B5EF4-FFF2-40B4-BE49-F238E27FC236}">
                  <a16:creationId xmlns:a16="http://schemas.microsoft.com/office/drawing/2014/main" id="{3DE08584-82AD-46E2-9E12-9CF7E19D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7" name="Line 45">
              <a:extLst>
                <a:ext uri="{FF2B5EF4-FFF2-40B4-BE49-F238E27FC236}">
                  <a16:creationId xmlns:a16="http://schemas.microsoft.com/office/drawing/2014/main" id="{FF5A42B5-1EE9-4B7D-ACDC-B099F16EFA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548" name="Rectangle 47">
              <a:extLst>
                <a:ext uri="{FF2B5EF4-FFF2-40B4-BE49-F238E27FC236}">
                  <a16:creationId xmlns:a16="http://schemas.microsoft.com/office/drawing/2014/main" id="{EBA28B2B-9FD8-48DB-8B02-7F4CA22B0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2549" name="Group 67">
              <a:extLst>
                <a:ext uri="{FF2B5EF4-FFF2-40B4-BE49-F238E27FC236}">
                  <a16:creationId xmlns:a16="http://schemas.microsoft.com/office/drawing/2014/main" id="{AE2C4005-CB3F-453F-BC4A-AC954FA532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22562" name="Rectangle 48">
                <a:extLst>
                  <a:ext uri="{FF2B5EF4-FFF2-40B4-BE49-F238E27FC236}">
                    <a16:creationId xmlns:a16="http://schemas.microsoft.com/office/drawing/2014/main" id="{3F49A394-3370-47EA-A4CD-F7E936D9F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63" name="Rectangle 51">
                <a:extLst>
                  <a:ext uri="{FF2B5EF4-FFF2-40B4-BE49-F238E27FC236}">
                    <a16:creationId xmlns:a16="http://schemas.microsoft.com/office/drawing/2014/main" id="{07FF4A61-CD0F-43B9-BE7A-3A1293B8F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64" name="Rectangle 54">
                <a:extLst>
                  <a:ext uri="{FF2B5EF4-FFF2-40B4-BE49-F238E27FC236}">
                    <a16:creationId xmlns:a16="http://schemas.microsoft.com/office/drawing/2014/main" id="{FF4C0E5C-3DFA-42B6-A5B0-F08CC3F6C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550" name="Group 69">
              <a:extLst>
                <a:ext uri="{FF2B5EF4-FFF2-40B4-BE49-F238E27FC236}">
                  <a16:creationId xmlns:a16="http://schemas.microsoft.com/office/drawing/2014/main" id="{8015953F-6AA3-48CB-B86C-9EEF697A1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22559" name="Rectangle 48">
                <a:extLst>
                  <a:ext uri="{FF2B5EF4-FFF2-40B4-BE49-F238E27FC236}">
                    <a16:creationId xmlns:a16="http://schemas.microsoft.com/office/drawing/2014/main" id="{2CEB3CD7-28F6-4B06-A497-7D6314736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60" name="Rectangle 51">
                <a:extLst>
                  <a:ext uri="{FF2B5EF4-FFF2-40B4-BE49-F238E27FC236}">
                    <a16:creationId xmlns:a16="http://schemas.microsoft.com/office/drawing/2014/main" id="{396BFC08-6EB4-46F7-AEE9-AF02DBD69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61" name="Rectangle 54">
                <a:extLst>
                  <a:ext uri="{FF2B5EF4-FFF2-40B4-BE49-F238E27FC236}">
                    <a16:creationId xmlns:a16="http://schemas.microsoft.com/office/drawing/2014/main" id="{A74E9FC7-B20A-402F-AA61-9BC780A6C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551" name="Group 70">
              <a:extLst>
                <a:ext uri="{FF2B5EF4-FFF2-40B4-BE49-F238E27FC236}">
                  <a16:creationId xmlns:a16="http://schemas.microsoft.com/office/drawing/2014/main" id="{72ECECA2-CAEA-4029-9D18-9B4B917B13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22556" name="Rectangle 48">
                <a:extLst>
                  <a:ext uri="{FF2B5EF4-FFF2-40B4-BE49-F238E27FC236}">
                    <a16:creationId xmlns:a16="http://schemas.microsoft.com/office/drawing/2014/main" id="{8BB4CF27-6C51-46BB-AAC0-57A6330AA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57" name="Rectangle 51">
                <a:extLst>
                  <a:ext uri="{FF2B5EF4-FFF2-40B4-BE49-F238E27FC236}">
                    <a16:creationId xmlns:a16="http://schemas.microsoft.com/office/drawing/2014/main" id="{F6903600-553B-4C28-AF23-3EADDC4BC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58" name="Rectangle 54">
                <a:extLst>
                  <a:ext uri="{FF2B5EF4-FFF2-40B4-BE49-F238E27FC236}">
                    <a16:creationId xmlns:a16="http://schemas.microsoft.com/office/drawing/2014/main" id="{EDBE1296-D6B1-4536-AAB9-84E80A16F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552" name="Group 71">
              <a:extLst>
                <a:ext uri="{FF2B5EF4-FFF2-40B4-BE49-F238E27FC236}">
                  <a16:creationId xmlns:a16="http://schemas.microsoft.com/office/drawing/2014/main" id="{A454ED82-F13E-4EBA-99F2-F957E482FC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22553" name="Rectangle 48">
                <a:extLst>
                  <a:ext uri="{FF2B5EF4-FFF2-40B4-BE49-F238E27FC236}">
                    <a16:creationId xmlns:a16="http://schemas.microsoft.com/office/drawing/2014/main" id="{CA7C5378-CEF1-4ED1-BF3D-A0739313A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54" name="Rectangle 51">
                <a:extLst>
                  <a:ext uri="{FF2B5EF4-FFF2-40B4-BE49-F238E27FC236}">
                    <a16:creationId xmlns:a16="http://schemas.microsoft.com/office/drawing/2014/main" id="{BCC6D77A-E6B9-4CAD-97B7-BD232AE4A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555" name="Rectangle 54">
                <a:extLst>
                  <a:ext uri="{FF2B5EF4-FFF2-40B4-BE49-F238E27FC236}">
                    <a16:creationId xmlns:a16="http://schemas.microsoft.com/office/drawing/2014/main" id="{F362B0CA-D8A9-4B8D-9700-EC5E614FF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422391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53" name="Group 1">
            <a:extLst>
              <a:ext uri="{FF2B5EF4-FFF2-40B4-BE49-F238E27FC236}">
                <a16:creationId xmlns:a16="http://schemas.microsoft.com/office/drawing/2014/main" id="{2BD1919A-3336-42CC-8974-3D676B0D0452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23593" name="Rectangle 4">
              <a:extLst>
                <a:ext uri="{FF2B5EF4-FFF2-40B4-BE49-F238E27FC236}">
                  <a16:creationId xmlns:a16="http://schemas.microsoft.com/office/drawing/2014/main" id="{4629F965-2071-45F9-A664-87241C86F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94" name="Rectangle 5">
              <a:extLst>
                <a:ext uri="{FF2B5EF4-FFF2-40B4-BE49-F238E27FC236}">
                  <a16:creationId xmlns:a16="http://schemas.microsoft.com/office/drawing/2014/main" id="{FE807654-B1D2-46D8-A99E-A0948E42D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95" name="Rectangle 6">
              <a:extLst>
                <a:ext uri="{FF2B5EF4-FFF2-40B4-BE49-F238E27FC236}">
                  <a16:creationId xmlns:a16="http://schemas.microsoft.com/office/drawing/2014/main" id="{1CB8F8D3-920A-4D45-8C5F-D4C1DEA81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96" name="Rectangle 7">
              <a:extLst>
                <a:ext uri="{FF2B5EF4-FFF2-40B4-BE49-F238E27FC236}">
                  <a16:creationId xmlns:a16="http://schemas.microsoft.com/office/drawing/2014/main" id="{B7F937AB-D780-4A3E-B9A3-89446B0BC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97" name="Rectangle 8">
              <a:extLst>
                <a:ext uri="{FF2B5EF4-FFF2-40B4-BE49-F238E27FC236}">
                  <a16:creationId xmlns:a16="http://schemas.microsoft.com/office/drawing/2014/main" id="{1A560B5A-23DC-445C-84B2-424725481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98" name="Rectangle 9">
              <a:extLst>
                <a:ext uri="{FF2B5EF4-FFF2-40B4-BE49-F238E27FC236}">
                  <a16:creationId xmlns:a16="http://schemas.microsoft.com/office/drawing/2014/main" id="{D25660AD-E8A5-4A0E-B21C-1F8D4CE8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99" name="Rectangle 10">
              <a:extLst>
                <a:ext uri="{FF2B5EF4-FFF2-40B4-BE49-F238E27FC236}">
                  <a16:creationId xmlns:a16="http://schemas.microsoft.com/office/drawing/2014/main" id="{96F98744-5D5B-46B7-817A-41747BEBA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0" name="Rectangle 11">
              <a:extLst>
                <a:ext uri="{FF2B5EF4-FFF2-40B4-BE49-F238E27FC236}">
                  <a16:creationId xmlns:a16="http://schemas.microsoft.com/office/drawing/2014/main" id="{8DFF7DB9-5A09-4C41-B4BF-CAA24C46B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1" name="Rectangle 12">
              <a:extLst>
                <a:ext uri="{FF2B5EF4-FFF2-40B4-BE49-F238E27FC236}">
                  <a16:creationId xmlns:a16="http://schemas.microsoft.com/office/drawing/2014/main" id="{97847FB4-06D7-40D5-BFE3-F0AB10BC7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2" name="Rectangle 13">
              <a:extLst>
                <a:ext uri="{FF2B5EF4-FFF2-40B4-BE49-F238E27FC236}">
                  <a16:creationId xmlns:a16="http://schemas.microsoft.com/office/drawing/2014/main" id="{3E4DFED8-7D6E-435A-919C-ADA28FB4E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3" name="Rectangle 14">
              <a:extLst>
                <a:ext uri="{FF2B5EF4-FFF2-40B4-BE49-F238E27FC236}">
                  <a16:creationId xmlns:a16="http://schemas.microsoft.com/office/drawing/2014/main" id="{800CAFFA-F7C5-4B76-AE2F-59CCE1090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4" name="Rectangle 15">
              <a:extLst>
                <a:ext uri="{FF2B5EF4-FFF2-40B4-BE49-F238E27FC236}">
                  <a16:creationId xmlns:a16="http://schemas.microsoft.com/office/drawing/2014/main" id="{483103E3-67E7-4E96-A047-F7062DA77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5" name="Rectangle 16">
              <a:extLst>
                <a:ext uri="{FF2B5EF4-FFF2-40B4-BE49-F238E27FC236}">
                  <a16:creationId xmlns:a16="http://schemas.microsoft.com/office/drawing/2014/main" id="{2592381D-44BD-41EB-AE54-878782EB2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6" name="Rectangle 17">
              <a:extLst>
                <a:ext uri="{FF2B5EF4-FFF2-40B4-BE49-F238E27FC236}">
                  <a16:creationId xmlns:a16="http://schemas.microsoft.com/office/drawing/2014/main" id="{8FD3681C-B45A-4AA2-90A5-B287D32D1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7" name="Rectangle 18">
              <a:extLst>
                <a:ext uri="{FF2B5EF4-FFF2-40B4-BE49-F238E27FC236}">
                  <a16:creationId xmlns:a16="http://schemas.microsoft.com/office/drawing/2014/main" id="{B3B8EE76-4A17-4313-A070-0217C86CF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8" name="Rectangle 19">
              <a:extLst>
                <a:ext uri="{FF2B5EF4-FFF2-40B4-BE49-F238E27FC236}">
                  <a16:creationId xmlns:a16="http://schemas.microsoft.com/office/drawing/2014/main" id="{D44746F0-1AC4-4A15-A95C-0F067D4C3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09" name="Rectangle 20">
              <a:extLst>
                <a:ext uri="{FF2B5EF4-FFF2-40B4-BE49-F238E27FC236}">
                  <a16:creationId xmlns:a16="http://schemas.microsoft.com/office/drawing/2014/main" id="{0FA84B5B-76F8-40CB-B3C0-38D848238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0" name="Rectangle 21">
              <a:extLst>
                <a:ext uri="{FF2B5EF4-FFF2-40B4-BE49-F238E27FC236}">
                  <a16:creationId xmlns:a16="http://schemas.microsoft.com/office/drawing/2014/main" id="{4D74D31B-8278-470C-A908-55B2D9B06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1" name="Rectangle 22">
              <a:extLst>
                <a:ext uri="{FF2B5EF4-FFF2-40B4-BE49-F238E27FC236}">
                  <a16:creationId xmlns:a16="http://schemas.microsoft.com/office/drawing/2014/main" id="{6ABC6EEE-3076-450F-A932-A6D820AF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2" name="Rectangle 23">
              <a:extLst>
                <a:ext uri="{FF2B5EF4-FFF2-40B4-BE49-F238E27FC236}">
                  <a16:creationId xmlns:a16="http://schemas.microsoft.com/office/drawing/2014/main" id="{0E555713-ED18-43C9-9C25-A42CF1F8C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3" name="Rectangle 24">
              <a:extLst>
                <a:ext uri="{FF2B5EF4-FFF2-40B4-BE49-F238E27FC236}">
                  <a16:creationId xmlns:a16="http://schemas.microsoft.com/office/drawing/2014/main" id="{3696ADDB-A355-446A-90A8-BA3A9B699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4" name="Rectangle 25">
              <a:extLst>
                <a:ext uri="{FF2B5EF4-FFF2-40B4-BE49-F238E27FC236}">
                  <a16:creationId xmlns:a16="http://schemas.microsoft.com/office/drawing/2014/main" id="{8CC68190-EE4D-45E9-BB2C-B84DB7875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5" name="Rectangle 26">
              <a:extLst>
                <a:ext uri="{FF2B5EF4-FFF2-40B4-BE49-F238E27FC236}">
                  <a16:creationId xmlns:a16="http://schemas.microsoft.com/office/drawing/2014/main" id="{98B39610-6CAD-4DF5-8108-237D4C6C0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6" name="Rectangle 27">
              <a:extLst>
                <a:ext uri="{FF2B5EF4-FFF2-40B4-BE49-F238E27FC236}">
                  <a16:creationId xmlns:a16="http://schemas.microsoft.com/office/drawing/2014/main" id="{FF0C9EE9-5733-4A5E-8C9B-EBF9CD19E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7" name="Rectangle 28">
              <a:extLst>
                <a:ext uri="{FF2B5EF4-FFF2-40B4-BE49-F238E27FC236}">
                  <a16:creationId xmlns:a16="http://schemas.microsoft.com/office/drawing/2014/main" id="{674D7343-F226-4C18-AAB6-77C1A8C3D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8" name="Rectangle 29">
              <a:extLst>
                <a:ext uri="{FF2B5EF4-FFF2-40B4-BE49-F238E27FC236}">
                  <a16:creationId xmlns:a16="http://schemas.microsoft.com/office/drawing/2014/main" id="{E24E2694-2F8F-4280-9731-712380EC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19" name="Rectangle 30">
              <a:extLst>
                <a:ext uri="{FF2B5EF4-FFF2-40B4-BE49-F238E27FC236}">
                  <a16:creationId xmlns:a16="http://schemas.microsoft.com/office/drawing/2014/main" id="{2D9D7724-2B83-4817-83A0-F312A0152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0" name="Rectangle 31">
              <a:extLst>
                <a:ext uri="{FF2B5EF4-FFF2-40B4-BE49-F238E27FC236}">
                  <a16:creationId xmlns:a16="http://schemas.microsoft.com/office/drawing/2014/main" id="{39D4FDA4-27E4-483F-90E8-AFDE00622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1" name="Rectangle 32">
              <a:extLst>
                <a:ext uri="{FF2B5EF4-FFF2-40B4-BE49-F238E27FC236}">
                  <a16:creationId xmlns:a16="http://schemas.microsoft.com/office/drawing/2014/main" id="{7288FBDE-E11C-41E8-877A-D36D80DFE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2" name="Rectangle 33">
              <a:extLst>
                <a:ext uri="{FF2B5EF4-FFF2-40B4-BE49-F238E27FC236}">
                  <a16:creationId xmlns:a16="http://schemas.microsoft.com/office/drawing/2014/main" id="{8A9B7891-F38E-4B7E-B136-F3B70946C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3" name="Rectangle 34">
              <a:extLst>
                <a:ext uri="{FF2B5EF4-FFF2-40B4-BE49-F238E27FC236}">
                  <a16:creationId xmlns:a16="http://schemas.microsoft.com/office/drawing/2014/main" id="{074BEAFA-96DE-4BF9-989C-0011D52F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4" name="Rectangle 35">
              <a:extLst>
                <a:ext uri="{FF2B5EF4-FFF2-40B4-BE49-F238E27FC236}">
                  <a16:creationId xmlns:a16="http://schemas.microsoft.com/office/drawing/2014/main" id="{F42717F2-8D08-4D26-95F4-A9814D8B7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5" name="Rectangle 36">
              <a:extLst>
                <a:ext uri="{FF2B5EF4-FFF2-40B4-BE49-F238E27FC236}">
                  <a16:creationId xmlns:a16="http://schemas.microsoft.com/office/drawing/2014/main" id="{CC074507-E853-4940-B67C-0CD22FCC6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6" name="Rectangle 37">
              <a:extLst>
                <a:ext uri="{FF2B5EF4-FFF2-40B4-BE49-F238E27FC236}">
                  <a16:creationId xmlns:a16="http://schemas.microsoft.com/office/drawing/2014/main" id="{C8F45363-18F9-4304-B454-0D9B20850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7" name="Rectangle 38">
              <a:extLst>
                <a:ext uri="{FF2B5EF4-FFF2-40B4-BE49-F238E27FC236}">
                  <a16:creationId xmlns:a16="http://schemas.microsoft.com/office/drawing/2014/main" id="{A7F9575F-3BD9-4791-8C62-68324FF48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8" name="Rectangle 39">
              <a:extLst>
                <a:ext uri="{FF2B5EF4-FFF2-40B4-BE49-F238E27FC236}">
                  <a16:creationId xmlns:a16="http://schemas.microsoft.com/office/drawing/2014/main" id="{2EBB72DE-A4F0-46B9-8C48-AED3F6EFE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29" name="Rectangle 40">
              <a:extLst>
                <a:ext uri="{FF2B5EF4-FFF2-40B4-BE49-F238E27FC236}">
                  <a16:creationId xmlns:a16="http://schemas.microsoft.com/office/drawing/2014/main" id="{CC42B13E-6809-4B42-93C8-BAFEF7E73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0" name="Rectangle 41">
              <a:extLst>
                <a:ext uri="{FF2B5EF4-FFF2-40B4-BE49-F238E27FC236}">
                  <a16:creationId xmlns:a16="http://schemas.microsoft.com/office/drawing/2014/main" id="{98D401BF-940A-42A4-B1D7-51A95DBF3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1" name="Rectangle 42">
              <a:extLst>
                <a:ext uri="{FF2B5EF4-FFF2-40B4-BE49-F238E27FC236}">
                  <a16:creationId xmlns:a16="http://schemas.microsoft.com/office/drawing/2014/main" id="{851A8850-3E7A-4A7B-95E9-274DF719B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2" name="Rectangle 43">
              <a:extLst>
                <a:ext uri="{FF2B5EF4-FFF2-40B4-BE49-F238E27FC236}">
                  <a16:creationId xmlns:a16="http://schemas.microsoft.com/office/drawing/2014/main" id="{EC37D218-B859-4A7F-ABC1-45AE87B5E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3" name="Rectangle 44">
              <a:extLst>
                <a:ext uri="{FF2B5EF4-FFF2-40B4-BE49-F238E27FC236}">
                  <a16:creationId xmlns:a16="http://schemas.microsoft.com/office/drawing/2014/main" id="{C50DD780-48D6-44F9-92FF-0088BCD65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4" name="Rectangle 45">
              <a:extLst>
                <a:ext uri="{FF2B5EF4-FFF2-40B4-BE49-F238E27FC236}">
                  <a16:creationId xmlns:a16="http://schemas.microsoft.com/office/drawing/2014/main" id="{1F3302F4-93DC-4B1C-A42D-17F531763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5" name="Rectangle 46">
              <a:extLst>
                <a:ext uri="{FF2B5EF4-FFF2-40B4-BE49-F238E27FC236}">
                  <a16:creationId xmlns:a16="http://schemas.microsoft.com/office/drawing/2014/main" id="{47179D9A-3754-480E-9393-E91C10582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6" name="Rectangle 47">
              <a:extLst>
                <a:ext uri="{FF2B5EF4-FFF2-40B4-BE49-F238E27FC236}">
                  <a16:creationId xmlns:a16="http://schemas.microsoft.com/office/drawing/2014/main" id="{28C8F1C3-7FC3-4070-8D07-20AB61EFB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7" name="Rectangle 48">
              <a:extLst>
                <a:ext uri="{FF2B5EF4-FFF2-40B4-BE49-F238E27FC236}">
                  <a16:creationId xmlns:a16="http://schemas.microsoft.com/office/drawing/2014/main" id="{E20781C2-CE76-461D-A8EC-160FC0778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8" name="Rectangle 49">
              <a:extLst>
                <a:ext uri="{FF2B5EF4-FFF2-40B4-BE49-F238E27FC236}">
                  <a16:creationId xmlns:a16="http://schemas.microsoft.com/office/drawing/2014/main" id="{F4BFEE86-80EA-4713-9A5E-6EE45C957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39" name="Rectangle 50">
              <a:extLst>
                <a:ext uri="{FF2B5EF4-FFF2-40B4-BE49-F238E27FC236}">
                  <a16:creationId xmlns:a16="http://schemas.microsoft.com/office/drawing/2014/main" id="{7EE78272-FB3C-4E9F-980D-D697A8ABD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0" name="Rectangle 51">
              <a:extLst>
                <a:ext uri="{FF2B5EF4-FFF2-40B4-BE49-F238E27FC236}">
                  <a16:creationId xmlns:a16="http://schemas.microsoft.com/office/drawing/2014/main" id="{6411F2C2-DE10-4883-BE33-1E6C3F054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1" name="Rectangle 52">
              <a:extLst>
                <a:ext uri="{FF2B5EF4-FFF2-40B4-BE49-F238E27FC236}">
                  <a16:creationId xmlns:a16="http://schemas.microsoft.com/office/drawing/2014/main" id="{F542E807-9765-4D30-A952-D2135E2B8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2" name="Rectangle 53">
              <a:extLst>
                <a:ext uri="{FF2B5EF4-FFF2-40B4-BE49-F238E27FC236}">
                  <a16:creationId xmlns:a16="http://schemas.microsoft.com/office/drawing/2014/main" id="{B1C4019B-DD59-449C-AC03-8EBA36A9F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3" name="Rectangle 54">
              <a:extLst>
                <a:ext uri="{FF2B5EF4-FFF2-40B4-BE49-F238E27FC236}">
                  <a16:creationId xmlns:a16="http://schemas.microsoft.com/office/drawing/2014/main" id="{2101DEA2-4E1A-4692-8807-5EDE0F09B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4" name="Rectangle 55">
              <a:extLst>
                <a:ext uri="{FF2B5EF4-FFF2-40B4-BE49-F238E27FC236}">
                  <a16:creationId xmlns:a16="http://schemas.microsoft.com/office/drawing/2014/main" id="{A031CF18-5C4E-4A9D-A458-2FFCBC445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5" name="Rectangle 56">
              <a:extLst>
                <a:ext uri="{FF2B5EF4-FFF2-40B4-BE49-F238E27FC236}">
                  <a16:creationId xmlns:a16="http://schemas.microsoft.com/office/drawing/2014/main" id="{6188778F-2E4C-45F0-85A8-8F9868599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6" name="Rectangle 57">
              <a:extLst>
                <a:ext uri="{FF2B5EF4-FFF2-40B4-BE49-F238E27FC236}">
                  <a16:creationId xmlns:a16="http://schemas.microsoft.com/office/drawing/2014/main" id="{EC08D4F8-FE93-4800-92CC-A3DDDF898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7" name="Rectangle 58">
              <a:extLst>
                <a:ext uri="{FF2B5EF4-FFF2-40B4-BE49-F238E27FC236}">
                  <a16:creationId xmlns:a16="http://schemas.microsoft.com/office/drawing/2014/main" id="{B66ACEF3-CBE5-48D6-B8A0-DAB4808A0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8" name="Rectangle 59">
              <a:extLst>
                <a:ext uri="{FF2B5EF4-FFF2-40B4-BE49-F238E27FC236}">
                  <a16:creationId xmlns:a16="http://schemas.microsoft.com/office/drawing/2014/main" id="{8AE5EA84-9E48-497B-8487-DC5C168FF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649" name="Rectangle 60">
              <a:extLst>
                <a:ext uri="{FF2B5EF4-FFF2-40B4-BE49-F238E27FC236}">
                  <a16:creationId xmlns:a16="http://schemas.microsoft.com/office/drawing/2014/main" id="{2FD92AEF-290C-45BA-B6B2-A8132132C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3554" name="Title 1">
            <a:extLst>
              <a:ext uri="{FF2B5EF4-FFF2-40B4-BE49-F238E27FC236}">
                <a16:creationId xmlns:a16="http://schemas.microsoft.com/office/drawing/2014/main" id="{635765E9-9489-4C1D-8109-1EAE0147FFA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23555" name="TextBox 2">
            <a:extLst>
              <a:ext uri="{FF2B5EF4-FFF2-40B4-BE49-F238E27FC236}">
                <a16:creationId xmlns:a16="http://schemas.microsoft.com/office/drawing/2014/main" id="{F6BC4A78-9F80-4AB6-92D3-560AB5114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23556" name="TextBox 62">
            <a:extLst>
              <a:ext uri="{FF2B5EF4-FFF2-40B4-BE49-F238E27FC236}">
                <a16:creationId xmlns:a16="http://schemas.microsoft.com/office/drawing/2014/main" id="{C042C270-54BD-4682-A759-EF3AC433DF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23557" name="Rectangle 3">
            <a:extLst>
              <a:ext uri="{FF2B5EF4-FFF2-40B4-BE49-F238E27FC236}">
                <a16:creationId xmlns:a16="http://schemas.microsoft.com/office/drawing/2014/main" id="{C2C3C6E3-8C84-41EB-B422-9D5863CDB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2225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3558" name="Group 110">
            <a:extLst>
              <a:ext uri="{FF2B5EF4-FFF2-40B4-BE49-F238E27FC236}">
                <a16:creationId xmlns:a16="http://schemas.microsoft.com/office/drawing/2014/main" id="{1B513D49-7FBD-4A01-9FC4-9B02F8B125B1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23559" name="Freeform 4">
              <a:extLst>
                <a:ext uri="{FF2B5EF4-FFF2-40B4-BE49-F238E27FC236}">
                  <a16:creationId xmlns:a16="http://schemas.microsoft.com/office/drawing/2014/main" id="{3E36B3D0-278A-4570-8A38-053F8A466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0" name="Freeform 7">
              <a:extLst>
                <a:ext uri="{FF2B5EF4-FFF2-40B4-BE49-F238E27FC236}">
                  <a16:creationId xmlns:a16="http://schemas.microsoft.com/office/drawing/2014/main" id="{23489257-A1EF-43C4-A530-1ED77147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1" name="Freeform 9">
              <a:extLst>
                <a:ext uri="{FF2B5EF4-FFF2-40B4-BE49-F238E27FC236}">
                  <a16:creationId xmlns:a16="http://schemas.microsoft.com/office/drawing/2014/main" id="{47EE810C-0A1A-4939-829D-9AD1494A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2" name="Freeform 12">
              <a:extLst>
                <a:ext uri="{FF2B5EF4-FFF2-40B4-BE49-F238E27FC236}">
                  <a16:creationId xmlns:a16="http://schemas.microsoft.com/office/drawing/2014/main" id="{E2D63601-C7F5-420F-8E73-83293A54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3" name="Freeform 14">
              <a:extLst>
                <a:ext uri="{FF2B5EF4-FFF2-40B4-BE49-F238E27FC236}">
                  <a16:creationId xmlns:a16="http://schemas.microsoft.com/office/drawing/2014/main" id="{D41C0895-090E-4A59-9D41-61A65FC9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4" name="Rectangle 15">
              <a:extLst>
                <a:ext uri="{FF2B5EF4-FFF2-40B4-BE49-F238E27FC236}">
                  <a16:creationId xmlns:a16="http://schemas.microsoft.com/office/drawing/2014/main" id="{BB99D7E7-2E73-4FCB-A87E-175F6BC68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5" name="Freeform 29">
              <a:extLst>
                <a:ext uri="{FF2B5EF4-FFF2-40B4-BE49-F238E27FC236}">
                  <a16:creationId xmlns:a16="http://schemas.microsoft.com/office/drawing/2014/main" id="{760D71E2-7268-465A-BC3F-C26047B0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6" name="Freeform 30">
              <a:extLst>
                <a:ext uri="{FF2B5EF4-FFF2-40B4-BE49-F238E27FC236}">
                  <a16:creationId xmlns:a16="http://schemas.microsoft.com/office/drawing/2014/main" id="{E6A0829A-A38A-430D-85A1-782003ED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7" name="Freeform 31">
              <a:extLst>
                <a:ext uri="{FF2B5EF4-FFF2-40B4-BE49-F238E27FC236}">
                  <a16:creationId xmlns:a16="http://schemas.microsoft.com/office/drawing/2014/main" id="{A248111E-56C5-42A7-8392-5E513E4D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8" name="Freeform 32">
              <a:extLst>
                <a:ext uri="{FF2B5EF4-FFF2-40B4-BE49-F238E27FC236}">
                  <a16:creationId xmlns:a16="http://schemas.microsoft.com/office/drawing/2014/main" id="{59F160A0-5ECF-4508-BBC1-5F4209A1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69" name="Freeform 33">
              <a:extLst>
                <a:ext uri="{FF2B5EF4-FFF2-40B4-BE49-F238E27FC236}">
                  <a16:creationId xmlns:a16="http://schemas.microsoft.com/office/drawing/2014/main" id="{1CE361EF-84C3-4B00-B790-EC93BEAC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70" name="Freeform 34">
              <a:extLst>
                <a:ext uri="{FF2B5EF4-FFF2-40B4-BE49-F238E27FC236}">
                  <a16:creationId xmlns:a16="http://schemas.microsoft.com/office/drawing/2014/main" id="{B5E30FEE-A929-46D8-B523-DAF69ADD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71" name="Freeform 35">
              <a:extLst>
                <a:ext uri="{FF2B5EF4-FFF2-40B4-BE49-F238E27FC236}">
                  <a16:creationId xmlns:a16="http://schemas.microsoft.com/office/drawing/2014/main" id="{9D15C7EB-F928-40EB-A6B2-A6245BDD9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72" name="Rectangle 37">
              <a:extLst>
                <a:ext uri="{FF2B5EF4-FFF2-40B4-BE49-F238E27FC236}">
                  <a16:creationId xmlns:a16="http://schemas.microsoft.com/office/drawing/2014/main" id="{F5B23379-8A21-4E2F-83B9-9AABB6928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73" name="Freeform 44">
              <a:extLst>
                <a:ext uri="{FF2B5EF4-FFF2-40B4-BE49-F238E27FC236}">
                  <a16:creationId xmlns:a16="http://schemas.microsoft.com/office/drawing/2014/main" id="{51B2F3EF-08A6-45E6-9BFF-38F9C84A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74" name="Line 45">
              <a:extLst>
                <a:ext uri="{FF2B5EF4-FFF2-40B4-BE49-F238E27FC236}">
                  <a16:creationId xmlns:a16="http://schemas.microsoft.com/office/drawing/2014/main" id="{185ED6A8-9385-42A0-99EA-A066BCF21D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75" name="Rectangle 47">
              <a:extLst>
                <a:ext uri="{FF2B5EF4-FFF2-40B4-BE49-F238E27FC236}">
                  <a16:creationId xmlns:a16="http://schemas.microsoft.com/office/drawing/2014/main" id="{88DADDC1-0313-4E76-AB68-B679C09CB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3576" name="Group 128">
              <a:extLst>
                <a:ext uri="{FF2B5EF4-FFF2-40B4-BE49-F238E27FC236}">
                  <a16:creationId xmlns:a16="http://schemas.microsoft.com/office/drawing/2014/main" id="{078CEAEB-7111-4074-8B3A-E954F4F9A0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23590" name="Rectangle 48">
                <a:extLst>
                  <a:ext uri="{FF2B5EF4-FFF2-40B4-BE49-F238E27FC236}">
                    <a16:creationId xmlns:a16="http://schemas.microsoft.com/office/drawing/2014/main" id="{E27C3F55-06FD-45E6-B5F1-677CEB3FD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91" name="Rectangle 51">
                <a:extLst>
                  <a:ext uri="{FF2B5EF4-FFF2-40B4-BE49-F238E27FC236}">
                    <a16:creationId xmlns:a16="http://schemas.microsoft.com/office/drawing/2014/main" id="{6B19FBAE-C2D6-421A-B5CC-2109EA0BA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92" name="Rectangle 54">
                <a:extLst>
                  <a:ext uri="{FF2B5EF4-FFF2-40B4-BE49-F238E27FC236}">
                    <a16:creationId xmlns:a16="http://schemas.microsoft.com/office/drawing/2014/main" id="{DA2EADF4-F0A9-414D-A11A-CB948636A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577" name="Oval 5">
              <a:extLst>
                <a:ext uri="{FF2B5EF4-FFF2-40B4-BE49-F238E27FC236}">
                  <a16:creationId xmlns:a16="http://schemas.microsoft.com/office/drawing/2014/main" id="{2C10CDCA-59C2-447A-9867-4BBD7EC8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3578" name="Group 130">
              <a:extLst>
                <a:ext uri="{FF2B5EF4-FFF2-40B4-BE49-F238E27FC236}">
                  <a16:creationId xmlns:a16="http://schemas.microsoft.com/office/drawing/2014/main" id="{C51F60F0-8875-4664-A2E8-30BF60E71E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23587" name="Rectangle 48">
                <a:extLst>
                  <a:ext uri="{FF2B5EF4-FFF2-40B4-BE49-F238E27FC236}">
                    <a16:creationId xmlns:a16="http://schemas.microsoft.com/office/drawing/2014/main" id="{D56B0422-9A3B-4AF6-98F9-DC5C81AC8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88" name="Rectangle 51">
                <a:extLst>
                  <a:ext uri="{FF2B5EF4-FFF2-40B4-BE49-F238E27FC236}">
                    <a16:creationId xmlns:a16="http://schemas.microsoft.com/office/drawing/2014/main" id="{F9677619-8363-4DEB-ADD2-1439C040E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89" name="Rectangle 54">
                <a:extLst>
                  <a:ext uri="{FF2B5EF4-FFF2-40B4-BE49-F238E27FC236}">
                    <a16:creationId xmlns:a16="http://schemas.microsoft.com/office/drawing/2014/main" id="{1A399E0D-6135-4A49-832F-A7868AFAA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579" name="Group 131">
              <a:extLst>
                <a:ext uri="{FF2B5EF4-FFF2-40B4-BE49-F238E27FC236}">
                  <a16:creationId xmlns:a16="http://schemas.microsoft.com/office/drawing/2014/main" id="{EBB650BC-9525-4636-B96D-BA7A5121EE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23584" name="Rectangle 48">
                <a:extLst>
                  <a:ext uri="{FF2B5EF4-FFF2-40B4-BE49-F238E27FC236}">
                    <a16:creationId xmlns:a16="http://schemas.microsoft.com/office/drawing/2014/main" id="{B69930CE-A5E8-44D4-9398-E96C0EAB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85" name="Rectangle 51">
                <a:extLst>
                  <a:ext uri="{FF2B5EF4-FFF2-40B4-BE49-F238E27FC236}">
                    <a16:creationId xmlns:a16="http://schemas.microsoft.com/office/drawing/2014/main" id="{07FFC959-5B16-4486-B61D-D0D5F423C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86" name="Rectangle 54">
                <a:extLst>
                  <a:ext uri="{FF2B5EF4-FFF2-40B4-BE49-F238E27FC236}">
                    <a16:creationId xmlns:a16="http://schemas.microsoft.com/office/drawing/2014/main" id="{AA06892E-36A2-40DE-9459-D623909D5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580" name="Group 132">
              <a:extLst>
                <a:ext uri="{FF2B5EF4-FFF2-40B4-BE49-F238E27FC236}">
                  <a16:creationId xmlns:a16="http://schemas.microsoft.com/office/drawing/2014/main" id="{1B9E838E-477C-4658-961A-341A62A767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23581" name="Rectangle 48">
                <a:extLst>
                  <a:ext uri="{FF2B5EF4-FFF2-40B4-BE49-F238E27FC236}">
                    <a16:creationId xmlns:a16="http://schemas.microsoft.com/office/drawing/2014/main" id="{4F2BF649-0BE8-4323-9D64-B8ABAA552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82" name="Rectangle 51">
                <a:extLst>
                  <a:ext uri="{FF2B5EF4-FFF2-40B4-BE49-F238E27FC236}">
                    <a16:creationId xmlns:a16="http://schemas.microsoft.com/office/drawing/2014/main" id="{AD113338-4AE1-4434-B030-9FC643E5A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3583" name="Rectangle 54">
                <a:extLst>
                  <a:ext uri="{FF2B5EF4-FFF2-40B4-BE49-F238E27FC236}">
                    <a16:creationId xmlns:a16="http://schemas.microsoft.com/office/drawing/2014/main" id="{76ECD538-015C-4C18-AA33-B658F8ED0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1" name="Group 1">
            <a:extLst>
              <a:ext uri="{FF2B5EF4-FFF2-40B4-BE49-F238E27FC236}">
                <a16:creationId xmlns:a16="http://schemas.microsoft.com/office/drawing/2014/main" id="{3F631857-004B-4EA0-BBC7-7BDA70F5CD0B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25641" name="Rectangle 4">
              <a:extLst>
                <a:ext uri="{FF2B5EF4-FFF2-40B4-BE49-F238E27FC236}">
                  <a16:creationId xmlns:a16="http://schemas.microsoft.com/office/drawing/2014/main" id="{A3AE8CD7-2749-472B-B988-BC22C63F5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2" name="Rectangle 5">
              <a:extLst>
                <a:ext uri="{FF2B5EF4-FFF2-40B4-BE49-F238E27FC236}">
                  <a16:creationId xmlns:a16="http://schemas.microsoft.com/office/drawing/2014/main" id="{E1CDE6FA-1375-488C-84EC-574C86EF5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3" name="Rectangle 6">
              <a:extLst>
                <a:ext uri="{FF2B5EF4-FFF2-40B4-BE49-F238E27FC236}">
                  <a16:creationId xmlns:a16="http://schemas.microsoft.com/office/drawing/2014/main" id="{19226289-BB74-488C-8C10-775F4E5C6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4" name="Rectangle 7">
              <a:extLst>
                <a:ext uri="{FF2B5EF4-FFF2-40B4-BE49-F238E27FC236}">
                  <a16:creationId xmlns:a16="http://schemas.microsoft.com/office/drawing/2014/main" id="{21624DF4-34A9-4C78-A98D-40F55CCAC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5" name="Rectangle 8">
              <a:extLst>
                <a:ext uri="{FF2B5EF4-FFF2-40B4-BE49-F238E27FC236}">
                  <a16:creationId xmlns:a16="http://schemas.microsoft.com/office/drawing/2014/main" id="{2516FAB0-1AB8-4383-9269-65266A570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6" name="Rectangle 9">
              <a:extLst>
                <a:ext uri="{FF2B5EF4-FFF2-40B4-BE49-F238E27FC236}">
                  <a16:creationId xmlns:a16="http://schemas.microsoft.com/office/drawing/2014/main" id="{356EA66F-BFEF-4914-90C6-2FB47E581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7" name="Rectangle 10">
              <a:extLst>
                <a:ext uri="{FF2B5EF4-FFF2-40B4-BE49-F238E27FC236}">
                  <a16:creationId xmlns:a16="http://schemas.microsoft.com/office/drawing/2014/main" id="{6D399FF2-EDB8-4E74-9719-772A6BAAE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8" name="Rectangle 11">
              <a:extLst>
                <a:ext uri="{FF2B5EF4-FFF2-40B4-BE49-F238E27FC236}">
                  <a16:creationId xmlns:a16="http://schemas.microsoft.com/office/drawing/2014/main" id="{8D8A3A1F-7022-4C3C-AF80-A286E04CA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49" name="Rectangle 12">
              <a:extLst>
                <a:ext uri="{FF2B5EF4-FFF2-40B4-BE49-F238E27FC236}">
                  <a16:creationId xmlns:a16="http://schemas.microsoft.com/office/drawing/2014/main" id="{0346F422-3BAB-4712-89F3-54713A300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0" name="Rectangle 13">
              <a:extLst>
                <a:ext uri="{FF2B5EF4-FFF2-40B4-BE49-F238E27FC236}">
                  <a16:creationId xmlns:a16="http://schemas.microsoft.com/office/drawing/2014/main" id="{AFFB301A-1C4C-42C1-B96B-0B723117A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1" name="Rectangle 14">
              <a:extLst>
                <a:ext uri="{FF2B5EF4-FFF2-40B4-BE49-F238E27FC236}">
                  <a16:creationId xmlns:a16="http://schemas.microsoft.com/office/drawing/2014/main" id="{E2555A80-1C68-4C49-B76E-D53D01CE1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2" name="Rectangle 15">
              <a:extLst>
                <a:ext uri="{FF2B5EF4-FFF2-40B4-BE49-F238E27FC236}">
                  <a16:creationId xmlns:a16="http://schemas.microsoft.com/office/drawing/2014/main" id="{6A60E937-412D-4BD9-9D14-EB9C155E5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3" name="Rectangle 16">
              <a:extLst>
                <a:ext uri="{FF2B5EF4-FFF2-40B4-BE49-F238E27FC236}">
                  <a16:creationId xmlns:a16="http://schemas.microsoft.com/office/drawing/2014/main" id="{1C1885AD-0252-44A6-A794-F8499F7C0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4" name="Rectangle 17">
              <a:extLst>
                <a:ext uri="{FF2B5EF4-FFF2-40B4-BE49-F238E27FC236}">
                  <a16:creationId xmlns:a16="http://schemas.microsoft.com/office/drawing/2014/main" id="{133B040D-F9F6-4C8E-A44C-677B31F58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5" name="Rectangle 18">
              <a:extLst>
                <a:ext uri="{FF2B5EF4-FFF2-40B4-BE49-F238E27FC236}">
                  <a16:creationId xmlns:a16="http://schemas.microsoft.com/office/drawing/2014/main" id="{C9AC0EC4-58C2-4451-AF9D-F3255813F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6" name="Rectangle 19">
              <a:extLst>
                <a:ext uri="{FF2B5EF4-FFF2-40B4-BE49-F238E27FC236}">
                  <a16:creationId xmlns:a16="http://schemas.microsoft.com/office/drawing/2014/main" id="{4579CB54-B8F1-4CB8-BCAE-2087B2F9A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7" name="Rectangle 20">
              <a:extLst>
                <a:ext uri="{FF2B5EF4-FFF2-40B4-BE49-F238E27FC236}">
                  <a16:creationId xmlns:a16="http://schemas.microsoft.com/office/drawing/2014/main" id="{47B9CC02-D523-4038-B279-63577BFBC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8" name="Rectangle 21">
              <a:extLst>
                <a:ext uri="{FF2B5EF4-FFF2-40B4-BE49-F238E27FC236}">
                  <a16:creationId xmlns:a16="http://schemas.microsoft.com/office/drawing/2014/main" id="{B8E0E865-34AE-4244-8013-1498086B1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59" name="Rectangle 22">
              <a:extLst>
                <a:ext uri="{FF2B5EF4-FFF2-40B4-BE49-F238E27FC236}">
                  <a16:creationId xmlns:a16="http://schemas.microsoft.com/office/drawing/2014/main" id="{AC5456C8-20EE-4AB8-8CA3-BC516395D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0" name="Rectangle 23">
              <a:extLst>
                <a:ext uri="{FF2B5EF4-FFF2-40B4-BE49-F238E27FC236}">
                  <a16:creationId xmlns:a16="http://schemas.microsoft.com/office/drawing/2014/main" id="{6FC9B784-94E5-406B-A481-72CCFF25C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1" name="Rectangle 24">
              <a:extLst>
                <a:ext uri="{FF2B5EF4-FFF2-40B4-BE49-F238E27FC236}">
                  <a16:creationId xmlns:a16="http://schemas.microsoft.com/office/drawing/2014/main" id="{DB541225-EEBA-4C5D-8263-64FCEC26E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2" name="Rectangle 25">
              <a:extLst>
                <a:ext uri="{FF2B5EF4-FFF2-40B4-BE49-F238E27FC236}">
                  <a16:creationId xmlns:a16="http://schemas.microsoft.com/office/drawing/2014/main" id="{FAA83750-ECC7-4389-AF31-37C5EBF08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3" name="Rectangle 26">
              <a:extLst>
                <a:ext uri="{FF2B5EF4-FFF2-40B4-BE49-F238E27FC236}">
                  <a16:creationId xmlns:a16="http://schemas.microsoft.com/office/drawing/2014/main" id="{00699DB5-D6B6-4C40-92DE-4D5FB52DB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4" name="Rectangle 27">
              <a:extLst>
                <a:ext uri="{FF2B5EF4-FFF2-40B4-BE49-F238E27FC236}">
                  <a16:creationId xmlns:a16="http://schemas.microsoft.com/office/drawing/2014/main" id="{8755F2C1-0513-4667-B33E-B800ECEAD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5" name="Rectangle 28">
              <a:extLst>
                <a:ext uri="{FF2B5EF4-FFF2-40B4-BE49-F238E27FC236}">
                  <a16:creationId xmlns:a16="http://schemas.microsoft.com/office/drawing/2014/main" id="{DBCB7252-6A1B-4DB4-B5EC-5AE66B118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6" name="Rectangle 29">
              <a:extLst>
                <a:ext uri="{FF2B5EF4-FFF2-40B4-BE49-F238E27FC236}">
                  <a16:creationId xmlns:a16="http://schemas.microsoft.com/office/drawing/2014/main" id="{BAF60F69-55F3-4F26-A04C-7BADC1C8C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7" name="Rectangle 30">
              <a:extLst>
                <a:ext uri="{FF2B5EF4-FFF2-40B4-BE49-F238E27FC236}">
                  <a16:creationId xmlns:a16="http://schemas.microsoft.com/office/drawing/2014/main" id="{FF4E8078-798E-461E-94A7-3AF525CAF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8" name="Rectangle 31">
              <a:extLst>
                <a:ext uri="{FF2B5EF4-FFF2-40B4-BE49-F238E27FC236}">
                  <a16:creationId xmlns:a16="http://schemas.microsoft.com/office/drawing/2014/main" id="{450D724B-D164-43EC-A306-E91D544E3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69" name="Rectangle 32">
              <a:extLst>
                <a:ext uri="{FF2B5EF4-FFF2-40B4-BE49-F238E27FC236}">
                  <a16:creationId xmlns:a16="http://schemas.microsoft.com/office/drawing/2014/main" id="{9C61AF1F-BE53-4189-98B6-B2DE05070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0" name="Rectangle 33">
              <a:extLst>
                <a:ext uri="{FF2B5EF4-FFF2-40B4-BE49-F238E27FC236}">
                  <a16:creationId xmlns:a16="http://schemas.microsoft.com/office/drawing/2014/main" id="{C5AFBE57-E362-4691-8803-4D325EFA2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1" name="Rectangle 34">
              <a:extLst>
                <a:ext uri="{FF2B5EF4-FFF2-40B4-BE49-F238E27FC236}">
                  <a16:creationId xmlns:a16="http://schemas.microsoft.com/office/drawing/2014/main" id="{56696150-038E-464C-B078-9BAD041D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2" name="Rectangle 35">
              <a:extLst>
                <a:ext uri="{FF2B5EF4-FFF2-40B4-BE49-F238E27FC236}">
                  <a16:creationId xmlns:a16="http://schemas.microsoft.com/office/drawing/2014/main" id="{81FDC61D-F159-4DE9-9D5B-CAFC43A72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3" name="Rectangle 36">
              <a:extLst>
                <a:ext uri="{FF2B5EF4-FFF2-40B4-BE49-F238E27FC236}">
                  <a16:creationId xmlns:a16="http://schemas.microsoft.com/office/drawing/2014/main" id="{FFF0800F-DBDA-4422-BF8C-3A6457E66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4" name="Rectangle 37">
              <a:extLst>
                <a:ext uri="{FF2B5EF4-FFF2-40B4-BE49-F238E27FC236}">
                  <a16:creationId xmlns:a16="http://schemas.microsoft.com/office/drawing/2014/main" id="{9DB88650-5546-4FD6-BF25-058D0C6E7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5" name="Rectangle 38">
              <a:extLst>
                <a:ext uri="{FF2B5EF4-FFF2-40B4-BE49-F238E27FC236}">
                  <a16:creationId xmlns:a16="http://schemas.microsoft.com/office/drawing/2014/main" id="{7756C0D6-FEFF-47A6-AE95-443761B19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6" name="Rectangle 39">
              <a:extLst>
                <a:ext uri="{FF2B5EF4-FFF2-40B4-BE49-F238E27FC236}">
                  <a16:creationId xmlns:a16="http://schemas.microsoft.com/office/drawing/2014/main" id="{891696F5-C6B4-4F64-9931-6F012F39D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7" name="Rectangle 40">
              <a:extLst>
                <a:ext uri="{FF2B5EF4-FFF2-40B4-BE49-F238E27FC236}">
                  <a16:creationId xmlns:a16="http://schemas.microsoft.com/office/drawing/2014/main" id="{757C0BA8-4D69-414C-B829-CE84861D7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8" name="Rectangle 41">
              <a:extLst>
                <a:ext uri="{FF2B5EF4-FFF2-40B4-BE49-F238E27FC236}">
                  <a16:creationId xmlns:a16="http://schemas.microsoft.com/office/drawing/2014/main" id="{7084F7C9-21D3-4D02-B75D-5B135B9D7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79" name="Rectangle 42">
              <a:extLst>
                <a:ext uri="{FF2B5EF4-FFF2-40B4-BE49-F238E27FC236}">
                  <a16:creationId xmlns:a16="http://schemas.microsoft.com/office/drawing/2014/main" id="{5D9349D8-801E-4975-92BF-B8958FB35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0" name="Rectangle 43">
              <a:extLst>
                <a:ext uri="{FF2B5EF4-FFF2-40B4-BE49-F238E27FC236}">
                  <a16:creationId xmlns:a16="http://schemas.microsoft.com/office/drawing/2014/main" id="{E8E21F2B-9BA6-4ADB-98D9-CF2911695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1" name="Rectangle 44">
              <a:extLst>
                <a:ext uri="{FF2B5EF4-FFF2-40B4-BE49-F238E27FC236}">
                  <a16:creationId xmlns:a16="http://schemas.microsoft.com/office/drawing/2014/main" id="{9D1DDCF5-49CA-408F-AB84-42B67A2EB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2" name="Rectangle 45">
              <a:extLst>
                <a:ext uri="{FF2B5EF4-FFF2-40B4-BE49-F238E27FC236}">
                  <a16:creationId xmlns:a16="http://schemas.microsoft.com/office/drawing/2014/main" id="{5626799D-75DC-4459-A35B-9A166A979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3" name="Rectangle 46">
              <a:extLst>
                <a:ext uri="{FF2B5EF4-FFF2-40B4-BE49-F238E27FC236}">
                  <a16:creationId xmlns:a16="http://schemas.microsoft.com/office/drawing/2014/main" id="{4E242A6D-38D4-4E60-8162-6E422BE98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4" name="Rectangle 47">
              <a:extLst>
                <a:ext uri="{FF2B5EF4-FFF2-40B4-BE49-F238E27FC236}">
                  <a16:creationId xmlns:a16="http://schemas.microsoft.com/office/drawing/2014/main" id="{452B3F1D-4A1C-4A8D-8D60-6470FD28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5" name="Rectangle 48">
              <a:extLst>
                <a:ext uri="{FF2B5EF4-FFF2-40B4-BE49-F238E27FC236}">
                  <a16:creationId xmlns:a16="http://schemas.microsoft.com/office/drawing/2014/main" id="{26FF7B3E-7400-44E5-A35D-FCB86345D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6" name="Rectangle 49">
              <a:extLst>
                <a:ext uri="{FF2B5EF4-FFF2-40B4-BE49-F238E27FC236}">
                  <a16:creationId xmlns:a16="http://schemas.microsoft.com/office/drawing/2014/main" id="{8043C37A-B4DC-4FD8-B289-F42B72A8A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7" name="Rectangle 50">
              <a:extLst>
                <a:ext uri="{FF2B5EF4-FFF2-40B4-BE49-F238E27FC236}">
                  <a16:creationId xmlns:a16="http://schemas.microsoft.com/office/drawing/2014/main" id="{275C6576-FFC5-4C26-BB96-585FC0833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8" name="Rectangle 51">
              <a:extLst>
                <a:ext uri="{FF2B5EF4-FFF2-40B4-BE49-F238E27FC236}">
                  <a16:creationId xmlns:a16="http://schemas.microsoft.com/office/drawing/2014/main" id="{6BC7B619-E6C5-426A-A98A-8B0F44620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89" name="Rectangle 52">
              <a:extLst>
                <a:ext uri="{FF2B5EF4-FFF2-40B4-BE49-F238E27FC236}">
                  <a16:creationId xmlns:a16="http://schemas.microsoft.com/office/drawing/2014/main" id="{1646C502-402E-4C68-BF63-9D282C4EC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0" name="Rectangle 53">
              <a:extLst>
                <a:ext uri="{FF2B5EF4-FFF2-40B4-BE49-F238E27FC236}">
                  <a16:creationId xmlns:a16="http://schemas.microsoft.com/office/drawing/2014/main" id="{EBE9BA9E-BC22-49D1-8AA8-F2FE96BE0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1" name="Rectangle 54">
              <a:extLst>
                <a:ext uri="{FF2B5EF4-FFF2-40B4-BE49-F238E27FC236}">
                  <a16:creationId xmlns:a16="http://schemas.microsoft.com/office/drawing/2014/main" id="{481CC536-399E-4D0C-8DAD-B8E313A0E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2" name="Rectangle 55">
              <a:extLst>
                <a:ext uri="{FF2B5EF4-FFF2-40B4-BE49-F238E27FC236}">
                  <a16:creationId xmlns:a16="http://schemas.microsoft.com/office/drawing/2014/main" id="{BDA92BE5-4273-4AD4-B223-A91010010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3" name="Rectangle 56">
              <a:extLst>
                <a:ext uri="{FF2B5EF4-FFF2-40B4-BE49-F238E27FC236}">
                  <a16:creationId xmlns:a16="http://schemas.microsoft.com/office/drawing/2014/main" id="{B350274C-9A27-4790-BE06-B23EDE02D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4" name="Rectangle 57">
              <a:extLst>
                <a:ext uri="{FF2B5EF4-FFF2-40B4-BE49-F238E27FC236}">
                  <a16:creationId xmlns:a16="http://schemas.microsoft.com/office/drawing/2014/main" id="{4851F767-394B-4B32-B887-4F8CBB0E0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5" name="Rectangle 58">
              <a:extLst>
                <a:ext uri="{FF2B5EF4-FFF2-40B4-BE49-F238E27FC236}">
                  <a16:creationId xmlns:a16="http://schemas.microsoft.com/office/drawing/2014/main" id="{3681B6B6-214D-40C1-BBB9-CF69A054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6" name="Rectangle 59">
              <a:extLst>
                <a:ext uri="{FF2B5EF4-FFF2-40B4-BE49-F238E27FC236}">
                  <a16:creationId xmlns:a16="http://schemas.microsoft.com/office/drawing/2014/main" id="{AE102137-ADD6-48EE-B6F5-5F7AAAB00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97" name="Rectangle 60">
              <a:extLst>
                <a:ext uri="{FF2B5EF4-FFF2-40B4-BE49-F238E27FC236}">
                  <a16:creationId xmlns:a16="http://schemas.microsoft.com/office/drawing/2014/main" id="{7B19163F-11FD-43C1-BD49-6123D6DD4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5602" name="Title 1">
            <a:extLst>
              <a:ext uri="{FF2B5EF4-FFF2-40B4-BE49-F238E27FC236}">
                <a16:creationId xmlns:a16="http://schemas.microsoft.com/office/drawing/2014/main" id="{78CA25DB-E1AC-49DB-933C-AB4F90A39F1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25603" name="TextBox 2">
            <a:extLst>
              <a:ext uri="{FF2B5EF4-FFF2-40B4-BE49-F238E27FC236}">
                <a16:creationId xmlns:a16="http://schemas.microsoft.com/office/drawing/2014/main" id="{63720B26-DDD7-4A1D-90E7-A146FC136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25604" name="TextBox 62">
            <a:extLst>
              <a:ext uri="{FF2B5EF4-FFF2-40B4-BE49-F238E27FC236}">
                <a16:creationId xmlns:a16="http://schemas.microsoft.com/office/drawing/2014/main" id="{594758FB-9750-4E30-B03C-665E27A2C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25605" name="Rectangle 3">
            <a:extLst>
              <a:ext uri="{FF2B5EF4-FFF2-40B4-BE49-F238E27FC236}">
                <a16:creationId xmlns:a16="http://schemas.microsoft.com/office/drawing/2014/main" id="{5790BA9D-10C0-438A-AD76-A893960E1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9238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5606" name="Group 106">
            <a:extLst>
              <a:ext uri="{FF2B5EF4-FFF2-40B4-BE49-F238E27FC236}">
                <a16:creationId xmlns:a16="http://schemas.microsoft.com/office/drawing/2014/main" id="{EC7D0295-695B-4A26-B2A2-7CE0F20D2062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25607" name="Freeform 4">
              <a:extLst>
                <a:ext uri="{FF2B5EF4-FFF2-40B4-BE49-F238E27FC236}">
                  <a16:creationId xmlns:a16="http://schemas.microsoft.com/office/drawing/2014/main" id="{EE64DAF6-C3FD-4DB1-AA41-A7252695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08" name="Freeform 7">
              <a:extLst>
                <a:ext uri="{FF2B5EF4-FFF2-40B4-BE49-F238E27FC236}">
                  <a16:creationId xmlns:a16="http://schemas.microsoft.com/office/drawing/2014/main" id="{94934756-3646-4A84-B3F4-1F903F49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09" name="Freeform 9">
              <a:extLst>
                <a:ext uri="{FF2B5EF4-FFF2-40B4-BE49-F238E27FC236}">
                  <a16:creationId xmlns:a16="http://schemas.microsoft.com/office/drawing/2014/main" id="{C61BF003-8972-437E-8C6C-0203574B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0" name="Freeform 12">
              <a:extLst>
                <a:ext uri="{FF2B5EF4-FFF2-40B4-BE49-F238E27FC236}">
                  <a16:creationId xmlns:a16="http://schemas.microsoft.com/office/drawing/2014/main" id="{69E41A25-2B1B-4FC1-B6F2-E2288611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1" name="Freeform 14">
              <a:extLst>
                <a:ext uri="{FF2B5EF4-FFF2-40B4-BE49-F238E27FC236}">
                  <a16:creationId xmlns:a16="http://schemas.microsoft.com/office/drawing/2014/main" id="{E37ECA7B-CAA3-40C5-BEB3-66B086F14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2" name="Rectangle 15">
              <a:extLst>
                <a:ext uri="{FF2B5EF4-FFF2-40B4-BE49-F238E27FC236}">
                  <a16:creationId xmlns:a16="http://schemas.microsoft.com/office/drawing/2014/main" id="{0EEB3633-F2FF-4D99-865D-C099D374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3" name="Freeform 29">
              <a:extLst>
                <a:ext uri="{FF2B5EF4-FFF2-40B4-BE49-F238E27FC236}">
                  <a16:creationId xmlns:a16="http://schemas.microsoft.com/office/drawing/2014/main" id="{4B3AE0A2-1259-451A-9416-93816D3B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4" name="Freeform 30">
              <a:extLst>
                <a:ext uri="{FF2B5EF4-FFF2-40B4-BE49-F238E27FC236}">
                  <a16:creationId xmlns:a16="http://schemas.microsoft.com/office/drawing/2014/main" id="{4DA5DB48-AE31-44DC-AC7D-243A80B19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5" name="Freeform 31">
              <a:extLst>
                <a:ext uri="{FF2B5EF4-FFF2-40B4-BE49-F238E27FC236}">
                  <a16:creationId xmlns:a16="http://schemas.microsoft.com/office/drawing/2014/main" id="{A4817FEF-4342-4055-98C5-B36D7FB5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6" name="Freeform 32">
              <a:extLst>
                <a:ext uri="{FF2B5EF4-FFF2-40B4-BE49-F238E27FC236}">
                  <a16:creationId xmlns:a16="http://schemas.microsoft.com/office/drawing/2014/main" id="{5EAECCC7-BEC9-4A52-9CD6-0B887813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7" name="Freeform 33">
              <a:extLst>
                <a:ext uri="{FF2B5EF4-FFF2-40B4-BE49-F238E27FC236}">
                  <a16:creationId xmlns:a16="http://schemas.microsoft.com/office/drawing/2014/main" id="{8A011DE2-276F-455B-A003-A83E8236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8" name="Freeform 34">
              <a:extLst>
                <a:ext uri="{FF2B5EF4-FFF2-40B4-BE49-F238E27FC236}">
                  <a16:creationId xmlns:a16="http://schemas.microsoft.com/office/drawing/2014/main" id="{DD267FA0-0D18-40FA-98BD-CAEF99D85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19" name="Freeform 35">
              <a:extLst>
                <a:ext uri="{FF2B5EF4-FFF2-40B4-BE49-F238E27FC236}">
                  <a16:creationId xmlns:a16="http://schemas.microsoft.com/office/drawing/2014/main" id="{361D8729-9430-4099-ACF7-D8180B1B7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20" name="Rectangle 37">
              <a:extLst>
                <a:ext uri="{FF2B5EF4-FFF2-40B4-BE49-F238E27FC236}">
                  <a16:creationId xmlns:a16="http://schemas.microsoft.com/office/drawing/2014/main" id="{74E96574-349A-4191-88FA-70BE2FA86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21" name="Freeform 44">
              <a:extLst>
                <a:ext uri="{FF2B5EF4-FFF2-40B4-BE49-F238E27FC236}">
                  <a16:creationId xmlns:a16="http://schemas.microsoft.com/office/drawing/2014/main" id="{7942FB89-4DD1-4E33-93C1-A22C3E36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22" name="Line 45">
              <a:extLst>
                <a:ext uri="{FF2B5EF4-FFF2-40B4-BE49-F238E27FC236}">
                  <a16:creationId xmlns:a16="http://schemas.microsoft.com/office/drawing/2014/main" id="{C90FFB72-4939-406B-B7D0-31E0328E56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623" name="Rectangle 47">
              <a:extLst>
                <a:ext uri="{FF2B5EF4-FFF2-40B4-BE49-F238E27FC236}">
                  <a16:creationId xmlns:a16="http://schemas.microsoft.com/office/drawing/2014/main" id="{18BEB86C-AC00-487B-8A4B-E8060752C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5624" name="Group 124">
              <a:extLst>
                <a:ext uri="{FF2B5EF4-FFF2-40B4-BE49-F238E27FC236}">
                  <a16:creationId xmlns:a16="http://schemas.microsoft.com/office/drawing/2014/main" id="{3047BE66-757D-4B48-A3CC-0F95975337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25638" name="Rectangle 48">
                <a:extLst>
                  <a:ext uri="{FF2B5EF4-FFF2-40B4-BE49-F238E27FC236}">
                    <a16:creationId xmlns:a16="http://schemas.microsoft.com/office/drawing/2014/main" id="{DFD1D45C-D5FB-4B25-B815-7779F3143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39" name="Rectangle 51">
                <a:extLst>
                  <a:ext uri="{FF2B5EF4-FFF2-40B4-BE49-F238E27FC236}">
                    <a16:creationId xmlns:a16="http://schemas.microsoft.com/office/drawing/2014/main" id="{CEE29246-E653-48F1-82BD-C02F93E0F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40" name="Rectangle 54">
                <a:extLst>
                  <a:ext uri="{FF2B5EF4-FFF2-40B4-BE49-F238E27FC236}">
                    <a16:creationId xmlns:a16="http://schemas.microsoft.com/office/drawing/2014/main" id="{0B55897C-0AA6-485B-BB9F-8AC543B89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625" name="Oval 5">
              <a:extLst>
                <a:ext uri="{FF2B5EF4-FFF2-40B4-BE49-F238E27FC236}">
                  <a16:creationId xmlns:a16="http://schemas.microsoft.com/office/drawing/2014/main" id="{7C325E9E-0381-4E9B-A5E4-6BF9B8962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5626" name="Group 126">
              <a:extLst>
                <a:ext uri="{FF2B5EF4-FFF2-40B4-BE49-F238E27FC236}">
                  <a16:creationId xmlns:a16="http://schemas.microsoft.com/office/drawing/2014/main" id="{87737A07-8F76-4ADE-8ED2-06F8B5A5D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25635" name="Rectangle 48">
                <a:extLst>
                  <a:ext uri="{FF2B5EF4-FFF2-40B4-BE49-F238E27FC236}">
                    <a16:creationId xmlns:a16="http://schemas.microsoft.com/office/drawing/2014/main" id="{F4701939-9E7D-4EC9-A56B-0AFD2C850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36" name="Rectangle 51">
                <a:extLst>
                  <a:ext uri="{FF2B5EF4-FFF2-40B4-BE49-F238E27FC236}">
                    <a16:creationId xmlns:a16="http://schemas.microsoft.com/office/drawing/2014/main" id="{452724BD-92A9-4C5F-932A-82C23A3CF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37" name="Rectangle 54">
                <a:extLst>
                  <a:ext uri="{FF2B5EF4-FFF2-40B4-BE49-F238E27FC236}">
                    <a16:creationId xmlns:a16="http://schemas.microsoft.com/office/drawing/2014/main" id="{EC0623D0-8184-4F2B-8BF9-AEDCFA39D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627" name="Group 127">
              <a:extLst>
                <a:ext uri="{FF2B5EF4-FFF2-40B4-BE49-F238E27FC236}">
                  <a16:creationId xmlns:a16="http://schemas.microsoft.com/office/drawing/2014/main" id="{87D5EB32-C91C-4FE9-BD08-E82D9BB07D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25632" name="Rectangle 48">
                <a:extLst>
                  <a:ext uri="{FF2B5EF4-FFF2-40B4-BE49-F238E27FC236}">
                    <a16:creationId xmlns:a16="http://schemas.microsoft.com/office/drawing/2014/main" id="{4EDD1F54-FFFE-44C1-8A88-4204E9329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33" name="Rectangle 51">
                <a:extLst>
                  <a:ext uri="{FF2B5EF4-FFF2-40B4-BE49-F238E27FC236}">
                    <a16:creationId xmlns:a16="http://schemas.microsoft.com/office/drawing/2014/main" id="{BCC9355D-F14B-4FB7-8132-1D15BA188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34" name="Rectangle 54">
                <a:extLst>
                  <a:ext uri="{FF2B5EF4-FFF2-40B4-BE49-F238E27FC236}">
                    <a16:creationId xmlns:a16="http://schemas.microsoft.com/office/drawing/2014/main" id="{034C1832-6F11-45E1-BB3F-122A3218A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628" name="Group 128">
              <a:extLst>
                <a:ext uri="{FF2B5EF4-FFF2-40B4-BE49-F238E27FC236}">
                  <a16:creationId xmlns:a16="http://schemas.microsoft.com/office/drawing/2014/main" id="{062C66C0-4868-4116-A9BE-6946326504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25629" name="Rectangle 48">
                <a:extLst>
                  <a:ext uri="{FF2B5EF4-FFF2-40B4-BE49-F238E27FC236}">
                    <a16:creationId xmlns:a16="http://schemas.microsoft.com/office/drawing/2014/main" id="{5091DEC3-66A2-456D-A322-BD4DB53B7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30" name="Rectangle 51">
                <a:extLst>
                  <a:ext uri="{FF2B5EF4-FFF2-40B4-BE49-F238E27FC236}">
                    <a16:creationId xmlns:a16="http://schemas.microsoft.com/office/drawing/2014/main" id="{1F4307E1-8CE0-4CC1-AEDC-241B94A92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5631" name="Rectangle 54">
                <a:extLst>
                  <a:ext uri="{FF2B5EF4-FFF2-40B4-BE49-F238E27FC236}">
                    <a16:creationId xmlns:a16="http://schemas.microsoft.com/office/drawing/2014/main" id="{4BE44C5C-8361-420C-974A-E49B319BB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25" name="Group 1">
            <a:extLst>
              <a:ext uri="{FF2B5EF4-FFF2-40B4-BE49-F238E27FC236}">
                <a16:creationId xmlns:a16="http://schemas.microsoft.com/office/drawing/2014/main" id="{623D25D3-E6AF-4F50-B242-0095535BB2FA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26666" name="Rectangle 4">
              <a:extLst>
                <a:ext uri="{FF2B5EF4-FFF2-40B4-BE49-F238E27FC236}">
                  <a16:creationId xmlns:a16="http://schemas.microsoft.com/office/drawing/2014/main" id="{404DD0DD-E230-4216-83AA-51711B0B7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67" name="Rectangle 5">
              <a:extLst>
                <a:ext uri="{FF2B5EF4-FFF2-40B4-BE49-F238E27FC236}">
                  <a16:creationId xmlns:a16="http://schemas.microsoft.com/office/drawing/2014/main" id="{E80E2EFB-C562-43BE-A31E-83920C82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68" name="Rectangle 6">
              <a:extLst>
                <a:ext uri="{FF2B5EF4-FFF2-40B4-BE49-F238E27FC236}">
                  <a16:creationId xmlns:a16="http://schemas.microsoft.com/office/drawing/2014/main" id="{1E4C0CFB-FFD4-47BA-9CDD-DB5272EBE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69" name="Rectangle 7">
              <a:extLst>
                <a:ext uri="{FF2B5EF4-FFF2-40B4-BE49-F238E27FC236}">
                  <a16:creationId xmlns:a16="http://schemas.microsoft.com/office/drawing/2014/main" id="{2C2C4293-3CA3-4E40-B0A0-E78B411B8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0" name="Rectangle 8">
              <a:extLst>
                <a:ext uri="{FF2B5EF4-FFF2-40B4-BE49-F238E27FC236}">
                  <a16:creationId xmlns:a16="http://schemas.microsoft.com/office/drawing/2014/main" id="{B3AE0889-D8BF-492A-B69F-D7279611C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1" name="Rectangle 9">
              <a:extLst>
                <a:ext uri="{FF2B5EF4-FFF2-40B4-BE49-F238E27FC236}">
                  <a16:creationId xmlns:a16="http://schemas.microsoft.com/office/drawing/2014/main" id="{8FFB0FFC-D2FF-496D-A60F-29E6D9051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2" name="Rectangle 10">
              <a:extLst>
                <a:ext uri="{FF2B5EF4-FFF2-40B4-BE49-F238E27FC236}">
                  <a16:creationId xmlns:a16="http://schemas.microsoft.com/office/drawing/2014/main" id="{19718FC0-0C92-4F0E-B3DE-6018806B5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3" name="Rectangle 11">
              <a:extLst>
                <a:ext uri="{FF2B5EF4-FFF2-40B4-BE49-F238E27FC236}">
                  <a16:creationId xmlns:a16="http://schemas.microsoft.com/office/drawing/2014/main" id="{9DF28748-DB06-4C27-AF59-FF55C692D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4" name="Rectangle 12">
              <a:extLst>
                <a:ext uri="{FF2B5EF4-FFF2-40B4-BE49-F238E27FC236}">
                  <a16:creationId xmlns:a16="http://schemas.microsoft.com/office/drawing/2014/main" id="{4C3085E2-D7BD-4FB1-9359-4903553C7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5" name="Rectangle 13">
              <a:extLst>
                <a:ext uri="{FF2B5EF4-FFF2-40B4-BE49-F238E27FC236}">
                  <a16:creationId xmlns:a16="http://schemas.microsoft.com/office/drawing/2014/main" id="{6EF83675-1AF4-4994-9956-DB6871D7F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6" name="Rectangle 14">
              <a:extLst>
                <a:ext uri="{FF2B5EF4-FFF2-40B4-BE49-F238E27FC236}">
                  <a16:creationId xmlns:a16="http://schemas.microsoft.com/office/drawing/2014/main" id="{CDDDCED9-B4F2-4731-90FC-499798B1A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7" name="Rectangle 15">
              <a:extLst>
                <a:ext uri="{FF2B5EF4-FFF2-40B4-BE49-F238E27FC236}">
                  <a16:creationId xmlns:a16="http://schemas.microsoft.com/office/drawing/2014/main" id="{FF1A9BCB-BF89-431A-827C-11F5D1F92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8" name="Rectangle 16">
              <a:extLst>
                <a:ext uri="{FF2B5EF4-FFF2-40B4-BE49-F238E27FC236}">
                  <a16:creationId xmlns:a16="http://schemas.microsoft.com/office/drawing/2014/main" id="{16BA2883-2DA7-49D9-9495-948765A65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79" name="Rectangle 17">
              <a:extLst>
                <a:ext uri="{FF2B5EF4-FFF2-40B4-BE49-F238E27FC236}">
                  <a16:creationId xmlns:a16="http://schemas.microsoft.com/office/drawing/2014/main" id="{6B8348C6-9A0D-4CA5-8B8A-B1222B354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0" name="Rectangle 18">
              <a:extLst>
                <a:ext uri="{FF2B5EF4-FFF2-40B4-BE49-F238E27FC236}">
                  <a16:creationId xmlns:a16="http://schemas.microsoft.com/office/drawing/2014/main" id="{0DEEAEA3-40A4-4A96-B082-596AB08BA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1" name="Rectangle 19">
              <a:extLst>
                <a:ext uri="{FF2B5EF4-FFF2-40B4-BE49-F238E27FC236}">
                  <a16:creationId xmlns:a16="http://schemas.microsoft.com/office/drawing/2014/main" id="{E68AC120-6E07-4931-9873-225920D4F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2" name="Rectangle 20">
              <a:extLst>
                <a:ext uri="{FF2B5EF4-FFF2-40B4-BE49-F238E27FC236}">
                  <a16:creationId xmlns:a16="http://schemas.microsoft.com/office/drawing/2014/main" id="{D453391A-8906-4B79-A3ED-518C8204A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3" name="Rectangle 21">
              <a:extLst>
                <a:ext uri="{FF2B5EF4-FFF2-40B4-BE49-F238E27FC236}">
                  <a16:creationId xmlns:a16="http://schemas.microsoft.com/office/drawing/2014/main" id="{024D4AF9-39FB-4F41-A840-D900899F0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4" name="Rectangle 22">
              <a:extLst>
                <a:ext uri="{FF2B5EF4-FFF2-40B4-BE49-F238E27FC236}">
                  <a16:creationId xmlns:a16="http://schemas.microsoft.com/office/drawing/2014/main" id="{1ADB2ADC-8391-45D4-AAE1-12CAC7A9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5" name="Rectangle 23">
              <a:extLst>
                <a:ext uri="{FF2B5EF4-FFF2-40B4-BE49-F238E27FC236}">
                  <a16:creationId xmlns:a16="http://schemas.microsoft.com/office/drawing/2014/main" id="{8A88AC39-DC10-4F63-923B-21B2E4C71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6" name="Rectangle 24">
              <a:extLst>
                <a:ext uri="{FF2B5EF4-FFF2-40B4-BE49-F238E27FC236}">
                  <a16:creationId xmlns:a16="http://schemas.microsoft.com/office/drawing/2014/main" id="{37A94D69-48E2-43C6-B676-BDA4F39F4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7" name="Rectangle 25">
              <a:extLst>
                <a:ext uri="{FF2B5EF4-FFF2-40B4-BE49-F238E27FC236}">
                  <a16:creationId xmlns:a16="http://schemas.microsoft.com/office/drawing/2014/main" id="{F71C56AE-08F6-458A-A16F-65D4AC7A0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8" name="Rectangle 26">
              <a:extLst>
                <a:ext uri="{FF2B5EF4-FFF2-40B4-BE49-F238E27FC236}">
                  <a16:creationId xmlns:a16="http://schemas.microsoft.com/office/drawing/2014/main" id="{EE4479B6-5962-4F66-8E11-4CC4DAEAA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89" name="Rectangle 27">
              <a:extLst>
                <a:ext uri="{FF2B5EF4-FFF2-40B4-BE49-F238E27FC236}">
                  <a16:creationId xmlns:a16="http://schemas.microsoft.com/office/drawing/2014/main" id="{5AA1308D-41E6-473D-8B9C-A7F6C02EA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0" name="Rectangle 28">
              <a:extLst>
                <a:ext uri="{FF2B5EF4-FFF2-40B4-BE49-F238E27FC236}">
                  <a16:creationId xmlns:a16="http://schemas.microsoft.com/office/drawing/2014/main" id="{48A8D22C-209A-4D3E-8095-995D7992D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1" name="Rectangle 29">
              <a:extLst>
                <a:ext uri="{FF2B5EF4-FFF2-40B4-BE49-F238E27FC236}">
                  <a16:creationId xmlns:a16="http://schemas.microsoft.com/office/drawing/2014/main" id="{1EEE971F-A8C9-4FC1-910D-513D995AA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2" name="Rectangle 30">
              <a:extLst>
                <a:ext uri="{FF2B5EF4-FFF2-40B4-BE49-F238E27FC236}">
                  <a16:creationId xmlns:a16="http://schemas.microsoft.com/office/drawing/2014/main" id="{B7871CF9-C837-48D9-AAD5-973C4D63A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3" name="Rectangle 31">
              <a:extLst>
                <a:ext uri="{FF2B5EF4-FFF2-40B4-BE49-F238E27FC236}">
                  <a16:creationId xmlns:a16="http://schemas.microsoft.com/office/drawing/2014/main" id="{7B2B8616-AC83-47A2-80AF-44FAAC746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4" name="Rectangle 32">
              <a:extLst>
                <a:ext uri="{FF2B5EF4-FFF2-40B4-BE49-F238E27FC236}">
                  <a16:creationId xmlns:a16="http://schemas.microsoft.com/office/drawing/2014/main" id="{11F4E877-1F91-4D61-825B-607E93D5B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5" name="Rectangle 33">
              <a:extLst>
                <a:ext uri="{FF2B5EF4-FFF2-40B4-BE49-F238E27FC236}">
                  <a16:creationId xmlns:a16="http://schemas.microsoft.com/office/drawing/2014/main" id="{3D92431B-0041-4D25-B6B7-5EB9177EB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6" name="Rectangle 34">
              <a:extLst>
                <a:ext uri="{FF2B5EF4-FFF2-40B4-BE49-F238E27FC236}">
                  <a16:creationId xmlns:a16="http://schemas.microsoft.com/office/drawing/2014/main" id="{EE0E94B0-0B6E-4FBC-9B5E-E747585A7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7" name="Rectangle 35">
              <a:extLst>
                <a:ext uri="{FF2B5EF4-FFF2-40B4-BE49-F238E27FC236}">
                  <a16:creationId xmlns:a16="http://schemas.microsoft.com/office/drawing/2014/main" id="{F4ACC88B-BCDC-4D88-A546-63D3A8640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8" name="Rectangle 36">
              <a:extLst>
                <a:ext uri="{FF2B5EF4-FFF2-40B4-BE49-F238E27FC236}">
                  <a16:creationId xmlns:a16="http://schemas.microsoft.com/office/drawing/2014/main" id="{1F97E9A4-0E9F-4272-AE10-7A1C8CE80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99" name="Rectangle 37">
              <a:extLst>
                <a:ext uri="{FF2B5EF4-FFF2-40B4-BE49-F238E27FC236}">
                  <a16:creationId xmlns:a16="http://schemas.microsoft.com/office/drawing/2014/main" id="{C4C655DB-0965-4876-8B08-606A18CB8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0" name="Rectangle 38">
              <a:extLst>
                <a:ext uri="{FF2B5EF4-FFF2-40B4-BE49-F238E27FC236}">
                  <a16:creationId xmlns:a16="http://schemas.microsoft.com/office/drawing/2014/main" id="{7960CEBF-5FBA-40A4-8204-77E24C6C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1" name="Rectangle 39">
              <a:extLst>
                <a:ext uri="{FF2B5EF4-FFF2-40B4-BE49-F238E27FC236}">
                  <a16:creationId xmlns:a16="http://schemas.microsoft.com/office/drawing/2014/main" id="{D7170D96-DCE8-494D-B3C1-2D45E5069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2" name="Rectangle 40">
              <a:extLst>
                <a:ext uri="{FF2B5EF4-FFF2-40B4-BE49-F238E27FC236}">
                  <a16:creationId xmlns:a16="http://schemas.microsoft.com/office/drawing/2014/main" id="{EDCB4031-1BC4-4D48-918E-2DC18DE10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3" name="Rectangle 41">
              <a:extLst>
                <a:ext uri="{FF2B5EF4-FFF2-40B4-BE49-F238E27FC236}">
                  <a16:creationId xmlns:a16="http://schemas.microsoft.com/office/drawing/2014/main" id="{7E8B2D6A-1249-4D14-853D-2DCFDCA20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4" name="Rectangle 42">
              <a:extLst>
                <a:ext uri="{FF2B5EF4-FFF2-40B4-BE49-F238E27FC236}">
                  <a16:creationId xmlns:a16="http://schemas.microsoft.com/office/drawing/2014/main" id="{9A0AE910-D59C-494A-AF03-24766C62E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5" name="Rectangle 43">
              <a:extLst>
                <a:ext uri="{FF2B5EF4-FFF2-40B4-BE49-F238E27FC236}">
                  <a16:creationId xmlns:a16="http://schemas.microsoft.com/office/drawing/2014/main" id="{E7996A79-8A2A-418F-BB6A-44B3BEE7E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6" name="Rectangle 44">
              <a:extLst>
                <a:ext uri="{FF2B5EF4-FFF2-40B4-BE49-F238E27FC236}">
                  <a16:creationId xmlns:a16="http://schemas.microsoft.com/office/drawing/2014/main" id="{A5B0AB9B-8820-410B-9FF1-66126FB92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7" name="Rectangle 45">
              <a:extLst>
                <a:ext uri="{FF2B5EF4-FFF2-40B4-BE49-F238E27FC236}">
                  <a16:creationId xmlns:a16="http://schemas.microsoft.com/office/drawing/2014/main" id="{5BC259FB-274D-4934-99ED-D30B40793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8" name="Rectangle 46">
              <a:extLst>
                <a:ext uri="{FF2B5EF4-FFF2-40B4-BE49-F238E27FC236}">
                  <a16:creationId xmlns:a16="http://schemas.microsoft.com/office/drawing/2014/main" id="{9C355D55-2F8C-47F1-955D-D585E3EDD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09" name="Rectangle 47">
              <a:extLst>
                <a:ext uri="{FF2B5EF4-FFF2-40B4-BE49-F238E27FC236}">
                  <a16:creationId xmlns:a16="http://schemas.microsoft.com/office/drawing/2014/main" id="{D8D654AA-9B12-499A-BFB8-A7136F67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0" name="Rectangle 48">
              <a:extLst>
                <a:ext uri="{FF2B5EF4-FFF2-40B4-BE49-F238E27FC236}">
                  <a16:creationId xmlns:a16="http://schemas.microsoft.com/office/drawing/2014/main" id="{E069F6A1-B950-4658-B765-A8FE549D9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1" name="Rectangle 49">
              <a:extLst>
                <a:ext uri="{FF2B5EF4-FFF2-40B4-BE49-F238E27FC236}">
                  <a16:creationId xmlns:a16="http://schemas.microsoft.com/office/drawing/2014/main" id="{0A5846BF-5ACE-43EA-BFD7-A22C77E1D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2" name="Rectangle 50">
              <a:extLst>
                <a:ext uri="{FF2B5EF4-FFF2-40B4-BE49-F238E27FC236}">
                  <a16:creationId xmlns:a16="http://schemas.microsoft.com/office/drawing/2014/main" id="{3B0DCA6D-DDF0-40B9-9B7F-0250C1483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3" name="Rectangle 51">
              <a:extLst>
                <a:ext uri="{FF2B5EF4-FFF2-40B4-BE49-F238E27FC236}">
                  <a16:creationId xmlns:a16="http://schemas.microsoft.com/office/drawing/2014/main" id="{8289CA9A-D1D5-41C1-9433-3DB644CC8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4" name="Rectangle 52">
              <a:extLst>
                <a:ext uri="{FF2B5EF4-FFF2-40B4-BE49-F238E27FC236}">
                  <a16:creationId xmlns:a16="http://schemas.microsoft.com/office/drawing/2014/main" id="{E3C3E4FD-5630-455F-ADEC-6C5971788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5" name="Rectangle 53">
              <a:extLst>
                <a:ext uri="{FF2B5EF4-FFF2-40B4-BE49-F238E27FC236}">
                  <a16:creationId xmlns:a16="http://schemas.microsoft.com/office/drawing/2014/main" id="{4ADE26FC-1214-46CD-AD2A-66C17033F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6" name="Rectangle 54">
              <a:extLst>
                <a:ext uri="{FF2B5EF4-FFF2-40B4-BE49-F238E27FC236}">
                  <a16:creationId xmlns:a16="http://schemas.microsoft.com/office/drawing/2014/main" id="{6B640544-DBE3-497C-9DC2-84DE22B4B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7" name="Rectangle 55">
              <a:extLst>
                <a:ext uri="{FF2B5EF4-FFF2-40B4-BE49-F238E27FC236}">
                  <a16:creationId xmlns:a16="http://schemas.microsoft.com/office/drawing/2014/main" id="{5F0D7B46-48D4-4E95-A33B-41F094BFA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8" name="Rectangle 56">
              <a:extLst>
                <a:ext uri="{FF2B5EF4-FFF2-40B4-BE49-F238E27FC236}">
                  <a16:creationId xmlns:a16="http://schemas.microsoft.com/office/drawing/2014/main" id="{86214003-8AAB-40F0-8EE3-CA1AB6BB2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19" name="Rectangle 57">
              <a:extLst>
                <a:ext uri="{FF2B5EF4-FFF2-40B4-BE49-F238E27FC236}">
                  <a16:creationId xmlns:a16="http://schemas.microsoft.com/office/drawing/2014/main" id="{168B8663-85E1-4314-9CD6-F6ACE586F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20" name="Rectangle 58">
              <a:extLst>
                <a:ext uri="{FF2B5EF4-FFF2-40B4-BE49-F238E27FC236}">
                  <a16:creationId xmlns:a16="http://schemas.microsoft.com/office/drawing/2014/main" id="{F206BCFB-FD48-4BF5-9955-BDBC63009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21" name="Rectangle 59">
              <a:extLst>
                <a:ext uri="{FF2B5EF4-FFF2-40B4-BE49-F238E27FC236}">
                  <a16:creationId xmlns:a16="http://schemas.microsoft.com/office/drawing/2014/main" id="{A15DDC56-408D-40F5-B263-7C6FE561C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22" name="Rectangle 60">
              <a:extLst>
                <a:ext uri="{FF2B5EF4-FFF2-40B4-BE49-F238E27FC236}">
                  <a16:creationId xmlns:a16="http://schemas.microsoft.com/office/drawing/2014/main" id="{4071E7F4-A29A-4B0E-8742-D12E7DF18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6626" name="Title 1">
            <a:extLst>
              <a:ext uri="{FF2B5EF4-FFF2-40B4-BE49-F238E27FC236}">
                <a16:creationId xmlns:a16="http://schemas.microsoft.com/office/drawing/2014/main" id="{0DF12D70-3645-48F5-984E-17B6AB71FCA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26627" name="TextBox 2">
            <a:extLst>
              <a:ext uri="{FF2B5EF4-FFF2-40B4-BE49-F238E27FC236}">
                <a16:creationId xmlns:a16="http://schemas.microsoft.com/office/drawing/2014/main" id="{BF19BDD7-6204-423E-9110-BE0FFE658C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26628" name="TextBox 62">
            <a:extLst>
              <a:ext uri="{FF2B5EF4-FFF2-40B4-BE49-F238E27FC236}">
                <a16:creationId xmlns:a16="http://schemas.microsoft.com/office/drawing/2014/main" id="{E0A297B9-F531-444F-8F26-A1C02F226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26629" name="Rectangle 3">
            <a:extLst>
              <a:ext uri="{FF2B5EF4-FFF2-40B4-BE49-F238E27FC236}">
                <a16:creationId xmlns:a16="http://schemas.microsoft.com/office/drawing/2014/main" id="{14820899-D2BE-4681-ADF5-575299739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9238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630" name="Oval 111">
            <a:extLst>
              <a:ext uri="{FF2B5EF4-FFF2-40B4-BE49-F238E27FC236}">
                <a16:creationId xmlns:a16="http://schemas.microsoft.com/office/drawing/2014/main" id="{7D9216F5-B9C9-4C7A-96C7-8CD47045F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8288" y="2609850"/>
            <a:ext cx="338137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6631" name="Group 107">
            <a:extLst>
              <a:ext uri="{FF2B5EF4-FFF2-40B4-BE49-F238E27FC236}">
                <a16:creationId xmlns:a16="http://schemas.microsoft.com/office/drawing/2014/main" id="{89DDC360-34D2-4E53-9001-D1724BFF67FC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26632" name="Freeform 4">
              <a:extLst>
                <a:ext uri="{FF2B5EF4-FFF2-40B4-BE49-F238E27FC236}">
                  <a16:creationId xmlns:a16="http://schemas.microsoft.com/office/drawing/2014/main" id="{D03203E4-2586-4BF7-A25B-00CEBA2B5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33" name="Freeform 7">
              <a:extLst>
                <a:ext uri="{FF2B5EF4-FFF2-40B4-BE49-F238E27FC236}">
                  <a16:creationId xmlns:a16="http://schemas.microsoft.com/office/drawing/2014/main" id="{40F3CF3A-C255-46C2-8BE1-4B6E26E6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34" name="Freeform 9">
              <a:extLst>
                <a:ext uri="{FF2B5EF4-FFF2-40B4-BE49-F238E27FC236}">
                  <a16:creationId xmlns:a16="http://schemas.microsoft.com/office/drawing/2014/main" id="{85B1AEBF-9A0A-453C-8EE7-5862AEA4E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35" name="Freeform 12">
              <a:extLst>
                <a:ext uri="{FF2B5EF4-FFF2-40B4-BE49-F238E27FC236}">
                  <a16:creationId xmlns:a16="http://schemas.microsoft.com/office/drawing/2014/main" id="{EB4303DB-1357-412A-8612-1F17DDD4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36" name="Freeform 14">
              <a:extLst>
                <a:ext uri="{FF2B5EF4-FFF2-40B4-BE49-F238E27FC236}">
                  <a16:creationId xmlns:a16="http://schemas.microsoft.com/office/drawing/2014/main" id="{B436E2A0-96D1-4A81-A8FA-55523EE6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37" name="Rectangle 15">
              <a:extLst>
                <a:ext uri="{FF2B5EF4-FFF2-40B4-BE49-F238E27FC236}">
                  <a16:creationId xmlns:a16="http://schemas.microsoft.com/office/drawing/2014/main" id="{418F6EAF-1661-44D7-9829-89B7DB6F9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38" name="Freeform 29">
              <a:extLst>
                <a:ext uri="{FF2B5EF4-FFF2-40B4-BE49-F238E27FC236}">
                  <a16:creationId xmlns:a16="http://schemas.microsoft.com/office/drawing/2014/main" id="{0F91AE9E-D407-4644-858D-C8D1528F0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39" name="Freeform 30">
              <a:extLst>
                <a:ext uri="{FF2B5EF4-FFF2-40B4-BE49-F238E27FC236}">
                  <a16:creationId xmlns:a16="http://schemas.microsoft.com/office/drawing/2014/main" id="{DFF380E9-9B22-40AE-B58F-5977A8312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0" name="Freeform 31">
              <a:extLst>
                <a:ext uri="{FF2B5EF4-FFF2-40B4-BE49-F238E27FC236}">
                  <a16:creationId xmlns:a16="http://schemas.microsoft.com/office/drawing/2014/main" id="{775C6D17-7131-4728-A5CC-85CBA88C0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1" name="Freeform 32">
              <a:extLst>
                <a:ext uri="{FF2B5EF4-FFF2-40B4-BE49-F238E27FC236}">
                  <a16:creationId xmlns:a16="http://schemas.microsoft.com/office/drawing/2014/main" id="{BA79FB54-6D70-4B89-B1E4-5394A1EA7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2" name="Freeform 33">
              <a:extLst>
                <a:ext uri="{FF2B5EF4-FFF2-40B4-BE49-F238E27FC236}">
                  <a16:creationId xmlns:a16="http://schemas.microsoft.com/office/drawing/2014/main" id="{90ABB611-0AEB-43A0-B44C-01BE8E0A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3" name="Freeform 34">
              <a:extLst>
                <a:ext uri="{FF2B5EF4-FFF2-40B4-BE49-F238E27FC236}">
                  <a16:creationId xmlns:a16="http://schemas.microsoft.com/office/drawing/2014/main" id="{1FBFFDD6-47D0-48D3-B934-893EAC028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4" name="Freeform 35">
              <a:extLst>
                <a:ext uri="{FF2B5EF4-FFF2-40B4-BE49-F238E27FC236}">
                  <a16:creationId xmlns:a16="http://schemas.microsoft.com/office/drawing/2014/main" id="{FFF8533E-970D-4454-9105-CA1927E2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5" name="Rectangle 37">
              <a:extLst>
                <a:ext uri="{FF2B5EF4-FFF2-40B4-BE49-F238E27FC236}">
                  <a16:creationId xmlns:a16="http://schemas.microsoft.com/office/drawing/2014/main" id="{C354F2B4-D7C5-49E5-B77C-907D34EBF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6" name="Freeform 44">
              <a:extLst>
                <a:ext uri="{FF2B5EF4-FFF2-40B4-BE49-F238E27FC236}">
                  <a16:creationId xmlns:a16="http://schemas.microsoft.com/office/drawing/2014/main" id="{7B76B42F-41E3-4E75-A6D5-9E5B9DFD1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7" name="Line 45">
              <a:extLst>
                <a:ext uri="{FF2B5EF4-FFF2-40B4-BE49-F238E27FC236}">
                  <a16:creationId xmlns:a16="http://schemas.microsoft.com/office/drawing/2014/main" id="{FA9B94A2-7350-4131-A67E-A48215EF0B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648" name="Rectangle 47">
              <a:extLst>
                <a:ext uri="{FF2B5EF4-FFF2-40B4-BE49-F238E27FC236}">
                  <a16:creationId xmlns:a16="http://schemas.microsoft.com/office/drawing/2014/main" id="{0BA39754-CA34-4CE2-849D-F929B4440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6649" name="Group 125">
              <a:extLst>
                <a:ext uri="{FF2B5EF4-FFF2-40B4-BE49-F238E27FC236}">
                  <a16:creationId xmlns:a16="http://schemas.microsoft.com/office/drawing/2014/main" id="{7F13ED6C-94CB-459F-9412-5D90498AA0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26663" name="Rectangle 48">
                <a:extLst>
                  <a:ext uri="{FF2B5EF4-FFF2-40B4-BE49-F238E27FC236}">
                    <a16:creationId xmlns:a16="http://schemas.microsoft.com/office/drawing/2014/main" id="{FB768712-32FB-49CB-B254-F261404E0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64" name="Rectangle 51">
                <a:extLst>
                  <a:ext uri="{FF2B5EF4-FFF2-40B4-BE49-F238E27FC236}">
                    <a16:creationId xmlns:a16="http://schemas.microsoft.com/office/drawing/2014/main" id="{D3EF4829-9262-4C75-82A7-CDEF292FA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65" name="Rectangle 54">
                <a:extLst>
                  <a:ext uri="{FF2B5EF4-FFF2-40B4-BE49-F238E27FC236}">
                    <a16:creationId xmlns:a16="http://schemas.microsoft.com/office/drawing/2014/main" id="{951279DD-1C33-4A78-8642-E81FE2423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6650" name="Oval 5">
              <a:extLst>
                <a:ext uri="{FF2B5EF4-FFF2-40B4-BE49-F238E27FC236}">
                  <a16:creationId xmlns:a16="http://schemas.microsoft.com/office/drawing/2014/main" id="{9D25B1FB-1716-4B9C-B0A7-9044F48FC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6651" name="Group 127">
              <a:extLst>
                <a:ext uri="{FF2B5EF4-FFF2-40B4-BE49-F238E27FC236}">
                  <a16:creationId xmlns:a16="http://schemas.microsoft.com/office/drawing/2014/main" id="{348DC955-B02C-4B2F-8299-11CA05372F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26660" name="Rectangle 48">
                <a:extLst>
                  <a:ext uri="{FF2B5EF4-FFF2-40B4-BE49-F238E27FC236}">
                    <a16:creationId xmlns:a16="http://schemas.microsoft.com/office/drawing/2014/main" id="{779E2B30-675E-407A-BC3F-AEB0D871A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61" name="Rectangle 51">
                <a:extLst>
                  <a:ext uri="{FF2B5EF4-FFF2-40B4-BE49-F238E27FC236}">
                    <a16:creationId xmlns:a16="http://schemas.microsoft.com/office/drawing/2014/main" id="{E533E3B7-B4F3-42F2-923C-948E6D003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62" name="Rectangle 54">
                <a:extLst>
                  <a:ext uri="{FF2B5EF4-FFF2-40B4-BE49-F238E27FC236}">
                    <a16:creationId xmlns:a16="http://schemas.microsoft.com/office/drawing/2014/main" id="{A766B7C4-F328-4FDA-A301-FF8F48EAA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6652" name="Group 128">
              <a:extLst>
                <a:ext uri="{FF2B5EF4-FFF2-40B4-BE49-F238E27FC236}">
                  <a16:creationId xmlns:a16="http://schemas.microsoft.com/office/drawing/2014/main" id="{7F282F07-61FB-4358-8A87-E38BE52BBA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26657" name="Rectangle 48">
                <a:extLst>
                  <a:ext uri="{FF2B5EF4-FFF2-40B4-BE49-F238E27FC236}">
                    <a16:creationId xmlns:a16="http://schemas.microsoft.com/office/drawing/2014/main" id="{AA72BCE5-A8D7-4B0C-A334-19292EB1A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58" name="Rectangle 51">
                <a:extLst>
                  <a:ext uri="{FF2B5EF4-FFF2-40B4-BE49-F238E27FC236}">
                    <a16:creationId xmlns:a16="http://schemas.microsoft.com/office/drawing/2014/main" id="{ED2E68A0-E517-405C-8FF8-1BB1AB00E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59" name="Rectangle 54">
                <a:extLst>
                  <a:ext uri="{FF2B5EF4-FFF2-40B4-BE49-F238E27FC236}">
                    <a16:creationId xmlns:a16="http://schemas.microsoft.com/office/drawing/2014/main" id="{F5DD47DF-47B9-4C05-9D5F-E66E4F39F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6653" name="Group 129">
              <a:extLst>
                <a:ext uri="{FF2B5EF4-FFF2-40B4-BE49-F238E27FC236}">
                  <a16:creationId xmlns:a16="http://schemas.microsoft.com/office/drawing/2014/main" id="{418BEFC3-2478-4A07-B929-C75D8316B4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26654" name="Rectangle 48">
                <a:extLst>
                  <a:ext uri="{FF2B5EF4-FFF2-40B4-BE49-F238E27FC236}">
                    <a16:creationId xmlns:a16="http://schemas.microsoft.com/office/drawing/2014/main" id="{095F357C-6307-4AFA-82A8-49DD3E2EE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55" name="Rectangle 51">
                <a:extLst>
                  <a:ext uri="{FF2B5EF4-FFF2-40B4-BE49-F238E27FC236}">
                    <a16:creationId xmlns:a16="http://schemas.microsoft.com/office/drawing/2014/main" id="{71859AF9-8DEA-4E0D-B2A3-DA9CBC0FE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656" name="Rectangle 54">
                <a:extLst>
                  <a:ext uri="{FF2B5EF4-FFF2-40B4-BE49-F238E27FC236}">
                    <a16:creationId xmlns:a16="http://schemas.microsoft.com/office/drawing/2014/main" id="{FA74A5B4-44F8-4046-813B-AF2AEBAC8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7" name="Group 1">
            <a:extLst>
              <a:ext uri="{FF2B5EF4-FFF2-40B4-BE49-F238E27FC236}">
                <a16:creationId xmlns:a16="http://schemas.microsoft.com/office/drawing/2014/main" id="{BA184DB7-52D9-4687-8539-95D7FB918D8A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29738" name="Rectangle 4">
              <a:extLst>
                <a:ext uri="{FF2B5EF4-FFF2-40B4-BE49-F238E27FC236}">
                  <a16:creationId xmlns:a16="http://schemas.microsoft.com/office/drawing/2014/main" id="{4882CDE1-53A7-4DFE-BC94-A9B8CED22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39" name="Rectangle 5">
              <a:extLst>
                <a:ext uri="{FF2B5EF4-FFF2-40B4-BE49-F238E27FC236}">
                  <a16:creationId xmlns:a16="http://schemas.microsoft.com/office/drawing/2014/main" id="{F1EF5615-AB82-4224-B243-C62CE7B6B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0" name="Rectangle 6">
              <a:extLst>
                <a:ext uri="{FF2B5EF4-FFF2-40B4-BE49-F238E27FC236}">
                  <a16:creationId xmlns:a16="http://schemas.microsoft.com/office/drawing/2014/main" id="{199B234D-A2B4-470E-B1B2-A3E3CFB98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1" name="Rectangle 7">
              <a:extLst>
                <a:ext uri="{FF2B5EF4-FFF2-40B4-BE49-F238E27FC236}">
                  <a16:creationId xmlns:a16="http://schemas.microsoft.com/office/drawing/2014/main" id="{D6D517E8-6CA8-46FA-AC7A-EF3910FA7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2" name="Rectangle 8">
              <a:extLst>
                <a:ext uri="{FF2B5EF4-FFF2-40B4-BE49-F238E27FC236}">
                  <a16:creationId xmlns:a16="http://schemas.microsoft.com/office/drawing/2014/main" id="{CCADB718-8ECB-4F51-9C25-D18FC5FD5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3" name="Rectangle 9">
              <a:extLst>
                <a:ext uri="{FF2B5EF4-FFF2-40B4-BE49-F238E27FC236}">
                  <a16:creationId xmlns:a16="http://schemas.microsoft.com/office/drawing/2014/main" id="{4C7F70D9-22E3-415C-9166-B2A236CD4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4" name="Rectangle 10">
              <a:extLst>
                <a:ext uri="{FF2B5EF4-FFF2-40B4-BE49-F238E27FC236}">
                  <a16:creationId xmlns:a16="http://schemas.microsoft.com/office/drawing/2014/main" id="{27B87A8C-825B-45E4-B019-ECEEA289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5" name="Rectangle 11">
              <a:extLst>
                <a:ext uri="{FF2B5EF4-FFF2-40B4-BE49-F238E27FC236}">
                  <a16:creationId xmlns:a16="http://schemas.microsoft.com/office/drawing/2014/main" id="{E01C2A8D-E0BD-42D8-A843-AF0ED2CD2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6" name="Rectangle 12">
              <a:extLst>
                <a:ext uri="{FF2B5EF4-FFF2-40B4-BE49-F238E27FC236}">
                  <a16:creationId xmlns:a16="http://schemas.microsoft.com/office/drawing/2014/main" id="{6EA481E5-73E2-46E4-B0B7-E7F603202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7" name="Rectangle 13">
              <a:extLst>
                <a:ext uri="{FF2B5EF4-FFF2-40B4-BE49-F238E27FC236}">
                  <a16:creationId xmlns:a16="http://schemas.microsoft.com/office/drawing/2014/main" id="{75DF6E0B-F676-40F8-8A91-A638F91F0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8" name="Rectangle 14">
              <a:extLst>
                <a:ext uri="{FF2B5EF4-FFF2-40B4-BE49-F238E27FC236}">
                  <a16:creationId xmlns:a16="http://schemas.microsoft.com/office/drawing/2014/main" id="{1E219808-4129-40A7-9494-48ED51F0F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49" name="Rectangle 15">
              <a:extLst>
                <a:ext uri="{FF2B5EF4-FFF2-40B4-BE49-F238E27FC236}">
                  <a16:creationId xmlns:a16="http://schemas.microsoft.com/office/drawing/2014/main" id="{9FE72611-EA0A-4FF6-8BDC-4B7A1B034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0" name="Rectangle 16">
              <a:extLst>
                <a:ext uri="{FF2B5EF4-FFF2-40B4-BE49-F238E27FC236}">
                  <a16:creationId xmlns:a16="http://schemas.microsoft.com/office/drawing/2014/main" id="{1E09F428-65CA-4091-8E0B-B207E77A2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1" name="Rectangle 17">
              <a:extLst>
                <a:ext uri="{FF2B5EF4-FFF2-40B4-BE49-F238E27FC236}">
                  <a16:creationId xmlns:a16="http://schemas.microsoft.com/office/drawing/2014/main" id="{4431DB80-1388-4E1C-BAB7-BFACDD38D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2" name="Rectangle 18">
              <a:extLst>
                <a:ext uri="{FF2B5EF4-FFF2-40B4-BE49-F238E27FC236}">
                  <a16:creationId xmlns:a16="http://schemas.microsoft.com/office/drawing/2014/main" id="{5BB32274-0C83-4FC2-97A4-88C14CDC7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3" name="Rectangle 19">
              <a:extLst>
                <a:ext uri="{FF2B5EF4-FFF2-40B4-BE49-F238E27FC236}">
                  <a16:creationId xmlns:a16="http://schemas.microsoft.com/office/drawing/2014/main" id="{ECB69E8C-CE5C-410C-BB24-A1D09A2F1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4" name="Rectangle 20">
              <a:extLst>
                <a:ext uri="{FF2B5EF4-FFF2-40B4-BE49-F238E27FC236}">
                  <a16:creationId xmlns:a16="http://schemas.microsoft.com/office/drawing/2014/main" id="{CDBBC6C1-C1B5-4B39-9948-900026971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5" name="Rectangle 21">
              <a:extLst>
                <a:ext uri="{FF2B5EF4-FFF2-40B4-BE49-F238E27FC236}">
                  <a16:creationId xmlns:a16="http://schemas.microsoft.com/office/drawing/2014/main" id="{B89FF9F7-47B2-4AB6-A3DA-8AD2256DD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6" name="Rectangle 22">
              <a:extLst>
                <a:ext uri="{FF2B5EF4-FFF2-40B4-BE49-F238E27FC236}">
                  <a16:creationId xmlns:a16="http://schemas.microsoft.com/office/drawing/2014/main" id="{19FCBD7A-A8AE-43E4-ACA1-23FBA3DE0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7" name="Rectangle 23">
              <a:extLst>
                <a:ext uri="{FF2B5EF4-FFF2-40B4-BE49-F238E27FC236}">
                  <a16:creationId xmlns:a16="http://schemas.microsoft.com/office/drawing/2014/main" id="{975166F1-8314-4B96-91DE-A975B5838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8" name="Rectangle 24">
              <a:extLst>
                <a:ext uri="{FF2B5EF4-FFF2-40B4-BE49-F238E27FC236}">
                  <a16:creationId xmlns:a16="http://schemas.microsoft.com/office/drawing/2014/main" id="{A8634701-9CC7-4C5F-9F1A-C2C727EEC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59" name="Rectangle 25">
              <a:extLst>
                <a:ext uri="{FF2B5EF4-FFF2-40B4-BE49-F238E27FC236}">
                  <a16:creationId xmlns:a16="http://schemas.microsoft.com/office/drawing/2014/main" id="{49AAC9ED-E33A-4B92-A2C3-F89BFE686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0" name="Rectangle 26">
              <a:extLst>
                <a:ext uri="{FF2B5EF4-FFF2-40B4-BE49-F238E27FC236}">
                  <a16:creationId xmlns:a16="http://schemas.microsoft.com/office/drawing/2014/main" id="{9CB6EA80-10EF-466D-99AA-A83FA9D55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1" name="Rectangle 27">
              <a:extLst>
                <a:ext uri="{FF2B5EF4-FFF2-40B4-BE49-F238E27FC236}">
                  <a16:creationId xmlns:a16="http://schemas.microsoft.com/office/drawing/2014/main" id="{57D0BB78-76F6-47FE-99B0-715F45CC2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2" name="Rectangle 28">
              <a:extLst>
                <a:ext uri="{FF2B5EF4-FFF2-40B4-BE49-F238E27FC236}">
                  <a16:creationId xmlns:a16="http://schemas.microsoft.com/office/drawing/2014/main" id="{87F262AE-7D6C-433F-A868-22EA8D1A2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3" name="Rectangle 29">
              <a:extLst>
                <a:ext uri="{FF2B5EF4-FFF2-40B4-BE49-F238E27FC236}">
                  <a16:creationId xmlns:a16="http://schemas.microsoft.com/office/drawing/2014/main" id="{FB98FE37-9332-4819-9859-5CABFA899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4" name="Rectangle 30">
              <a:extLst>
                <a:ext uri="{FF2B5EF4-FFF2-40B4-BE49-F238E27FC236}">
                  <a16:creationId xmlns:a16="http://schemas.microsoft.com/office/drawing/2014/main" id="{BFC48354-828D-4800-907E-D44762A6D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5" name="Rectangle 31">
              <a:extLst>
                <a:ext uri="{FF2B5EF4-FFF2-40B4-BE49-F238E27FC236}">
                  <a16:creationId xmlns:a16="http://schemas.microsoft.com/office/drawing/2014/main" id="{73DFBADE-BD46-4BC8-B87A-DD73DA3BD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6" name="Rectangle 32">
              <a:extLst>
                <a:ext uri="{FF2B5EF4-FFF2-40B4-BE49-F238E27FC236}">
                  <a16:creationId xmlns:a16="http://schemas.microsoft.com/office/drawing/2014/main" id="{D4D1764D-C20A-4E84-A341-EE711A77F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7" name="Rectangle 33">
              <a:extLst>
                <a:ext uri="{FF2B5EF4-FFF2-40B4-BE49-F238E27FC236}">
                  <a16:creationId xmlns:a16="http://schemas.microsoft.com/office/drawing/2014/main" id="{A82E2217-13DC-4D9A-BF8C-BE631247E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8" name="Rectangle 34">
              <a:extLst>
                <a:ext uri="{FF2B5EF4-FFF2-40B4-BE49-F238E27FC236}">
                  <a16:creationId xmlns:a16="http://schemas.microsoft.com/office/drawing/2014/main" id="{1F0931DF-AB89-4240-B1C9-5012B0393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69" name="Rectangle 35">
              <a:extLst>
                <a:ext uri="{FF2B5EF4-FFF2-40B4-BE49-F238E27FC236}">
                  <a16:creationId xmlns:a16="http://schemas.microsoft.com/office/drawing/2014/main" id="{5860DA41-26BF-49D3-94CD-315E04543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0" name="Rectangle 36">
              <a:extLst>
                <a:ext uri="{FF2B5EF4-FFF2-40B4-BE49-F238E27FC236}">
                  <a16:creationId xmlns:a16="http://schemas.microsoft.com/office/drawing/2014/main" id="{83066823-651D-480C-8BC4-A6EA90617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1" name="Rectangle 37">
              <a:extLst>
                <a:ext uri="{FF2B5EF4-FFF2-40B4-BE49-F238E27FC236}">
                  <a16:creationId xmlns:a16="http://schemas.microsoft.com/office/drawing/2014/main" id="{E774E387-1DFA-4040-A577-762548BB1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2" name="Rectangle 38">
              <a:extLst>
                <a:ext uri="{FF2B5EF4-FFF2-40B4-BE49-F238E27FC236}">
                  <a16:creationId xmlns:a16="http://schemas.microsoft.com/office/drawing/2014/main" id="{AED62ADF-C5EF-4429-A534-99775FF30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3" name="Rectangle 39">
              <a:extLst>
                <a:ext uri="{FF2B5EF4-FFF2-40B4-BE49-F238E27FC236}">
                  <a16:creationId xmlns:a16="http://schemas.microsoft.com/office/drawing/2014/main" id="{50B62CD0-F4BE-4B1F-856A-17C3986CD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4" name="Rectangle 40">
              <a:extLst>
                <a:ext uri="{FF2B5EF4-FFF2-40B4-BE49-F238E27FC236}">
                  <a16:creationId xmlns:a16="http://schemas.microsoft.com/office/drawing/2014/main" id="{925C28A2-67C7-45DA-A5E8-0C2041CC0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5" name="Rectangle 41">
              <a:extLst>
                <a:ext uri="{FF2B5EF4-FFF2-40B4-BE49-F238E27FC236}">
                  <a16:creationId xmlns:a16="http://schemas.microsoft.com/office/drawing/2014/main" id="{410AD962-6529-43EA-86C1-015C63345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6" name="Rectangle 42">
              <a:extLst>
                <a:ext uri="{FF2B5EF4-FFF2-40B4-BE49-F238E27FC236}">
                  <a16:creationId xmlns:a16="http://schemas.microsoft.com/office/drawing/2014/main" id="{0698E66D-F168-4F13-BAC5-DB80F264A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7" name="Rectangle 43">
              <a:extLst>
                <a:ext uri="{FF2B5EF4-FFF2-40B4-BE49-F238E27FC236}">
                  <a16:creationId xmlns:a16="http://schemas.microsoft.com/office/drawing/2014/main" id="{455A89C8-DCA8-4897-B667-1DE526132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8" name="Rectangle 44">
              <a:extLst>
                <a:ext uri="{FF2B5EF4-FFF2-40B4-BE49-F238E27FC236}">
                  <a16:creationId xmlns:a16="http://schemas.microsoft.com/office/drawing/2014/main" id="{A0208B37-B4B4-4289-8032-8B35EF339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79" name="Rectangle 45">
              <a:extLst>
                <a:ext uri="{FF2B5EF4-FFF2-40B4-BE49-F238E27FC236}">
                  <a16:creationId xmlns:a16="http://schemas.microsoft.com/office/drawing/2014/main" id="{C813A2F8-CE54-43D6-84F9-90978FF5F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0" name="Rectangle 46">
              <a:extLst>
                <a:ext uri="{FF2B5EF4-FFF2-40B4-BE49-F238E27FC236}">
                  <a16:creationId xmlns:a16="http://schemas.microsoft.com/office/drawing/2014/main" id="{6CC06E62-B032-4CB8-AE9F-807ABA0B6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1" name="Rectangle 47">
              <a:extLst>
                <a:ext uri="{FF2B5EF4-FFF2-40B4-BE49-F238E27FC236}">
                  <a16:creationId xmlns:a16="http://schemas.microsoft.com/office/drawing/2014/main" id="{1D1FE4DA-F183-49BC-8DE8-D82FC69C7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2" name="Rectangle 48">
              <a:extLst>
                <a:ext uri="{FF2B5EF4-FFF2-40B4-BE49-F238E27FC236}">
                  <a16:creationId xmlns:a16="http://schemas.microsoft.com/office/drawing/2014/main" id="{E23DC745-B4C7-4919-AD0A-498ED452D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3" name="Rectangle 49">
              <a:extLst>
                <a:ext uri="{FF2B5EF4-FFF2-40B4-BE49-F238E27FC236}">
                  <a16:creationId xmlns:a16="http://schemas.microsoft.com/office/drawing/2014/main" id="{DDCC4222-0BD2-43F5-93A0-82663F3D7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4" name="Rectangle 50">
              <a:extLst>
                <a:ext uri="{FF2B5EF4-FFF2-40B4-BE49-F238E27FC236}">
                  <a16:creationId xmlns:a16="http://schemas.microsoft.com/office/drawing/2014/main" id="{75BC8FCC-9762-4E3F-A397-F23EA34F8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5" name="Rectangle 51">
              <a:extLst>
                <a:ext uri="{FF2B5EF4-FFF2-40B4-BE49-F238E27FC236}">
                  <a16:creationId xmlns:a16="http://schemas.microsoft.com/office/drawing/2014/main" id="{D4230E86-7BFC-4E09-B4FB-8ED6B950B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6" name="Rectangle 52">
              <a:extLst>
                <a:ext uri="{FF2B5EF4-FFF2-40B4-BE49-F238E27FC236}">
                  <a16:creationId xmlns:a16="http://schemas.microsoft.com/office/drawing/2014/main" id="{C8EC1B80-F816-4836-B449-AC97AE038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7" name="Rectangle 53">
              <a:extLst>
                <a:ext uri="{FF2B5EF4-FFF2-40B4-BE49-F238E27FC236}">
                  <a16:creationId xmlns:a16="http://schemas.microsoft.com/office/drawing/2014/main" id="{287DE0F5-7FA4-4D8D-968D-2498813DA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8" name="Rectangle 54">
              <a:extLst>
                <a:ext uri="{FF2B5EF4-FFF2-40B4-BE49-F238E27FC236}">
                  <a16:creationId xmlns:a16="http://schemas.microsoft.com/office/drawing/2014/main" id="{E07CC119-5566-49A0-B3ED-9B753B8EE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89" name="Rectangle 55">
              <a:extLst>
                <a:ext uri="{FF2B5EF4-FFF2-40B4-BE49-F238E27FC236}">
                  <a16:creationId xmlns:a16="http://schemas.microsoft.com/office/drawing/2014/main" id="{271D5275-924B-400B-8EF4-F075F2CAC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90" name="Rectangle 56">
              <a:extLst>
                <a:ext uri="{FF2B5EF4-FFF2-40B4-BE49-F238E27FC236}">
                  <a16:creationId xmlns:a16="http://schemas.microsoft.com/office/drawing/2014/main" id="{EA2CCB19-FA0A-436A-8B82-307841547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91" name="Rectangle 57">
              <a:extLst>
                <a:ext uri="{FF2B5EF4-FFF2-40B4-BE49-F238E27FC236}">
                  <a16:creationId xmlns:a16="http://schemas.microsoft.com/office/drawing/2014/main" id="{C8FD40FD-2EBB-4D71-82A0-858962FA0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92" name="Rectangle 58">
              <a:extLst>
                <a:ext uri="{FF2B5EF4-FFF2-40B4-BE49-F238E27FC236}">
                  <a16:creationId xmlns:a16="http://schemas.microsoft.com/office/drawing/2014/main" id="{C9707975-A961-43B0-9F5D-2B13CA5BA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93" name="Rectangle 59">
              <a:extLst>
                <a:ext uri="{FF2B5EF4-FFF2-40B4-BE49-F238E27FC236}">
                  <a16:creationId xmlns:a16="http://schemas.microsoft.com/office/drawing/2014/main" id="{A6AB66B3-E96E-40D1-B5A2-F30D5907D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94" name="Rectangle 60">
              <a:extLst>
                <a:ext uri="{FF2B5EF4-FFF2-40B4-BE49-F238E27FC236}">
                  <a16:creationId xmlns:a16="http://schemas.microsoft.com/office/drawing/2014/main" id="{47E5C2DD-D270-4BAD-A3A7-BD90E77EA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9698" name="Title 1">
            <a:extLst>
              <a:ext uri="{FF2B5EF4-FFF2-40B4-BE49-F238E27FC236}">
                <a16:creationId xmlns:a16="http://schemas.microsoft.com/office/drawing/2014/main" id="{FC6F4D9C-0DBF-4D51-BF81-E8C25F43D38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29699" name="TextBox 2">
            <a:extLst>
              <a:ext uri="{FF2B5EF4-FFF2-40B4-BE49-F238E27FC236}">
                <a16:creationId xmlns:a16="http://schemas.microsoft.com/office/drawing/2014/main" id="{A3BE964B-4CC7-4F0D-A341-3D4813F806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29700" name="TextBox 62">
            <a:extLst>
              <a:ext uri="{FF2B5EF4-FFF2-40B4-BE49-F238E27FC236}">
                <a16:creationId xmlns:a16="http://schemas.microsoft.com/office/drawing/2014/main" id="{4A2414C0-E33C-4F6E-88BD-0E9BF1C5A1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29701" name="Rectangle 3">
            <a:extLst>
              <a:ext uri="{FF2B5EF4-FFF2-40B4-BE49-F238E27FC236}">
                <a16:creationId xmlns:a16="http://schemas.microsoft.com/office/drawing/2014/main" id="{D554E1C9-F51B-4522-B2C7-D400B7AC9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9300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9702" name="Oval 111">
            <a:extLst>
              <a:ext uri="{FF2B5EF4-FFF2-40B4-BE49-F238E27FC236}">
                <a16:creationId xmlns:a16="http://schemas.microsoft.com/office/drawing/2014/main" id="{250380BD-FDB0-4E09-9208-D0E102A56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8288" y="2609850"/>
            <a:ext cx="338137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9703" name="Group 103">
            <a:extLst>
              <a:ext uri="{FF2B5EF4-FFF2-40B4-BE49-F238E27FC236}">
                <a16:creationId xmlns:a16="http://schemas.microsoft.com/office/drawing/2014/main" id="{795CC307-7C33-46D3-B763-9CC984CFDD26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29704" name="Freeform 4">
              <a:extLst>
                <a:ext uri="{FF2B5EF4-FFF2-40B4-BE49-F238E27FC236}">
                  <a16:creationId xmlns:a16="http://schemas.microsoft.com/office/drawing/2014/main" id="{01A0B549-856D-46AD-8A39-9DB1F6AA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05" name="Freeform 7">
              <a:extLst>
                <a:ext uri="{FF2B5EF4-FFF2-40B4-BE49-F238E27FC236}">
                  <a16:creationId xmlns:a16="http://schemas.microsoft.com/office/drawing/2014/main" id="{7505A79F-F799-40EF-9EA4-9E72E818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06" name="Freeform 9">
              <a:extLst>
                <a:ext uri="{FF2B5EF4-FFF2-40B4-BE49-F238E27FC236}">
                  <a16:creationId xmlns:a16="http://schemas.microsoft.com/office/drawing/2014/main" id="{9F1C5479-893E-4364-801E-6208393DC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07" name="Freeform 12">
              <a:extLst>
                <a:ext uri="{FF2B5EF4-FFF2-40B4-BE49-F238E27FC236}">
                  <a16:creationId xmlns:a16="http://schemas.microsoft.com/office/drawing/2014/main" id="{096C4063-D1A6-4408-86B0-E9CF87F4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08" name="Freeform 14">
              <a:extLst>
                <a:ext uri="{FF2B5EF4-FFF2-40B4-BE49-F238E27FC236}">
                  <a16:creationId xmlns:a16="http://schemas.microsoft.com/office/drawing/2014/main" id="{346FD57E-3A15-4459-BF2F-52E6E4FD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09" name="Rectangle 15">
              <a:extLst>
                <a:ext uri="{FF2B5EF4-FFF2-40B4-BE49-F238E27FC236}">
                  <a16:creationId xmlns:a16="http://schemas.microsoft.com/office/drawing/2014/main" id="{E0923B4D-89AF-4C80-A427-F66187BFA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0" name="Freeform 29">
              <a:extLst>
                <a:ext uri="{FF2B5EF4-FFF2-40B4-BE49-F238E27FC236}">
                  <a16:creationId xmlns:a16="http://schemas.microsoft.com/office/drawing/2014/main" id="{0EACDB09-6902-4CD5-85A5-7238E101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1" name="Freeform 30">
              <a:extLst>
                <a:ext uri="{FF2B5EF4-FFF2-40B4-BE49-F238E27FC236}">
                  <a16:creationId xmlns:a16="http://schemas.microsoft.com/office/drawing/2014/main" id="{EF39DE18-8830-4F0F-9643-C474942A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2" name="Freeform 31">
              <a:extLst>
                <a:ext uri="{FF2B5EF4-FFF2-40B4-BE49-F238E27FC236}">
                  <a16:creationId xmlns:a16="http://schemas.microsoft.com/office/drawing/2014/main" id="{AD63565C-B4E1-48A5-A66D-7E6F74455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3" name="Freeform 32">
              <a:extLst>
                <a:ext uri="{FF2B5EF4-FFF2-40B4-BE49-F238E27FC236}">
                  <a16:creationId xmlns:a16="http://schemas.microsoft.com/office/drawing/2014/main" id="{52F52550-0E0D-47CB-AF94-21753355B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4" name="Freeform 33">
              <a:extLst>
                <a:ext uri="{FF2B5EF4-FFF2-40B4-BE49-F238E27FC236}">
                  <a16:creationId xmlns:a16="http://schemas.microsoft.com/office/drawing/2014/main" id="{48BFC813-0AD0-42EB-9E24-28BE44C1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5" name="Freeform 34">
              <a:extLst>
                <a:ext uri="{FF2B5EF4-FFF2-40B4-BE49-F238E27FC236}">
                  <a16:creationId xmlns:a16="http://schemas.microsoft.com/office/drawing/2014/main" id="{47D289D2-42DE-456D-A8AE-3D6DF6BBB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6" name="Freeform 35">
              <a:extLst>
                <a:ext uri="{FF2B5EF4-FFF2-40B4-BE49-F238E27FC236}">
                  <a16:creationId xmlns:a16="http://schemas.microsoft.com/office/drawing/2014/main" id="{7847EDD9-C842-4299-95C0-4A5EFF85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7" name="Rectangle 37">
              <a:extLst>
                <a:ext uri="{FF2B5EF4-FFF2-40B4-BE49-F238E27FC236}">
                  <a16:creationId xmlns:a16="http://schemas.microsoft.com/office/drawing/2014/main" id="{EE3CDAE5-A703-4218-875D-B5088FB57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8" name="Freeform 44">
              <a:extLst>
                <a:ext uri="{FF2B5EF4-FFF2-40B4-BE49-F238E27FC236}">
                  <a16:creationId xmlns:a16="http://schemas.microsoft.com/office/drawing/2014/main" id="{524AF613-405A-4657-869F-D8C0F774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19" name="Line 45">
              <a:extLst>
                <a:ext uri="{FF2B5EF4-FFF2-40B4-BE49-F238E27FC236}">
                  <a16:creationId xmlns:a16="http://schemas.microsoft.com/office/drawing/2014/main" id="{5152DCE3-8F8E-4581-85C7-56520A04F1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720" name="Rectangle 47">
              <a:extLst>
                <a:ext uri="{FF2B5EF4-FFF2-40B4-BE49-F238E27FC236}">
                  <a16:creationId xmlns:a16="http://schemas.microsoft.com/office/drawing/2014/main" id="{79724ECD-B808-418D-B27A-C31049143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721" name="Group 121">
              <a:extLst>
                <a:ext uri="{FF2B5EF4-FFF2-40B4-BE49-F238E27FC236}">
                  <a16:creationId xmlns:a16="http://schemas.microsoft.com/office/drawing/2014/main" id="{CCEE3EF1-0ECA-4B94-99CE-50101C562E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29735" name="Rectangle 48">
                <a:extLst>
                  <a:ext uri="{FF2B5EF4-FFF2-40B4-BE49-F238E27FC236}">
                    <a16:creationId xmlns:a16="http://schemas.microsoft.com/office/drawing/2014/main" id="{5456EEB3-407D-4608-983D-DA70473F7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36" name="Rectangle 51">
                <a:extLst>
                  <a:ext uri="{FF2B5EF4-FFF2-40B4-BE49-F238E27FC236}">
                    <a16:creationId xmlns:a16="http://schemas.microsoft.com/office/drawing/2014/main" id="{8AD333CC-06F3-4897-99E1-102FEEAD6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37" name="Rectangle 54">
                <a:extLst>
                  <a:ext uri="{FF2B5EF4-FFF2-40B4-BE49-F238E27FC236}">
                    <a16:creationId xmlns:a16="http://schemas.microsoft.com/office/drawing/2014/main" id="{25FF9162-0AE8-407E-9F7E-19F834B6D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722" name="Oval 5">
              <a:extLst>
                <a:ext uri="{FF2B5EF4-FFF2-40B4-BE49-F238E27FC236}">
                  <a16:creationId xmlns:a16="http://schemas.microsoft.com/office/drawing/2014/main" id="{9479ABCA-C4A1-4CF9-B909-78A041E61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723" name="Group 123">
              <a:extLst>
                <a:ext uri="{FF2B5EF4-FFF2-40B4-BE49-F238E27FC236}">
                  <a16:creationId xmlns:a16="http://schemas.microsoft.com/office/drawing/2014/main" id="{44385A41-3DCB-4175-A286-B9B799487C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29732" name="Rectangle 48">
                <a:extLst>
                  <a:ext uri="{FF2B5EF4-FFF2-40B4-BE49-F238E27FC236}">
                    <a16:creationId xmlns:a16="http://schemas.microsoft.com/office/drawing/2014/main" id="{D83D9CC3-C443-4DE5-95F2-FCD88F21A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33" name="Rectangle 51">
                <a:extLst>
                  <a:ext uri="{FF2B5EF4-FFF2-40B4-BE49-F238E27FC236}">
                    <a16:creationId xmlns:a16="http://schemas.microsoft.com/office/drawing/2014/main" id="{9B00C25F-C5EC-43E4-B402-F78B10B58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34" name="Rectangle 54">
                <a:extLst>
                  <a:ext uri="{FF2B5EF4-FFF2-40B4-BE49-F238E27FC236}">
                    <a16:creationId xmlns:a16="http://schemas.microsoft.com/office/drawing/2014/main" id="{2560316D-D3B7-4FDA-98EB-8AEC45FCB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9724" name="Group 124">
              <a:extLst>
                <a:ext uri="{FF2B5EF4-FFF2-40B4-BE49-F238E27FC236}">
                  <a16:creationId xmlns:a16="http://schemas.microsoft.com/office/drawing/2014/main" id="{C8877202-62DF-4A52-8D92-DE91FC15BF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29729" name="Rectangle 48">
                <a:extLst>
                  <a:ext uri="{FF2B5EF4-FFF2-40B4-BE49-F238E27FC236}">
                    <a16:creationId xmlns:a16="http://schemas.microsoft.com/office/drawing/2014/main" id="{36E4C56D-EF25-43BD-A1F4-6E4B7ABBE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30" name="Rectangle 51">
                <a:extLst>
                  <a:ext uri="{FF2B5EF4-FFF2-40B4-BE49-F238E27FC236}">
                    <a16:creationId xmlns:a16="http://schemas.microsoft.com/office/drawing/2014/main" id="{B12AE1B7-1816-4B61-A85F-AB5506ABA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31" name="Rectangle 54">
                <a:extLst>
                  <a:ext uri="{FF2B5EF4-FFF2-40B4-BE49-F238E27FC236}">
                    <a16:creationId xmlns:a16="http://schemas.microsoft.com/office/drawing/2014/main" id="{4F3560D6-0C28-4998-B542-E87CBCC79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9725" name="Group 125">
              <a:extLst>
                <a:ext uri="{FF2B5EF4-FFF2-40B4-BE49-F238E27FC236}">
                  <a16:creationId xmlns:a16="http://schemas.microsoft.com/office/drawing/2014/main" id="{F2681EA4-EBF2-492C-8A6B-6EC266E31E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29726" name="Rectangle 48">
                <a:extLst>
                  <a:ext uri="{FF2B5EF4-FFF2-40B4-BE49-F238E27FC236}">
                    <a16:creationId xmlns:a16="http://schemas.microsoft.com/office/drawing/2014/main" id="{2524A36D-B262-4CA9-A3F4-902DDA7BE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27" name="Rectangle 51">
                <a:extLst>
                  <a:ext uri="{FF2B5EF4-FFF2-40B4-BE49-F238E27FC236}">
                    <a16:creationId xmlns:a16="http://schemas.microsoft.com/office/drawing/2014/main" id="{EA296432-E7A3-4D1D-A706-ED58CA771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728" name="Rectangle 54">
                <a:extLst>
                  <a:ext uri="{FF2B5EF4-FFF2-40B4-BE49-F238E27FC236}">
                    <a16:creationId xmlns:a16="http://schemas.microsoft.com/office/drawing/2014/main" id="{05C2454D-2DD6-41C4-9A53-6C80AFBE3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1" name="Group 1">
            <a:extLst>
              <a:ext uri="{FF2B5EF4-FFF2-40B4-BE49-F238E27FC236}">
                <a16:creationId xmlns:a16="http://schemas.microsoft.com/office/drawing/2014/main" id="{9B10BBCA-44E4-420D-8724-065719122133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0762" name="Rectangle 4">
              <a:extLst>
                <a:ext uri="{FF2B5EF4-FFF2-40B4-BE49-F238E27FC236}">
                  <a16:creationId xmlns:a16="http://schemas.microsoft.com/office/drawing/2014/main" id="{AA98E119-31C5-402A-A450-7AD8A3828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3" name="Rectangle 5">
              <a:extLst>
                <a:ext uri="{FF2B5EF4-FFF2-40B4-BE49-F238E27FC236}">
                  <a16:creationId xmlns:a16="http://schemas.microsoft.com/office/drawing/2014/main" id="{3B6F5C24-11BD-48BD-8A51-C3F3F06E8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4" name="Rectangle 6">
              <a:extLst>
                <a:ext uri="{FF2B5EF4-FFF2-40B4-BE49-F238E27FC236}">
                  <a16:creationId xmlns:a16="http://schemas.microsoft.com/office/drawing/2014/main" id="{B85B9102-C353-43FF-9340-A178E339D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5" name="Rectangle 7">
              <a:extLst>
                <a:ext uri="{FF2B5EF4-FFF2-40B4-BE49-F238E27FC236}">
                  <a16:creationId xmlns:a16="http://schemas.microsoft.com/office/drawing/2014/main" id="{62689C4A-73E9-49ED-8DAB-A5243545E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6" name="Rectangle 8">
              <a:extLst>
                <a:ext uri="{FF2B5EF4-FFF2-40B4-BE49-F238E27FC236}">
                  <a16:creationId xmlns:a16="http://schemas.microsoft.com/office/drawing/2014/main" id="{67E65756-08AA-4D21-BA21-0955A5B6A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7" name="Rectangle 9">
              <a:extLst>
                <a:ext uri="{FF2B5EF4-FFF2-40B4-BE49-F238E27FC236}">
                  <a16:creationId xmlns:a16="http://schemas.microsoft.com/office/drawing/2014/main" id="{B193E770-08E4-40E1-A3E9-6E8716561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8" name="Rectangle 10">
              <a:extLst>
                <a:ext uri="{FF2B5EF4-FFF2-40B4-BE49-F238E27FC236}">
                  <a16:creationId xmlns:a16="http://schemas.microsoft.com/office/drawing/2014/main" id="{24287D98-91B5-4A7C-96E7-BE5997368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69" name="Rectangle 11">
              <a:extLst>
                <a:ext uri="{FF2B5EF4-FFF2-40B4-BE49-F238E27FC236}">
                  <a16:creationId xmlns:a16="http://schemas.microsoft.com/office/drawing/2014/main" id="{5B016C22-EB1F-4CCB-BC2A-CD6AA0DEE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0" name="Rectangle 12">
              <a:extLst>
                <a:ext uri="{FF2B5EF4-FFF2-40B4-BE49-F238E27FC236}">
                  <a16:creationId xmlns:a16="http://schemas.microsoft.com/office/drawing/2014/main" id="{1CF1951B-6339-413E-917F-D434DCB16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1" name="Rectangle 13">
              <a:extLst>
                <a:ext uri="{FF2B5EF4-FFF2-40B4-BE49-F238E27FC236}">
                  <a16:creationId xmlns:a16="http://schemas.microsoft.com/office/drawing/2014/main" id="{FDB2DBD4-1B7E-4F94-9C79-8252CD08F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2" name="Rectangle 14">
              <a:extLst>
                <a:ext uri="{FF2B5EF4-FFF2-40B4-BE49-F238E27FC236}">
                  <a16:creationId xmlns:a16="http://schemas.microsoft.com/office/drawing/2014/main" id="{1E6571A2-B466-49E4-B799-6ACCEDE87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3" name="Rectangle 15">
              <a:extLst>
                <a:ext uri="{FF2B5EF4-FFF2-40B4-BE49-F238E27FC236}">
                  <a16:creationId xmlns:a16="http://schemas.microsoft.com/office/drawing/2014/main" id="{5BB0AA17-04CA-499B-9335-ED631C662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4" name="Rectangle 16">
              <a:extLst>
                <a:ext uri="{FF2B5EF4-FFF2-40B4-BE49-F238E27FC236}">
                  <a16:creationId xmlns:a16="http://schemas.microsoft.com/office/drawing/2014/main" id="{B96101BD-F161-4091-B8B2-D4DC2526A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5" name="Rectangle 17">
              <a:extLst>
                <a:ext uri="{FF2B5EF4-FFF2-40B4-BE49-F238E27FC236}">
                  <a16:creationId xmlns:a16="http://schemas.microsoft.com/office/drawing/2014/main" id="{F46C62FC-8A82-40A5-87DA-359DAC718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6" name="Rectangle 18">
              <a:extLst>
                <a:ext uri="{FF2B5EF4-FFF2-40B4-BE49-F238E27FC236}">
                  <a16:creationId xmlns:a16="http://schemas.microsoft.com/office/drawing/2014/main" id="{F12B1806-1D11-4223-A60C-032CCEDF7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7" name="Rectangle 19">
              <a:extLst>
                <a:ext uri="{FF2B5EF4-FFF2-40B4-BE49-F238E27FC236}">
                  <a16:creationId xmlns:a16="http://schemas.microsoft.com/office/drawing/2014/main" id="{50B132EA-6A50-45DE-8A0C-042F4F482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8" name="Rectangle 20">
              <a:extLst>
                <a:ext uri="{FF2B5EF4-FFF2-40B4-BE49-F238E27FC236}">
                  <a16:creationId xmlns:a16="http://schemas.microsoft.com/office/drawing/2014/main" id="{135EA812-153D-4492-B48B-4F38E113E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79" name="Rectangle 21">
              <a:extLst>
                <a:ext uri="{FF2B5EF4-FFF2-40B4-BE49-F238E27FC236}">
                  <a16:creationId xmlns:a16="http://schemas.microsoft.com/office/drawing/2014/main" id="{7005FA7B-4899-46FC-9565-E5A2D734C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0" name="Rectangle 22">
              <a:extLst>
                <a:ext uri="{FF2B5EF4-FFF2-40B4-BE49-F238E27FC236}">
                  <a16:creationId xmlns:a16="http://schemas.microsoft.com/office/drawing/2014/main" id="{46963BEB-A05D-4ED0-A0E3-39959791E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1" name="Rectangle 23">
              <a:extLst>
                <a:ext uri="{FF2B5EF4-FFF2-40B4-BE49-F238E27FC236}">
                  <a16:creationId xmlns:a16="http://schemas.microsoft.com/office/drawing/2014/main" id="{F84C3D9F-F727-4A76-861F-AB22C8429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2" name="Rectangle 24">
              <a:extLst>
                <a:ext uri="{FF2B5EF4-FFF2-40B4-BE49-F238E27FC236}">
                  <a16:creationId xmlns:a16="http://schemas.microsoft.com/office/drawing/2014/main" id="{529A9304-0FCE-49CA-A5E3-CE6E1B162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3" name="Rectangle 25">
              <a:extLst>
                <a:ext uri="{FF2B5EF4-FFF2-40B4-BE49-F238E27FC236}">
                  <a16:creationId xmlns:a16="http://schemas.microsoft.com/office/drawing/2014/main" id="{487DC0E6-F8B3-4511-A538-B3A4D9CC6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4" name="Rectangle 26">
              <a:extLst>
                <a:ext uri="{FF2B5EF4-FFF2-40B4-BE49-F238E27FC236}">
                  <a16:creationId xmlns:a16="http://schemas.microsoft.com/office/drawing/2014/main" id="{805AA572-0F0A-4E9D-A6AB-1CAAEE579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5" name="Rectangle 27">
              <a:extLst>
                <a:ext uri="{FF2B5EF4-FFF2-40B4-BE49-F238E27FC236}">
                  <a16:creationId xmlns:a16="http://schemas.microsoft.com/office/drawing/2014/main" id="{A5D23432-F4BF-4DC9-818A-7AF30196E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6" name="Rectangle 28">
              <a:extLst>
                <a:ext uri="{FF2B5EF4-FFF2-40B4-BE49-F238E27FC236}">
                  <a16:creationId xmlns:a16="http://schemas.microsoft.com/office/drawing/2014/main" id="{1805E37E-BC4A-49AC-87B5-5724BFD74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7" name="Rectangle 29">
              <a:extLst>
                <a:ext uri="{FF2B5EF4-FFF2-40B4-BE49-F238E27FC236}">
                  <a16:creationId xmlns:a16="http://schemas.microsoft.com/office/drawing/2014/main" id="{B30C5ED4-661C-4B65-B29D-6F6102F61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8" name="Rectangle 30">
              <a:extLst>
                <a:ext uri="{FF2B5EF4-FFF2-40B4-BE49-F238E27FC236}">
                  <a16:creationId xmlns:a16="http://schemas.microsoft.com/office/drawing/2014/main" id="{184E9036-A3F7-41EA-AA6D-ADF0749CC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89" name="Rectangle 31">
              <a:extLst>
                <a:ext uri="{FF2B5EF4-FFF2-40B4-BE49-F238E27FC236}">
                  <a16:creationId xmlns:a16="http://schemas.microsoft.com/office/drawing/2014/main" id="{7013B5A1-0BDA-43B6-9F71-927A6ACD9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0" name="Rectangle 32">
              <a:extLst>
                <a:ext uri="{FF2B5EF4-FFF2-40B4-BE49-F238E27FC236}">
                  <a16:creationId xmlns:a16="http://schemas.microsoft.com/office/drawing/2014/main" id="{24C8AF8D-3712-4081-9D5E-80E6CFCA1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1" name="Rectangle 33">
              <a:extLst>
                <a:ext uri="{FF2B5EF4-FFF2-40B4-BE49-F238E27FC236}">
                  <a16:creationId xmlns:a16="http://schemas.microsoft.com/office/drawing/2014/main" id="{60E6EC48-A5E6-445B-AB2B-20796E475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2" name="Rectangle 34">
              <a:extLst>
                <a:ext uri="{FF2B5EF4-FFF2-40B4-BE49-F238E27FC236}">
                  <a16:creationId xmlns:a16="http://schemas.microsoft.com/office/drawing/2014/main" id="{D8EF4F85-78A0-4F73-91B4-8031F97C7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3" name="Rectangle 35">
              <a:extLst>
                <a:ext uri="{FF2B5EF4-FFF2-40B4-BE49-F238E27FC236}">
                  <a16:creationId xmlns:a16="http://schemas.microsoft.com/office/drawing/2014/main" id="{97DCE497-7DB5-4E1B-95D7-7D40EF1C2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4" name="Rectangle 36">
              <a:extLst>
                <a:ext uri="{FF2B5EF4-FFF2-40B4-BE49-F238E27FC236}">
                  <a16:creationId xmlns:a16="http://schemas.microsoft.com/office/drawing/2014/main" id="{E1E54455-59E5-4231-B5C8-7C85C5C77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5" name="Rectangle 37">
              <a:extLst>
                <a:ext uri="{FF2B5EF4-FFF2-40B4-BE49-F238E27FC236}">
                  <a16:creationId xmlns:a16="http://schemas.microsoft.com/office/drawing/2014/main" id="{2B173003-E349-4628-B0C6-06932D936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6" name="Rectangle 38">
              <a:extLst>
                <a:ext uri="{FF2B5EF4-FFF2-40B4-BE49-F238E27FC236}">
                  <a16:creationId xmlns:a16="http://schemas.microsoft.com/office/drawing/2014/main" id="{C59BB2D5-99A3-450A-BD1F-DB6E18E77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7" name="Rectangle 39">
              <a:extLst>
                <a:ext uri="{FF2B5EF4-FFF2-40B4-BE49-F238E27FC236}">
                  <a16:creationId xmlns:a16="http://schemas.microsoft.com/office/drawing/2014/main" id="{FC4A7986-6D73-4D1F-B7D5-63E4DE152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8" name="Rectangle 40">
              <a:extLst>
                <a:ext uri="{FF2B5EF4-FFF2-40B4-BE49-F238E27FC236}">
                  <a16:creationId xmlns:a16="http://schemas.microsoft.com/office/drawing/2014/main" id="{AC2CD6C0-FC90-4456-BE50-C7DC7764D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99" name="Rectangle 41">
              <a:extLst>
                <a:ext uri="{FF2B5EF4-FFF2-40B4-BE49-F238E27FC236}">
                  <a16:creationId xmlns:a16="http://schemas.microsoft.com/office/drawing/2014/main" id="{E241F314-845B-4517-8899-92BC10787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0" name="Rectangle 42">
              <a:extLst>
                <a:ext uri="{FF2B5EF4-FFF2-40B4-BE49-F238E27FC236}">
                  <a16:creationId xmlns:a16="http://schemas.microsoft.com/office/drawing/2014/main" id="{C744DE63-07E4-45F2-87C4-C2F329386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1" name="Rectangle 43">
              <a:extLst>
                <a:ext uri="{FF2B5EF4-FFF2-40B4-BE49-F238E27FC236}">
                  <a16:creationId xmlns:a16="http://schemas.microsoft.com/office/drawing/2014/main" id="{AC9BE921-548C-45C2-8768-2C4D1660E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2" name="Rectangle 44">
              <a:extLst>
                <a:ext uri="{FF2B5EF4-FFF2-40B4-BE49-F238E27FC236}">
                  <a16:creationId xmlns:a16="http://schemas.microsoft.com/office/drawing/2014/main" id="{275FF9B0-55B8-427F-A921-759FC4AD3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3" name="Rectangle 45">
              <a:extLst>
                <a:ext uri="{FF2B5EF4-FFF2-40B4-BE49-F238E27FC236}">
                  <a16:creationId xmlns:a16="http://schemas.microsoft.com/office/drawing/2014/main" id="{18AB2587-808F-43CA-B8D9-ED66AA789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4" name="Rectangle 46">
              <a:extLst>
                <a:ext uri="{FF2B5EF4-FFF2-40B4-BE49-F238E27FC236}">
                  <a16:creationId xmlns:a16="http://schemas.microsoft.com/office/drawing/2014/main" id="{98213A65-3BA2-4CFD-B7C8-B9CF33522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5" name="Rectangle 47">
              <a:extLst>
                <a:ext uri="{FF2B5EF4-FFF2-40B4-BE49-F238E27FC236}">
                  <a16:creationId xmlns:a16="http://schemas.microsoft.com/office/drawing/2014/main" id="{F44C3BFE-9196-4802-8491-E32600BD3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6" name="Rectangle 48">
              <a:extLst>
                <a:ext uri="{FF2B5EF4-FFF2-40B4-BE49-F238E27FC236}">
                  <a16:creationId xmlns:a16="http://schemas.microsoft.com/office/drawing/2014/main" id="{77C0D5F8-1E4F-4660-BEFF-88ABF9630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7" name="Rectangle 49">
              <a:extLst>
                <a:ext uri="{FF2B5EF4-FFF2-40B4-BE49-F238E27FC236}">
                  <a16:creationId xmlns:a16="http://schemas.microsoft.com/office/drawing/2014/main" id="{DBD046A8-B844-41F3-AB28-1A7EF53F6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8" name="Rectangle 50">
              <a:extLst>
                <a:ext uri="{FF2B5EF4-FFF2-40B4-BE49-F238E27FC236}">
                  <a16:creationId xmlns:a16="http://schemas.microsoft.com/office/drawing/2014/main" id="{B9C9358F-56FC-4533-B6E3-88075FDB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09" name="Rectangle 51">
              <a:extLst>
                <a:ext uri="{FF2B5EF4-FFF2-40B4-BE49-F238E27FC236}">
                  <a16:creationId xmlns:a16="http://schemas.microsoft.com/office/drawing/2014/main" id="{0187DC5F-1524-4EFC-BAD6-9B0B9133F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0" name="Rectangle 52">
              <a:extLst>
                <a:ext uri="{FF2B5EF4-FFF2-40B4-BE49-F238E27FC236}">
                  <a16:creationId xmlns:a16="http://schemas.microsoft.com/office/drawing/2014/main" id="{ED4B36D9-D6C1-4396-917D-8447CA0BA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1" name="Rectangle 53">
              <a:extLst>
                <a:ext uri="{FF2B5EF4-FFF2-40B4-BE49-F238E27FC236}">
                  <a16:creationId xmlns:a16="http://schemas.microsoft.com/office/drawing/2014/main" id="{8030BF3C-7C0C-4176-9C4F-354677179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2" name="Rectangle 54">
              <a:extLst>
                <a:ext uri="{FF2B5EF4-FFF2-40B4-BE49-F238E27FC236}">
                  <a16:creationId xmlns:a16="http://schemas.microsoft.com/office/drawing/2014/main" id="{5095B696-F19B-444F-992B-D42E28887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3" name="Rectangle 55">
              <a:extLst>
                <a:ext uri="{FF2B5EF4-FFF2-40B4-BE49-F238E27FC236}">
                  <a16:creationId xmlns:a16="http://schemas.microsoft.com/office/drawing/2014/main" id="{5FDB8F7D-32C3-46A6-B15B-4C870415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4" name="Rectangle 56">
              <a:extLst>
                <a:ext uri="{FF2B5EF4-FFF2-40B4-BE49-F238E27FC236}">
                  <a16:creationId xmlns:a16="http://schemas.microsoft.com/office/drawing/2014/main" id="{0ACD3BD5-7367-4B9D-92BC-469101E9A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5" name="Rectangle 57">
              <a:extLst>
                <a:ext uri="{FF2B5EF4-FFF2-40B4-BE49-F238E27FC236}">
                  <a16:creationId xmlns:a16="http://schemas.microsoft.com/office/drawing/2014/main" id="{3A30A3E8-A923-4BEC-B648-E7EE97601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6" name="Rectangle 58">
              <a:extLst>
                <a:ext uri="{FF2B5EF4-FFF2-40B4-BE49-F238E27FC236}">
                  <a16:creationId xmlns:a16="http://schemas.microsoft.com/office/drawing/2014/main" id="{753F6121-D2CD-4AFF-BAAC-E2A8634C4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7" name="Rectangle 59">
              <a:extLst>
                <a:ext uri="{FF2B5EF4-FFF2-40B4-BE49-F238E27FC236}">
                  <a16:creationId xmlns:a16="http://schemas.microsoft.com/office/drawing/2014/main" id="{240686A8-CD2A-43E0-8936-0F79884C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18" name="Rectangle 60">
              <a:extLst>
                <a:ext uri="{FF2B5EF4-FFF2-40B4-BE49-F238E27FC236}">
                  <a16:creationId xmlns:a16="http://schemas.microsoft.com/office/drawing/2014/main" id="{19FA149A-D92D-4431-8A05-C3402A051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0722" name="Title 1">
            <a:extLst>
              <a:ext uri="{FF2B5EF4-FFF2-40B4-BE49-F238E27FC236}">
                <a16:creationId xmlns:a16="http://schemas.microsoft.com/office/drawing/2014/main" id="{CA03B0A6-5A31-43A2-9FA2-5696DBAE65F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0723" name="TextBox 2">
            <a:extLst>
              <a:ext uri="{FF2B5EF4-FFF2-40B4-BE49-F238E27FC236}">
                <a16:creationId xmlns:a16="http://schemas.microsoft.com/office/drawing/2014/main" id="{A29EED4B-1AB6-44B6-A30E-C076E7D9E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0724" name="TextBox 62">
            <a:extLst>
              <a:ext uri="{FF2B5EF4-FFF2-40B4-BE49-F238E27FC236}">
                <a16:creationId xmlns:a16="http://schemas.microsoft.com/office/drawing/2014/main" id="{C1E3A71A-AE17-4054-898B-D8CA55DAF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0725" name="Rectangle 3">
            <a:extLst>
              <a:ext uri="{FF2B5EF4-FFF2-40B4-BE49-F238E27FC236}">
                <a16:creationId xmlns:a16="http://schemas.microsoft.com/office/drawing/2014/main" id="{B4D70F09-A297-47BB-B07D-7475F2AE0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9300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0726" name="Oval 111">
            <a:extLst>
              <a:ext uri="{FF2B5EF4-FFF2-40B4-BE49-F238E27FC236}">
                <a16:creationId xmlns:a16="http://schemas.microsoft.com/office/drawing/2014/main" id="{A1C9FBD8-71A0-416E-927E-117B5AAF2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0727" name="Group 103">
            <a:extLst>
              <a:ext uri="{FF2B5EF4-FFF2-40B4-BE49-F238E27FC236}">
                <a16:creationId xmlns:a16="http://schemas.microsoft.com/office/drawing/2014/main" id="{99F48DE1-40EF-4AEB-9264-273C4548B1CD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0728" name="Freeform 4">
              <a:extLst>
                <a:ext uri="{FF2B5EF4-FFF2-40B4-BE49-F238E27FC236}">
                  <a16:creationId xmlns:a16="http://schemas.microsoft.com/office/drawing/2014/main" id="{47E84726-1B49-458C-A8AA-1890A9619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9" name="Freeform 7">
              <a:extLst>
                <a:ext uri="{FF2B5EF4-FFF2-40B4-BE49-F238E27FC236}">
                  <a16:creationId xmlns:a16="http://schemas.microsoft.com/office/drawing/2014/main" id="{DAC2CF3A-5FB9-45B3-8670-7E1D5F217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0" name="Freeform 9">
              <a:extLst>
                <a:ext uri="{FF2B5EF4-FFF2-40B4-BE49-F238E27FC236}">
                  <a16:creationId xmlns:a16="http://schemas.microsoft.com/office/drawing/2014/main" id="{709D1F86-97F1-4C36-8D66-3D374272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1" name="Freeform 12">
              <a:extLst>
                <a:ext uri="{FF2B5EF4-FFF2-40B4-BE49-F238E27FC236}">
                  <a16:creationId xmlns:a16="http://schemas.microsoft.com/office/drawing/2014/main" id="{120AE5DB-2E7C-4EC8-A254-648921D2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2" name="Freeform 14">
              <a:extLst>
                <a:ext uri="{FF2B5EF4-FFF2-40B4-BE49-F238E27FC236}">
                  <a16:creationId xmlns:a16="http://schemas.microsoft.com/office/drawing/2014/main" id="{7C796C5F-C622-40E3-B886-16F73E43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3" name="Rectangle 15">
              <a:extLst>
                <a:ext uri="{FF2B5EF4-FFF2-40B4-BE49-F238E27FC236}">
                  <a16:creationId xmlns:a16="http://schemas.microsoft.com/office/drawing/2014/main" id="{BAF3A730-4AB9-459A-B0F1-BB1D56B1C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4" name="Freeform 29">
              <a:extLst>
                <a:ext uri="{FF2B5EF4-FFF2-40B4-BE49-F238E27FC236}">
                  <a16:creationId xmlns:a16="http://schemas.microsoft.com/office/drawing/2014/main" id="{7D877976-0676-47A1-ACB8-DF47794B8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5" name="Freeform 30">
              <a:extLst>
                <a:ext uri="{FF2B5EF4-FFF2-40B4-BE49-F238E27FC236}">
                  <a16:creationId xmlns:a16="http://schemas.microsoft.com/office/drawing/2014/main" id="{437F499F-529A-4EB0-95FE-B9FB8710C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6" name="Freeform 31">
              <a:extLst>
                <a:ext uri="{FF2B5EF4-FFF2-40B4-BE49-F238E27FC236}">
                  <a16:creationId xmlns:a16="http://schemas.microsoft.com/office/drawing/2014/main" id="{BEC9822B-556C-4420-A1F5-4E9272C4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7" name="Freeform 32">
              <a:extLst>
                <a:ext uri="{FF2B5EF4-FFF2-40B4-BE49-F238E27FC236}">
                  <a16:creationId xmlns:a16="http://schemas.microsoft.com/office/drawing/2014/main" id="{F992BFAE-C32A-4018-AC63-23247F534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8" name="Freeform 33">
              <a:extLst>
                <a:ext uri="{FF2B5EF4-FFF2-40B4-BE49-F238E27FC236}">
                  <a16:creationId xmlns:a16="http://schemas.microsoft.com/office/drawing/2014/main" id="{8E4B7C30-6BE0-4FF1-879B-02A079ADA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39" name="Freeform 34">
              <a:extLst>
                <a:ext uri="{FF2B5EF4-FFF2-40B4-BE49-F238E27FC236}">
                  <a16:creationId xmlns:a16="http://schemas.microsoft.com/office/drawing/2014/main" id="{274FC88B-B67A-4BE8-8CF0-480964FC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0" name="Freeform 35">
              <a:extLst>
                <a:ext uri="{FF2B5EF4-FFF2-40B4-BE49-F238E27FC236}">
                  <a16:creationId xmlns:a16="http://schemas.microsoft.com/office/drawing/2014/main" id="{D99E8625-7602-4F6D-AD83-8B921796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1" name="Rectangle 37">
              <a:extLst>
                <a:ext uri="{FF2B5EF4-FFF2-40B4-BE49-F238E27FC236}">
                  <a16:creationId xmlns:a16="http://schemas.microsoft.com/office/drawing/2014/main" id="{97907DD3-FF66-4EDF-A18E-6981887ED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2" name="Freeform 44">
              <a:extLst>
                <a:ext uri="{FF2B5EF4-FFF2-40B4-BE49-F238E27FC236}">
                  <a16:creationId xmlns:a16="http://schemas.microsoft.com/office/drawing/2014/main" id="{17A46E76-1FDF-4DBF-AB0F-3CC49A85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3" name="Line 45">
              <a:extLst>
                <a:ext uri="{FF2B5EF4-FFF2-40B4-BE49-F238E27FC236}">
                  <a16:creationId xmlns:a16="http://schemas.microsoft.com/office/drawing/2014/main" id="{84BDE3E0-868E-4499-A841-893B89E56E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44" name="Rectangle 47">
              <a:extLst>
                <a:ext uri="{FF2B5EF4-FFF2-40B4-BE49-F238E27FC236}">
                  <a16:creationId xmlns:a16="http://schemas.microsoft.com/office/drawing/2014/main" id="{5D9574C9-8FB5-4B92-BACC-603B36D32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0745" name="Group 121">
              <a:extLst>
                <a:ext uri="{FF2B5EF4-FFF2-40B4-BE49-F238E27FC236}">
                  <a16:creationId xmlns:a16="http://schemas.microsoft.com/office/drawing/2014/main" id="{F07FCC52-CC5F-454C-9389-1DF7316E6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0759" name="Rectangle 48">
                <a:extLst>
                  <a:ext uri="{FF2B5EF4-FFF2-40B4-BE49-F238E27FC236}">
                    <a16:creationId xmlns:a16="http://schemas.microsoft.com/office/drawing/2014/main" id="{AE8C3F02-25D1-4D20-A681-DDB6AA836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60" name="Rectangle 51">
                <a:extLst>
                  <a:ext uri="{FF2B5EF4-FFF2-40B4-BE49-F238E27FC236}">
                    <a16:creationId xmlns:a16="http://schemas.microsoft.com/office/drawing/2014/main" id="{DE6175EA-A98C-4C56-84CC-BF96DC583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61" name="Rectangle 54">
                <a:extLst>
                  <a:ext uri="{FF2B5EF4-FFF2-40B4-BE49-F238E27FC236}">
                    <a16:creationId xmlns:a16="http://schemas.microsoft.com/office/drawing/2014/main" id="{2906D2B3-1C50-4CD6-B1DB-B5C049DD9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746" name="Oval 5">
              <a:extLst>
                <a:ext uri="{FF2B5EF4-FFF2-40B4-BE49-F238E27FC236}">
                  <a16:creationId xmlns:a16="http://schemas.microsoft.com/office/drawing/2014/main" id="{4DB215F9-D2E2-467E-B74D-F6F9F0047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0747" name="Group 123">
              <a:extLst>
                <a:ext uri="{FF2B5EF4-FFF2-40B4-BE49-F238E27FC236}">
                  <a16:creationId xmlns:a16="http://schemas.microsoft.com/office/drawing/2014/main" id="{FB83229A-16FA-40C5-9E74-5A00D92531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0756" name="Rectangle 48">
                <a:extLst>
                  <a:ext uri="{FF2B5EF4-FFF2-40B4-BE49-F238E27FC236}">
                    <a16:creationId xmlns:a16="http://schemas.microsoft.com/office/drawing/2014/main" id="{402A7085-0FE0-4613-A134-0F9ABA0FE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57" name="Rectangle 51">
                <a:extLst>
                  <a:ext uri="{FF2B5EF4-FFF2-40B4-BE49-F238E27FC236}">
                    <a16:creationId xmlns:a16="http://schemas.microsoft.com/office/drawing/2014/main" id="{7E5FD0EE-0A33-4555-9B7E-36B69B2FD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58" name="Rectangle 54">
                <a:extLst>
                  <a:ext uri="{FF2B5EF4-FFF2-40B4-BE49-F238E27FC236}">
                    <a16:creationId xmlns:a16="http://schemas.microsoft.com/office/drawing/2014/main" id="{96CF8B74-4BFB-4DA2-91DB-CC5A84985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0748" name="Group 124">
              <a:extLst>
                <a:ext uri="{FF2B5EF4-FFF2-40B4-BE49-F238E27FC236}">
                  <a16:creationId xmlns:a16="http://schemas.microsoft.com/office/drawing/2014/main" id="{95B6A311-7A1C-44BC-949D-B0AEE0E6B4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0753" name="Rectangle 48">
                <a:extLst>
                  <a:ext uri="{FF2B5EF4-FFF2-40B4-BE49-F238E27FC236}">
                    <a16:creationId xmlns:a16="http://schemas.microsoft.com/office/drawing/2014/main" id="{F8882A77-8B79-4492-A5BF-2E2471CF3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54" name="Rectangle 51">
                <a:extLst>
                  <a:ext uri="{FF2B5EF4-FFF2-40B4-BE49-F238E27FC236}">
                    <a16:creationId xmlns:a16="http://schemas.microsoft.com/office/drawing/2014/main" id="{A7425D28-313A-456C-859A-1EE2ADF6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55" name="Rectangle 54">
                <a:extLst>
                  <a:ext uri="{FF2B5EF4-FFF2-40B4-BE49-F238E27FC236}">
                    <a16:creationId xmlns:a16="http://schemas.microsoft.com/office/drawing/2014/main" id="{52D74C5E-9107-4D8B-8CB6-BED7FA297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0749" name="Group 125">
              <a:extLst>
                <a:ext uri="{FF2B5EF4-FFF2-40B4-BE49-F238E27FC236}">
                  <a16:creationId xmlns:a16="http://schemas.microsoft.com/office/drawing/2014/main" id="{6E04A038-D4F8-4743-A4CD-86406293F5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0750" name="Rectangle 48">
                <a:extLst>
                  <a:ext uri="{FF2B5EF4-FFF2-40B4-BE49-F238E27FC236}">
                    <a16:creationId xmlns:a16="http://schemas.microsoft.com/office/drawing/2014/main" id="{E0A39C94-BED3-41B1-A263-8E4DC514C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51" name="Rectangle 51">
                <a:extLst>
                  <a:ext uri="{FF2B5EF4-FFF2-40B4-BE49-F238E27FC236}">
                    <a16:creationId xmlns:a16="http://schemas.microsoft.com/office/drawing/2014/main" id="{F9EB8D18-52DC-4B96-8E22-50DF98B23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52" name="Rectangle 54">
                <a:extLst>
                  <a:ext uri="{FF2B5EF4-FFF2-40B4-BE49-F238E27FC236}">
                    <a16:creationId xmlns:a16="http://schemas.microsoft.com/office/drawing/2014/main" id="{693F6A48-A40B-41EF-B624-47D4BD502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Group 1">
            <a:extLst>
              <a:ext uri="{FF2B5EF4-FFF2-40B4-BE49-F238E27FC236}">
                <a16:creationId xmlns:a16="http://schemas.microsoft.com/office/drawing/2014/main" id="{3B1B176C-D6E9-47B0-B504-D744F944B6B7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1786" name="Rectangle 4">
              <a:extLst>
                <a:ext uri="{FF2B5EF4-FFF2-40B4-BE49-F238E27FC236}">
                  <a16:creationId xmlns:a16="http://schemas.microsoft.com/office/drawing/2014/main" id="{56B387F5-F750-4A17-A0AE-188D335E9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87" name="Rectangle 5">
              <a:extLst>
                <a:ext uri="{FF2B5EF4-FFF2-40B4-BE49-F238E27FC236}">
                  <a16:creationId xmlns:a16="http://schemas.microsoft.com/office/drawing/2014/main" id="{DB978B9A-FA2B-4808-8066-25C8B8009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88" name="Rectangle 6">
              <a:extLst>
                <a:ext uri="{FF2B5EF4-FFF2-40B4-BE49-F238E27FC236}">
                  <a16:creationId xmlns:a16="http://schemas.microsoft.com/office/drawing/2014/main" id="{9C85E81F-3659-4CCA-9313-3CBA0CFFB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89" name="Rectangle 7">
              <a:extLst>
                <a:ext uri="{FF2B5EF4-FFF2-40B4-BE49-F238E27FC236}">
                  <a16:creationId xmlns:a16="http://schemas.microsoft.com/office/drawing/2014/main" id="{25E19325-615D-4251-BE51-1BA646605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0" name="Rectangle 8">
              <a:extLst>
                <a:ext uri="{FF2B5EF4-FFF2-40B4-BE49-F238E27FC236}">
                  <a16:creationId xmlns:a16="http://schemas.microsoft.com/office/drawing/2014/main" id="{ACF96F9B-AFD4-4957-B73F-4928DF471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1" name="Rectangle 9">
              <a:extLst>
                <a:ext uri="{FF2B5EF4-FFF2-40B4-BE49-F238E27FC236}">
                  <a16:creationId xmlns:a16="http://schemas.microsoft.com/office/drawing/2014/main" id="{F48B8477-E8AC-45E0-823A-9650E55A2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2" name="Rectangle 10">
              <a:extLst>
                <a:ext uri="{FF2B5EF4-FFF2-40B4-BE49-F238E27FC236}">
                  <a16:creationId xmlns:a16="http://schemas.microsoft.com/office/drawing/2014/main" id="{FD8744EA-874F-4E48-AFF1-D36EF79BF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3" name="Rectangle 11">
              <a:extLst>
                <a:ext uri="{FF2B5EF4-FFF2-40B4-BE49-F238E27FC236}">
                  <a16:creationId xmlns:a16="http://schemas.microsoft.com/office/drawing/2014/main" id="{43E4392E-4ED3-495D-A8E0-94BD176C1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4" name="Rectangle 12">
              <a:extLst>
                <a:ext uri="{FF2B5EF4-FFF2-40B4-BE49-F238E27FC236}">
                  <a16:creationId xmlns:a16="http://schemas.microsoft.com/office/drawing/2014/main" id="{0C08FD5A-9D12-47C6-8D31-BB53EA35A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5" name="Rectangle 13">
              <a:extLst>
                <a:ext uri="{FF2B5EF4-FFF2-40B4-BE49-F238E27FC236}">
                  <a16:creationId xmlns:a16="http://schemas.microsoft.com/office/drawing/2014/main" id="{D2AF5F1A-7E82-4158-9332-4253EBCD0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6" name="Rectangle 14">
              <a:extLst>
                <a:ext uri="{FF2B5EF4-FFF2-40B4-BE49-F238E27FC236}">
                  <a16:creationId xmlns:a16="http://schemas.microsoft.com/office/drawing/2014/main" id="{BB071648-6EDF-49FC-9D16-0255A95EB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7" name="Rectangle 15">
              <a:extLst>
                <a:ext uri="{FF2B5EF4-FFF2-40B4-BE49-F238E27FC236}">
                  <a16:creationId xmlns:a16="http://schemas.microsoft.com/office/drawing/2014/main" id="{9F6DBA11-A50E-43D3-A1B6-378DA9CFD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8" name="Rectangle 16">
              <a:extLst>
                <a:ext uri="{FF2B5EF4-FFF2-40B4-BE49-F238E27FC236}">
                  <a16:creationId xmlns:a16="http://schemas.microsoft.com/office/drawing/2014/main" id="{878DF932-4DDC-46FA-83AE-FC8A7F5E7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99" name="Rectangle 17">
              <a:extLst>
                <a:ext uri="{FF2B5EF4-FFF2-40B4-BE49-F238E27FC236}">
                  <a16:creationId xmlns:a16="http://schemas.microsoft.com/office/drawing/2014/main" id="{31005DD9-8319-4499-89E3-02C53324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0" name="Rectangle 18">
              <a:extLst>
                <a:ext uri="{FF2B5EF4-FFF2-40B4-BE49-F238E27FC236}">
                  <a16:creationId xmlns:a16="http://schemas.microsoft.com/office/drawing/2014/main" id="{E3396424-D112-4E8E-9974-7A6AC2EE9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1" name="Rectangle 19">
              <a:extLst>
                <a:ext uri="{FF2B5EF4-FFF2-40B4-BE49-F238E27FC236}">
                  <a16:creationId xmlns:a16="http://schemas.microsoft.com/office/drawing/2014/main" id="{2F2A07F2-4B66-4C35-8424-811C22B5B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2" name="Rectangle 20">
              <a:extLst>
                <a:ext uri="{FF2B5EF4-FFF2-40B4-BE49-F238E27FC236}">
                  <a16:creationId xmlns:a16="http://schemas.microsoft.com/office/drawing/2014/main" id="{9F1426DD-1177-400A-9554-13614F0E2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3" name="Rectangle 21">
              <a:extLst>
                <a:ext uri="{FF2B5EF4-FFF2-40B4-BE49-F238E27FC236}">
                  <a16:creationId xmlns:a16="http://schemas.microsoft.com/office/drawing/2014/main" id="{C1A98B40-8ABD-4BEC-AE23-5248AA94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4" name="Rectangle 22">
              <a:extLst>
                <a:ext uri="{FF2B5EF4-FFF2-40B4-BE49-F238E27FC236}">
                  <a16:creationId xmlns:a16="http://schemas.microsoft.com/office/drawing/2014/main" id="{32888FBF-8AC0-4674-8871-7C3724FF4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5" name="Rectangle 23">
              <a:extLst>
                <a:ext uri="{FF2B5EF4-FFF2-40B4-BE49-F238E27FC236}">
                  <a16:creationId xmlns:a16="http://schemas.microsoft.com/office/drawing/2014/main" id="{B3FA75BF-55B7-4482-B2C2-8232A3253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6" name="Rectangle 24">
              <a:extLst>
                <a:ext uri="{FF2B5EF4-FFF2-40B4-BE49-F238E27FC236}">
                  <a16:creationId xmlns:a16="http://schemas.microsoft.com/office/drawing/2014/main" id="{944D04C4-2A8A-4887-8F8C-C745FB0F7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7" name="Rectangle 25">
              <a:extLst>
                <a:ext uri="{FF2B5EF4-FFF2-40B4-BE49-F238E27FC236}">
                  <a16:creationId xmlns:a16="http://schemas.microsoft.com/office/drawing/2014/main" id="{355813EA-8415-4A03-B95F-0735843B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8" name="Rectangle 26">
              <a:extLst>
                <a:ext uri="{FF2B5EF4-FFF2-40B4-BE49-F238E27FC236}">
                  <a16:creationId xmlns:a16="http://schemas.microsoft.com/office/drawing/2014/main" id="{883C2651-F3C1-4ECA-82CD-29FD95C92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09" name="Rectangle 27">
              <a:extLst>
                <a:ext uri="{FF2B5EF4-FFF2-40B4-BE49-F238E27FC236}">
                  <a16:creationId xmlns:a16="http://schemas.microsoft.com/office/drawing/2014/main" id="{86D2E8C9-8059-4572-900E-6A9553BA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0" name="Rectangle 28">
              <a:extLst>
                <a:ext uri="{FF2B5EF4-FFF2-40B4-BE49-F238E27FC236}">
                  <a16:creationId xmlns:a16="http://schemas.microsoft.com/office/drawing/2014/main" id="{3E0EB223-435F-461B-B966-4A4C4721B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1" name="Rectangle 29">
              <a:extLst>
                <a:ext uri="{FF2B5EF4-FFF2-40B4-BE49-F238E27FC236}">
                  <a16:creationId xmlns:a16="http://schemas.microsoft.com/office/drawing/2014/main" id="{C8D31D82-838D-471C-BDE8-7BF994952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2" name="Rectangle 30">
              <a:extLst>
                <a:ext uri="{FF2B5EF4-FFF2-40B4-BE49-F238E27FC236}">
                  <a16:creationId xmlns:a16="http://schemas.microsoft.com/office/drawing/2014/main" id="{089DF34D-B291-4E07-801F-DB0EC39EA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3" name="Rectangle 31">
              <a:extLst>
                <a:ext uri="{FF2B5EF4-FFF2-40B4-BE49-F238E27FC236}">
                  <a16:creationId xmlns:a16="http://schemas.microsoft.com/office/drawing/2014/main" id="{BF308AE1-5B50-47BF-B4CA-DC66FCEA2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4" name="Rectangle 32">
              <a:extLst>
                <a:ext uri="{FF2B5EF4-FFF2-40B4-BE49-F238E27FC236}">
                  <a16:creationId xmlns:a16="http://schemas.microsoft.com/office/drawing/2014/main" id="{5C1EE8F4-F496-4508-9C8E-B284CE9F1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5" name="Rectangle 33">
              <a:extLst>
                <a:ext uri="{FF2B5EF4-FFF2-40B4-BE49-F238E27FC236}">
                  <a16:creationId xmlns:a16="http://schemas.microsoft.com/office/drawing/2014/main" id="{EDC8BF60-DA84-48A9-967F-664AC2A92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6" name="Rectangle 34">
              <a:extLst>
                <a:ext uri="{FF2B5EF4-FFF2-40B4-BE49-F238E27FC236}">
                  <a16:creationId xmlns:a16="http://schemas.microsoft.com/office/drawing/2014/main" id="{C4B4F6FA-EA37-4C40-B6FE-08ED5A546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7" name="Rectangle 35">
              <a:extLst>
                <a:ext uri="{FF2B5EF4-FFF2-40B4-BE49-F238E27FC236}">
                  <a16:creationId xmlns:a16="http://schemas.microsoft.com/office/drawing/2014/main" id="{C9163899-159C-4BC0-A150-A2B33EBB7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8" name="Rectangle 36">
              <a:extLst>
                <a:ext uri="{FF2B5EF4-FFF2-40B4-BE49-F238E27FC236}">
                  <a16:creationId xmlns:a16="http://schemas.microsoft.com/office/drawing/2014/main" id="{C06EA79F-FEA8-43C0-B4BD-566F63A90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19" name="Rectangle 37">
              <a:extLst>
                <a:ext uri="{FF2B5EF4-FFF2-40B4-BE49-F238E27FC236}">
                  <a16:creationId xmlns:a16="http://schemas.microsoft.com/office/drawing/2014/main" id="{C20A7F79-EFFE-4972-87F2-E528F238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0" name="Rectangle 38">
              <a:extLst>
                <a:ext uri="{FF2B5EF4-FFF2-40B4-BE49-F238E27FC236}">
                  <a16:creationId xmlns:a16="http://schemas.microsoft.com/office/drawing/2014/main" id="{B82F8CBA-8075-4E4E-B019-B6930E09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1" name="Rectangle 39">
              <a:extLst>
                <a:ext uri="{FF2B5EF4-FFF2-40B4-BE49-F238E27FC236}">
                  <a16:creationId xmlns:a16="http://schemas.microsoft.com/office/drawing/2014/main" id="{0251F6ED-98B4-4D83-95F5-19200FFD0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2" name="Rectangle 40">
              <a:extLst>
                <a:ext uri="{FF2B5EF4-FFF2-40B4-BE49-F238E27FC236}">
                  <a16:creationId xmlns:a16="http://schemas.microsoft.com/office/drawing/2014/main" id="{EE7E690D-BA43-450A-B3A3-2543F7322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3" name="Rectangle 41">
              <a:extLst>
                <a:ext uri="{FF2B5EF4-FFF2-40B4-BE49-F238E27FC236}">
                  <a16:creationId xmlns:a16="http://schemas.microsoft.com/office/drawing/2014/main" id="{E52B457B-D2A4-4969-A9FA-C9008CD71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4" name="Rectangle 42">
              <a:extLst>
                <a:ext uri="{FF2B5EF4-FFF2-40B4-BE49-F238E27FC236}">
                  <a16:creationId xmlns:a16="http://schemas.microsoft.com/office/drawing/2014/main" id="{2650A72B-B69B-4F7B-9972-A27B5470F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5" name="Rectangle 43">
              <a:extLst>
                <a:ext uri="{FF2B5EF4-FFF2-40B4-BE49-F238E27FC236}">
                  <a16:creationId xmlns:a16="http://schemas.microsoft.com/office/drawing/2014/main" id="{5343C766-BECE-4D0D-B72B-52B0AD2B2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6" name="Rectangle 44">
              <a:extLst>
                <a:ext uri="{FF2B5EF4-FFF2-40B4-BE49-F238E27FC236}">
                  <a16:creationId xmlns:a16="http://schemas.microsoft.com/office/drawing/2014/main" id="{EA7D24C7-92CD-4A6C-9497-FEAAC868D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7" name="Rectangle 45">
              <a:extLst>
                <a:ext uri="{FF2B5EF4-FFF2-40B4-BE49-F238E27FC236}">
                  <a16:creationId xmlns:a16="http://schemas.microsoft.com/office/drawing/2014/main" id="{D6964DFC-C80A-4983-AC66-5B285F341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8" name="Rectangle 46">
              <a:extLst>
                <a:ext uri="{FF2B5EF4-FFF2-40B4-BE49-F238E27FC236}">
                  <a16:creationId xmlns:a16="http://schemas.microsoft.com/office/drawing/2014/main" id="{ED30B601-13B1-45AC-9283-C9900988F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29" name="Rectangle 47">
              <a:extLst>
                <a:ext uri="{FF2B5EF4-FFF2-40B4-BE49-F238E27FC236}">
                  <a16:creationId xmlns:a16="http://schemas.microsoft.com/office/drawing/2014/main" id="{2E603FA2-1302-4869-941B-40626AE7D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0" name="Rectangle 48">
              <a:extLst>
                <a:ext uri="{FF2B5EF4-FFF2-40B4-BE49-F238E27FC236}">
                  <a16:creationId xmlns:a16="http://schemas.microsoft.com/office/drawing/2014/main" id="{58740F49-868A-415D-ADFA-8F10C9412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1" name="Rectangle 49">
              <a:extLst>
                <a:ext uri="{FF2B5EF4-FFF2-40B4-BE49-F238E27FC236}">
                  <a16:creationId xmlns:a16="http://schemas.microsoft.com/office/drawing/2014/main" id="{2EC05BE4-E69D-454A-9DF7-E47D37C7E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2" name="Rectangle 50">
              <a:extLst>
                <a:ext uri="{FF2B5EF4-FFF2-40B4-BE49-F238E27FC236}">
                  <a16:creationId xmlns:a16="http://schemas.microsoft.com/office/drawing/2014/main" id="{AA583E4A-EB75-4702-9096-8815B2E98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3" name="Rectangle 51">
              <a:extLst>
                <a:ext uri="{FF2B5EF4-FFF2-40B4-BE49-F238E27FC236}">
                  <a16:creationId xmlns:a16="http://schemas.microsoft.com/office/drawing/2014/main" id="{2576CDB2-3E53-4976-A73D-A6C10558A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4" name="Rectangle 52">
              <a:extLst>
                <a:ext uri="{FF2B5EF4-FFF2-40B4-BE49-F238E27FC236}">
                  <a16:creationId xmlns:a16="http://schemas.microsoft.com/office/drawing/2014/main" id="{8DA686FD-AF10-46EA-BF60-C444AFAE5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5" name="Rectangle 53">
              <a:extLst>
                <a:ext uri="{FF2B5EF4-FFF2-40B4-BE49-F238E27FC236}">
                  <a16:creationId xmlns:a16="http://schemas.microsoft.com/office/drawing/2014/main" id="{D051641B-213D-435C-A48F-11B9D3FC4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6" name="Rectangle 54">
              <a:extLst>
                <a:ext uri="{FF2B5EF4-FFF2-40B4-BE49-F238E27FC236}">
                  <a16:creationId xmlns:a16="http://schemas.microsoft.com/office/drawing/2014/main" id="{403C1818-0FB6-4631-AFCF-55A971A77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7" name="Rectangle 55">
              <a:extLst>
                <a:ext uri="{FF2B5EF4-FFF2-40B4-BE49-F238E27FC236}">
                  <a16:creationId xmlns:a16="http://schemas.microsoft.com/office/drawing/2014/main" id="{6E2ACFBF-EB35-4E59-8B9E-23B99A899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8" name="Rectangle 56">
              <a:extLst>
                <a:ext uri="{FF2B5EF4-FFF2-40B4-BE49-F238E27FC236}">
                  <a16:creationId xmlns:a16="http://schemas.microsoft.com/office/drawing/2014/main" id="{4C0A640F-76EB-40B4-B7AB-1C383E49E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39" name="Rectangle 57">
              <a:extLst>
                <a:ext uri="{FF2B5EF4-FFF2-40B4-BE49-F238E27FC236}">
                  <a16:creationId xmlns:a16="http://schemas.microsoft.com/office/drawing/2014/main" id="{CAB01EEE-FAF4-4828-B9B8-63CF70DD6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40" name="Rectangle 58">
              <a:extLst>
                <a:ext uri="{FF2B5EF4-FFF2-40B4-BE49-F238E27FC236}">
                  <a16:creationId xmlns:a16="http://schemas.microsoft.com/office/drawing/2014/main" id="{33A097E6-AF27-4D56-81FE-28A4E2F5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41" name="Rectangle 59">
              <a:extLst>
                <a:ext uri="{FF2B5EF4-FFF2-40B4-BE49-F238E27FC236}">
                  <a16:creationId xmlns:a16="http://schemas.microsoft.com/office/drawing/2014/main" id="{787323FC-4980-42A2-9463-0DC5AD30F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842" name="Rectangle 60">
              <a:extLst>
                <a:ext uri="{FF2B5EF4-FFF2-40B4-BE49-F238E27FC236}">
                  <a16:creationId xmlns:a16="http://schemas.microsoft.com/office/drawing/2014/main" id="{3846D86F-04EF-42B4-A043-557CE8D02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1746" name="Title 1">
            <a:extLst>
              <a:ext uri="{FF2B5EF4-FFF2-40B4-BE49-F238E27FC236}">
                <a16:creationId xmlns:a16="http://schemas.microsoft.com/office/drawing/2014/main" id="{C6B81B3C-A1BC-40F9-BF93-C52A7D11520C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1747" name="TextBox 2">
            <a:extLst>
              <a:ext uri="{FF2B5EF4-FFF2-40B4-BE49-F238E27FC236}">
                <a16:creationId xmlns:a16="http://schemas.microsoft.com/office/drawing/2014/main" id="{53E504C4-97C4-4CE7-A36A-58F3434B92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1748" name="TextBox 62">
            <a:extLst>
              <a:ext uri="{FF2B5EF4-FFF2-40B4-BE49-F238E27FC236}">
                <a16:creationId xmlns:a16="http://schemas.microsoft.com/office/drawing/2014/main" id="{3D6BD097-850B-4673-A0F4-B1F6D9AEDB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1749" name="Rectangle 3">
            <a:extLst>
              <a:ext uri="{FF2B5EF4-FFF2-40B4-BE49-F238E27FC236}">
                <a16:creationId xmlns:a16="http://schemas.microsoft.com/office/drawing/2014/main" id="{7EB0D70E-1EDD-4C59-8C56-966E4C015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9300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1750" name="Oval 111">
            <a:extLst>
              <a:ext uri="{FF2B5EF4-FFF2-40B4-BE49-F238E27FC236}">
                <a16:creationId xmlns:a16="http://schemas.microsoft.com/office/drawing/2014/main" id="{118598F4-8742-445D-BDEA-835EDCC2B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1751" name="Group 103">
            <a:extLst>
              <a:ext uri="{FF2B5EF4-FFF2-40B4-BE49-F238E27FC236}">
                <a16:creationId xmlns:a16="http://schemas.microsoft.com/office/drawing/2014/main" id="{FCD1E736-3D01-41ED-A6E5-E2BC624CEBCA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1752" name="Freeform 4">
              <a:extLst>
                <a:ext uri="{FF2B5EF4-FFF2-40B4-BE49-F238E27FC236}">
                  <a16:creationId xmlns:a16="http://schemas.microsoft.com/office/drawing/2014/main" id="{FE81A510-B481-4631-BDBB-F7D102EB3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53" name="Freeform 7">
              <a:extLst>
                <a:ext uri="{FF2B5EF4-FFF2-40B4-BE49-F238E27FC236}">
                  <a16:creationId xmlns:a16="http://schemas.microsoft.com/office/drawing/2014/main" id="{CC1631DD-163E-4904-9A02-8439BAD25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54" name="Freeform 9">
              <a:extLst>
                <a:ext uri="{FF2B5EF4-FFF2-40B4-BE49-F238E27FC236}">
                  <a16:creationId xmlns:a16="http://schemas.microsoft.com/office/drawing/2014/main" id="{E9D22229-243C-43D4-8FB6-2ED7620F8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62E3ACEB-CB77-4F34-89CA-82371A552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56" name="Freeform 14">
              <a:extLst>
                <a:ext uri="{FF2B5EF4-FFF2-40B4-BE49-F238E27FC236}">
                  <a16:creationId xmlns:a16="http://schemas.microsoft.com/office/drawing/2014/main" id="{DC72991F-7D83-4BFD-8A78-DBA1CC30F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57" name="Rectangle 15">
              <a:extLst>
                <a:ext uri="{FF2B5EF4-FFF2-40B4-BE49-F238E27FC236}">
                  <a16:creationId xmlns:a16="http://schemas.microsoft.com/office/drawing/2014/main" id="{EF64476D-2BB7-4613-9A13-58B6BB8A8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58" name="Freeform 29">
              <a:extLst>
                <a:ext uri="{FF2B5EF4-FFF2-40B4-BE49-F238E27FC236}">
                  <a16:creationId xmlns:a16="http://schemas.microsoft.com/office/drawing/2014/main" id="{AF313BBD-6565-42CA-ACB3-3AE18C39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59" name="Freeform 30">
              <a:extLst>
                <a:ext uri="{FF2B5EF4-FFF2-40B4-BE49-F238E27FC236}">
                  <a16:creationId xmlns:a16="http://schemas.microsoft.com/office/drawing/2014/main" id="{76520956-3330-42C4-81D2-2DC53048E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0" name="Freeform 31">
              <a:extLst>
                <a:ext uri="{FF2B5EF4-FFF2-40B4-BE49-F238E27FC236}">
                  <a16:creationId xmlns:a16="http://schemas.microsoft.com/office/drawing/2014/main" id="{5B375894-3E53-429A-AEB1-9ADAA1B2E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1" name="Freeform 32">
              <a:extLst>
                <a:ext uri="{FF2B5EF4-FFF2-40B4-BE49-F238E27FC236}">
                  <a16:creationId xmlns:a16="http://schemas.microsoft.com/office/drawing/2014/main" id="{5C6C7214-5C3F-403D-B359-E29F4C8E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2" name="Freeform 33">
              <a:extLst>
                <a:ext uri="{FF2B5EF4-FFF2-40B4-BE49-F238E27FC236}">
                  <a16:creationId xmlns:a16="http://schemas.microsoft.com/office/drawing/2014/main" id="{C78010B0-B9B1-46C9-9A6F-F66B76AEC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3" name="Freeform 34">
              <a:extLst>
                <a:ext uri="{FF2B5EF4-FFF2-40B4-BE49-F238E27FC236}">
                  <a16:creationId xmlns:a16="http://schemas.microsoft.com/office/drawing/2014/main" id="{5FF7C649-1647-4C18-BF16-12DA3E713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4" name="Freeform 35">
              <a:extLst>
                <a:ext uri="{FF2B5EF4-FFF2-40B4-BE49-F238E27FC236}">
                  <a16:creationId xmlns:a16="http://schemas.microsoft.com/office/drawing/2014/main" id="{8C651201-4283-4FA4-99C3-9B8BF5157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5" name="Rectangle 37">
              <a:extLst>
                <a:ext uri="{FF2B5EF4-FFF2-40B4-BE49-F238E27FC236}">
                  <a16:creationId xmlns:a16="http://schemas.microsoft.com/office/drawing/2014/main" id="{CD775886-84E6-448C-A3C0-CFE68C340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6" name="Freeform 44">
              <a:extLst>
                <a:ext uri="{FF2B5EF4-FFF2-40B4-BE49-F238E27FC236}">
                  <a16:creationId xmlns:a16="http://schemas.microsoft.com/office/drawing/2014/main" id="{7B957E71-067A-452A-9C6B-961A513F5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7" name="Line 45">
              <a:extLst>
                <a:ext uri="{FF2B5EF4-FFF2-40B4-BE49-F238E27FC236}">
                  <a16:creationId xmlns:a16="http://schemas.microsoft.com/office/drawing/2014/main" id="{DFD894FF-F5CE-4B47-B5E4-B80E1CB00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768" name="Rectangle 47">
              <a:extLst>
                <a:ext uri="{FF2B5EF4-FFF2-40B4-BE49-F238E27FC236}">
                  <a16:creationId xmlns:a16="http://schemas.microsoft.com/office/drawing/2014/main" id="{F6AAFC72-38C4-47A8-BDAD-029D854D0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1769" name="Group 121">
              <a:extLst>
                <a:ext uri="{FF2B5EF4-FFF2-40B4-BE49-F238E27FC236}">
                  <a16:creationId xmlns:a16="http://schemas.microsoft.com/office/drawing/2014/main" id="{98338357-8A10-4888-9072-7518D753D2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1783" name="Rectangle 48">
                <a:extLst>
                  <a:ext uri="{FF2B5EF4-FFF2-40B4-BE49-F238E27FC236}">
                    <a16:creationId xmlns:a16="http://schemas.microsoft.com/office/drawing/2014/main" id="{B642D7C9-67F9-425C-886A-E7935B1DA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84" name="Rectangle 51">
                <a:extLst>
                  <a:ext uri="{FF2B5EF4-FFF2-40B4-BE49-F238E27FC236}">
                    <a16:creationId xmlns:a16="http://schemas.microsoft.com/office/drawing/2014/main" id="{B9D8F631-59C6-4B23-B9D2-62A2C621F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85" name="Rectangle 54">
                <a:extLst>
                  <a:ext uri="{FF2B5EF4-FFF2-40B4-BE49-F238E27FC236}">
                    <a16:creationId xmlns:a16="http://schemas.microsoft.com/office/drawing/2014/main" id="{B82A49AA-8C60-465E-B5EC-B1D23136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1770" name="Group 123">
              <a:extLst>
                <a:ext uri="{FF2B5EF4-FFF2-40B4-BE49-F238E27FC236}">
                  <a16:creationId xmlns:a16="http://schemas.microsoft.com/office/drawing/2014/main" id="{085D0E6D-43F7-4339-BE36-35CCECB9C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1780" name="Rectangle 48">
                <a:extLst>
                  <a:ext uri="{FF2B5EF4-FFF2-40B4-BE49-F238E27FC236}">
                    <a16:creationId xmlns:a16="http://schemas.microsoft.com/office/drawing/2014/main" id="{9586AE2F-91C2-4F12-BA5B-9E0AAB0B2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81" name="Rectangle 51">
                <a:extLst>
                  <a:ext uri="{FF2B5EF4-FFF2-40B4-BE49-F238E27FC236}">
                    <a16:creationId xmlns:a16="http://schemas.microsoft.com/office/drawing/2014/main" id="{F696A298-7C89-463C-8BDB-D15772705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82" name="Rectangle 54">
                <a:extLst>
                  <a:ext uri="{FF2B5EF4-FFF2-40B4-BE49-F238E27FC236}">
                    <a16:creationId xmlns:a16="http://schemas.microsoft.com/office/drawing/2014/main" id="{DE390AE1-1239-47AA-94D1-5F5647BF9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1771" name="Group 124">
              <a:extLst>
                <a:ext uri="{FF2B5EF4-FFF2-40B4-BE49-F238E27FC236}">
                  <a16:creationId xmlns:a16="http://schemas.microsoft.com/office/drawing/2014/main" id="{36D5A105-F346-48D6-9B3C-3144602C46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1777" name="Rectangle 48">
                <a:extLst>
                  <a:ext uri="{FF2B5EF4-FFF2-40B4-BE49-F238E27FC236}">
                    <a16:creationId xmlns:a16="http://schemas.microsoft.com/office/drawing/2014/main" id="{3C8667EB-F5B2-47C8-A365-BA01B82F5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78" name="Rectangle 51">
                <a:extLst>
                  <a:ext uri="{FF2B5EF4-FFF2-40B4-BE49-F238E27FC236}">
                    <a16:creationId xmlns:a16="http://schemas.microsoft.com/office/drawing/2014/main" id="{D46BC565-C6CD-4D29-8C36-EFC6F2DC5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79" name="Rectangle 54">
                <a:extLst>
                  <a:ext uri="{FF2B5EF4-FFF2-40B4-BE49-F238E27FC236}">
                    <a16:creationId xmlns:a16="http://schemas.microsoft.com/office/drawing/2014/main" id="{0335F033-195C-49D0-A73B-9BD2AFAC4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1772" name="Group 125">
              <a:extLst>
                <a:ext uri="{FF2B5EF4-FFF2-40B4-BE49-F238E27FC236}">
                  <a16:creationId xmlns:a16="http://schemas.microsoft.com/office/drawing/2014/main" id="{4CE323F5-A98B-4356-BE7D-0422A81A52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1774" name="Rectangle 48">
                <a:extLst>
                  <a:ext uri="{FF2B5EF4-FFF2-40B4-BE49-F238E27FC236}">
                    <a16:creationId xmlns:a16="http://schemas.microsoft.com/office/drawing/2014/main" id="{FE3E690A-1DD3-49E6-A203-87C304901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75" name="Rectangle 51">
                <a:extLst>
                  <a:ext uri="{FF2B5EF4-FFF2-40B4-BE49-F238E27FC236}">
                    <a16:creationId xmlns:a16="http://schemas.microsoft.com/office/drawing/2014/main" id="{9542ED10-845F-485D-9112-817593A4C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776" name="Rectangle 54">
                <a:extLst>
                  <a:ext uri="{FF2B5EF4-FFF2-40B4-BE49-F238E27FC236}">
                    <a16:creationId xmlns:a16="http://schemas.microsoft.com/office/drawing/2014/main" id="{1742B671-EC31-4E09-B5EE-54802B9EF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773" name="Oval 5">
              <a:extLst>
                <a:ext uri="{FF2B5EF4-FFF2-40B4-BE49-F238E27FC236}">
                  <a16:creationId xmlns:a16="http://schemas.microsoft.com/office/drawing/2014/main" id="{6019B117-01F8-4CB4-B153-651AA482E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9686" y="4756195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93" name="Group 1">
            <a:extLst>
              <a:ext uri="{FF2B5EF4-FFF2-40B4-BE49-F238E27FC236}">
                <a16:creationId xmlns:a16="http://schemas.microsoft.com/office/drawing/2014/main" id="{8E06DCF8-737A-4FC3-AF97-01937966E3EC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3834" name="Rectangle 4">
              <a:extLst>
                <a:ext uri="{FF2B5EF4-FFF2-40B4-BE49-F238E27FC236}">
                  <a16:creationId xmlns:a16="http://schemas.microsoft.com/office/drawing/2014/main" id="{D08EFB1A-B2A2-4422-94A0-64E9D7953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35" name="Rectangle 5">
              <a:extLst>
                <a:ext uri="{FF2B5EF4-FFF2-40B4-BE49-F238E27FC236}">
                  <a16:creationId xmlns:a16="http://schemas.microsoft.com/office/drawing/2014/main" id="{4A98DF47-C6E9-42A5-9282-F92C0714B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36" name="Rectangle 6">
              <a:extLst>
                <a:ext uri="{FF2B5EF4-FFF2-40B4-BE49-F238E27FC236}">
                  <a16:creationId xmlns:a16="http://schemas.microsoft.com/office/drawing/2014/main" id="{4A38CEE0-BC95-40EF-973F-9A97D4AA1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37" name="Rectangle 7">
              <a:extLst>
                <a:ext uri="{FF2B5EF4-FFF2-40B4-BE49-F238E27FC236}">
                  <a16:creationId xmlns:a16="http://schemas.microsoft.com/office/drawing/2014/main" id="{9D6E5058-6BBB-4313-B3B4-57F196330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38" name="Rectangle 8">
              <a:extLst>
                <a:ext uri="{FF2B5EF4-FFF2-40B4-BE49-F238E27FC236}">
                  <a16:creationId xmlns:a16="http://schemas.microsoft.com/office/drawing/2014/main" id="{A82572DA-A8E0-4A6A-9391-9A7BF8D86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39" name="Rectangle 9">
              <a:extLst>
                <a:ext uri="{FF2B5EF4-FFF2-40B4-BE49-F238E27FC236}">
                  <a16:creationId xmlns:a16="http://schemas.microsoft.com/office/drawing/2014/main" id="{B2CFE6F8-A088-452D-87C8-AE4B40E1F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0" name="Rectangle 10">
              <a:extLst>
                <a:ext uri="{FF2B5EF4-FFF2-40B4-BE49-F238E27FC236}">
                  <a16:creationId xmlns:a16="http://schemas.microsoft.com/office/drawing/2014/main" id="{0D059EA1-70B3-4607-8DEA-58FB8ED05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1" name="Rectangle 11">
              <a:extLst>
                <a:ext uri="{FF2B5EF4-FFF2-40B4-BE49-F238E27FC236}">
                  <a16:creationId xmlns:a16="http://schemas.microsoft.com/office/drawing/2014/main" id="{8C967242-A97F-4B4E-878D-BCA764C68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2" name="Rectangle 12">
              <a:extLst>
                <a:ext uri="{FF2B5EF4-FFF2-40B4-BE49-F238E27FC236}">
                  <a16:creationId xmlns:a16="http://schemas.microsoft.com/office/drawing/2014/main" id="{F3EEBA82-EBDB-4FEC-9583-5B8228F63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3" name="Rectangle 13">
              <a:extLst>
                <a:ext uri="{FF2B5EF4-FFF2-40B4-BE49-F238E27FC236}">
                  <a16:creationId xmlns:a16="http://schemas.microsoft.com/office/drawing/2014/main" id="{18FC86F5-E70A-4FFB-BBBC-63A54472C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4" name="Rectangle 14">
              <a:extLst>
                <a:ext uri="{FF2B5EF4-FFF2-40B4-BE49-F238E27FC236}">
                  <a16:creationId xmlns:a16="http://schemas.microsoft.com/office/drawing/2014/main" id="{AEC0E062-CC4A-4723-8B1D-D3F341509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5" name="Rectangle 15">
              <a:extLst>
                <a:ext uri="{FF2B5EF4-FFF2-40B4-BE49-F238E27FC236}">
                  <a16:creationId xmlns:a16="http://schemas.microsoft.com/office/drawing/2014/main" id="{77ED18BA-1DC2-4487-900D-BA6C715B8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6" name="Rectangle 16">
              <a:extLst>
                <a:ext uri="{FF2B5EF4-FFF2-40B4-BE49-F238E27FC236}">
                  <a16:creationId xmlns:a16="http://schemas.microsoft.com/office/drawing/2014/main" id="{0637126C-AD9F-4D74-9C8C-AFA04A3D2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7" name="Rectangle 17">
              <a:extLst>
                <a:ext uri="{FF2B5EF4-FFF2-40B4-BE49-F238E27FC236}">
                  <a16:creationId xmlns:a16="http://schemas.microsoft.com/office/drawing/2014/main" id="{2D1D1668-D026-4725-9A23-064BDB6BF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8" name="Rectangle 18">
              <a:extLst>
                <a:ext uri="{FF2B5EF4-FFF2-40B4-BE49-F238E27FC236}">
                  <a16:creationId xmlns:a16="http://schemas.microsoft.com/office/drawing/2014/main" id="{456D43D7-DD41-4EBA-A113-2F2378188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49" name="Rectangle 19">
              <a:extLst>
                <a:ext uri="{FF2B5EF4-FFF2-40B4-BE49-F238E27FC236}">
                  <a16:creationId xmlns:a16="http://schemas.microsoft.com/office/drawing/2014/main" id="{4BD7E472-B56E-46D5-A29C-1BAA26A4F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0" name="Rectangle 20">
              <a:extLst>
                <a:ext uri="{FF2B5EF4-FFF2-40B4-BE49-F238E27FC236}">
                  <a16:creationId xmlns:a16="http://schemas.microsoft.com/office/drawing/2014/main" id="{1B3B2CDC-7E1B-4F85-8E38-194073626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1" name="Rectangle 21">
              <a:extLst>
                <a:ext uri="{FF2B5EF4-FFF2-40B4-BE49-F238E27FC236}">
                  <a16:creationId xmlns:a16="http://schemas.microsoft.com/office/drawing/2014/main" id="{1C5A499C-349C-442E-B6CE-3E9E1F6C3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2" name="Rectangle 22">
              <a:extLst>
                <a:ext uri="{FF2B5EF4-FFF2-40B4-BE49-F238E27FC236}">
                  <a16:creationId xmlns:a16="http://schemas.microsoft.com/office/drawing/2014/main" id="{CD71DAD3-6442-44DC-AFB7-D7BF31EA4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3" name="Rectangle 23">
              <a:extLst>
                <a:ext uri="{FF2B5EF4-FFF2-40B4-BE49-F238E27FC236}">
                  <a16:creationId xmlns:a16="http://schemas.microsoft.com/office/drawing/2014/main" id="{26D062E2-D189-4404-AD31-BECDC399D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4" name="Rectangle 24">
              <a:extLst>
                <a:ext uri="{FF2B5EF4-FFF2-40B4-BE49-F238E27FC236}">
                  <a16:creationId xmlns:a16="http://schemas.microsoft.com/office/drawing/2014/main" id="{BDEF3769-90A7-4F57-9CCD-AD53B3207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5" name="Rectangle 25">
              <a:extLst>
                <a:ext uri="{FF2B5EF4-FFF2-40B4-BE49-F238E27FC236}">
                  <a16:creationId xmlns:a16="http://schemas.microsoft.com/office/drawing/2014/main" id="{0BE2A399-5436-44E0-B221-60FD153B1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6" name="Rectangle 26">
              <a:extLst>
                <a:ext uri="{FF2B5EF4-FFF2-40B4-BE49-F238E27FC236}">
                  <a16:creationId xmlns:a16="http://schemas.microsoft.com/office/drawing/2014/main" id="{8DBAFB26-B6E4-470D-A979-3D98AEC91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7" name="Rectangle 27">
              <a:extLst>
                <a:ext uri="{FF2B5EF4-FFF2-40B4-BE49-F238E27FC236}">
                  <a16:creationId xmlns:a16="http://schemas.microsoft.com/office/drawing/2014/main" id="{FA39C05E-F3CB-4515-8895-4272AC53B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8" name="Rectangle 28">
              <a:extLst>
                <a:ext uri="{FF2B5EF4-FFF2-40B4-BE49-F238E27FC236}">
                  <a16:creationId xmlns:a16="http://schemas.microsoft.com/office/drawing/2014/main" id="{1F7CD2D4-3615-42E2-888C-5ED5886C5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59" name="Rectangle 29">
              <a:extLst>
                <a:ext uri="{FF2B5EF4-FFF2-40B4-BE49-F238E27FC236}">
                  <a16:creationId xmlns:a16="http://schemas.microsoft.com/office/drawing/2014/main" id="{55A62BB3-9D77-4941-BFE9-B851BC580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0" name="Rectangle 30">
              <a:extLst>
                <a:ext uri="{FF2B5EF4-FFF2-40B4-BE49-F238E27FC236}">
                  <a16:creationId xmlns:a16="http://schemas.microsoft.com/office/drawing/2014/main" id="{1E56CB22-A710-474B-8059-BFD34562D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1" name="Rectangle 31">
              <a:extLst>
                <a:ext uri="{FF2B5EF4-FFF2-40B4-BE49-F238E27FC236}">
                  <a16:creationId xmlns:a16="http://schemas.microsoft.com/office/drawing/2014/main" id="{0F01AAE9-E3AE-4AA1-9418-643CDC1E3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2" name="Rectangle 32">
              <a:extLst>
                <a:ext uri="{FF2B5EF4-FFF2-40B4-BE49-F238E27FC236}">
                  <a16:creationId xmlns:a16="http://schemas.microsoft.com/office/drawing/2014/main" id="{263AE062-3FAA-4BA6-81FE-AD81BAFCE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3" name="Rectangle 33">
              <a:extLst>
                <a:ext uri="{FF2B5EF4-FFF2-40B4-BE49-F238E27FC236}">
                  <a16:creationId xmlns:a16="http://schemas.microsoft.com/office/drawing/2014/main" id="{B4CE1258-96B6-4103-9126-5FDA8799E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4" name="Rectangle 34">
              <a:extLst>
                <a:ext uri="{FF2B5EF4-FFF2-40B4-BE49-F238E27FC236}">
                  <a16:creationId xmlns:a16="http://schemas.microsoft.com/office/drawing/2014/main" id="{7A657C9E-467B-4080-A5EA-811433213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5" name="Rectangle 35">
              <a:extLst>
                <a:ext uri="{FF2B5EF4-FFF2-40B4-BE49-F238E27FC236}">
                  <a16:creationId xmlns:a16="http://schemas.microsoft.com/office/drawing/2014/main" id="{22F13D5C-D958-4C75-A3CF-F2B7AA82A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6" name="Rectangle 36">
              <a:extLst>
                <a:ext uri="{FF2B5EF4-FFF2-40B4-BE49-F238E27FC236}">
                  <a16:creationId xmlns:a16="http://schemas.microsoft.com/office/drawing/2014/main" id="{1BA4D882-A8C5-4DAA-9559-6368755E0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7" name="Rectangle 37">
              <a:extLst>
                <a:ext uri="{FF2B5EF4-FFF2-40B4-BE49-F238E27FC236}">
                  <a16:creationId xmlns:a16="http://schemas.microsoft.com/office/drawing/2014/main" id="{178A7FBE-64C9-4C6C-B936-7B1AFE1E2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8" name="Rectangle 38">
              <a:extLst>
                <a:ext uri="{FF2B5EF4-FFF2-40B4-BE49-F238E27FC236}">
                  <a16:creationId xmlns:a16="http://schemas.microsoft.com/office/drawing/2014/main" id="{04AECE39-C2F8-4DA4-A152-03CE241FE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69" name="Rectangle 39">
              <a:extLst>
                <a:ext uri="{FF2B5EF4-FFF2-40B4-BE49-F238E27FC236}">
                  <a16:creationId xmlns:a16="http://schemas.microsoft.com/office/drawing/2014/main" id="{9474C857-3F27-4CF5-B43C-EA6CD3326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0" name="Rectangle 40">
              <a:extLst>
                <a:ext uri="{FF2B5EF4-FFF2-40B4-BE49-F238E27FC236}">
                  <a16:creationId xmlns:a16="http://schemas.microsoft.com/office/drawing/2014/main" id="{B59AF189-61DC-4DC6-8D50-32BF452E7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1" name="Rectangle 41">
              <a:extLst>
                <a:ext uri="{FF2B5EF4-FFF2-40B4-BE49-F238E27FC236}">
                  <a16:creationId xmlns:a16="http://schemas.microsoft.com/office/drawing/2014/main" id="{0AE86D22-7FBF-4E78-81C8-1164E1839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2" name="Rectangle 42">
              <a:extLst>
                <a:ext uri="{FF2B5EF4-FFF2-40B4-BE49-F238E27FC236}">
                  <a16:creationId xmlns:a16="http://schemas.microsoft.com/office/drawing/2014/main" id="{74CC907D-143D-4BBC-8CE0-2185E6C2A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3" name="Rectangle 43">
              <a:extLst>
                <a:ext uri="{FF2B5EF4-FFF2-40B4-BE49-F238E27FC236}">
                  <a16:creationId xmlns:a16="http://schemas.microsoft.com/office/drawing/2014/main" id="{247B2CD4-DDC2-43DC-A5D9-CDE8429D5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4" name="Rectangle 44">
              <a:extLst>
                <a:ext uri="{FF2B5EF4-FFF2-40B4-BE49-F238E27FC236}">
                  <a16:creationId xmlns:a16="http://schemas.microsoft.com/office/drawing/2014/main" id="{9A7DA36F-3FE7-4C71-A6D0-1D6329A61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5" name="Rectangle 45">
              <a:extLst>
                <a:ext uri="{FF2B5EF4-FFF2-40B4-BE49-F238E27FC236}">
                  <a16:creationId xmlns:a16="http://schemas.microsoft.com/office/drawing/2014/main" id="{1756FA07-F25A-4256-8AD5-C9781EB37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6" name="Rectangle 46">
              <a:extLst>
                <a:ext uri="{FF2B5EF4-FFF2-40B4-BE49-F238E27FC236}">
                  <a16:creationId xmlns:a16="http://schemas.microsoft.com/office/drawing/2014/main" id="{E8BB8BF1-E1B5-4AB9-BB02-11163C391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7" name="Rectangle 47">
              <a:extLst>
                <a:ext uri="{FF2B5EF4-FFF2-40B4-BE49-F238E27FC236}">
                  <a16:creationId xmlns:a16="http://schemas.microsoft.com/office/drawing/2014/main" id="{026E67CA-FE42-4EF0-98F3-F5CA4C6A4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8" name="Rectangle 48">
              <a:extLst>
                <a:ext uri="{FF2B5EF4-FFF2-40B4-BE49-F238E27FC236}">
                  <a16:creationId xmlns:a16="http://schemas.microsoft.com/office/drawing/2014/main" id="{03F5013F-567C-47B2-A132-DDA5B2385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79" name="Rectangle 49">
              <a:extLst>
                <a:ext uri="{FF2B5EF4-FFF2-40B4-BE49-F238E27FC236}">
                  <a16:creationId xmlns:a16="http://schemas.microsoft.com/office/drawing/2014/main" id="{9DDBEB25-DF0C-4500-A39D-504B678A6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0" name="Rectangle 50">
              <a:extLst>
                <a:ext uri="{FF2B5EF4-FFF2-40B4-BE49-F238E27FC236}">
                  <a16:creationId xmlns:a16="http://schemas.microsoft.com/office/drawing/2014/main" id="{B54EC777-0230-4F33-B779-6B46FA308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1" name="Rectangle 51">
              <a:extLst>
                <a:ext uri="{FF2B5EF4-FFF2-40B4-BE49-F238E27FC236}">
                  <a16:creationId xmlns:a16="http://schemas.microsoft.com/office/drawing/2014/main" id="{75C0720A-272C-4141-BE20-25BF17D2D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2" name="Rectangle 52">
              <a:extLst>
                <a:ext uri="{FF2B5EF4-FFF2-40B4-BE49-F238E27FC236}">
                  <a16:creationId xmlns:a16="http://schemas.microsoft.com/office/drawing/2014/main" id="{594F97D1-B33C-4EFC-A01C-A1D731225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3" name="Rectangle 53">
              <a:extLst>
                <a:ext uri="{FF2B5EF4-FFF2-40B4-BE49-F238E27FC236}">
                  <a16:creationId xmlns:a16="http://schemas.microsoft.com/office/drawing/2014/main" id="{1AB7692D-5783-45A8-9046-99812D7E5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4" name="Rectangle 54">
              <a:extLst>
                <a:ext uri="{FF2B5EF4-FFF2-40B4-BE49-F238E27FC236}">
                  <a16:creationId xmlns:a16="http://schemas.microsoft.com/office/drawing/2014/main" id="{8F9D9C46-CB02-4FFF-AB5D-6AEA6C922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5" name="Rectangle 55">
              <a:extLst>
                <a:ext uri="{FF2B5EF4-FFF2-40B4-BE49-F238E27FC236}">
                  <a16:creationId xmlns:a16="http://schemas.microsoft.com/office/drawing/2014/main" id="{5962D169-35CA-42AC-AED3-50949FD03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6" name="Rectangle 56">
              <a:extLst>
                <a:ext uri="{FF2B5EF4-FFF2-40B4-BE49-F238E27FC236}">
                  <a16:creationId xmlns:a16="http://schemas.microsoft.com/office/drawing/2014/main" id="{B668882B-5415-4804-B3A8-C0982B874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7" name="Rectangle 57">
              <a:extLst>
                <a:ext uri="{FF2B5EF4-FFF2-40B4-BE49-F238E27FC236}">
                  <a16:creationId xmlns:a16="http://schemas.microsoft.com/office/drawing/2014/main" id="{B302B8D5-ACFD-4232-86E3-7043F9D10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8" name="Rectangle 58">
              <a:extLst>
                <a:ext uri="{FF2B5EF4-FFF2-40B4-BE49-F238E27FC236}">
                  <a16:creationId xmlns:a16="http://schemas.microsoft.com/office/drawing/2014/main" id="{F3190A0D-1F0B-4D29-8181-1F55BBABB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89" name="Rectangle 59">
              <a:extLst>
                <a:ext uri="{FF2B5EF4-FFF2-40B4-BE49-F238E27FC236}">
                  <a16:creationId xmlns:a16="http://schemas.microsoft.com/office/drawing/2014/main" id="{39A7950A-9805-4E4F-8786-B154C7EB9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90" name="Rectangle 60">
              <a:extLst>
                <a:ext uri="{FF2B5EF4-FFF2-40B4-BE49-F238E27FC236}">
                  <a16:creationId xmlns:a16="http://schemas.microsoft.com/office/drawing/2014/main" id="{700D1614-B385-4B32-A594-8FD9DCE67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3794" name="Title 1">
            <a:extLst>
              <a:ext uri="{FF2B5EF4-FFF2-40B4-BE49-F238E27FC236}">
                <a16:creationId xmlns:a16="http://schemas.microsoft.com/office/drawing/2014/main" id="{637A7ABB-73C8-4997-B224-CF55755F507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3795" name="TextBox 2">
            <a:extLst>
              <a:ext uri="{FF2B5EF4-FFF2-40B4-BE49-F238E27FC236}">
                <a16:creationId xmlns:a16="http://schemas.microsoft.com/office/drawing/2014/main" id="{D2FA9389-8F92-4B20-A63B-60FB16FBD5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3796" name="TextBox 62">
            <a:extLst>
              <a:ext uri="{FF2B5EF4-FFF2-40B4-BE49-F238E27FC236}">
                <a16:creationId xmlns:a16="http://schemas.microsoft.com/office/drawing/2014/main" id="{10693ADA-4C78-495C-A72E-78ADC08686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3797" name="Rectangle 3">
            <a:extLst>
              <a:ext uri="{FF2B5EF4-FFF2-40B4-BE49-F238E27FC236}">
                <a16:creationId xmlns:a16="http://schemas.microsoft.com/office/drawing/2014/main" id="{B23F2A18-5980-4567-B801-0FD3CE89D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6663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798" name="Oval 111">
            <a:extLst>
              <a:ext uri="{FF2B5EF4-FFF2-40B4-BE49-F238E27FC236}">
                <a16:creationId xmlns:a16="http://schemas.microsoft.com/office/drawing/2014/main" id="{5BE0C178-9778-44DB-91A3-AECA02FE8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3799" name="Group 103">
            <a:extLst>
              <a:ext uri="{FF2B5EF4-FFF2-40B4-BE49-F238E27FC236}">
                <a16:creationId xmlns:a16="http://schemas.microsoft.com/office/drawing/2014/main" id="{44B8300A-2A7C-4574-A5AF-6002DE5C75DC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3800" name="Freeform 4">
              <a:extLst>
                <a:ext uri="{FF2B5EF4-FFF2-40B4-BE49-F238E27FC236}">
                  <a16:creationId xmlns:a16="http://schemas.microsoft.com/office/drawing/2014/main" id="{B0EFE330-73B0-42B6-8063-77F75E875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1" name="Freeform 7">
              <a:extLst>
                <a:ext uri="{FF2B5EF4-FFF2-40B4-BE49-F238E27FC236}">
                  <a16:creationId xmlns:a16="http://schemas.microsoft.com/office/drawing/2014/main" id="{A1FA96EB-852C-45DC-8A87-5715D119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2" name="Freeform 9">
              <a:extLst>
                <a:ext uri="{FF2B5EF4-FFF2-40B4-BE49-F238E27FC236}">
                  <a16:creationId xmlns:a16="http://schemas.microsoft.com/office/drawing/2014/main" id="{7D3D05B0-18F0-4B9D-A5AA-EADB4CAB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3" name="Freeform 12">
              <a:extLst>
                <a:ext uri="{FF2B5EF4-FFF2-40B4-BE49-F238E27FC236}">
                  <a16:creationId xmlns:a16="http://schemas.microsoft.com/office/drawing/2014/main" id="{B80F57C3-746A-436B-8DEA-718CD94CF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4" name="Freeform 14">
              <a:extLst>
                <a:ext uri="{FF2B5EF4-FFF2-40B4-BE49-F238E27FC236}">
                  <a16:creationId xmlns:a16="http://schemas.microsoft.com/office/drawing/2014/main" id="{1E632867-7724-40B8-A052-33995444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5" name="Rectangle 15">
              <a:extLst>
                <a:ext uri="{FF2B5EF4-FFF2-40B4-BE49-F238E27FC236}">
                  <a16:creationId xmlns:a16="http://schemas.microsoft.com/office/drawing/2014/main" id="{6D17E0CF-D2AA-4F9D-BCBF-C9AF50A06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6" name="Freeform 29">
              <a:extLst>
                <a:ext uri="{FF2B5EF4-FFF2-40B4-BE49-F238E27FC236}">
                  <a16:creationId xmlns:a16="http://schemas.microsoft.com/office/drawing/2014/main" id="{74774485-1C8E-43FF-89C4-39555D016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7" name="Freeform 30">
              <a:extLst>
                <a:ext uri="{FF2B5EF4-FFF2-40B4-BE49-F238E27FC236}">
                  <a16:creationId xmlns:a16="http://schemas.microsoft.com/office/drawing/2014/main" id="{133FC318-31CA-4004-BE88-A7E85148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8" name="Freeform 31">
              <a:extLst>
                <a:ext uri="{FF2B5EF4-FFF2-40B4-BE49-F238E27FC236}">
                  <a16:creationId xmlns:a16="http://schemas.microsoft.com/office/drawing/2014/main" id="{4C9159D6-4BBF-4EA1-B5D6-82BF377E6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09" name="Freeform 32">
              <a:extLst>
                <a:ext uri="{FF2B5EF4-FFF2-40B4-BE49-F238E27FC236}">
                  <a16:creationId xmlns:a16="http://schemas.microsoft.com/office/drawing/2014/main" id="{0B2B8D6E-314D-44DB-B9F3-93C33F8A7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10" name="Freeform 33">
              <a:extLst>
                <a:ext uri="{FF2B5EF4-FFF2-40B4-BE49-F238E27FC236}">
                  <a16:creationId xmlns:a16="http://schemas.microsoft.com/office/drawing/2014/main" id="{CB5DA147-C349-4CB5-B4B5-F72EA150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11" name="Freeform 34">
              <a:extLst>
                <a:ext uri="{FF2B5EF4-FFF2-40B4-BE49-F238E27FC236}">
                  <a16:creationId xmlns:a16="http://schemas.microsoft.com/office/drawing/2014/main" id="{D46D6B9D-FF3B-4B35-A988-CB0F1481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12" name="Freeform 35">
              <a:extLst>
                <a:ext uri="{FF2B5EF4-FFF2-40B4-BE49-F238E27FC236}">
                  <a16:creationId xmlns:a16="http://schemas.microsoft.com/office/drawing/2014/main" id="{CEFCE2ED-42AA-404B-A0E1-3476E88E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13" name="Rectangle 37">
              <a:extLst>
                <a:ext uri="{FF2B5EF4-FFF2-40B4-BE49-F238E27FC236}">
                  <a16:creationId xmlns:a16="http://schemas.microsoft.com/office/drawing/2014/main" id="{04C99749-9A38-483A-A773-75C7EFB60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14" name="Freeform 44">
              <a:extLst>
                <a:ext uri="{FF2B5EF4-FFF2-40B4-BE49-F238E27FC236}">
                  <a16:creationId xmlns:a16="http://schemas.microsoft.com/office/drawing/2014/main" id="{6B079815-C916-4865-991B-FC38F7F86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15" name="Line 45">
              <a:extLst>
                <a:ext uri="{FF2B5EF4-FFF2-40B4-BE49-F238E27FC236}">
                  <a16:creationId xmlns:a16="http://schemas.microsoft.com/office/drawing/2014/main" id="{9104741C-BB13-4541-BE2C-0F85391A17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816" name="Rectangle 47">
              <a:extLst>
                <a:ext uri="{FF2B5EF4-FFF2-40B4-BE49-F238E27FC236}">
                  <a16:creationId xmlns:a16="http://schemas.microsoft.com/office/drawing/2014/main" id="{6010A5B9-9D51-4118-A559-CE1F3A325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817" name="Group 121">
              <a:extLst>
                <a:ext uri="{FF2B5EF4-FFF2-40B4-BE49-F238E27FC236}">
                  <a16:creationId xmlns:a16="http://schemas.microsoft.com/office/drawing/2014/main" id="{4A99DD48-3C5B-4818-9938-C087885166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3831" name="Rectangle 48">
                <a:extLst>
                  <a:ext uri="{FF2B5EF4-FFF2-40B4-BE49-F238E27FC236}">
                    <a16:creationId xmlns:a16="http://schemas.microsoft.com/office/drawing/2014/main" id="{695F1758-06DF-4454-AC72-CB12A94FD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32" name="Rectangle 51">
                <a:extLst>
                  <a:ext uri="{FF2B5EF4-FFF2-40B4-BE49-F238E27FC236}">
                    <a16:creationId xmlns:a16="http://schemas.microsoft.com/office/drawing/2014/main" id="{027DB1D3-EABB-4300-8648-01B3AD142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33" name="Rectangle 54">
                <a:extLst>
                  <a:ext uri="{FF2B5EF4-FFF2-40B4-BE49-F238E27FC236}">
                    <a16:creationId xmlns:a16="http://schemas.microsoft.com/office/drawing/2014/main" id="{F3B40EAA-29A5-4CE0-A13C-1881FA34C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818" name="Oval 5">
              <a:extLst>
                <a:ext uri="{FF2B5EF4-FFF2-40B4-BE49-F238E27FC236}">
                  <a16:creationId xmlns:a16="http://schemas.microsoft.com/office/drawing/2014/main" id="{C49A82D7-9434-490D-BD67-C80E27AD6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819" name="Group 123">
              <a:extLst>
                <a:ext uri="{FF2B5EF4-FFF2-40B4-BE49-F238E27FC236}">
                  <a16:creationId xmlns:a16="http://schemas.microsoft.com/office/drawing/2014/main" id="{E6886C3F-5FFB-4E66-A89D-684EFE7ED8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3828" name="Rectangle 48">
                <a:extLst>
                  <a:ext uri="{FF2B5EF4-FFF2-40B4-BE49-F238E27FC236}">
                    <a16:creationId xmlns:a16="http://schemas.microsoft.com/office/drawing/2014/main" id="{F4FC6E94-C659-4E0B-829A-7A2F1C708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29" name="Rectangle 51">
                <a:extLst>
                  <a:ext uri="{FF2B5EF4-FFF2-40B4-BE49-F238E27FC236}">
                    <a16:creationId xmlns:a16="http://schemas.microsoft.com/office/drawing/2014/main" id="{34114326-70D4-4F39-9584-D4446BC06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30" name="Rectangle 54">
                <a:extLst>
                  <a:ext uri="{FF2B5EF4-FFF2-40B4-BE49-F238E27FC236}">
                    <a16:creationId xmlns:a16="http://schemas.microsoft.com/office/drawing/2014/main" id="{97A5C7FC-C077-4D1D-A3C7-F8D277444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3820" name="Group 124">
              <a:extLst>
                <a:ext uri="{FF2B5EF4-FFF2-40B4-BE49-F238E27FC236}">
                  <a16:creationId xmlns:a16="http://schemas.microsoft.com/office/drawing/2014/main" id="{7BEDB2FE-7BBB-49FA-B23F-47A8DAF7DC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3825" name="Rectangle 48">
                <a:extLst>
                  <a:ext uri="{FF2B5EF4-FFF2-40B4-BE49-F238E27FC236}">
                    <a16:creationId xmlns:a16="http://schemas.microsoft.com/office/drawing/2014/main" id="{06D1165B-A9A2-4921-BCF8-3BA28CC3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26" name="Rectangle 51">
                <a:extLst>
                  <a:ext uri="{FF2B5EF4-FFF2-40B4-BE49-F238E27FC236}">
                    <a16:creationId xmlns:a16="http://schemas.microsoft.com/office/drawing/2014/main" id="{657E84D2-809A-4841-8687-944D63CAB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27" name="Rectangle 54">
                <a:extLst>
                  <a:ext uri="{FF2B5EF4-FFF2-40B4-BE49-F238E27FC236}">
                    <a16:creationId xmlns:a16="http://schemas.microsoft.com/office/drawing/2014/main" id="{EDD00266-2D97-46A6-8507-8D262CC53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3821" name="Group 125">
              <a:extLst>
                <a:ext uri="{FF2B5EF4-FFF2-40B4-BE49-F238E27FC236}">
                  <a16:creationId xmlns:a16="http://schemas.microsoft.com/office/drawing/2014/main" id="{A4B28B8F-55BD-4991-B419-8ED093400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3822" name="Rectangle 48">
                <a:extLst>
                  <a:ext uri="{FF2B5EF4-FFF2-40B4-BE49-F238E27FC236}">
                    <a16:creationId xmlns:a16="http://schemas.microsoft.com/office/drawing/2014/main" id="{2E7357CF-99FE-4830-88AB-A56E79B0F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23" name="Rectangle 51">
                <a:extLst>
                  <a:ext uri="{FF2B5EF4-FFF2-40B4-BE49-F238E27FC236}">
                    <a16:creationId xmlns:a16="http://schemas.microsoft.com/office/drawing/2014/main" id="{D976E3AF-BFFA-4B2F-BDD4-FDB393BEC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824" name="Rectangle 54">
                <a:extLst>
                  <a:ext uri="{FF2B5EF4-FFF2-40B4-BE49-F238E27FC236}">
                    <a16:creationId xmlns:a16="http://schemas.microsoft.com/office/drawing/2014/main" id="{818E0815-4383-49DB-A048-F0D86010A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17" name="Group 1">
            <a:extLst>
              <a:ext uri="{FF2B5EF4-FFF2-40B4-BE49-F238E27FC236}">
                <a16:creationId xmlns:a16="http://schemas.microsoft.com/office/drawing/2014/main" id="{5EEE6800-38A0-4D14-AAB1-207F5FBB3241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4858" name="Rectangle 4">
              <a:extLst>
                <a:ext uri="{FF2B5EF4-FFF2-40B4-BE49-F238E27FC236}">
                  <a16:creationId xmlns:a16="http://schemas.microsoft.com/office/drawing/2014/main" id="{D7495276-8B00-40C8-A4F9-07DBA39B2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59" name="Rectangle 5">
              <a:extLst>
                <a:ext uri="{FF2B5EF4-FFF2-40B4-BE49-F238E27FC236}">
                  <a16:creationId xmlns:a16="http://schemas.microsoft.com/office/drawing/2014/main" id="{980694F3-BB56-4AFD-887B-0989C1A4E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0" name="Rectangle 6">
              <a:extLst>
                <a:ext uri="{FF2B5EF4-FFF2-40B4-BE49-F238E27FC236}">
                  <a16:creationId xmlns:a16="http://schemas.microsoft.com/office/drawing/2014/main" id="{A68A64D4-681C-4353-A8E9-43950C97A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1" name="Rectangle 7">
              <a:extLst>
                <a:ext uri="{FF2B5EF4-FFF2-40B4-BE49-F238E27FC236}">
                  <a16:creationId xmlns:a16="http://schemas.microsoft.com/office/drawing/2014/main" id="{C94619A4-DCA5-4A42-95D6-A8389A416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2" name="Rectangle 8">
              <a:extLst>
                <a:ext uri="{FF2B5EF4-FFF2-40B4-BE49-F238E27FC236}">
                  <a16:creationId xmlns:a16="http://schemas.microsoft.com/office/drawing/2014/main" id="{F6451398-D9D1-4F6B-9A3F-14F5C84D5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3" name="Rectangle 9">
              <a:extLst>
                <a:ext uri="{FF2B5EF4-FFF2-40B4-BE49-F238E27FC236}">
                  <a16:creationId xmlns:a16="http://schemas.microsoft.com/office/drawing/2014/main" id="{BBDDA0B9-5CDD-4E43-A3B4-3E66CA5EF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4" name="Rectangle 10">
              <a:extLst>
                <a:ext uri="{FF2B5EF4-FFF2-40B4-BE49-F238E27FC236}">
                  <a16:creationId xmlns:a16="http://schemas.microsoft.com/office/drawing/2014/main" id="{73E44203-60CA-4568-AB90-A26E1FCAF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5" name="Rectangle 11">
              <a:extLst>
                <a:ext uri="{FF2B5EF4-FFF2-40B4-BE49-F238E27FC236}">
                  <a16:creationId xmlns:a16="http://schemas.microsoft.com/office/drawing/2014/main" id="{2DA862D0-B28E-42DA-B2AA-24ACF627A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6" name="Rectangle 12">
              <a:extLst>
                <a:ext uri="{FF2B5EF4-FFF2-40B4-BE49-F238E27FC236}">
                  <a16:creationId xmlns:a16="http://schemas.microsoft.com/office/drawing/2014/main" id="{E50F1EC7-F908-4177-90EE-9D1FDACC1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7" name="Rectangle 13">
              <a:extLst>
                <a:ext uri="{FF2B5EF4-FFF2-40B4-BE49-F238E27FC236}">
                  <a16:creationId xmlns:a16="http://schemas.microsoft.com/office/drawing/2014/main" id="{3DCCE122-AB2C-48D0-ACF6-BF1BDDE40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8" name="Rectangle 14">
              <a:extLst>
                <a:ext uri="{FF2B5EF4-FFF2-40B4-BE49-F238E27FC236}">
                  <a16:creationId xmlns:a16="http://schemas.microsoft.com/office/drawing/2014/main" id="{562ED75C-E8C0-41EA-BE5A-C4F33AF43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69" name="Rectangle 15">
              <a:extLst>
                <a:ext uri="{FF2B5EF4-FFF2-40B4-BE49-F238E27FC236}">
                  <a16:creationId xmlns:a16="http://schemas.microsoft.com/office/drawing/2014/main" id="{556D5E4F-8959-4EFE-96B9-684445756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0" name="Rectangle 16">
              <a:extLst>
                <a:ext uri="{FF2B5EF4-FFF2-40B4-BE49-F238E27FC236}">
                  <a16:creationId xmlns:a16="http://schemas.microsoft.com/office/drawing/2014/main" id="{98232A2C-2040-4F6C-B7FD-983B4855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1" name="Rectangle 17">
              <a:extLst>
                <a:ext uri="{FF2B5EF4-FFF2-40B4-BE49-F238E27FC236}">
                  <a16:creationId xmlns:a16="http://schemas.microsoft.com/office/drawing/2014/main" id="{465EE2AE-1C29-41F4-908A-2FC1B4214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2" name="Rectangle 18">
              <a:extLst>
                <a:ext uri="{FF2B5EF4-FFF2-40B4-BE49-F238E27FC236}">
                  <a16:creationId xmlns:a16="http://schemas.microsoft.com/office/drawing/2014/main" id="{659E38A5-A645-4F8E-BB19-8E66B417D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3" name="Rectangle 19">
              <a:extLst>
                <a:ext uri="{FF2B5EF4-FFF2-40B4-BE49-F238E27FC236}">
                  <a16:creationId xmlns:a16="http://schemas.microsoft.com/office/drawing/2014/main" id="{57DBBB72-EDA3-4C3F-A204-B2A8FD5C7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4" name="Rectangle 20">
              <a:extLst>
                <a:ext uri="{FF2B5EF4-FFF2-40B4-BE49-F238E27FC236}">
                  <a16:creationId xmlns:a16="http://schemas.microsoft.com/office/drawing/2014/main" id="{E3AB9535-43F5-4695-B0B2-D458D6B31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5" name="Rectangle 21">
              <a:extLst>
                <a:ext uri="{FF2B5EF4-FFF2-40B4-BE49-F238E27FC236}">
                  <a16:creationId xmlns:a16="http://schemas.microsoft.com/office/drawing/2014/main" id="{34B05466-9613-4CA2-A36B-BF13C74F6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6" name="Rectangle 22">
              <a:extLst>
                <a:ext uri="{FF2B5EF4-FFF2-40B4-BE49-F238E27FC236}">
                  <a16:creationId xmlns:a16="http://schemas.microsoft.com/office/drawing/2014/main" id="{868F1FC6-843C-4839-A3BE-86A7B0C86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7" name="Rectangle 23">
              <a:extLst>
                <a:ext uri="{FF2B5EF4-FFF2-40B4-BE49-F238E27FC236}">
                  <a16:creationId xmlns:a16="http://schemas.microsoft.com/office/drawing/2014/main" id="{4416705E-F233-44AF-9090-75F4BD84C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8" name="Rectangle 24">
              <a:extLst>
                <a:ext uri="{FF2B5EF4-FFF2-40B4-BE49-F238E27FC236}">
                  <a16:creationId xmlns:a16="http://schemas.microsoft.com/office/drawing/2014/main" id="{DBDA2E00-7BB6-432B-B328-FDE538769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79" name="Rectangle 25">
              <a:extLst>
                <a:ext uri="{FF2B5EF4-FFF2-40B4-BE49-F238E27FC236}">
                  <a16:creationId xmlns:a16="http://schemas.microsoft.com/office/drawing/2014/main" id="{58BA0E95-2DD3-4832-9D61-FC3820E7A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0" name="Rectangle 26">
              <a:extLst>
                <a:ext uri="{FF2B5EF4-FFF2-40B4-BE49-F238E27FC236}">
                  <a16:creationId xmlns:a16="http://schemas.microsoft.com/office/drawing/2014/main" id="{F92DD905-5155-42A0-A4EE-B0367B2F6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1" name="Rectangle 27">
              <a:extLst>
                <a:ext uri="{FF2B5EF4-FFF2-40B4-BE49-F238E27FC236}">
                  <a16:creationId xmlns:a16="http://schemas.microsoft.com/office/drawing/2014/main" id="{83C50248-2A8E-4D9F-AEE5-236FD0E2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2" name="Rectangle 28">
              <a:extLst>
                <a:ext uri="{FF2B5EF4-FFF2-40B4-BE49-F238E27FC236}">
                  <a16:creationId xmlns:a16="http://schemas.microsoft.com/office/drawing/2014/main" id="{51077DC3-B2AA-4E84-988C-49DA4589C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3" name="Rectangle 29">
              <a:extLst>
                <a:ext uri="{FF2B5EF4-FFF2-40B4-BE49-F238E27FC236}">
                  <a16:creationId xmlns:a16="http://schemas.microsoft.com/office/drawing/2014/main" id="{3C99EFA3-7CDA-42C0-ADE3-196BA39D7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4" name="Rectangle 30">
              <a:extLst>
                <a:ext uri="{FF2B5EF4-FFF2-40B4-BE49-F238E27FC236}">
                  <a16:creationId xmlns:a16="http://schemas.microsoft.com/office/drawing/2014/main" id="{EFC0FE3E-6FFD-43F4-A874-4F0123857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5" name="Rectangle 31">
              <a:extLst>
                <a:ext uri="{FF2B5EF4-FFF2-40B4-BE49-F238E27FC236}">
                  <a16:creationId xmlns:a16="http://schemas.microsoft.com/office/drawing/2014/main" id="{5860F752-D976-415E-8FC1-421C4011C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6" name="Rectangle 32">
              <a:extLst>
                <a:ext uri="{FF2B5EF4-FFF2-40B4-BE49-F238E27FC236}">
                  <a16:creationId xmlns:a16="http://schemas.microsoft.com/office/drawing/2014/main" id="{049279DA-08C4-4033-93C5-E59937B99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7" name="Rectangle 33">
              <a:extLst>
                <a:ext uri="{FF2B5EF4-FFF2-40B4-BE49-F238E27FC236}">
                  <a16:creationId xmlns:a16="http://schemas.microsoft.com/office/drawing/2014/main" id="{145BF061-6D5D-4378-9680-10669DD63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8" name="Rectangle 34">
              <a:extLst>
                <a:ext uri="{FF2B5EF4-FFF2-40B4-BE49-F238E27FC236}">
                  <a16:creationId xmlns:a16="http://schemas.microsoft.com/office/drawing/2014/main" id="{D5FDBCC2-2B0B-4E6E-9730-3874193B7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89" name="Rectangle 35">
              <a:extLst>
                <a:ext uri="{FF2B5EF4-FFF2-40B4-BE49-F238E27FC236}">
                  <a16:creationId xmlns:a16="http://schemas.microsoft.com/office/drawing/2014/main" id="{7FF06E88-A641-4AD6-A35F-61AC4FA1F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0" name="Rectangle 36">
              <a:extLst>
                <a:ext uri="{FF2B5EF4-FFF2-40B4-BE49-F238E27FC236}">
                  <a16:creationId xmlns:a16="http://schemas.microsoft.com/office/drawing/2014/main" id="{E3F2CD0D-FF5F-495D-B90D-411C71572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1" name="Rectangle 37">
              <a:extLst>
                <a:ext uri="{FF2B5EF4-FFF2-40B4-BE49-F238E27FC236}">
                  <a16:creationId xmlns:a16="http://schemas.microsoft.com/office/drawing/2014/main" id="{2D9DCE94-A715-478A-BFD3-A4B33D514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2" name="Rectangle 38">
              <a:extLst>
                <a:ext uri="{FF2B5EF4-FFF2-40B4-BE49-F238E27FC236}">
                  <a16:creationId xmlns:a16="http://schemas.microsoft.com/office/drawing/2014/main" id="{F9908EAE-00AC-40A1-9B36-1E528B1AB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3" name="Rectangle 39">
              <a:extLst>
                <a:ext uri="{FF2B5EF4-FFF2-40B4-BE49-F238E27FC236}">
                  <a16:creationId xmlns:a16="http://schemas.microsoft.com/office/drawing/2014/main" id="{EA65E05C-1360-4192-AF8A-3906F7ED9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4" name="Rectangle 40">
              <a:extLst>
                <a:ext uri="{FF2B5EF4-FFF2-40B4-BE49-F238E27FC236}">
                  <a16:creationId xmlns:a16="http://schemas.microsoft.com/office/drawing/2014/main" id="{3A291FAD-16EB-4E21-99AC-7CB17842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5" name="Rectangle 41">
              <a:extLst>
                <a:ext uri="{FF2B5EF4-FFF2-40B4-BE49-F238E27FC236}">
                  <a16:creationId xmlns:a16="http://schemas.microsoft.com/office/drawing/2014/main" id="{AC438DF5-5833-46A3-91EA-B71BFB494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6" name="Rectangle 42">
              <a:extLst>
                <a:ext uri="{FF2B5EF4-FFF2-40B4-BE49-F238E27FC236}">
                  <a16:creationId xmlns:a16="http://schemas.microsoft.com/office/drawing/2014/main" id="{006184D8-C4A7-4B04-A251-8277B7769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7" name="Rectangle 43">
              <a:extLst>
                <a:ext uri="{FF2B5EF4-FFF2-40B4-BE49-F238E27FC236}">
                  <a16:creationId xmlns:a16="http://schemas.microsoft.com/office/drawing/2014/main" id="{A508211D-3414-4549-804F-4688BF3C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8" name="Rectangle 44">
              <a:extLst>
                <a:ext uri="{FF2B5EF4-FFF2-40B4-BE49-F238E27FC236}">
                  <a16:creationId xmlns:a16="http://schemas.microsoft.com/office/drawing/2014/main" id="{01632A05-85DC-448B-9184-8DF4DA071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99" name="Rectangle 45">
              <a:extLst>
                <a:ext uri="{FF2B5EF4-FFF2-40B4-BE49-F238E27FC236}">
                  <a16:creationId xmlns:a16="http://schemas.microsoft.com/office/drawing/2014/main" id="{59C7E095-42AB-410A-9FE2-F5105B2E5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0" name="Rectangle 46">
              <a:extLst>
                <a:ext uri="{FF2B5EF4-FFF2-40B4-BE49-F238E27FC236}">
                  <a16:creationId xmlns:a16="http://schemas.microsoft.com/office/drawing/2014/main" id="{5EA97AB6-28A3-4F63-B3A3-3CDF01AE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1" name="Rectangle 47">
              <a:extLst>
                <a:ext uri="{FF2B5EF4-FFF2-40B4-BE49-F238E27FC236}">
                  <a16:creationId xmlns:a16="http://schemas.microsoft.com/office/drawing/2014/main" id="{5AE46A72-EFD9-41F0-BD34-5390509EF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2" name="Rectangle 48">
              <a:extLst>
                <a:ext uri="{FF2B5EF4-FFF2-40B4-BE49-F238E27FC236}">
                  <a16:creationId xmlns:a16="http://schemas.microsoft.com/office/drawing/2014/main" id="{D59B51F1-9069-40EC-B654-5B6209099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3" name="Rectangle 49">
              <a:extLst>
                <a:ext uri="{FF2B5EF4-FFF2-40B4-BE49-F238E27FC236}">
                  <a16:creationId xmlns:a16="http://schemas.microsoft.com/office/drawing/2014/main" id="{9B8E16D0-2D82-4EA4-B57D-044CF3975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4" name="Rectangle 50">
              <a:extLst>
                <a:ext uri="{FF2B5EF4-FFF2-40B4-BE49-F238E27FC236}">
                  <a16:creationId xmlns:a16="http://schemas.microsoft.com/office/drawing/2014/main" id="{FD884866-C066-4EFB-8D5E-FAD63EA29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5" name="Rectangle 51">
              <a:extLst>
                <a:ext uri="{FF2B5EF4-FFF2-40B4-BE49-F238E27FC236}">
                  <a16:creationId xmlns:a16="http://schemas.microsoft.com/office/drawing/2014/main" id="{383014C7-02D5-466A-B443-39449359F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6" name="Rectangle 52">
              <a:extLst>
                <a:ext uri="{FF2B5EF4-FFF2-40B4-BE49-F238E27FC236}">
                  <a16:creationId xmlns:a16="http://schemas.microsoft.com/office/drawing/2014/main" id="{023ACBF1-5BB0-46BE-A747-54F9BCBB4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7" name="Rectangle 53">
              <a:extLst>
                <a:ext uri="{FF2B5EF4-FFF2-40B4-BE49-F238E27FC236}">
                  <a16:creationId xmlns:a16="http://schemas.microsoft.com/office/drawing/2014/main" id="{8E8046C3-7850-4C7E-846A-1C3BE7AE6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8" name="Rectangle 54">
              <a:extLst>
                <a:ext uri="{FF2B5EF4-FFF2-40B4-BE49-F238E27FC236}">
                  <a16:creationId xmlns:a16="http://schemas.microsoft.com/office/drawing/2014/main" id="{38124D54-A6BE-4B79-831B-02FC31D6A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09" name="Rectangle 55">
              <a:extLst>
                <a:ext uri="{FF2B5EF4-FFF2-40B4-BE49-F238E27FC236}">
                  <a16:creationId xmlns:a16="http://schemas.microsoft.com/office/drawing/2014/main" id="{070B271D-2BB2-4014-B46D-41A622727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10" name="Rectangle 56">
              <a:extLst>
                <a:ext uri="{FF2B5EF4-FFF2-40B4-BE49-F238E27FC236}">
                  <a16:creationId xmlns:a16="http://schemas.microsoft.com/office/drawing/2014/main" id="{02AC7653-EE0A-436B-A947-E0DB12440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11" name="Rectangle 57">
              <a:extLst>
                <a:ext uri="{FF2B5EF4-FFF2-40B4-BE49-F238E27FC236}">
                  <a16:creationId xmlns:a16="http://schemas.microsoft.com/office/drawing/2014/main" id="{1ACF279C-061A-4B80-A994-7EB4EF465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12" name="Rectangle 58">
              <a:extLst>
                <a:ext uri="{FF2B5EF4-FFF2-40B4-BE49-F238E27FC236}">
                  <a16:creationId xmlns:a16="http://schemas.microsoft.com/office/drawing/2014/main" id="{7A056C94-8B25-4308-A7AF-8662A42CB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13" name="Rectangle 59">
              <a:extLst>
                <a:ext uri="{FF2B5EF4-FFF2-40B4-BE49-F238E27FC236}">
                  <a16:creationId xmlns:a16="http://schemas.microsoft.com/office/drawing/2014/main" id="{BCB69F74-A73A-4604-85BA-29D94B078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914" name="Rectangle 60">
              <a:extLst>
                <a:ext uri="{FF2B5EF4-FFF2-40B4-BE49-F238E27FC236}">
                  <a16:creationId xmlns:a16="http://schemas.microsoft.com/office/drawing/2014/main" id="{7D88AFC5-8D74-48F9-B884-665042C29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4818" name="Title 1">
            <a:extLst>
              <a:ext uri="{FF2B5EF4-FFF2-40B4-BE49-F238E27FC236}">
                <a16:creationId xmlns:a16="http://schemas.microsoft.com/office/drawing/2014/main" id="{D76B533A-1BBD-43AE-844A-2D61794EADD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4819" name="TextBox 2">
            <a:extLst>
              <a:ext uri="{FF2B5EF4-FFF2-40B4-BE49-F238E27FC236}">
                <a16:creationId xmlns:a16="http://schemas.microsoft.com/office/drawing/2014/main" id="{D950AF5B-A0AD-4A86-A7C3-8EE6372603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4820" name="TextBox 62">
            <a:extLst>
              <a:ext uri="{FF2B5EF4-FFF2-40B4-BE49-F238E27FC236}">
                <a16:creationId xmlns:a16="http://schemas.microsoft.com/office/drawing/2014/main" id="{388945A6-4D31-4711-B860-98326C25E5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4821" name="Rectangle 3">
            <a:extLst>
              <a:ext uri="{FF2B5EF4-FFF2-40B4-BE49-F238E27FC236}">
                <a16:creationId xmlns:a16="http://schemas.microsoft.com/office/drawing/2014/main" id="{37E928AB-7C18-49A4-8340-B4395E437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4025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4822" name="Oval 111">
            <a:extLst>
              <a:ext uri="{FF2B5EF4-FFF2-40B4-BE49-F238E27FC236}">
                <a16:creationId xmlns:a16="http://schemas.microsoft.com/office/drawing/2014/main" id="{06EE0434-6CB1-4084-BE5A-BC85B5ED2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50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4823" name="Group 103">
            <a:extLst>
              <a:ext uri="{FF2B5EF4-FFF2-40B4-BE49-F238E27FC236}">
                <a16:creationId xmlns:a16="http://schemas.microsoft.com/office/drawing/2014/main" id="{960A4F3E-A2CA-4ECF-A9D2-36F67953D650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4824" name="Freeform 4">
              <a:extLst>
                <a:ext uri="{FF2B5EF4-FFF2-40B4-BE49-F238E27FC236}">
                  <a16:creationId xmlns:a16="http://schemas.microsoft.com/office/drawing/2014/main" id="{0B4CFAD7-47B6-4D6F-8ED0-DEC79DDE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25" name="Freeform 7">
              <a:extLst>
                <a:ext uri="{FF2B5EF4-FFF2-40B4-BE49-F238E27FC236}">
                  <a16:creationId xmlns:a16="http://schemas.microsoft.com/office/drawing/2014/main" id="{4574AFD1-23FB-41B4-950D-BA2C80218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26" name="Freeform 9">
              <a:extLst>
                <a:ext uri="{FF2B5EF4-FFF2-40B4-BE49-F238E27FC236}">
                  <a16:creationId xmlns:a16="http://schemas.microsoft.com/office/drawing/2014/main" id="{905D4FA6-BE8D-46B6-BF0C-501C06763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27" name="Freeform 12">
              <a:extLst>
                <a:ext uri="{FF2B5EF4-FFF2-40B4-BE49-F238E27FC236}">
                  <a16:creationId xmlns:a16="http://schemas.microsoft.com/office/drawing/2014/main" id="{BDF0FF6E-FACC-4ACF-8F6A-2B1BF275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28" name="Freeform 14">
              <a:extLst>
                <a:ext uri="{FF2B5EF4-FFF2-40B4-BE49-F238E27FC236}">
                  <a16:creationId xmlns:a16="http://schemas.microsoft.com/office/drawing/2014/main" id="{97534FFE-66FB-4CF6-898F-855B2260D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29" name="Rectangle 15">
              <a:extLst>
                <a:ext uri="{FF2B5EF4-FFF2-40B4-BE49-F238E27FC236}">
                  <a16:creationId xmlns:a16="http://schemas.microsoft.com/office/drawing/2014/main" id="{F34FDE19-DD6F-4F54-BA82-F54C94808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0" name="Freeform 29">
              <a:extLst>
                <a:ext uri="{FF2B5EF4-FFF2-40B4-BE49-F238E27FC236}">
                  <a16:creationId xmlns:a16="http://schemas.microsoft.com/office/drawing/2014/main" id="{749D12DF-D5E7-436F-B445-6C2B6B84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1" name="Freeform 30">
              <a:extLst>
                <a:ext uri="{FF2B5EF4-FFF2-40B4-BE49-F238E27FC236}">
                  <a16:creationId xmlns:a16="http://schemas.microsoft.com/office/drawing/2014/main" id="{1137C0EE-4E5A-4D57-B783-A1BA0835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2" name="Freeform 31">
              <a:extLst>
                <a:ext uri="{FF2B5EF4-FFF2-40B4-BE49-F238E27FC236}">
                  <a16:creationId xmlns:a16="http://schemas.microsoft.com/office/drawing/2014/main" id="{FCF74696-F321-4971-A98D-E464F33A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3" name="Freeform 32">
              <a:extLst>
                <a:ext uri="{FF2B5EF4-FFF2-40B4-BE49-F238E27FC236}">
                  <a16:creationId xmlns:a16="http://schemas.microsoft.com/office/drawing/2014/main" id="{CD100A30-F372-4700-B8AD-EB572CCF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4" name="Freeform 33">
              <a:extLst>
                <a:ext uri="{FF2B5EF4-FFF2-40B4-BE49-F238E27FC236}">
                  <a16:creationId xmlns:a16="http://schemas.microsoft.com/office/drawing/2014/main" id="{2D66ABA1-5B41-4900-ABC7-D9566D9C0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5" name="Freeform 34">
              <a:extLst>
                <a:ext uri="{FF2B5EF4-FFF2-40B4-BE49-F238E27FC236}">
                  <a16:creationId xmlns:a16="http://schemas.microsoft.com/office/drawing/2014/main" id="{70EDDAFC-38E8-407D-B5F4-4C31A3E64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6" name="Freeform 35">
              <a:extLst>
                <a:ext uri="{FF2B5EF4-FFF2-40B4-BE49-F238E27FC236}">
                  <a16:creationId xmlns:a16="http://schemas.microsoft.com/office/drawing/2014/main" id="{F0639FFA-C39D-45B6-9028-39570FDB9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7" name="Rectangle 37">
              <a:extLst>
                <a:ext uri="{FF2B5EF4-FFF2-40B4-BE49-F238E27FC236}">
                  <a16:creationId xmlns:a16="http://schemas.microsoft.com/office/drawing/2014/main" id="{3029B04F-13EC-481A-A3A4-30DFB522A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8" name="Freeform 44">
              <a:extLst>
                <a:ext uri="{FF2B5EF4-FFF2-40B4-BE49-F238E27FC236}">
                  <a16:creationId xmlns:a16="http://schemas.microsoft.com/office/drawing/2014/main" id="{AB264F22-9804-4BF2-9E8B-43189B6BE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39" name="Line 45">
              <a:extLst>
                <a:ext uri="{FF2B5EF4-FFF2-40B4-BE49-F238E27FC236}">
                  <a16:creationId xmlns:a16="http://schemas.microsoft.com/office/drawing/2014/main" id="{DE842779-99F1-4029-B9D0-3DB64B089E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840" name="Rectangle 47">
              <a:extLst>
                <a:ext uri="{FF2B5EF4-FFF2-40B4-BE49-F238E27FC236}">
                  <a16:creationId xmlns:a16="http://schemas.microsoft.com/office/drawing/2014/main" id="{03813A4C-9F26-4AC7-B15B-E03B504EF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841" name="Group 121">
              <a:extLst>
                <a:ext uri="{FF2B5EF4-FFF2-40B4-BE49-F238E27FC236}">
                  <a16:creationId xmlns:a16="http://schemas.microsoft.com/office/drawing/2014/main" id="{5F1005E3-6A0A-41D4-B8EA-AD1A2DAC84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4855" name="Rectangle 48">
                <a:extLst>
                  <a:ext uri="{FF2B5EF4-FFF2-40B4-BE49-F238E27FC236}">
                    <a16:creationId xmlns:a16="http://schemas.microsoft.com/office/drawing/2014/main" id="{BAE3B615-179B-4630-B5FA-9F3D60D82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56" name="Rectangle 51">
                <a:extLst>
                  <a:ext uri="{FF2B5EF4-FFF2-40B4-BE49-F238E27FC236}">
                    <a16:creationId xmlns:a16="http://schemas.microsoft.com/office/drawing/2014/main" id="{D4391205-BBFE-4D94-BF5B-8B429627E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57" name="Rectangle 54">
                <a:extLst>
                  <a:ext uri="{FF2B5EF4-FFF2-40B4-BE49-F238E27FC236}">
                    <a16:creationId xmlns:a16="http://schemas.microsoft.com/office/drawing/2014/main" id="{823649FA-08F6-4C57-A54E-1C85FE7D5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4842" name="Group 123">
              <a:extLst>
                <a:ext uri="{FF2B5EF4-FFF2-40B4-BE49-F238E27FC236}">
                  <a16:creationId xmlns:a16="http://schemas.microsoft.com/office/drawing/2014/main" id="{0CD317EA-B1F1-4721-B840-7B7F1E781A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4852" name="Rectangle 48">
                <a:extLst>
                  <a:ext uri="{FF2B5EF4-FFF2-40B4-BE49-F238E27FC236}">
                    <a16:creationId xmlns:a16="http://schemas.microsoft.com/office/drawing/2014/main" id="{6E061DCE-0C36-4D26-9A0B-23F07FCB4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53" name="Rectangle 51">
                <a:extLst>
                  <a:ext uri="{FF2B5EF4-FFF2-40B4-BE49-F238E27FC236}">
                    <a16:creationId xmlns:a16="http://schemas.microsoft.com/office/drawing/2014/main" id="{688D02BF-9314-4E63-A18D-2D1694DE8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54" name="Rectangle 54">
                <a:extLst>
                  <a:ext uri="{FF2B5EF4-FFF2-40B4-BE49-F238E27FC236}">
                    <a16:creationId xmlns:a16="http://schemas.microsoft.com/office/drawing/2014/main" id="{E4E81DD6-1E0E-4D3A-8EDE-7E4CC62B3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4843" name="Group 124">
              <a:extLst>
                <a:ext uri="{FF2B5EF4-FFF2-40B4-BE49-F238E27FC236}">
                  <a16:creationId xmlns:a16="http://schemas.microsoft.com/office/drawing/2014/main" id="{1557DF31-5576-4261-9724-C344153C7D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4849" name="Rectangle 48">
                <a:extLst>
                  <a:ext uri="{FF2B5EF4-FFF2-40B4-BE49-F238E27FC236}">
                    <a16:creationId xmlns:a16="http://schemas.microsoft.com/office/drawing/2014/main" id="{CE3904D7-2376-4702-B829-065DDB203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50" name="Rectangle 51">
                <a:extLst>
                  <a:ext uri="{FF2B5EF4-FFF2-40B4-BE49-F238E27FC236}">
                    <a16:creationId xmlns:a16="http://schemas.microsoft.com/office/drawing/2014/main" id="{46053857-80D8-40F7-BB42-7B1D476B2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51" name="Rectangle 54">
                <a:extLst>
                  <a:ext uri="{FF2B5EF4-FFF2-40B4-BE49-F238E27FC236}">
                    <a16:creationId xmlns:a16="http://schemas.microsoft.com/office/drawing/2014/main" id="{E8492415-7280-4847-9CDD-B048A8C73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4844" name="Group 125">
              <a:extLst>
                <a:ext uri="{FF2B5EF4-FFF2-40B4-BE49-F238E27FC236}">
                  <a16:creationId xmlns:a16="http://schemas.microsoft.com/office/drawing/2014/main" id="{116D70FA-F6D6-4841-938B-183C7A868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4846" name="Rectangle 48">
                <a:extLst>
                  <a:ext uri="{FF2B5EF4-FFF2-40B4-BE49-F238E27FC236}">
                    <a16:creationId xmlns:a16="http://schemas.microsoft.com/office/drawing/2014/main" id="{50E58BBC-753C-44CC-A17B-80AB2694C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47" name="Rectangle 51">
                <a:extLst>
                  <a:ext uri="{FF2B5EF4-FFF2-40B4-BE49-F238E27FC236}">
                    <a16:creationId xmlns:a16="http://schemas.microsoft.com/office/drawing/2014/main" id="{C7AF193E-1060-468A-B3FC-B674A78EE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848" name="Rectangle 54">
                <a:extLst>
                  <a:ext uri="{FF2B5EF4-FFF2-40B4-BE49-F238E27FC236}">
                    <a16:creationId xmlns:a16="http://schemas.microsoft.com/office/drawing/2014/main" id="{433C33DB-EEB3-4253-96FF-BB2986B51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45" name="Oval 5">
              <a:extLst>
                <a:ext uri="{FF2B5EF4-FFF2-40B4-BE49-F238E27FC236}">
                  <a16:creationId xmlns:a16="http://schemas.microsoft.com/office/drawing/2014/main" id="{86368B99-F184-4663-9B27-1107BBD86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9686" y="4756195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41" name="Group 1">
            <a:extLst>
              <a:ext uri="{FF2B5EF4-FFF2-40B4-BE49-F238E27FC236}">
                <a16:creationId xmlns:a16="http://schemas.microsoft.com/office/drawing/2014/main" id="{0EDA56EC-BE0F-43BF-A2BF-24C93DBFA927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5883" name="Rectangle 4">
              <a:extLst>
                <a:ext uri="{FF2B5EF4-FFF2-40B4-BE49-F238E27FC236}">
                  <a16:creationId xmlns:a16="http://schemas.microsoft.com/office/drawing/2014/main" id="{4305C6B6-C881-47A2-889C-E6FF1FC3B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84" name="Rectangle 5">
              <a:extLst>
                <a:ext uri="{FF2B5EF4-FFF2-40B4-BE49-F238E27FC236}">
                  <a16:creationId xmlns:a16="http://schemas.microsoft.com/office/drawing/2014/main" id="{5E5EADAC-1153-4EC1-A033-A75C56316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85" name="Rectangle 6">
              <a:extLst>
                <a:ext uri="{FF2B5EF4-FFF2-40B4-BE49-F238E27FC236}">
                  <a16:creationId xmlns:a16="http://schemas.microsoft.com/office/drawing/2014/main" id="{D6C75DD3-0F3A-44AB-B0F5-A177526F1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86" name="Rectangle 7">
              <a:extLst>
                <a:ext uri="{FF2B5EF4-FFF2-40B4-BE49-F238E27FC236}">
                  <a16:creationId xmlns:a16="http://schemas.microsoft.com/office/drawing/2014/main" id="{4C9D76E4-7EE1-4222-8381-AB88F25B5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87" name="Rectangle 8">
              <a:extLst>
                <a:ext uri="{FF2B5EF4-FFF2-40B4-BE49-F238E27FC236}">
                  <a16:creationId xmlns:a16="http://schemas.microsoft.com/office/drawing/2014/main" id="{9616EC06-B6FF-4C8A-ACE4-DF82A578D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88" name="Rectangle 9">
              <a:extLst>
                <a:ext uri="{FF2B5EF4-FFF2-40B4-BE49-F238E27FC236}">
                  <a16:creationId xmlns:a16="http://schemas.microsoft.com/office/drawing/2014/main" id="{A5FC20FF-802B-4DEC-A97D-D476CDF33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89" name="Rectangle 10">
              <a:extLst>
                <a:ext uri="{FF2B5EF4-FFF2-40B4-BE49-F238E27FC236}">
                  <a16:creationId xmlns:a16="http://schemas.microsoft.com/office/drawing/2014/main" id="{531A4319-7615-4D4B-8985-AE55D3055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0" name="Rectangle 11">
              <a:extLst>
                <a:ext uri="{FF2B5EF4-FFF2-40B4-BE49-F238E27FC236}">
                  <a16:creationId xmlns:a16="http://schemas.microsoft.com/office/drawing/2014/main" id="{08D394FA-C405-473E-BB6F-688016C44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1" name="Rectangle 12">
              <a:extLst>
                <a:ext uri="{FF2B5EF4-FFF2-40B4-BE49-F238E27FC236}">
                  <a16:creationId xmlns:a16="http://schemas.microsoft.com/office/drawing/2014/main" id="{388D6329-4A68-4A8F-87EA-C348BAFB7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2" name="Rectangle 13">
              <a:extLst>
                <a:ext uri="{FF2B5EF4-FFF2-40B4-BE49-F238E27FC236}">
                  <a16:creationId xmlns:a16="http://schemas.microsoft.com/office/drawing/2014/main" id="{2D5E1A1A-9477-44BF-BC06-BC19BD8CD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3" name="Rectangle 14">
              <a:extLst>
                <a:ext uri="{FF2B5EF4-FFF2-40B4-BE49-F238E27FC236}">
                  <a16:creationId xmlns:a16="http://schemas.microsoft.com/office/drawing/2014/main" id="{A17E1360-23E8-4174-A4A5-32F639830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4" name="Rectangle 15">
              <a:extLst>
                <a:ext uri="{FF2B5EF4-FFF2-40B4-BE49-F238E27FC236}">
                  <a16:creationId xmlns:a16="http://schemas.microsoft.com/office/drawing/2014/main" id="{01D601E4-EB93-4B81-AEB3-9CB2B1185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5" name="Rectangle 16">
              <a:extLst>
                <a:ext uri="{FF2B5EF4-FFF2-40B4-BE49-F238E27FC236}">
                  <a16:creationId xmlns:a16="http://schemas.microsoft.com/office/drawing/2014/main" id="{0FE6A5F3-541A-4F91-874E-4E3DFF8C0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6" name="Rectangle 17">
              <a:extLst>
                <a:ext uri="{FF2B5EF4-FFF2-40B4-BE49-F238E27FC236}">
                  <a16:creationId xmlns:a16="http://schemas.microsoft.com/office/drawing/2014/main" id="{6769D654-07CE-4062-ABB7-2AE3F3FED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7" name="Rectangle 18">
              <a:extLst>
                <a:ext uri="{FF2B5EF4-FFF2-40B4-BE49-F238E27FC236}">
                  <a16:creationId xmlns:a16="http://schemas.microsoft.com/office/drawing/2014/main" id="{E51F41D0-BAC0-4F67-858F-7026FBA41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8" name="Rectangle 19">
              <a:extLst>
                <a:ext uri="{FF2B5EF4-FFF2-40B4-BE49-F238E27FC236}">
                  <a16:creationId xmlns:a16="http://schemas.microsoft.com/office/drawing/2014/main" id="{34D844F2-0E4B-4B96-A673-BF32E398D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99" name="Rectangle 20">
              <a:extLst>
                <a:ext uri="{FF2B5EF4-FFF2-40B4-BE49-F238E27FC236}">
                  <a16:creationId xmlns:a16="http://schemas.microsoft.com/office/drawing/2014/main" id="{82E8D5D0-384E-4BF8-A51C-9E7929670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0" name="Rectangle 21">
              <a:extLst>
                <a:ext uri="{FF2B5EF4-FFF2-40B4-BE49-F238E27FC236}">
                  <a16:creationId xmlns:a16="http://schemas.microsoft.com/office/drawing/2014/main" id="{02C71A76-0700-429F-A914-D5A7283DE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1" name="Rectangle 22">
              <a:extLst>
                <a:ext uri="{FF2B5EF4-FFF2-40B4-BE49-F238E27FC236}">
                  <a16:creationId xmlns:a16="http://schemas.microsoft.com/office/drawing/2014/main" id="{6A0146B0-989C-4998-9B4E-82B28FF00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2" name="Rectangle 23">
              <a:extLst>
                <a:ext uri="{FF2B5EF4-FFF2-40B4-BE49-F238E27FC236}">
                  <a16:creationId xmlns:a16="http://schemas.microsoft.com/office/drawing/2014/main" id="{4A7A6ABF-942C-49BC-ABAA-6776DF4AC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3" name="Rectangle 24">
              <a:extLst>
                <a:ext uri="{FF2B5EF4-FFF2-40B4-BE49-F238E27FC236}">
                  <a16:creationId xmlns:a16="http://schemas.microsoft.com/office/drawing/2014/main" id="{D54A2EC4-70F3-4BA1-9962-7759FDBB8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4" name="Rectangle 25">
              <a:extLst>
                <a:ext uri="{FF2B5EF4-FFF2-40B4-BE49-F238E27FC236}">
                  <a16:creationId xmlns:a16="http://schemas.microsoft.com/office/drawing/2014/main" id="{114CEA81-EF62-4D66-A2C5-651369CD5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5" name="Rectangle 26">
              <a:extLst>
                <a:ext uri="{FF2B5EF4-FFF2-40B4-BE49-F238E27FC236}">
                  <a16:creationId xmlns:a16="http://schemas.microsoft.com/office/drawing/2014/main" id="{83565490-1EED-45C3-ABC4-B9846BE47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6" name="Rectangle 27">
              <a:extLst>
                <a:ext uri="{FF2B5EF4-FFF2-40B4-BE49-F238E27FC236}">
                  <a16:creationId xmlns:a16="http://schemas.microsoft.com/office/drawing/2014/main" id="{92C04CDD-8913-4A6D-92AD-24EA9BA61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7" name="Rectangle 28">
              <a:extLst>
                <a:ext uri="{FF2B5EF4-FFF2-40B4-BE49-F238E27FC236}">
                  <a16:creationId xmlns:a16="http://schemas.microsoft.com/office/drawing/2014/main" id="{BBF69AD0-CCD9-43C0-81A7-D6B05F5F3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8" name="Rectangle 29">
              <a:extLst>
                <a:ext uri="{FF2B5EF4-FFF2-40B4-BE49-F238E27FC236}">
                  <a16:creationId xmlns:a16="http://schemas.microsoft.com/office/drawing/2014/main" id="{41E3330E-8CC2-4F53-AF95-E33B86F45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09" name="Rectangle 30">
              <a:extLst>
                <a:ext uri="{FF2B5EF4-FFF2-40B4-BE49-F238E27FC236}">
                  <a16:creationId xmlns:a16="http://schemas.microsoft.com/office/drawing/2014/main" id="{7F37E6E3-6EAD-40A4-88BA-6327BA178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0" name="Rectangle 31">
              <a:extLst>
                <a:ext uri="{FF2B5EF4-FFF2-40B4-BE49-F238E27FC236}">
                  <a16:creationId xmlns:a16="http://schemas.microsoft.com/office/drawing/2014/main" id="{E4AA8232-C442-4B0C-9995-155BCF0AD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1" name="Rectangle 32">
              <a:extLst>
                <a:ext uri="{FF2B5EF4-FFF2-40B4-BE49-F238E27FC236}">
                  <a16:creationId xmlns:a16="http://schemas.microsoft.com/office/drawing/2014/main" id="{9FC26732-DCB7-436E-9061-E84BB85F4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2" name="Rectangle 33">
              <a:extLst>
                <a:ext uri="{FF2B5EF4-FFF2-40B4-BE49-F238E27FC236}">
                  <a16:creationId xmlns:a16="http://schemas.microsoft.com/office/drawing/2014/main" id="{82F5B2F1-C00F-4FA7-9F46-A258FA9C6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3" name="Rectangle 34">
              <a:extLst>
                <a:ext uri="{FF2B5EF4-FFF2-40B4-BE49-F238E27FC236}">
                  <a16:creationId xmlns:a16="http://schemas.microsoft.com/office/drawing/2014/main" id="{D4E59B1F-675D-4A3E-A381-D978B4DF4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4" name="Rectangle 35">
              <a:extLst>
                <a:ext uri="{FF2B5EF4-FFF2-40B4-BE49-F238E27FC236}">
                  <a16:creationId xmlns:a16="http://schemas.microsoft.com/office/drawing/2014/main" id="{5F08834B-285D-4C38-A8DB-3D61D7301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5" name="Rectangle 36">
              <a:extLst>
                <a:ext uri="{FF2B5EF4-FFF2-40B4-BE49-F238E27FC236}">
                  <a16:creationId xmlns:a16="http://schemas.microsoft.com/office/drawing/2014/main" id="{A0ED7E22-DB25-4E59-A9DC-5F75B94AC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6" name="Rectangle 37">
              <a:extLst>
                <a:ext uri="{FF2B5EF4-FFF2-40B4-BE49-F238E27FC236}">
                  <a16:creationId xmlns:a16="http://schemas.microsoft.com/office/drawing/2014/main" id="{F681FF5D-ED5D-49F0-9A4D-A19A5A488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7" name="Rectangle 38">
              <a:extLst>
                <a:ext uri="{FF2B5EF4-FFF2-40B4-BE49-F238E27FC236}">
                  <a16:creationId xmlns:a16="http://schemas.microsoft.com/office/drawing/2014/main" id="{275E2713-78FC-472F-8B58-49003C3BB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8" name="Rectangle 39">
              <a:extLst>
                <a:ext uri="{FF2B5EF4-FFF2-40B4-BE49-F238E27FC236}">
                  <a16:creationId xmlns:a16="http://schemas.microsoft.com/office/drawing/2014/main" id="{1B6D6CFB-BF78-46F5-84F9-5174CD8E6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19" name="Rectangle 40">
              <a:extLst>
                <a:ext uri="{FF2B5EF4-FFF2-40B4-BE49-F238E27FC236}">
                  <a16:creationId xmlns:a16="http://schemas.microsoft.com/office/drawing/2014/main" id="{A376FAEF-1467-4375-9126-7D2B75196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0" name="Rectangle 41">
              <a:extLst>
                <a:ext uri="{FF2B5EF4-FFF2-40B4-BE49-F238E27FC236}">
                  <a16:creationId xmlns:a16="http://schemas.microsoft.com/office/drawing/2014/main" id="{FDFC1C05-23D3-44CB-9FC2-26F507F51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1" name="Rectangle 42">
              <a:extLst>
                <a:ext uri="{FF2B5EF4-FFF2-40B4-BE49-F238E27FC236}">
                  <a16:creationId xmlns:a16="http://schemas.microsoft.com/office/drawing/2014/main" id="{12374D65-0AEB-4257-94F8-51478D2B6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2" name="Rectangle 43">
              <a:extLst>
                <a:ext uri="{FF2B5EF4-FFF2-40B4-BE49-F238E27FC236}">
                  <a16:creationId xmlns:a16="http://schemas.microsoft.com/office/drawing/2014/main" id="{9CC7431B-6EBF-4AAF-A5CB-6E8093626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3" name="Rectangle 44">
              <a:extLst>
                <a:ext uri="{FF2B5EF4-FFF2-40B4-BE49-F238E27FC236}">
                  <a16:creationId xmlns:a16="http://schemas.microsoft.com/office/drawing/2014/main" id="{D157AE84-2B4F-4340-9C79-8FE4A2C01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4" name="Rectangle 45">
              <a:extLst>
                <a:ext uri="{FF2B5EF4-FFF2-40B4-BE49-F238E27FC236}">
                  <a16:creationId xmlns:a16="http://schemas.microsoft.com/office/drawing/2014/main" id="{64E1D989-1B73-4C5F-99CC-EFFA7FE11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5" name="Rectangle 46">
              <a:extLst>
                <a:ext uri="{FF2B5EF4-FFF2-40B4-BE49-F238E27FC236}">
                  <a16:creationId xmlns:a16="http://schemas.microsoft.com/office/drawing/2014/main" id="{8882576A-E1A7-4168-B9D7-FB670C706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6" name="Rectangle 47">
              <a:extLst>
                <a:ext uri="{FF2B5EF4-FFF2-40B4-BE49-F238E27FC236}">
                  <a16:creationId xmlns:a16="http://schemas.microsoft.com/office/drawing/2014/main" id="{204AC16B-3134-41B1-AD9A-59DFED5DB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7" name="Rectangle 48">
              <a:extLst>
                <a:ext uri="{FF2B5EF4-FFF2-40B4-BE49-F238E27FC236}">
                  <a16:creationId xmlns:a16="http://schemas.microsoft.com/office/drawing/2014/main" id="{FAB5F836-F750-4D7D-831A-8C5018AD6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8" name="Rectangle 49">
              <a:extLst>
                <a:ext uri="{FF2B5EF4-FFF2-40B4-BE49-F238E27FC236}">
                  <a16:creationId xmlns:a16="http://schemas.microsoft.com/office/drawing/2014/main" id="{311DDB15-8C6A-4619-96DF-BA7C78395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29" name="Rectangle 50">
              <a:extLst>
                <a:ext uri="{FF2B5EF4-FFF2-40B4-BE49-F238E27FC236}">
                  <a16:creationId xmlns:a16="http://schemas.microsoft.com/office/drawing/2014/main" id="{7C909B8A-C06D-463E-A24A-C46767BF6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0" name="Rectangle 51">
              <a:extLst>
                <a:ext uri="{FF2B5EF4-FFF2-40B4-BE49-F238E27FC236}">
                  <a16:creationId xmlns:a16="http://schemas.microsoft.com/office/drawing/2014/main" id="{CA10A74B-832D-4F29-BE0B-92C5DF7DD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1" name="Rectangle 52">
              <a:extLst>
                <a:ext uri="{FF2B5EF4-FFF2-40B4-BE49-F238E27FC236}">
                  <a16:creationId xmlns:a16="http://schemas.microsoft.com/office/drawing/2014/main" id="{FA9F35EE-122D-462C-81C7-559E0E31E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2" name="Rectangle 53">
              <a:extLst>
                <a:ext uri="{FF2B5EF4-FFF2-40B4-BE49-F238E27FC236}">
                  <a16:creationId xmlns:a16="http://schemas.microsoft.com/office/drawing/2014/main" id="{14A26F67-707E-48B2-9C06-71315130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3" name="Rectangle 54">
              <a:extLst>
                <a:ext uri="{FF2B5EF4-FFF2-40B4-BE49-F238E27FC236}">
                  <a16:creationId xmlns:a16="http://schemas.microsoft.com/office/drawing/2014/main" id="{D2C37615-1C54-4742-923D-73B6A4376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4" name="Rectangle 55">
              <a:extLst>
                <a:ext uri="{FF2B5EF4-FFF2-40B4-BE49-F238E27FC236}">
                  <a16:creationId xmlns:a16="http://schemas.microsoft.com/office/drawing/2014/main" id="{6EACB0DC-6A27-438E-8C63-68387BB87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5" name="Rectangle 56">
              <a:extLst>
                <a:ext uri="{FF2B5EF4-FFF2-40B4-BE49-F238E27FC236}">
                  <a16:creationId xmlns:a16="http://schemas.microsoft.com/office/drawing/2014/main" id="{A6397DFB-24DD-4EAC-85E8-4D9127C62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6" name="Rectangle 57">
              <a:extLst>
                <a:ext uri="{FF2B5EF4-FFF2-40B4-BE49-F238E27FC236}">
                  <a16:creationId xmlns:a16="http://schemas.microsoft.com/office/drawing/2014/main" id="{C5D4E0F1-162D-427C-B59C-8B034CF6C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7" name="Rectangle 58">
              <a:extLst>
                <a:ext uri="{FF2B5EF4-FFF2-40B4-BE49-F238E27FC236}">
                  <a16:creationId xmlns:a16="http://schemas.microsoft.com/office/drawing/2014/main" id="{57D82AE8-C168-4153-9F08-8A41E837C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8" name="Rectangle 59">
              <a:extLst>
                <a:ext uri="{FF2B5EF4-FFF2-40B4-BE49-F238E27FC236}">
                  <a16:creationId xmlns:a16="http://schemas.microsoft.com/office/drawing/2014/main" id="{44398668-4D1B-45BE-ABB1-2609FA751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39" name="Rectangle 60">
              <a:extLst>
                <a:ext uri="{FF2B5EF4-FFF2-40B4-BE49-F238E27FC236}">
                  <a16:creationId xmlns:a16="http://schemas.microsoft.com/office/drawing/2014/main" id="{595D7DA8-2FD8-49F5-B1AC-B55FA8202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5842" name="Title 1">
            <a:extLst>
              <a:ext uri="{FF2B5EF4-FFF2-40B4-BE49-F238E27FC236}">
                <a16:creationId xmlns:a16="http://schemas.microsoft.com/office/drawing/2014/main" id="{ECBECF9A-9B16-42E6-837F-1472E295EAB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5843" name="TextBox 2">
            <a:extLst>
              <a:ext uri="{FF2B5EF4-FFF2-40B4-BE49-F238E27FC236}">
                <a16:creationId xmlns:a16="http://schemas.microsoft.com/office/drawing/2014/main" id="{6E1681B1-CA8F-4F17-BA2F-A02B62A501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5844" name="TextBox 62">
            <a:extLst>
              <a:ext uri="{FF2B5EF4-FFF2-40B4-BE49-F238E27FC236}">
                <a16:creationId xmlns:a16="http://schemas.microsoft.com/office/drawing/2014/main" id="{914D117F-2534-45D3-9FBD-90175F4EE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5845" name="Rectangle 3">
            <a:extLst>
              <a:ext uri="{FF2B5EF4-FFF2-40B4-BE49-F238E27FC236}">
                <a16:creationId xmlns:a16="http://schemas.microsoft.com/office/drawing/2014/main" id="{BBF57C8B-455B-4EFA-A57F-BC32FD28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1388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5846" name="Oval 111">
            <a:extLst>
              <a:ext uri="{FF2B5EF4-FFF2-40B4-BE49-F238E27FC236}">
                <a16:creationId xmlns:a16="http://schemas.microsoft.com/office/drawing/2014/main" id="{4A30EE0C-EDD1-4090-8CA1-9B88C3568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5847" name="Group 104">
            <a:extLst>
              <a:ext uri="{FF2B5EF4-FFF2-40B4-BE49-F238E27FC236}">
                <a16:creationId xmlns:a16="http://schemas.microsoft.com/office/drawing/2014/main" id="{78BA0D7E-1FC9-4668-AC4C-6A103910B29D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5849" name="Freeform 4">
              <a:extLst>
                <a:ext uri="{FF2B5EF4-FFF2-40B4-BE49-F238E27FC236}">
                  <a16:creationId xmlns:a16="http://schemas.microsoft.com/office/drawing/2014/main" id="{FBB73687-3A20-436E-AE2E-F05AC8CC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0" name="Freeform 7">
              <a:extLst>
                <a:ext uri="{FF2B5EF4-FFF2-40B4-BE49-F238E27FC236}">
                  <a16:creationId xmlns:a16="http://schemas.microsoft.com/office/drawing/2014/main" id="{71434D80-2201-4AAE-B833-3CCC1FAA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1" name="Freeform 9">
              <a:extLst>
                <a:ext uri="{FF2B5EF4-FFF2-40B4-BE49-F238E27FC236}">
                  <a16:creationId xmlns:a16="http://schemas.microsoft.com/office/drawing/2014/main" id="{B110F1A2-1566-4F09-BCDB-7D0CF5A5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2" name="Freeform 12">
              <a:extLst>
                <a:ext uri="{FF2B5EF4-FFF2-40B4-BE49-F238E27FC236}">
                  <a16:creationId xmlns:a16="http://schemas.microsoft.com/office/drawing/2014/main" id="{772F7D6C-5802-4332-B014-9A35CBCB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3" name="Freeform 14">
              <a:extLst>
                <a:ext uri="{FF2B5EF4-FFF2-40B4-BE49-F238E27FC236}">
                  <a16:creationId xmlns:a16="http://schemas.microsoft.com/office/drawing/2014/main" id="{D052C64E-0FF2-4EED-AB75-C036EBD01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4" name="Rectangle 15">
              <a:extLst>
                <a:ext uri="{FF2B5EF4-FFF2-40B4-BE49-F238E27FC236}">
                  <a16:creationId xmlns:a16="http://schemas.microsoft.com/office/drawing/2014/main" id="{E76A3E80-3289-46D4-A007-D43B08D58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5" name="Freeform 29">
              <a:extLst>
                <a:ext uri="{FF2B5EF4-FFF2-40B4-BE49-F238E27FC236}">
                  <a16:creationId xmlns:a16="http://schemas.microsoft.com/office/drawing/2014/main" id="{A80982D0-13BC-4A3D-9FF8-0B0170A0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6" name="Freeform 30">
              <a:extLst>
                <a:ext uri="{FF2B5EF4-FFF2-40B4-BE49-F238E27FC236}">
                  <a16:creationId xmlns:a16="http://schemas.microsoft.com/office/drawing/2014/main" id="{E3A53776-2EC0-4F71-A85C-857BDC1C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7" name="Freeform 31">
              <a:extLst>
                <a:ext uri="{FF2B5EF4-FFF2-40B4-BE49-F238E27FC236}">
                  <a16:creationId xmlns:a16="http://schemas.microsoft.com/office/drawing/2014/main" id="{889D4FB8-7A7B-4BD7-8252-D50F9B9D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8" name="Freeform 32">
              <a:extLst>
                <a:ext uri="{FF2B5EF4-FFF2-40B4-BE49-F238E27FC236}">
                  <a16:creationId xmlns:a16="http://schemas.microsoft.com/office/drawing/2014/main" id="{5F1739D1-A4EE-47A7-8A30-C716340F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59" name="Freeform 33">
              <a:extLst>
                <a:ext uri="{FF2B5EF4-FFF2-40B4-BE49-F238E27FC236}">
                  <a16:creationId xmlns:a16="http://schemas.microsoft.com/office/drawing/2014/main" id="{EA6534E7-6A3C-462B-A8E8-B3294152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60" name="Freeform 34">
              <a:extLst>
                <a:ext uri="{FF2B5EF4-FFF2-40B4-BE49-F238E27FC236}">
                  <a16:creationId xmlns:a16="http://schemas.microsoft.com/office/drawing/2014/main" id="{ECA78DEE-2EE0-4F38-9A6C-57DB5545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61" name="Freeform 35">
              <a:extLst>
                <a:ext uri="{FF2B5EF4-FFF2-40B4-BE49-F238E27FC236}">
                  <a16:creationId xmlns:a16="http://schemas.microsoft.com/office/drawing/2014/main" id="{F98B59E6-03C8-4546-BA80-79B8BD88B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62" name="Rectangle 37">
              <a:extLst>
                <a:ext uri="{FF2B5EF4-FFF2-40B4-BE49-F238E27FC236}">
                  <a16:creationId xmlns:a16="http://schemas.microsoft.com/office/drawing/2014/main" id="{ECBDB5E6-4681-4E7D-BBC3-F2FCD7A06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63" name="Freeform 44">
              <a:extLst>
                <a:ext uri="{FF2B5EF4-FFF2-40B4-BE49-F238E27FC236}">
                  <a16:creationId xmlns:a16="http://schemas.microsoft.com/office/drawing/2014/main" id="{38B39E0E-A63F-4E89-9E43-99E9D1865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64" name="Line 45">
              <a:extLst>
                <a:ext uri="{FF2B5EF4-FFF2-40B4-BE49-F238E27FC236}">
                  <a16:creationId xmlns:a16="http://schemas.microsoft.com/office/drawing/2014/main" id="{60DF9520-291B-4651-983E-B236E28F8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65" name="Rectangle 47">
              <a:extLst>
                <a:ext uri="{FF2B5EF4-FFF2-40B4-BE49-F238E27FC236}">
                  <a16:creationId xmlns:a16="http://schemas.microsoft.com/office/drawing/2014/main" id="{C1D96E4A-EE2D-4F1F-B97A-3022422CA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866" name="Group 122">
              <a:extLst>
                <a:ext uri="{FF2B5EF4-FFF2-40B4-BE49-F238E27FC236}">
                  <a16:creationId xmlns:a16="http://schemas.microsoft.com/office/drawing/2014/main" id="{4E40A920-F19A-4DDC-81C7-6D9536CDCE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5880" name="Rectangle 48">
                <a:extLst>
                  <a:ext uri="{FF2B5EF4-FFF2-40B4-BE49-F238E27FC236}">
                    <a16:creationId xmlns:a16="http://schemas.microsoft.com/office/drawing/2014/main" id="{4EC7171D-BB81-47DF-85EE-D2EFA6A3D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81" name="Rectangle 51">
                <a:extLst>
                  <a:ext uri="{FF2B5EF4-FFF2-40B4-BE49-F238E27FC236}">
                    <a16:creationId xmlns:a16="http://schemas.microsoft.com/office/drawing/2014/main" id="{32F6419A-2AF2-4C65-93E3-4D1B4E18E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82" name="Rectangle 54">
                <a:extLst>
                  <a:ext uri="{FF2B5EF4-FFF2-40B4-BE49-F238E27FC236}">
                    <a16:creationId xmlns:a16="http://schemas.microsoft.com/office/drawing/2014/main" id="{44BC78B1-5834-4C44-8423-06C31703B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5867" name="Group 124">
              <a:extLst>
                <a:ext uri="{FF2B5EF4-FFF2-40B4-BE49-F238E27FC236}">
                  <a16:creationId xmlns:a16="http://schemas.microsoft.com/office/drawing/2014/main" id="{820A3E41-3728-4477-A40B-8752C7B86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5877" name="Rectangle 48">
                <a:extLst>
                  <a:ext uri="{FF2B5EF4-FFF2-40B4-BE49-F238E27FC236}">
                    <a16:creationId xmlns:a16="http://schemas.microsoft.com/office/drawing/2014/main" id="{486CF2CB-7CB3-4719-A82C-653CEBF3E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78" name="Rectangle 51">
                <a:extLst>
                  <a:ext uri="{FF2B5EF4-FFF2-40B4-BE49-F238E27FC236}">
                    <a16:creationId xmlns:a16="http://schemas.microsoft.com/office/drawing/2014/main" id="{F73D4344-3DF6-4A7F-BCF7-6D4A4001B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79" name="Rectangle 54">
                <a:extLst>
                  <a:ext uri="{FF2B5EF4-FFF2-40B4-BE49-F238E27FC236}">
                    <a16:creationId xmlns:a16="http://schemas.microsoft.com/office/drawing/2014/main" id="{823CE0BC-9253-44CF-9A1F-400466C40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5868" name="Group 125">
              <a:extLst>
                <a:ext uri="{FF2B5EF4-FFF2-40B4-BE49-F238E27FC236}">
                  <a16:creationId xmlns:a16="http://schemas.microsoft.com/office/drawing/2014/main" id="{DFC84912-C06F-45CB-A976-0ECB4594F8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5874" name="Rectangle 48">
                <a:extLst>
                  <a:ext uri="{FF2B5EF4-FFF2-40B4-BE49-F238E27FC236}">
                    <a16:creationId xmlns:a16="http://schemas.microsoft.com/office/drawing/2014/main" id="{C5FAD18B-BA15-4719-AE48-0F1C10310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75" name="Rectangle 51">
                <a:extLst>
                  <a:ext uri="{FF2B5EF4-FFF2-40B4-BE49-F238E27FC236}">
                    <a16:creationId xmlns:a16="http://schemas.microsoft.com/office/drawing/2014/main" id="{99756864-0A15-41A0-8C17-D07D9D4F0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76" name="Rectangle 54">
                <a:extLst>
                  <a:ext uri="{FF2B5EF4-FFF2-40B4-BE49-F238E27FC236}">
                    <a16:creationId xmlns:a16="http://schemas.microsoft.com/office/drawing/2014/main" id="{98986D01-6FED-43CE-941A-1F52AC4B5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5869" name="Group 126">
              <a:extLst>
                <a:ext uri="{FF2B5EF4-FFF2-40B4-BE49-F238E27FC236}">
                  <a16:creationId xmlns:a16="http://schemas.microsoft.com/office/drawing/2014/main" id="{F2EBF652-F5DD-4731-9144-B78ECA174A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5871" name="Rectangle 48">
                <a:extLst>
                  <a:ext uri="{FF2B5EF4-FFF2-40B4-BE49-F238E27FC236}">
                    <a16:creationId xmlns:a16="http://schemas.microsoft.com/office/drawing/2014/main" id="{1B330F83-E6D6-47FE-AFC7-566165F2C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72" name="Rectangle 51">
                <a:extLst>
                  <a:ext uri="{FF2B5EF4-FFF2-40B4-BE49-F238E27FC236}">
                    <a16:creationId xmlns:a16="http://schemas.microsoft.com/office/drawing/2014/main" id="{2996691D-83D5-493B-B246-437189C71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873" name="Rectangle 54">
                <a:extLst>
                  <a:ext uri="{FF2B5EF4-FFF2-40B4-BE49-F238E27FC236}">
                    <a16:creationId xmlns:a16="http://schemas.microsoft.com/office/drawing/2014/main" id="{EEE5F037-5844-456F-A9FF-DC18BC144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870" name="Oval 5">
              <a:extLst>
                <a:ext uri="{FF2B5EF4-FFF2-40B4-BE49-F238E27FC236}">
                  <a16:creationId xmlns:a16="http://schemas.microsoft.com/office/drawing/2014/main" id="{F0CCF10B-548E-430E-A31E-B0CC872EB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9686" y="4756195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5848" name="Oval 105">
            <a:extLst>
              <a:ext uri="{FF2B5EF4-FFF2-40B4-BE49-F238E27FC236}">
                <a16:creationId xmlns:a16="http://schemas.microsoft.com/office/drawing/2014/main" id="{A2182D69-5048-4762-B101-E24629C4A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0425" y="4903788"/>
            <a:ext cx="657225" cy="2889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65" name="Group 1">
            <a:extLst>
              <a:ext uri="{FF2B5EF4-FFF2-40B4-BE49-F238E27FC236}">
                <a16:creationId xmlns:a16="http://schemas.microsoft.com/office/drawing/2014/main" id="{C775111C-DD61-4399-9C0E-43AA32C4F31F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6906" name="Rectangle 4">
              <a:extLst>
                <a:ext uri="{FF2B5EF4-FFF2-40B4-BE49-F238E27FC236}">
                  <a16:creationId xmlns:a16="http://schemas.microsoft.com/office/drawing/2014/main" id="{EB0B465E-539B-46F2-8D9B-A68AF7E8E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07" name="Rectangle 5">
              <a:extLst>
                <a:ext uri="{FF2B5EF4-FFF2-40B4-BE49-F238E27FC236}">
                  <a16:creationId xmlns:a16="http://schemas.microsoft.com/office/drawing/2014/main" id="{CFF91827-1F93-4073-B89B-D1039CD64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08" name="Rectangle 6">
              <a:extLst>
                <a:ext uri="{FF2B5EF4-FFF2-40B4-BE49-F238E27FC236}">
                  <a16:creationId xmlns:a16="http://schemas.microsoft.com/office/drawing/2014/main" id="{96A0B7F2-C75B-4A3D-8906-9F2F0915A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09" name="Rectangle 7">
              <a:extLst>
                <a:ext uri="{FF2B5EF4-FFF2-40B4-BE49-F238E27FC236}">
                  <a16:creationId xmlns:a16="http://schemas.microsoft.com/office/drawing/2014/main" id="{0BE0FA41-5065-4C0A-B6FB-EB77D5D90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0" name="Rectangle 8">
              <a:extLst>
                <a:ext uri="{FF2B5EF4-FFF2-40B4-BE49-F238E27FC236}">
                  <a16:creationId xmlns:a16="http://schemas.microsoft.com/office/drawing/2014/main" id="{757AEC5E-4698-48FD-A285-A6FA2B9FC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1" name="Rectangle 9">
              <a:extLst>
                <a:ext uri="{FF2B5EF4-FFF2-40B4-BE49-F238E27FC236}">
                  <a16:creationId xmlns:a16="http://schemas.microsoft.com/office/drawing/2014/main" id="{5262963D-42B3-4FE7-A4B7-403CBDDB3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2" name="Rectangle 10">
              <a:extLst>
                <a:ext uri="{FF2B5EF4-FFF2-40B4-BE49-F238E27FC236}">
                  <a16:creationId xmlns:a16="http://schemas.microsoft.com/office/drawing/2014/main" id="{545244A5-4515-42D7-AD38-E2CC2CE1B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3" name="Rectangle 11">
              <a:extLst>
                <a:ext uri="{FF2B5EF4-FFF2-40B4-BE49-F238E27FC236}">
                  <a16:creationId xmlns:a16="http://schemas.microsoft.com/office/drawing/2014/main" id="{0A040C4C-B518-4057-8A47-DB21A4800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4" name="Rectangle 12">
              <a:extLst>
                <a:ext uri="{FF2B5EF4-FFF2-40B4-BE49-F238E27FC236}">
                  <a16:creationId xmlns:a16="http://schemas.microsoft.com/office/drawing/2014/main" id="{A58036C9-FBA0-4466-B803-FE0534910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5" name="Rectangle 13">
              <a:extLst>
                <a:ext uri="{FF2B5EF4-FFF2-40B4-BE49-F238E27FC236}">
                  <a16:creationId xmlns:a16="http://schemas.microsoft.com/office/drawing/2014/main" id="{13E85731-D32E-4479-A33E-1716ABA5A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6" name="Rectangle 14">
              <a:extLst>
                <a:ext uri="{FF2B5EF4-FFF2-40B4-BE49-F238E27FC236}">
                  <a16:creationId xmlns:a16="http://schemas.microsoft.com/office/drawing/2014/main" id="{4811C05B-3BF8-45BF-8CCB-2187FB476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7" name="Rectangle 15">
              <a:extLst>
                <a:ext uri="{FF2B5EF4-FFF2-40B4-BE49-F238E27FC236}">
                  <a16:creationId xmlns:a16="http://schemas.microsoft.com/office/drawing/2014/main" id="{5BA1BF23-09EE-4294-ACC0-B487D2BA6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8" name="Rectangle 16">
              <a:extLst>
                <a:ext uri="{FF2B5EF4-FFF2-40B4-BE49-F238E27FC236}">
                  <a16:creationId xmlns:a16="http://schemas.microsoft.com/office/drawing/2014/main" id="{B8E86447-AB6A-4203-9B1D-B68BBF45D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19" name="Rectangle 17">
              <a:extLst>
                <a:ext uri="{FF2B5EF4-FFF2-40B4-BE49-F238E27FC236}">
                  <a16:creationId xmlns:a16="http://schemas.microsoft.com/office/drawing/2014/main" id="{12CB8AA6-D3D6-4213-9B42-F8F001317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0" name="Rectangle 18">
              <a:extLst>
                <a:ext uri="{FF2B5EF4-FFF2-40B4-BE49-F238E27FC236}">
                  <a16:creationId xmlns:a16="http://schemas.microsoft.com/office/drawing/2014/main" id="{507572E0-5CD7-42D7-8099-17D51CAA3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1" name="Rectangle 19">
              <a:extLst>
                <a:ext uri="{FF2B5EF4-FFF2-40B4-BE49-F238E27FC236}">
                  <a16:creationId xmlns:a16="http://schemas.microsoft.com/office/drawing/2014/main" id="{FBC2D452-912B-4B56-A5C2-4200966A1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2" name="Rectangle 20">
              <a:extLst>
                <a:ext uri="{FF2B5EF4-FFF2-40B4-BE49-F238E27FC236}">
                  <a16:creationId xmlns:a16="http://schemas.microsoft.com/office/drawing/2014/main" id="{786D8D53-9DFA-460B-9BD6-C3E16DFF6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3" name="Rectangle 21">
              <a:extLst>
                <a:ext uri="{FF2B5EF4-FFF2-40B4-BE49-F238E27FC236}">
                  <a16:creationId xmlns:a16="http://schemas.microsoft.com/office/drawing/2014/main" id="{D7857824-95A9-4EB7-B085-B6EE56C32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4" name="Rectangle 22">
              <a:extLst>
                <a:ext uri="{FF2B5EF4-FFF2-40B4-BE49-F238E27FC236}">
                  <a16:creationId xmlns:a16="http://schemas.microsoft.com/office/drawing/2014/main" id="{125688F0-3AAF-47F7-A3EA-E4F51A905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5" name="Rectangle 23">
              <a:extLst>
                <a:ext uri="{FF2B5EF4-FFF2-40B4-BE49-F238E27FC236}">
                  <a16:creationId xmlns:a16="http://schemas.microsoft.com/office/drawing/2014/main" id="{6ABCB859-3532-413F-A5B5-CF59BB239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6" name="Rectangle 24">
              <a:extLst>
                <a:ext uri="{FF2B5EF4-FFF2-40B4-BE49-F238E27FC236}">
                  <a16:creationId xmlns:a16="http://schemas.microsoft.com/office/drawing/2014/main" id="{E0AB1AD7-49B8-4B94-9832-8ED382313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7" name="Rectangle 25">
              <a:extLst>
                <a:ext uri="{FF2B5EF4-FFF2-40B4-BE49-F238E27FC236}">
                  <a16:creationId xmlns:a16="http://schemas.microsoft.com/office/drawing/2014/main" id="{83003F78-28C3-496B-A99A-29D749D26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8" name="Rectangle 26">
              <a:extLst>
                <a:ext uri="{FF2B5EF4-FFF2-40B4-BE49-F238E27FC236}">
                  <a16:creationId xmlns:a16="http://schemas.microsoft.com/office/drawing/2014/main" id="{76AEA9B1-07D7-4D10-9E2C-17AE2BE67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29" name="Rectangle 27">
              <a:extLst>
                <a:ext uri="{FF2B5EF4-FFF2-40B4-BE49-F238E27FC236}">
                  <a16:creationId xmlns:a16="http://schemas.microsoft.com/office/drawing/2014/main" id="{A5998A83-AA04-456F-81EF-1C55E661B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0" name="Rectangle 28">
              <a:extLst>
                <a:ext uri="{FF2B5EF4-FFF2-40B4-BE49-F238E27FC236}">
                  <a16:creationId xmlns:a16="http://schemas.microsoft.com/office/drawing/2014/main" id="{FE98C2E9-D811-486B-9242-1E21B2E61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1" name="Rectangle 29">
              <a:extLst>
                <a:ext uri="{FF2B5EF4-FFF2-40B4-BE49-F238E27FC236}">
                  <a16:creationId xmlns:a16="http://schemas.microsoft.com/office/drawing/2014/main" id="{9754C94A-50CB-4653-940F-020904A2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2" name="Rectangle 30">
              <a:extLst>
                <a:ext uri="{FF2B5EF4-FFF2-40B4-BE49-F238E27FC236}">
                  <a16:creationId xmlns:a16="http://schemas.microsoft.com/office/drawing/2014/main" id="{1C3E7F6D-682B-411D-8137-5F0D0E8EB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3" name="Rectangle 31">
              <a:extLst>
                <a:ext uri="{FF2B5EF4-FFF2-40B4-BE49-F238E27FC236}">
                  <a16:creationId xmlns:a16="http://schemas.microsoft.com/office/drawing/2014/main" id="{4CDBEABF-7BFF-4ED1-AF6D-F2932946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4" name="Rectangle 32">
              <a:extLst>
                <a:ext uri="{FF2B5EF4-FFF2-40B4-BE49-F238E27FC236}">
                  <a16:creationId xmlns:a16="http://schemas.microsoft.com/office/drawing/2014/main" id="{F5365380-4754-4C82-B15D-A1A360491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5" name="Rectangle 33">
              <a:extLst>
                <a:ext uri="{FF2B5EF4-FFF2-40B4-BE49-F238E27FC236}">
                  <a16:creationId xmlns:a16="http://schemas.microsoft.com/office/drawing/2014/main" id="{7A6EC683-737D-405C-946F-7C27AB473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6" name="Rectangle 34">
              <a:extLst>
                <a:ext uri="{FF2B5EF4-FFF2-40B4-BE49-F238E27FC236}">
                  <a16:creationId xmlns:a16="http://schemas.microsoft.com/office/drawing/2014/main" id="{0CEDD9AF-FA30-4B89-A385-18DB0246E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7" name="Rectangle 35">
              <a:extLst>
                <a:ext uri="{FF2B5EF4-FFF2-40B4-BE49-F238E27FC236}">
                  <a16:creationId xmlns:a16="http://schemas.microsoft.com/office/drawing/2014/main" id="{579B1C7E-A507-4F87-81A1-986F961A6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8" name="Rectangle 36">
              <a:extLst>
                <a:ext uri="{FF2B5EF4-FFF2-40B4-BE49-F238E27FC236}">
                  <a16:creationId xmlns:a16="http://schemas.microsoft.com/office/drawing/2014/main" id="{3DE370EE-BB4B-454F-82CD-D646B5DBF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39" name="Rectangle 37">
              <a:extLst>
                <a:ext uri="{FF2B5EF4-FFF2-40B4-BE49-F238E27FC236}">
                  <a16:creationId xmlns:a16="http://schemas.microsoft.com/office/drawing/2014/main" id="{BC930DAB-338A-435F-BB7D-185752066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0" name="Rectangle 38">
              <a:extLst>
                <a:ext uri="{FF2B5EF4-FFF2-40B4-BE49-F238E27FC236}">
                  <a16:creationId xmlns:a16="http://schemas.microsoft.com/office/drawing/2014/main" id="{B763013D-DEA1-416B-9440-4A184A35F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1" name="Rectangle 39">
              <a:extLst>
                <a:ext uri="{FF2B5EF4-FFF2-40B4-BE49-F238E27FC236}">
                  <a16:creationId xmlns:a16="http://schemas.microsoft.com/office/drawing/2014/main" id="{21CCAF58-029B-45D2-BE9D-679297252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2" name="Rectangle 40">
              <a:extLst>
                <a:ext uri="{FF2B5EF4-FFF2-40B4-BE49-F238E27FC236}">
                  <a16:creationId xmlns:a16="http://schemas.microsoft.com/office/drawing/2014/main" id="{1493BE01-9DDA-4B2E-BF9C-8374AC900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3" name="Rectangle 41">
              <a:extLst>
                <a:ext uri="{FF2B5EF4-FFF2-40B4-BE49-F238E27FC236}">
                  <a16:creationId xmlns:a16="http://schemas.microsoft.com/office/drawing/2014/main" id="{617F315C-4E3F-4F6D-A585-0F6F0BD9B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4" name="Rectangle 42">
              <a:extLst>
                <a:ext uri="{FF2B5EF4-FFF2-40B4-BE49-F238E27FC236}">
                  <a16:creationId xmlns:a16="http://schemas.microsoft.com/office/drawing/2014/main" id="{3BCCD640-16A6-47B7-A0E4-684EB2E7C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5" name="Rectangle 43">
              <a:extLst>
                <a:ext uri="{FF2B5EF4-FFF2-40B4-BE49-F238E27FC236}">
                  <a16:creationId xmlns:a16="http://schemas.microsoft.com/office/drawing/2014/main" id="{A87C1D35-4727-4A70-9B3D-F2E098F3A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6" name="Rectangle 44">
              <a:extLst>
                <a:ext uri="{FF2B5EF4-FFF2-40B4-BE49-F238E27FC236}">
                  <a16:creationId xmlns:a16="http://schemas.microsoft.com/office/drawing/2014/main" id="{1C4C63AB-54B5-4B74-B3AD-9FFE717CF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7" name="Rectangle 45">
              <a:extLst>
                <a:ext uri="{FF2B5EF4-FFF2-40B4-BE49-F238E27FC236}">
                  <a16:creationId xmlns:a16="http://schemas.microsoft.com/office/drawing/2014/main" id="{9A046963-C02B-4DFA-BCE7-20B2D2473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8" name="Rectangle 46">
              <a:extLst>
                <a:ext uri="{FF2B5EF4-FFF2-40B4-BE49-F238E27FC236}">
                  <a16:creationId xmlns:a16="http://schemas.microsoft.com/office/drawing/2014/main" id="{EE09CB4F-FBDD-4AA8-A713-387C91D72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49" name="Rectangle 47">
              <a:extLst>
                <a:ext uri="{FF2B5EF4-FFF2-40B4-BE49-F238E27FC236}">
                  <a16:creationId xmlns:a16="http://schemas.microsoft.com/office/drawing/2014/main" id="{E803B0F0-7D81-4986-84F7-912C08C2D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0" name="Rectangle 48">
              <a:extLst>
                <a:ext uri="{FF2B5EF4-FFF2-40B4-BE49-F238E27FC236}">
                  <a16:creationId xmlns:a16="http://schemas.microsoft.com/office/drawing/2014/main" id="{772C8724-166D-4E03-BC96-14B7DB630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1" name="Rectangle 49">
              <a:extLst>
                <a:ext uri="{FF2B5EF4-FFF2-40B4-BE49-F238E27FC236}">
                  <a16:creationId xmlns:a16="http://schemas.microsoft.com/office/drawing/2014/main" id="{D1E2EA47-1D12-4B81-859B-AE33B28BB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2" name="Rectangle 50">
              <a:extLst>
                <a:ext uri="{FF2B5EF4-FFF2-40B4-BE49-F238E27FC236}">
                  <a16:creationId xmlns:a16="http://schemas.microsoft.com/office/drawing/2014/main" id="{06E094BD-2353-4802-AB97-4C151FF60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3" name="Rectangle 51">
              <a:extLst>
                <a:ext uri="{FF2B5EF4-FFF2-40B4-BE49-F238E27FC236}">
                  <a16:creationId xmlns:a16="http://schemas.microsoft.com/office/drawing/2014/main" id="{1BCB57AE-3198-4BBD-911A-A4D3AED2F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4" name="Rectangle 52">
              <a:extLst>
                <a:ext uri="{FF2B5EF4-FFF2-40B4-BE49-F238E27FC236}">
                  <a16:creationId xmlns:a16="http://schemas.microsoft.com/office/drawing/2014/main" id="{80ABDF27-45B6-4838-BD8F-B8EC8B878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5" name="Rectangle 53">
              <a:extLst>
                <a:ext uri="{FF2B5EF4-FFF2-40B4-BE49-F238E27FC236}">
                  <a16:creationId xmlns:a16="http://schemas.microsoft.com/office/drawing/2014/main" id="{4257F594-A811-4620-AA2A-809D40E46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6" name="Rectangle 54">
              <a:extLst>
                <a:ext uri="{FF2B5EF4-FFF2-40B4-BE49-F238E27FC236}">
                  <a16:creationId xmlns:a16="http://schemas.microsoft.com/office/drawing/2014/main" id="{5EC2F3CD-CAC5-4857-848F-33858AA28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7" name="Rectangle 55">
              <a:extLst>
                <a:ext uri="{FF2B5EF4-FFF2-40B4-BE49-F238E27FC236}">
                  <a16:creationId xmlns:a16="http://schemas.microsoft.com/office/drawing/2014/main" id="{9FAFDE2B-5951-4F97-AC34-67B63F540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8" name="Rectangle 56">
              <a:extLst>
                <a:ext uri="{FF2B5EF4-FFF2-40B4-BE49-F238E27FC236}">
                  <a16:creationId xmlns:a16="http://schemas.microsoft.com/office/drawing/2014/main" id="{C0C91296-D615-4738-8E66-AA7DE0BEB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59" name="Rectangle 57">
              <a:extLst>
                <a:ext uri="{FF2B5EF4-FFF2-40B4-BE49-F238E27FC236}">
                  <a16:creationId xmlns:a16="http://schemas.microsoft.com/office/drawing/2014/main" id="{C06EF348-33B3-4704-A95E-1A0BE25A2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60" name="Rectangle 58">
              <a:extLst>
                <a:ext uri="{FF2B5EF4-FFF2-40B4-BE49-F238E27FC236}">
                  <a16:creationId xmlns:a16="http://schemas.microsoft.com/office/drawing/2014/main" id="{63FA12B9-7C05-4537-B8B2-4B38039FC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61" name="Rectangle 59">
              <a:extLst>
                <a:ext uri="{FF2B5EF4-FFF2-40B4-BE49-F238E27FC236}">
                  <a16:creationId xmlns:a16="http://schemas.microsoft.com/office/drawing/2014/main" id="{A21F43B0-5B84-47A6-A7F5-15FD07E1C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962" name="Rectangle 60">
              <a:extLst>
                <a:ext uri="{FF2B5EF4-FFF2-40B4-BE49-F238E27FC236}">
                  <a16:creationId xmlns:a16="http://schemas.microsoft.com/office/drawing/2014/main" id="{C6F85163-2D5C-4CE2-8484-5FF0977CE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6866" name="Title 1">
            <a:extLst>
              <a:ext uri="{FF2B5EF4-FFF2-40B4-BE49-F238E27FC236}">
                <a16:creationId xmlns:a16="http://schemas.microsoft.com/office/drawing/2014/main" id="{82CBC1B0-B33D-4755-915E-11085D2A48D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6867" name="TextBox 2">
            <a:extLst>
              <a:ext uri="{FF2B5EF4-FFF2-40B4-BE49-F238E27FC236}">
                <a16:creationId xmlns:a16="http://schemas.microsoft.com/office/drawing/2014/main" id="{2C411B05-8AF3-4966-84A2-6BFD531DE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6868" name="TextBox 62">
            <a:extLst>
              <a:ext uri="{FF2B5EF4-FFF2-40B4-BE49-F238E27FC236}">
                <a16:creationId xmlns:a16="http://schemas.microsoft.com/office/drawing/2014/main" id="{1FF977BA-CE4C-4E73-8AD4-96D154756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6869" name="Rectangle 3">
            <a:extLst>
              <a:ext uri="{FF2B5EF4-FFF2-40B4-BE49-F238E27FC236}">
                <a16:creationId xmlns:a16="http://schemas.microsoft.com/office/drawing/2014/main" id="{1C356EFC-B638-4B21-97AE-B72C972A1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0975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6870" name="Oval 111">
            <a:extLst>
              <a:ext uri="{FF2B5EF4-FFF2-40B4-BE49-F238E27FC236}">
                <a16:creationId xmlns:a16="http://schemas.microsoft.com/office/drawing/2014/main" id="{A4ED6401-E2D2-4620-A961-5BF78764F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6688" y="2609850"/>
            <a:ext cx="338137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6871" name="Group 103">
            <a:extLst>
              <a:ext uri="{FF2B5EF4-FFF2-40B4-BE49-F238E27FC236}">
                <a16:creationId xmlns:a16="http://schemas.microsoft.com/office/drawing/2014/main" id="{129D951F-C8A5-400D-9617-A9954DEB4F10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6872" name="Freeform 4">
              <a:extLst>
                <a:ext uri="{FF2B5EF4-FFF2-40B4-BE49-F238E27FC236}">
                  <a16:creationId xmlns:a16="http://schemas.microsoft.com/office/drawing/2014/main" id="{C8AA8E2B-00BB-484B-B3C4-A244A81A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73" name="Freeform 7">
              <a:extLst>
                <a:ext uri="{FF2B5EF4-FFF2-40B4-BE49-F238E27FC236}">
                  <a16:creationId xmlns:a16="http://schemas.microsoft.com/office/drawing/2014/main" id="{39E90DC5-76B9-4F27-BB1E-320FF1D6E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74" name="Freeform 9">
              <a:extLst>
                <a:ext uri="{FF2B5EF4-FFF2-40B4-BE49-F238E27FC236}">
                  <a16:creationId xmlns:a16="http://schemas.microsoft.com/office/drawing/2014/main" id="{A2928352-3DB4-456D-BA82-185B757B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7D0FFB3D-B11B-4A64-939C-F7AA0F04D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76" name="Freeform 14">
              <a:extLst>
                <a:ext uri="{FF2B5EF4-FFF2-40B4-BE49-F238E27FC236}">
                  <a16:creationId xmlns:a16="http://schemas.microsoft.com/office/drawing/2014/main" id="{290C34B8-2117-4764-8E29-95AB4FF7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77" name="Rectangle 15">
              <a:extLst>
                <a:ext uri="{FF2B5EF4-FFF2-40B4-BE49-F238E27FC236}">
                  <a16:creationId xmlns:a16="http://schemas.microsoft.com/office/drawing/2014/main" id="{8C4E75BC-2F53-4740-BEDA-4DB981884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78" name="Freeform 29">
              <a:extLst>
                <a:ext uri="{FF2B5EF4-FFF2-40B4-BE49-F238E27FC236}">
                  <a16:creationId xmlns:a16="http://schemas.microsoft.com/office/drawing/2014/main" id="{80B980EE-F141-4D6C-B779-915081CC6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79" name="Freeform 30">
              <a:extLst>
                <a:ext uri="{FF2B5EF4-FFF2-40B4-BE49-F238E27FC236}">
                  <a16:creationId xmlns:a16="http://schemas.microsoft.com/office/drawing/2014/main" id="{E52CB4CA-120A-464A-8C04-1E9BD0CBB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0" name="Freeform 31">
              <a:extLst>
                <a:ext uri="{FF2B5EF4-FFF2-40B4-BE49-F238E27FC236}">
                  <a16:creationId xmlns:a16="http://schemas.microsoft.com/office/drawing/2014/main" id="{9CA60BCD-8EC1-48CB-BE03-33CC50B73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1" name="Freeform 32">
              <a:extLst>
                <a:ext uri="{FF2B5EF4-FFF2-40B4-BE49-F238E27FC236}">
                  <a16:creationId xmlns:a16="http://schemas.microsoft.com/office/drawing/2014/main" id="{3802880A-98D8-4511-A101-D7A0C226D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2" name="Freeform 33">
              <a:extLst>
                <a:ext uri="{FF2B5EF4-FFF2-40B4-BE49-F238E27FC236}">
                  <a16:creationId xmlns:a16="http://schemas.microsoft.com/office/drawing/2014/main" id="{28FA4ECC-0858-484C-BD98-2CFA6A7D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3" name="Freeform 34">
              <a:extLst>
                <a:ext uri="{FF2B5EF4-FFF2-40B4-BE49-F238E27FC236}">
                  <a16:creationId xmlns:a16="http://schemas.microsoft.com/office/drawing/2014/main" id="{717E07C6-8B91-4D91-94E8-959265665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4" name="Freeform 35">
              <a:extLst>
                <a:ext uri="{FF2B5EF4-FFF2-40B4-BE49-F238E27FC236}">
                  <a16:creationId xmlns:a16="http://schemas.microsoft.com/office/drawing/2014/main" id="{72E1002B-04A3-4AC7-9016-DD73BA5B3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5" name="Rectangle 37">
              <a:extLst>
                <a:ext uri="{FF2B5EF4-FFF2-40B4-BE49-F238E27FC236}">
                  <a16:creationId xmlns:a16="http://schemas.microsoft.com/office/drawing/2014/main" id="{B7BEED33-D154-42B6-ABA8-079C5E915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6" name="Freeform 44">
              <a:extLst>
                <a:ext uri="{FF2B5EF4-FFF2-40B4-BE49-F238E27FC236}">
                  <a16:creationId xmlns:a16="http://schemas.microsoft.com/office/drawing/2014/main" id="{FC7D1C91-7404-4781-9E26-4FBD396C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7" name="Line 45">
              <a:extLst>
                <a:ext uri="{FF2B5EF4-FFF2-40B4-BE49-F238E27FC236}">
                  <a16:creationId xmlns:a16="http://schemas.microsoft.com/office/drawing/2014/main" id="{A9FA4448-8D5F-4FE7-AF8E-8C34590F79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888" name="Rectangle 47">
              <a:extLst>
                <a:ext uri="{FF2B5EF4-FFF2-40B4-BE49-F238E27FC236}">
                  <a16:creationId xmlns:a16="http://schemas.microsoft.com/office/drawing/2014/main" id="{5FF88D07-6EF8-4FE0-B215-07B854588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6889" name="Group 121">
              <a:extLst>
                <a:ext uri="{FF2B5EF4-FFF2-40B4-BE49-F238E27FC236}">
                  <a16:creationId xmlns:a16="http://schemas.microsoft.com/office/drawing/2014/main" id="{3EC64220-9045-4F32-A794-3919971653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6903" name="Rectangle 48">
                <a:extLst>
                  <a:ext uri="{FF2B5EF4-FFF2-40B4-BE49-F238E27FC236}">
                    <a16:creationId xmlns:a16="http://schemas.microsoft.com/office/drawing/2014/main" id="{9495E723-4946-4EBB-B0FF-AC41C5A9C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904" name="Rectangle 51">
                <a:extLst>
                  <a:ext uri="{FF2B5EF4-FFF2-40B4-BE49-F238E27FC236}">
                    <a16:creationId xmlns:a16="http://schemas.microsoft.com/office/drawing/2014/main" id="{EAEEFCB2-89DB-4DCA-87D4-BA2FED692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905" name="Rectangle 54">
                <a:extLst>
                  <a:ext uri="{FF2B5EF4-FFF2-40B4-BE49-F238E27FC236}">
                    <a16:creationId xmlns:a16="http://schemas.microsoft.com/office/drawing/2014/main" id="{C38538E7-82C3-4045-84A4-5D8140C9C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90" name="Oval 5">
              <a:extLst>
                <a:ext uri="{FF2B5EF4-FFF2-40B4-BE49-F238E27FC236}">
                  <a16:creationId xmlns:a16="http://schemas.microsoft.com/office/drawing/2014/main" id="{3B0AA55A-CED2-416A-B59C-9AB387AB9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6891" name="Group 123">
              <a:extLst>
                <a:ext uri="{FF2B5EF4-FFF2-40B4-BE49-F238E27FC236}">
                  <a16:creationId xmlns:a16="http://schemas.microsoft.com/office/drawing/2014/main" id="{EF8FF732-4CDA-4777-B718-840D1B8FCB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6900" name="Rectangle 48">
                <a:extLst>
                  <a:ext uri="{FF2B5EF4-FFF2-40B4-BE49-F238E27FC236}">
                    <a16:creationId xmlns:a16="http://schemas.microsoft.com/office/drawing/2014/main" id="{548D4CDA-CC26-40E8-8302-FA2CC30CB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901" name="Rectangle 51">
                <a:extLst>
                  <a:ext uri="{FF2B5EF4-FFF2-40B4-BE49-F238E27FC236}">
                    <a16:creationId xmlns:a16="http://schemas.microsoft.com/office/drawing/2014/main" id="{3B64033A-BA39-4FDA-9D49-10F98594D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902" name="Rectangle 54">
                <a:extLst>
                  <a:ext uri="{FF2B5EF4-FFF2-40B4-BE49-F238E27FC236}">
                    <a16:creationId xmlns:a16="http://schemas.microsoft.com/office/drawing/2014/main" id="{A6517F34-4274-44BA-ABE5-776268C87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6892" name="Group 124">
              <a:extLst>
                <a:ext uri="{FF2B5EF4-FFF2-40B4-BE49-F238E27FC236}">
                  <a16:creationId xmlns:a16="http://schemas.microsoft.com/office/drawing/2014/main" id="{99AE9A5E-0489-411E-9B22-18CB2F7ED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6897" name="Rectangle 48">
                <a:extLst>
                  <a:ext uri="{FF2B5EF4-FFF2-40B4-BE49-F238E27FC236}">
                    <a16:creationId xmlns:a16="http://schemas.microsoft.com/office/drawing/2014/main" id="{203EBFFC-1130-4106-A813-D71BB5BC9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898" name="Rectangle 51">
                <a:extLst>
                  <a:ext uri="{FF2B5EF4-FFF2-40B4-BE49-F238E27FC236}">
                    <a16:creationId xmlns:a16="http://schemas.microsoft.com/office/drawing/2014/main" id="{1C6095C4-6C4C-41FE-8683-930D3AD95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899" name="Rectangle 54">
                <a:extLst>
                  <a:ext uri="{FF2B5EF4-FFF2-40B4-BE49-F238E27FC236}">
                    <a16:creationId xmlns:a16="http://schemas.microsoft.com/office/drawing/2014/main" id="{72A39898-8D35-49C7-9FE4-33568FB1A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6893" name="Group 125">
              <a:extLst>
                <a:ext uri="{FF2B5EF4-FFF2-40B4-BE49-F238E27FC236}">
                  <a16:creationId xmlns:a16="http://schemas.microsoft.com/office/drawing/2014/main" id="{34034CFA-4364-4E44-9170-128BE8D5A4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6894" name="Rectangle 48">
                <a:extLst>
                  <a:ext uri="{FF2B5EF4-FFF2-40B4-BE49-F238E27FC236}">
                    <a16:creationId xmlns:a16="http://schemas.microsoft.com/office/drawing/2014/main" id="{4F08F461-33D7-4C73-8E08-DD329AF73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895" name="Rectangle 51">
                <a:extLst>
                  <a:ext uri="{FF2B5EF4-FFF2-40B4-BE49-F238E27FC236}">
                    <a16:creationId xmlns:a16="http://schemas.microsoft.com/office/drawing/2014/main" id="{38B75E86-FAB9-4DBD-87AF-3CA859A5A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896" name="Rectangle 54">
                <a:extLst>
                  <a:ext uri="{FF2B5EF4-FFF2-40B4-BE49-F238E27FC236}">
                    <a16:creationId xmlns:a16="http://schemas.microsoft.com/office/drawing/2014/main" id="{8569433E-54DA-41EB-A854-D487B86AA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89" name="Group 1">
            <a:extLst>
              <a:ext uri="{FF2B5EF4-FFF2-40B4-BE49-F238E27FC236}">
                <a16:creationId xmlns:a16="http://schemas.microsoft.com/office/drawing/2014/main" id="{0C78E869-5D0F-40C7-8F27-78A16EEC457E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7930" name="Rectangle 4">
              <a:extLst>
                <a:ext uri="{FF2B5EF4-FFF2-40B4-BE49-F238E27FC236}">
                  <a16:creationId xmlns:a16="http://schemas.microsoft.com/office/drawing/2014/main" id="{EF7C12BF-A8DD-4190-B925-81256F332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1" name="Rectangle 5">
              <a:extLst>
                <a:ext uri="{FF2B5EF4-FFF2-40B4-BE49-F238E27FC236}">
                  <a16:creationId xmlns:a16="http://schemas.microsoft.com/office/drawing/2014/main" id="{FF99D6BF-D83E-4102-9EDA-3D68B11DA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2" name="Rectangle 6">
              <a:extLst>
                <a:ext uri="{FF2B5EF4-FFF2-40B4-BE49-F238E27FC236}">
                  <a16:creationId xmlns:a16="http://schemas.microsoft.com/office/drawing/2014/main" id="{24B851DF-DDBB-4B13-85D8-4FA8BA5E8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3" name="Rectangle 7">
              <a:extLst>
                <a:ext uri="{FF2B5EF4-FFF2-40B4-BE49-F238E27FC236}">
                  <a16:creationId xmlns:a16="http://schemas.microsoft.com/office/drawing/2014/main" id="{28DF0C7A-9F01-4AD5-9D79-71D45E20C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4" name="Rectangle 8">
              <a:extLst>
                <a:ext uri="{FF2B5EF4-FFF2-40B4-BE49-F238E27FC236}">
                  <a16:creationId xmlns:a16="http://schemas.microsoft.com/office/drawing/2014/main" id="{142FA1FF-2949-48D2-B323-5415AEBEE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5" name="Rectangle 9">
              <a:extLst>
                <a:ext uri="{FF2B5EF4-FFF2-40B4-BE49-F238E27FC236}">
                  <a16:creationId xmlns:a16="http://schemas.microsoft.com/office/drawing/2014/main" id="{6281994A-0CFF-48B4-BCDD-9AFC3BB55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6" name="Rectangle 10">
              <a:extLst>
                <a:ext uri="{FF2B5EF4-FFF2-40B4-BE49-F238E27FC236}">
                  <a16:creationId xmlns:a16="http://schemas.microsoft.com/office/drawing/2014/main" id="{9961AC4B-962C-42AC-B9AC-A62E771BC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7" name="Rectangle 11">
              <a:extLst>
                <a:ext uri="{FF2B5EF4-FFF2-40B4-BE49-F238E27FC236}">
                  <a16:creationId xmlns:a16="http://schemas.microsoft.com/office/drawing/2014/main" id="{88C775D6-59EC-4394-BB26-8C23FBC6E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8" name="Rectangle 12">
              <a:extLst>
                <a:ext uri="{FF2B5EF4-FFF2-40B4-BE49-F238E27FC236}">
                  <a16:creationId xmlns:a16="http://schemas.microsoft.com/office/drawing/2014/main" id="{4AD33C1D-EDD5-4BBD-AA32-AB743FDF1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39" name="Rectangle 13">
              <a:extLst>
                <a:ext uri="{FF2B5EF4-FFF2-40B4-BE49-F238E27FC236}">
                  <a16:creationId xmlns:a16="http://schemas.microsoft.com/office/drawing/2014/main" id="{A08A549C-0D87-4FE9-B080-18479C2D9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0" name="Rectangle 14">
              <a:extLst>
                <a:ext uri="{FF2B5EF4-FFF2-40B4-BE49-F238E27FC236}">
                  <a16:creationId xmlns:a16="http://schemas.microsoft.com/office/drawing/2014/main" id="{C6E8B744-B690-4E09-A613-4DE7D101E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1" name="Rectangle 15">
              <a:extLst>
                <a:ext uri="{FF2B5EF4-FFF2-40B4-BE49-F238E27FC236}">
                  <a16:creationId xmlns:a16="http://schemas.microsoft.com/office/drawing/2014/main" id="{4E107FD8-2ED5-4172-90A0-C279BECA5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2" name="Rectangle 16">
              <a:extLst>
                <a:ext uri="{FF2B5EF4-FFF2-40B4-BE49-F238E27FC236}">
                  <a16:creationId xmlns:a16="http://schemas.microsoft.com/office/drawing/2014/main" id="{F4247C70-EC9B-419F-81E0-E7997105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3" name="Rectangle 17">
              <a:extLst>
                <a:ext uri="{FF2B5EF4-FFF2-40B4-BE49-F238E27FC236}">
                  <a16:creationId xmlns:a16="http://schemas.microsoft.com/office/drawing/2014/main" id="{7DED78E6-A2DB-48B5-997F-7240BDB4D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4" name="Rectangle 18">
              <a:extLst>
                <a:ext uri="{FF2B5EF4-FFF2-40B4-BE49-F238E27FC236}">
                  <a16:creationId xmlns:a16="http://schemas.microsoft.com/office/drawing/2014/main" id="{ADEBA15C-B6FA-4D00-B379-2EA1A5842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5" name="Rectangle 19">
              <a:extLst>
                <a:ext uri="{FF2B5EF4-FFF2-40B4-BE49-F238E27FC236}">
                  <a16:creationId xmlns:a16="http://schemas.microsoft.com/office/drawing/2014/main" id="{CEE0A26A-D8C1-4119-A00E-14AF15AC0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6" name="Rectangle 20">
              <a:extLst>
                <a:ext uri="{FF2B5EF4-FFF2-40B4-BE49-F238E27FC236}">
                  <a16:creationId xmlns:a16="http://schemas.microsoft.com/office/drawing/2014/main" id="{498E6E0B-B2E4-4979-BB92-38E86A00B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7" name="Rectangle 21">
              <a:extLst>
                <a:ext uri="{FF2B5EF4-FFF2-40B4-BE49-F238E27FC236}">
                  <a16:creationId xmlns:a16="http://schemas.microsoft.com/office/drawing/2014/main" id="{3A9823B1-7CF6-4353-9E8F-F22C7E38D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8" name="Rectangle 22">
              <a:extLst>
                <a:ext uri="{FF2B5EF4-FFF2-40B4-BE49-F238E27FC236}">
                  <a16:creationId xmlns:a16="http://schemas.microsoft.com/office/drawing/2014/main" id="{CA250D2D-2041-4646-AAC0-A30445AE5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49" name="Rectangle 23">
              <a:extLst>
                <a:ext uri="{FF2B5EF4-FFF2-40B4-BE49-F238E27FC236}">
                  <a16:creationId xmlns:a16="http://schemas.microsoft.com/office/drawing/2014/main" id="{8B3CC5BA-DFCB-4B48-82AC-E920A6D19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0" name="Rectangle 24">
              <a:extLst>
                <a:ext uri="{FF2B5EF4-FFF2-40B4-BE49-F238E27FC236}">
                  <a16:creationId xmlns:a16="http://schemas.microsoft.com/office/drawing/2014/main" id="{4A17B8F8-02EF-4A5A-A9FB-8742A0135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1" name="Rectangle 25">
              <a:extLst>
                <a:ext uri="{FF2B5EF4-FFF2-40B4-BE49-F238E27FC236}">
                  <a16:creationId xmlns:a16="http://schemas.microsoft.com/office/drawing/2014/main" id="{167B192C-9A69-4051-8722-87D264B6E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2" name="Rectangle 26">
              <a:extLst>
                <a:ext uri="{FF2B5EF4-FFF2-40B4-BE49-F238E27FC236}">
                  <a16:creationId xmlns:a16="http://schemas.microsoft.com/office/drawing/2014/main" id="{ED86F530-9514-4B1C-85CB-F05B8A3D1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3" name="Rectangle 27">
              <a:extLst>
                <a:ext uri="{FF2B5EF4-FFF2-40B4-BE49-F238E27FC236}">
                  <a16:creationId xmlns:a16="http://schemas.microsoft.com/office/drawing/2014/main" id="{730E9060-3592-4C72-84AD-EC85F8332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4" name="Rectangle 28">
              <a:extLst>
                <a:ext uri="{FF2B5EF4-FFF2-40B4-BE49-F238E27FC236}">
                  <a16:creationId xmlns:a16="http://schemas.microsoft.com/office/drawing/2014/main" id="{B3C73E13-82BA-4602-8AF1-C8A91296A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5" name="Rectangle 29">
              <a:extLst>
                <a:ext uri="{FF2B5EF4-FFF2-40B4-BE49-F238E27FC236}">
                  <a16:creationId xmlns:a16="http://schemas.microsoft.com/office/drawing/2014/main" id="{774D9873-6FE8-443B-BDE0-2C1E1F7DB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6" name="Rectangle 30">
              <a:extLst>
                <a:ext uri="{FF2B5EF4-FFF2-40B4-BE49-F238E27FC236}">
                  <a16:creationId xmlns:a16="http://schemas.microsoft.com/office/drawing/2014/main" id="{7291B45D-6F9A-4C08-BD8D-241A0FBF5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7" name="Rectangle 31">
              <a:extLst>
                <a:ext uri="{FF2B5EF4-FFF2-40B4-BE49-F238E27FC236}">
                  <a16:creationId xmlns:a16="http://schemas.microsoft.com/office/drawing/2014/main" id="{51E90764-4EDB-4889-BA23-FEB48A917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8" name="Rectangle 32">
              <a:extLst>
                <a:ext uri="{FF2B5EF4-FFF2-40B4-BE49-F238E27FC236}">
                  <a16:creationId xmlns:a16="http://schemas.microsoft.com/office/drawing/2014/main" id="{074B2BCE-A4F1-445F-A17D-ACA460AA0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59" name="Rectangle 33">
              <a:extLst>
                <a:ext uri="{FF2B5EF4-FFF2-40B4-BE49-F238E27FC236}">
                  <a16:creationId xmlns:a16="http://schemas.microsoft.com/office/drawing/2014/main" id="{8C2BFF2C-C833-4E45-A346-1AAA650E6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0" name="Rectangle 34">
              <a:extLst>
                <a:ext uri="{FF2B5EF4-FFF2-40B4-BE49-F238E27FC236}">
                  <a16:creationId xmlns:a16="http://schemas.microsoft.com/office/drawing/2014/main" id="{EED0C692-6AAE-4BFD-A986-B93B3EFF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1" name="Rectangle 35">
              <a:extLst>
                <a:ext uri="{FF2B5EF4-FFF2-40B4-BE49-F238E27FC236}">
                  <a16:creationId xmlns:a16="http://schemas.microsoft.com/office/drawing/2014/main" id="{3F72F9B8-C51E-40E4-A742-8C9F8F6A0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2" name="Rectangle 36">
              <a:extLst>
                <a:ext uri="{FF2B5EF4-FFF2-40B4-BE49-F238E27FC236}">
                  <a16:creationId xmlns:a16="http://schemas.microsoft.com/office/drawing/2014/main" id="{B88D6FAD-BB61-4058-902D-00370D663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3" name="Rectangle 37">
              <a:extLst>
                <a:ext uri="{FF2B5EF4-FFF2-40B4-BE49-F238E27FC236}">
                  <a16:creationId xmlns:a16="http://schemas.microsoft.com/office/drawing/2014/main" id="{09D89E40-8EDC-4961-8979-24229518A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4" name="Rectangle 38">
              <a:extLst>
                <a:ext uri="{FF2B5EF4-FFF2-40B4-BE49-F238E27FC236}">
                  <a16:creationId xmlns:a16="http://schemas.microsoft.com/office/drawing/2014/main" id="{4939F0F5-D83F-43EA-8160-0FBF5B12C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5" name="Rectangle 39">
              <a:extLst>
                <a:ext uri="{FF2B5EF4-FFF2-40B4-BE49-F238E27FC236}">
                  <a16:creationId xmlns:a16="http://schemas.microsoft.com/office/drawing/2014/main" id="{C4F76848-DD2C-48FB-981F-60D9FD1C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6" name="Rectangle 40">
              <a:extLst>
                <a:ext uri="{FF2B5EF4-FFF2-40B4-BE49-F238E27FC236}">
                  <a16:creationId xmlns:a16="http://schemas.microsoft.com/office/drawing/2014/main" id="{B6D17E80-C23C-4EBA-A006-F7EA735C3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7" name="Rectangle 41">
              <a:extLst>
                <a:ext uri="{FF2B5EF4-FFF2-40B4-BE49-F238E27FC236}">
                  <a16:creationId xmlns:a16="http://schemas.microsoft.com/office/drawing/2014/main" id="{6E9F4617-6E81-41C4-BA1C-1C291D887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8" name="Rectangle 42">
              <a:extLst>
                <a:ext uri="{FF2B5EF4-FFF2-40B4-BE49-F238E27FC236}">
                  <a16:creationId xmlns:a16="http://schemas.microsoft.com/office/drawing/2014/main" id="{40F56D09-573E-4BD2-8FA1-964222B0B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69" name="Rectangle 43">
              <a:extLst>
                <a:ext uri="{FF2B5EF4-FFF2-40B4-BE49-F238E27FC236}">
                  <a16:creationId xmlns:a16="http://schemas.microsoft.com/office/drawing/2014/main" id="{DC3FF3CC-08C0-47D9-B11E-9C0495A80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0" name="Rectangle 44">
              <a:extLst>
                <a:ext uri="{FF2B5EF4-FFF2-40B4-BE49-F238E27FC236}">
                  <a16:creationId xmlns:a16="http://schemas.microsoft.com/office/drawing/2014/main" id="{5983A714-25FA-42B7-9717-1AAFB154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1" name="Rectangle 45">
              <a:extLst>
                <a:ext uri="{FF2B5EF4-FFF2-40B4-BE49-F238E27FC236}">
                  <a16:creationId xmlns:a16="http://schemas.microsoft.com/office/drawing/2014/main" id="{4AD0D5D3-5F3A-4B20-ACF9-46907A8A8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2" name="Rectangle 46">
              <a:extLst>
                <a:ext uri="{FF2B5EF4-FFF2-40B4-BE49-F238E27FC236}">
                  <a16:creationId xmlns:a16="http://schemas.microsoft.com/office/drawing/2014/main" id="{B9CDB086-6179-49A9-B4EB-E53DC74FC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3" name="Rectangle 47">
              <a:extLst>
                <a:ext uri="{FF2B5EF4-FFF2-40B4-BE49-F238E27FC236}">
                  <a16:creationId xmlns:a16="http://schemas.microsoft.com/office/drawing/2014/main" id="{16DB0A60-5338-4EE0-AEC8-043590EE0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4" name="Rectangle 48">
              <a:extLst>
                <a:ext uri="{FF2B5EF4-FFF2-40B4-BE49-F238E27FC236}">
                  <a16:creationId xmlns:a16="http://schemas.microsoft.com/office/drawing/2014/main" id="{1C136ED8-DC4A-4C23-8BA9-908650E1E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5" name="Rectangle 49">
              <a:extLst>
                <a:ext uri="{FF2B5EF4-FFF2-40B4-BE49-F238E27FC236}">
                  <a16:creationId xmlns:a16="http://schemas.microsoft.com/office/drawing/2014/main" id="{56B20301-B3B3-4858-988A-41D1E02B0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6" name="Rectangle 50">
              <a:extLst>
                <a:ext uri="{FF2B5EF4-FFF2-40B4-BE49-F238E27FC236}">
                  <a16:creationId xmlns:a16="http://schemas.microsoft.com/office/drawing/2014/main" id="{E34ADA92-C0A7-4289-BC7E-F3B364995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7" name="Rectangle 51">
              <a:extLst>
                <a:ext uri="{FF2B5EF4-FFF2-40B4-BE49-F238E27FC236}">
                  <a16:creationId xmlns:a16="http://schemas.microsoft.com/office/drawing/2014/main" id="{B8494A13-E081-43F7-8C5A-7D7960765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8" name="Rectangle 52">
              <a:extLst>
                <a:ext uri="{FF2B5EF4-FFF2-40B4-BE49-F238E27FC236}">
                  <a16:creationId xmlns:a16="http://schemas.microsoft.com/office/drawing/2014/main" id="{9C227718-5241-46D4-A26B-8B245D66C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79" name="Rectangle 53">
              <a:extLst>
                <a:ext uri="{FF2B5EF4-FFF2-40B4-BE49-F238E27FC236}">
                  <a16:creationId xmlns:a16="http://schemas.microsoft.com/office/drawing/2014/main" id="{4B0159A0-9615-4329-AEB2-2BE7CB12B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80" name="Rectangle 54">
              <a:extLst>
                <a:ext uri="{FF2B5EF4-FFF2-40B4-BE49-F238E27FC236}">
                  <a16:creationId xmlns:a16="http://schemas.microsoft.com/office/drawing/2014/main" id="{D70B4F50-4F5C-4CBE-8511-0C373C025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81" name="Rectangle 55">
              <a:extLst>
                <a:ext uri="{FF2B5EF4-FFF2-40B4-BE49-F238E27FC236}">
                  <a16:creationId xmlns:a16="http://schemas.microsoft.com/office/drawing/2014/main" id="{7C7BF594-8B14-4B2F-B4BD-8C0DEAC42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82" name="Rectangle 56">
              <a:extLst>
                <a:ext uri="{FF2B5EF4-FFF2-40B4-BE49-F238E27FC236}">
                  <a16:creationId xmlns:a16="http://schemas.microsoft.com/office/drawing/2014/main" id="{9720B508-5273-400E-B818-05EA8D77F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83" name="Rectangle 57">
              <a:extLst>
                <a:ext uri="{FF2B5EF4-FFF2-40B4-BE49-F238E27FC236}">
                  <a16:creationId xmlns:a16="http://schemas.microsoft.com/office/drawing/2014/main" id="{47F8AEB8-D666-4611-B225-836686230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84" name="Rectangle 58">
              <a:extLst>
                <a:ext uri="{FF2B5EF4-FFF2-40B4-BE49-F238E27FC236}">
                  <a16:creationId xmlns:a16="http://schemas.microsoft.com/office/drawing/2014/main" id="{D4DD107A-C5B8-4D4E-B76C-BED244D7B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85" name="Rectangle 59">
              <a:extLst>
                <a:ext uri="{FF2B5EF4-FFF2-40B4-BE49-F238E27FC236}">
                  <a16:creationId xmlns:a16="http://schemas.microsoft.com/office/drawing/2014/main" id="{76F1B66E-E662-45BA-94C6-CC1C78F68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86" name="Rectangle 60">
              <a:extLst>
                <a:ext uri="{FF2B5EF4-FFF2-40B4-BE49-F238E27FC236}">
                  <a16:creationId xmlns:a16="http://schemas.microsoft.com/office/drawing/2014/main" id="{898ACE96-2639-477D-A92E-56EBD8A00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7890" name="Title 1">
            <a:extLst>
              <a:ext uri="{FF2B5EF4-FFF2-40B4-BE49-F238E27FC236}">
                <a16:creationId xmlns:a16="http://schemas.microsoft.com/office/drawing/2014/main" id="{18D8F713-C187-408B-8941-65418C20717D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7891" name="TextBox 2">
            <a:extLst>
              <a:ext uri="{FF2B5EF4-FFF2-40B4-BE49-F238E27FC236}">
                <a16:creationId xmlns:a16="http://schemas.microsoft.com/office/drawing/2014/main" id="{7D151883-E1D5-44EA-BEAB-DF80E5EA9A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7892" name="TextBox 62">
            <a:extLst>
              <a:ext uri="{FF2B5EF4-FFF2-40B4-BE49-F238E27FC236}">
                <a16:creationId xmlns:a16="http://schemas.microsoft.com/office/drawing/2014/main" id="{130BC153-596F-4F8E-B714-2AB9556C5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7893" name="Rectangle 3">
            <a:extLst>
              <a:ext uri="{FF2B5EF4-FFF2-40B4-BE49-F238E27FC236}">
                <a16:creationId xmlns:a16="http://schemas.microsoft.com/office/drawing/2014/main" id="{D97C6013-6B4C-4693-AB61-9D07F159F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9925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7894" name="Oval 111">
            <a:extLst>
              <a:ext uri="{FF2B5EF4-FFF2-40B4-BE49-F238E27FC236}">
                <a16:creationId xmlns:a16="http://schemas.microsoft.com/office/drawing/2014/main" id="{AB6381B1-C36A-4032-B0C7-77F3A022F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4050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7895" name="Group 103">
            <a:extLst>
              <a:ext uri="{FF2B5EF4-FFF2-40B4-BE49-F238E27FC236}">
                <a16:creationId xmlns:a16="http://schemas.microsoft.com/office/drawing/2014/main" id="{52419104-827C-4FE4-816B-F4BF8C432CF4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7896" name="Freeform 4">
              <a:extLst>
                <a:ext uri="{FF2B5EF4-FFF2-40B4-BE49-F238E27FC236}">
                  <a16:creationId xmlns:a16="http://schemas.microsoft.com/office/drawing/2014/main" id="{41221053-9BAF-4BFB-831A-48298B256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897" name="Freeform 7">
              <a:extLst>
                <a:ext uri="{FF2B5EF4-FFF2-40B4-BE49-F238E27FC236}">
                  <a16:creationId xmlns:a16="http://schemas.microsoft.com/office/drawing/2014/main" id="{B9065DAD-27A6-4891-8DD0-D7249BAB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898" name="Freeform 9">
              <a:extLst>
                <a:ext uri="{FF2B5EF4-FFF2-40B4-BE49-F238E27FC236}">
                  <a16:creationId xmlns:a16="http://schemas.microsoft.com/office/drawing/2014/main" id="{38B8B00A-4D51-4B80-A634-9C63C348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899" name="Freeform 12">
              <a:extLst>
                <a:ext uri="{FF2B5EF4-FFF2-40B4-BE49-F238E27FC236}">
                  <a16:creationId xmlns:a16="http://schemas.microsoft.com/office/drawing/2014/main" id="{DB580722-C075-4D6C-BC48-23378A7FB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0" name="Freeform 14">
              <a:extLst>
                <a:ext uri="{FF2B5EF4-FFF2-40B4-BE49-F238E27FC236}">
                  <a16:creationId xmlns:a16="http://schemas.microsoft.com/office/drawing/2014/main" id="{7B5CC176-961B-4C72-B3F0-5D7FD4E5D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1" name="Rectangle 15">
              <a:extLst>
                <a:ext uri="{FF2B5EF4-FFF2-40B4-BE49-F238E27FC236}">
                  <a16:creationId xmlns:a16="http://schemas.microsoft.com/office/drawing/2014/main" id="{540B3D9C-3D35-4BE6-AE9F-F53511865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2" name="Freeform 29">
              <a:extLst>
                <a:ext uri="{FF2B5EF4-FFF2-40B4-BE49-F238E27FC236}">
                  <a16:creationId xmlns:a16="http://schemas.microsoft.com/office/drawing/2014/main" id="{5CC375E4-A74C-4E47-9EB4-746AC9D6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3" name="Freeform 30">
              <a:extLst>
                <a:ext uri="{FF2B5EF4-FFF2-40B4-BE49-F238E27FC236}">
                  <a16:creationId xmlns:a16="http://schemas.microsoft.com/office/drawing/2014/main" id="{0B23D55D-1673-45EC-B229-C48DE241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4" name="Freeform 31">
              <a:extLst>
                <a:ext uri="{FF2B5EF4-FFF2-40B4-BE49-F238E27FC236}">
                  <a16:creationId xmlns:a16="http://schemas.microsoft.com/office/drawing/2014/main" id="{AE8A3286-C8D8-4DF6-A0DB-9724DF32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5" name="Freeform 32">
              <a:extLst>
                <a:ext uri="{FF2B5EF4-FFF2-40B4-BE49-F238E27FC236}">
                  <a16:creationId xmlns:a16="http://schemas.microsoft.com/office/drawing/2014/main" id="{0BA24BF0-EF4E-4185-861A-F90271AEF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6" name="Freeform 33">
              <a:extLst>
                <a:ext uri="{FF2B5EF4-FFF2-40B4-BE49-F238E27FC236}">
                  <a16:creationId xmlns:a16="http://schemas.microsoft.com/office/drawing/2014/main" id="{2E8E8E4B-5BC8-4474-96D1-976C9087D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7" name="Freeform 34">
              <a:extLst>
                <a:ext uri="{FF2B5EF4-FFF2-40B4-BE49-F238E27FC236}">
                  <a16:creationId xmlns:a16="http://schemas.microsoft.com/office/drawing/2014/main" id="{75963B1D-6491-4562-8CD6-8794F6EF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8" name="Freeform 35">
              <a:extLst>
                <a:ext uri="{FF2B5EF4-FFF2-40B4-BE49-F238E27FC236}">
                  <a16:creationId xmlns:a16="http://schemas.microsoft.com/office/drawing/2014/main" id="{6BE3C485-B5AC-4D89-8F8E-161206AA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09" name="Rectangle 37">
              <a:extLst>
                <a:ext uri="{FF2B5EF4-FFF2-40B4-BE49-F238E27FC236}">
                  <a16:creationId xmlns:a16="http://schemas.microsoft.com/office/drawing/2014/main" id="{680F7501-4AD8-41DC-A8DB-ADD970E98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0" name="Freeform 44">
              <a:extLst>
                <a:ext uri="{FF2B5EF4-FFF2-40B4-BE49-F238E27FC236}">
                  <a16:creationId xmlns:a16="http://schemas.microsoft.com/office/drawing/2014/main" id="{3297EEE7-C357-4435-A251-1866DA59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1" name="Line 45">
              <a:extLst>
                <a:ext uri="{FF2B5EF4-FFF2-40B4-BE49-F238E27FC236}">
                  <a16:creationId xmlns:a16="http://schemas.microsoft.com/office/drawing/2014/main" id="{51829221-3337-468B-A745-BB9DF66DB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912" name="Rectangle 47">
              <a:extLst>
                <a:ext uri="{FF2B5EF4-FFF2-40B4-BE49-F238E27FC236}">
                  <a16:creationId xmlns:a16="http://schemas.microsoft.com/office/drawing/2014/main" id="{1744BD88-D684-43C9-8BFB-C93735828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7913" name="Group 121">
              <a:extLst>
                <a:ext uri="{FF2B5EF4-FFF2-40B4-BE49-F238E27FC236}">
                  <a16:creationId xmlns:a16="http://schemas.microsoft.com/office/drawing/2014/main" id="{392C48FB-AB84-42BE-A606-B7DBB1C0D8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7927" name="Rectangle 48">
                <a:extLst>
                  <a:ext uri="{FF2B5EF4-FFF2-40B4-BE49-F238E27FC236}">
                    <a16:creationId xmlns:a16="http://schemas.microsoft.com/office/drawing/2014/main" id="{700A35AC-9B9C-431F-9838-508FC77A9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8" name="Rectangle 51">
                <a:extLst>
                  <a:ext uri="{FF2B5EF4-FFF2-40B4-BE49-F238E27FC236}">
                    <a16:creationId xmlns:a16="http://schemas.microsoft.com/office/drawing/2014/main" id="{D3772932-6250-4856-A320-2B00E3F00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9" name="Rectangle 54">
                <a:extLst>
                  <a:ext uri="{FF2B5EF4-FFF2-40B4-BE49-F238E27FC236}">
                    <a16:creationId xmlns:a16="http://schemas.microsoft.com/office/drawing/2014/main" id="{5AB26F92-5EF8-48FC-86E4-C531354F8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7914" name="Group 123">
              <a:extLst>
                <a:ext uri="{FF2B5EF4-FFF2-40B4-BE49-F238E27FC236}">
                  <a16:creationId xmlns:a16="http://schemas.microsoft.com/office/drawing/2014/main" id="{D356BA4A-64CF-4AE1-A05F-7E8CEFF0D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7924" name="Rectangle 48">
                <a:extLst>
                  <a:ext uri="{FF2B5EF4-FFF2-40B4-BE49-F238E27FC236}">
                    <a16:creationId xmlns:a16="http://schemas.microsoft.com/office/drawing/2014/main" id="{14988871-D940-4C8E-B5E7-548DC3D7C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5" name="Rectangle 51">
                <a:extLst>
                  <a:ext uri="{FF2B5EF4-FFF2-40B4-BE49-F238E27FC236}">
                    <a16:creationId xmlns:a16="http://schemas.microsoft.com/office/drawing/2014/main" id="{27C0E4DB-A4C8-48BB-8B1E-C5E792623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6" name="Rectangle 54">
                <a:extLst>
                  <a:ext uri="{FF2B5EF4-FFF2-40B4-BE49-F238E27FC236}">
                    <a16:creationId xmlns:a16="http://schemas.microsoft.com/office/drawing/2014/main" id="{449E8091-A750-4079-BDE7-CD269600B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7915" name="Group 124">
              <a:extLst>
                <a:ext uri="{FF2B5EF4-FFF2-40B4-BE49-F238E27FC236}">
                  <a16:creationId xmlns:a16="http://schemas.microsoft.com/office/drawing/2014/main" id="{56F635A2-BFE5-403B-9784-5FA4D0A175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7921" name="Rectangle 48">
                <a:extLst>
                  <a:ext uri="{FF2B5EF4-FFF2-40B4-BE49-F238E27FC236}">
                    <a16:creationId xmlns:a16="http://schemas.microsoft.com/office/drawing/2014/main" id="{5DAFC9A7-B901-4E3C-98A4-B85CD21BD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2" name="Rectangle 51">
                <a:extLst>
                  <a:ext uri="{FF2B5EF4-FFF2-40B4-BE49-F238E27FC236}">
                    <a16:creationId xmlns:a16="http://schemas.microsoft.com/office/drawing/2014/main" id="{489B830D-BF44-4B39-BDE1-CBA85C722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3" name="Rectangle 54">
                <a:extLst>
                  <a:ext uri="{FF2B5EF4-FFF2-40B4-BE49-F238E27FC236}">
                    <a16:creationId xmlns:a16="http://schemas.microsoft.com/office/drawing/2014/main" id="{F93AD2A5-2249-48C9-98C5-CEB6FC5F7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7916" name="Group 125">
              <a:extLst>
                <a:ext uri="{FF2B5EF4-FFF2-40B4-BE49-F238E27FC236}">
                  <a16:creationId xmlns:a16="http://schemas.microsoft.com/office/drawing/2014/main" id="{355AB5B4-73ED-4E0B-858C-0AF6343FD6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7918" name="Rectangle 48">
                <a:extLst>
                  <a:ext uri="{FF2B5EF4-FFF2-40B4-BE49-F238E27FC236}">
                    <a16:creationId xmlns:a16="http://schemas.microsoft.com/office/drawing/2014/main" id="{1814DA9B-B929-4E4E-8860-BDA0DED5C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19" name="Rectangle 51">
                <a:extLst>
                  <a:ext uri="{FF2B5EF4-FFF2-40B4-BE49-F238E27FC236}">
                    <a16:creationId xmlns:a16="http://schemas.microsoft.com/office/drawing/2014/main" id="{6C19C300-1C40-4C4A-BA3B-A655324EC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7920" name="Rectangle 54">
                <a:extLst>
                  <a:ext uri="{FF2B5EF4-FFF2-40B4-BE49-F238E27FC236}">
                    <a16:creationId xmlns:a16="http://schemas.microsoft.com/office/drawing/2014/main" id="{BBFE4FA0-273F-4F24-A2C6-A5F6E1F86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917" name="Oval 5">
              <a:extLst>
                <a:ext uri="{FF2B5EF4-FFF2-40B4-BE49-F238E27FC236}">
                  <a16:creationId xmlns:a16="http://schemas.microsoft.com/office/drawing/2014/main" id="{08D61038-D5CC-48E3-904E-4AB55F98E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9686" y="4756195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3" name="Group 1">
            <a:extLst>
              <a:ext uri="{FF2B5EF4-FFF2-40B4-BE49-F238E27FC236}">
                <a16:creationId xmlns:a16="http://schemas.microsoft.com/office/drawing/2014/main" id="{EEA32715-8B64-4383-A456-98C87B6D79D9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8955" name="Rectangle 4">
              <a:extLst>
                <a:ext uri="{FF2B5EF4-FFF2-40B4-BE49-F238E27FC236}">
                  <a16:creationId xmlns:a16="http://schemas.microsoft.com/office/drawing/2014/main" id="{6152CF8C-1FF9-4C2C-B68B-5AC35558D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56" name="Rectangle 5">
              <a:extLst>
                <a:ext uri="{FF2B5EF4-FFF2-40B4-BE49-F238E27FC236}">
                  <a16:creationId xmlns:a16="http://schemas.microsoft.com/office/drawing/2014/main" id="{C853029A-19B3-49B5-96AC-4FCC19FC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57" name="Rectangle 6">
              <a:extLst>
                <a:ext uri="{FF2B5EF4-FFF2-40B4-BE49-F238E27FC236}">
                  <a16:creationId xmlns:a16="http://schemas.microsoft.com/office/drawing/2014/main" id="{1129FA0B-5DD1-4E81-957E-29477295A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58" name="Rectangle 7">
              <a:extLst>
                <a:ext uri="{FF2B5EF4-FFF2-40B4-BE49-F238E27FC236}">
                  <a16:creationId xmlns:a16="http://schemas.microsoft.com/office/drawing/2014/main" id="{BA10CEA4-E146-491B-ADCA-ACB7834F4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59" name="Rectangle 8">
              <a:extLst>
                <a:ext uri="{FF2B5EF4-FFF2-40B4-BE49-F238E27FC236}">
                  <a16:creationId xmlns:a16="http://schemas.microsoft.com/office/drawing/2014/main" id="{E71A1B76-E7B4-4AD9-998F-831FA6CB1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0" name="Rectangle 9">
              <a:extLst>
                <a:ext uri="{FF2B5EF4-FFF2-40B4-BE49-F238E27FC236}">
                  <a16:creationId xmlns:a16="http://schemas.microsoft.com/office/drawing/2014/main" id="{3914F178-FFFC-441E-A247-4F64BA3C8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1" name="Rectangle 10">
              <a:extLst>
                <a:ext uri="{FF2B5EF4-FFF2-40B4-BE49-F238E27FC236}">
                  <a16:creationId xmlns:a16="http://schemas.microsoft.com/office/drawing/2014/main" id="{E892E0C7-38A5-4A12-B1F5-EC14B7FC3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2" name="Rectangle 11">
              <a:extLst>
                <a:ext uri="{FF2B5EF4-FFF2-40B4-BE49-F238E27FC236}">
                  <a16:creationId xmlns:a16="http://schemas.microsoft.com/office/drawing/2014/main" id="{B93EB4FC-954D-4150-9A2B-91731CFDF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3" name="Rectangle 12">
              <a:extLst>
                <a:ext uri="{FF2B5EF4-FFF2-40B4-BE49-F238E27FC236}">
                  <a16:creationId xmlns:a16="http://schemas.microsoft.com/office/drawing/2014/main" id="{ED606604-98A1-49DD-9AB2-2DCA6EF80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4" name="Rectangle 13">
              <a:extLst>
                <a:ext uri="{FF2B5EF4-FFF2-40B4-BE49-F238E27FC236}">
                  <a16:creationId xmlns:a16="http://schemas.microsoft.com/office/drawing/2014/main" id="{A052C6A2-58F5-425E-AEDD-6AD697EE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5" name="Rectangle 14">
              <a:extLst>
                <a:ext uri="{FF2B5EF4-FFF2-40B4-BE49-F238E27FC236}">
                  <a16:creationId xmlns:a16="http://schemas.microsoft.com/office/drawing/2014/main" id="{97C7BCF7-5638-4249-83BC-44FE11208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6" name="Rectangle 15">
              <a:extLst>
                <a:ext uri="{FF2B5EF4-FFF2-40B4-BE49-F238E27FC236}">
                  <a16:creationId xmlns:a16="http://schemas.microsoft.com/office/drawing/2014/main" id="{BFAE273F-F84E-4464-A998-255F46E74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7" name="Rectangle 16">
              <a:extLst>
                <a:ext uri="{FF2B5EF4-FFF2-40B4-BE49-F238E27FC236}">
                  <a16:creationId xmlns:a16="http://schemas.microsoft.com/office/drawing/2014/main" id="{411E7813-9229-4461-A707-140F207F8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8" name="Rectangle 17">
              <a:extLst>
                <a:ext uri="{FF2B5EF4-FFF2-40B4-BE49-F238E27FC236}">
                  <a16:creationId xmlns:a16="http://schemas.microsoft.com/office/drawing/2014/main" id="{FE4967FA-8BE0-4780-A255-B3E66047F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69" name="Rectangle 18">
              <a:extLst>
                <a:ext uri="{FF2B5EF4-FFF2-40B4-BE49-F238E27FC236}">
                  <a16:creationId xmlns:a16="http://schemas.microsoft.com/office/drawing/2014/main" id="{0EC48214-A6B0-47C1-BDFA-1F68237B5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0" name="Rectangle 19">
              <a:extLst>
                <a:ext uri="{FF2B5EF4-FFF2-40B4-BE49-F238E27FC236}">
                  <a16:creationId xmlns:a16="http://schemas.microsoft.com/office/drawing/2014/main" id="{FA5294E1-818F-4D8D-AA70-ADE057E9E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1" name="Rectangle 20">
              <a:extLst>
                <a:ext uri="{FF2B5EF4-FFF2-40B4-BE49-F238E27FC236}">
                  <a16:creationId xmlns:a16="http://schemas.microsoft.com/office/drawing/2014/main" id="{5ED0C097-E39E-4459-BB0F-026E3C418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2" name="Rectangle 21">
              <a:extLst>
                <a:ext uri="{FF2B5EF4-FFF2-40B4-BE49-F238E27FC236}">
                  <a16:creationId xmlns:a16="http://schemas.microsoft.com/office/drawing/2014/main" id="{512AB789-6168-48B5-A4AB-B6A1F7349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3" name="Rectangle 22">
              <a:extLst>
                <a:ext uri="{FF2B5EF4-FFF2-40B4-BE49-F238E27FC236}">
                  <a16:creationId xmlns:a16="http://schemas.microsoft.com/office/drawing/2014/main" id="{220CD8BD-1187-4578-A224-CB5BB5B06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4" name="Rectangle 23">
              <a:extLst>
                <a:ext uri="{FF2B5EF4-FFF2-40B4-BE49-F238E27FC236}">
                  <a16:creationId xmlns:a16="http://schemas.microsoft.com/office/drawing/2014/main" id="{3F5CEBF1-4E72-4D4E-BF1B-5EC31F4AC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5" name="Rectangle 24">
              <a:extLst>
                <a:ext uri="{FF2B5EF4-FFF2-40B4-BE49-F238E27FC236}">
                  <a16:creationId xmlns:a16="http://schemas.microsoft.com/office/drawing/2014/main" id="{CE293B0D-F19E-4113-9D4B-06EED0F39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6" name="Rectangle 25">
              <a:extLst>
                <a:ext uri="{FF2B5EF4-FFF2-40B4-BE49-F238E27FC236}">
                  <a16:creationId xmlns:a16="http://schemas.microsoft.com/office/drawing/2014/main" id="{B379FFA8-6B83-47DA-8E36-873D6FD4A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7" name="Rectangle 26">
              <a:extLst>
                <a:ext uri="{FF2B5EF4-FFF2-40B4-BE49-F238E27FC236}">
                  <a16:creationId xmlns:a16="http://schemas.microsoft.com/office/drawing/2014/main" id="{0B07DC4E-1532-4A11-8A1C-40DEE3C86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8" name="Rectangle 27">
              <a:extLst>
                <a:ext uri="{FF2B5EF4-FFF2-40B4-BE49-F238E27FC236}">
                  <a16:creationId xmlns:a16="http://schemas.microsoft.com/office/drawing/2014/main" id="{25BB164E-29C8-4E67-A44A-0CA6DE787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79" name="Rectangle 28">
              <a:extLst>
                <a:ext uri="{FF2B5EF4-FFF2-40B4-BE49-F238E27FC236}">
                  <a16:creationId xmlns:a16="http://schemas.microsoft.com/office/drawing/2014/main" id="{12B6B713-496B-4998-BB4F-4DE50A52F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0" name="Rectangle 29">
              <a:extLst>
                <a:ext uri="{FF2B5EF4-FFF2-40B4-BE49-F238E27FC236}">
                  <a16:creationId xmlns:a16="http://schemas.microsoft.com/office/drawing/2014/main" id="{E5E668A7-07D4-47AE-979C-51EE4216A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1" name="Rectangle 30">
              <a:extLst>
                <a:ext uri="{FF2B5EF4-FFF2-40B4-BE49-F238E27FC236}">
                  <a16:creationId xmlns:a16="http://schemas.microsoft.com/office/drawing/2014/main" id="{5C157112-83A6-4B3B-975B-9D9B35C48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2" name="Rectangle 31">
              <a:extLst>
                <a:ext uri="{FF2B5EF4-FFF2-40B4-BE49-F238E27FC236}">
                  <a16:creationId xmlns:a16="http://schemas.microsoft.com/office/drawing/2014/main" id="{F84AAC33-CCF0-4F46-AEFB-424098B73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3" name="Rectangle 32">
              <a:extLst>
                <a:ext uri="{FF2B5EF4-FFF2-40B4-BE49-F238E27FC236}">
                  <a16:creationId xmlns:a16="http://schemas.microsoft.com/office/drawing/2014/main" id="{0E1E45EB-6937-4E69-B12C-F9645E72E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4" name="Rectangle 33">
              <a:extLst>
                <a:ext uri="{FF2B5EF4-FFF2-40B4-BE49-F238E27FC236}">
                  <a16:creationId xmlns:a16="http://schemas.microsoft.com/office/drawing/2014/main" id="{5FC0F80F-44BC-44FF-8CD4-F58D9A4B2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5" name="Rectangle 34">
              <a:extLst>
                <a:ext uri="{FF2B5EF4-FFF2-40B4-BE49-F238E27FC236}">
                  <a16:creationId xmlns:a16="http://schemas.microsoft.com/office/drawing/2014/main" id="{5937263A-F348-4919-AAE8-95761EC4A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6" name="Rectangle 35">
              <a:extLst>
                <a:ext uri="{FF2B5EF4-FFF2-40B4-BE49-F238E27FC236}">
                  <a16:creationId xmlns:a16="http://schemas.microsoft.com/office/drawing/2014/main" id="{B47EE401-FFB9-4905-B1FD-A7B56E4BF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7" name="Rectangle 36">
              <a:extLst>
                <a:ext uri="{FF2B5EF4-FFF2-40B4-BE49-F238E27FC236}">
                  <a16:creationId xmlns:a16="http://schemas.microsoft.com/office/drawing/2014/main" id="{65DDB6C9-8657-4CE1-8AF8-B2F095F15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8" name="Rectangle 37">
              <a:extLst>
                <a:ext uri="{FF2B5EF4-FFF2-40B4-BE49-F238E27FC236}">
                  <a16:creationId xmlns:a16="http://schemas.microsoft.com/office/drawing/2014/main" id="{FF0C70F5-9EBC-4B42-A7FD-8D9DA1EFD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89" name="Rectangle 38">
              <a:extLst>
                <a:ext uri="{FF2B5EF4-FFF2-40B4-BE49-F238E27FC236}">
                  <a16:creationId xmlns:a16="http://schemas.microsoft.com/office/drawing/2014/main" id="{DDF0EF42-D19A-47AD-8009-11CFF2F59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0" name="Rectangle 39">
              <a:extLst>
                <a:ext uri="{FF2B5EF4-FFF2-40B4-BE49-F238E27FC236}">
                  <a16:creationId xmlns:a16="http://schemas.microsoft.com/office/drawing/2014/main" id="{F1EE83AD-0B00-4A2E-BBC8-4CAAE868F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1" name="Rectangle 40">
              <a:extLst>
                <a:ext uri="{FF2B5EF4-FFF2-40B4-BE49-F238E27FC236}">
                  <a16:creationId xmlns:a16="http://schemas.microsoft.com/office/drawing/2014/main" id="{46B98CB9-C72C-4904-A985-137C250E3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2" name="Rectangle 41">
              <a:extLst>
                <a:ext uri="{FF2B5EF4-FFF2-40B4-BE49-F238E27FC236}">
                  <a16:creationId xmlns:a16="http://schemas.microsoft.com/office/drawing/2014/main" id="{3C43904F-B9ED-4E0A-BD0E-42B26F40C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3" name="Rectangle 42">
              <a:extLst>
                <a:ext uri="{FF2B5EF4-FFF2-40B4-BE49-F238E27FC236}">
                  <a16:creationId xmlns:a16="http://schemas.microsoft.com/office/drawing/2014/main" id="{719265D3-2273-4A4C-8F78-F3EBB1AA2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4" name="Rectangle 43">
              <a:extLst>
                <a:ext uri="{FF2B5EF4-FFF2-40B4-BE49-F238E27FC236}">
                  <a16:creationId xmlns:a16="http://schemas.microsoft.com/office/drawing/2014/main" id="{2BB98076-A0D2-4A34-BE7D-6D04D983A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5" name="Rectangle 44">
              <a:extLst>
                <a:ext uri="{FF2B5EF4-FFF2-40B4-BE49-F238E27FC236}">
                  <a16:creationId xmlns:a16="http://schemas.microsoft.com/office/drawing/2014/main" id="{B8EB3940-8CC0-42A6-811B-A9F1F1FC4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6" name="Rectangle 45">
              <a:extLst>
                <a:ext uri="{FF2B5EF4-FFF2-40B4-BE49-F238E27FC236}">
                  <a16:creationId xmlns:a16="http://schemas.microsoft.com/office/drawing/2014/main" id="{E8395EAB-4DEA-4FDF-9472-AC4D80B4F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7" name="Rectangle 46">
              <a:extLst>
                <a:ext uri="{FF2B5EF4-FFF2-40B4-BE49-F238E27FC236}">
                  <a16:creationId xmlns:a16="http://schemas.microsoft.com/office/drawing/2014/main" id="{2ECB7709-67B7-4A15-9E5A-4D2D37AC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8" name="Rectangle 47">
              <a:extLst>
                <a:ext uri="{FF2B5EF4-FFF2-40B4-BE49-F238E27FC236}">
                  <a16:creationId xmlns:a16="http://schemas.microsoft.com/office/drawing/2014/main" id="{2D9AE1BB-1880-4BF0-AD8B-5E22E2FEB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99" name="Rectangle 48">
              <a:extLst>
                <a:ext uri="{FF2B5EF4-FFF2-40B4-BE49-F238E27FC236}">
                  <a16:creationId xmlns:a16="http://schemas.microsoft.com/office/drawing/2014/main" id="{9115AA9C-6F51-424C-9200-C5737DC9C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0" name="Rectangle 49">
              <a:extLst>
                <a:ext uri="{FF2B5EF4-FFF2-40B4-BE49-F238E27FC236}">
                  <a16:creationId xmlns:a16="http://schemas.microsoft.com/office/drawing/2014/main" id="{B1512D4B-530A-4377-BFA3-73129492B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1" name="Rectangle 50">
              <a:extLst>
                <a:ext uri="{FF2B5EF4-FFF2-40B4-BE49-F238E27FC236}">
                  <a16:creationId xmlns:a16="http://schemas.microsoft.com/office/drawing/2014/main" id="{67F5105C-E6CB-4EDF-82E8-2E9F3116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2" name="Rectangle 51">
              <a:extLst>
                <a:ext uri="{FF2B5EF4-FFF2-40B4-BE49-F238E27FC236}">
                  <a16:creationId xmlns:a16="http://schemas.microsoft.com/office/drawing/2014/main" id="{E3E83946-F851-4472-960A-7FB7BE5E1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3" name="Rectangle 52">
              <a:extLst>
                <a:ext uri="{FF2B5EF4-FFF2-40B4-BE49-F238E27FC236}">
                  <a16:creationId xmlns:a16="http://schemas.microsoft.com/office/drawing/2014/main" id="{6F15D4EB-15FE-4102-BA42-385ADFAB2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4" name="Rectangle 53">
              <a:extLst>
                <a:ext uri="{FF2B5EF4-FFF2-40B4-BE49-F238E27FC236}">
                  <a16:creationId xmlns:a16="http://schemas.microsoft.com/office/drawing/2014/main" id="{B75A816D-F18E-475A-A94C-BD15440C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5" name="Rectangle 54">
              <a:extLst>
                <a:ext uri="{FF2B5EF4-FFF2-40B4-BE49-F238E27FC236}">
                  <a16:creationId xmlns:a16="http://schemas.microsoft.com/office/drawing/2014/main" id="{B1585299-460A-413E-AE45-D8D574501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6" name="Rectangle 55">
              <a:extLst>
                <a:ext uri="{FF2B5EF4-FFF2-40B4-BE49-F238E27FC236}">
                  <a16:creationId xmlns:a16="http://schemas.microsoft.com/office/drawing/2014/main" id="{51E904FD-AE8E-4648-98E8-0AE3652DD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7" name="Rectangle 56">
              <a:extLst>
                <a:ext uri="{FF2B5EF4-FFF2-40B4-BE49-F238E27FC236}">
                  <a16:creationId xmlns:a16="http://schemas.microsoft.com/office/drawing/2014/main" id="{EC67615F-738E-46DB-B90F-C6C02DACD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8" name="Rectangle 57">
              <a:extLst>
                <a:ext uri="{FF2B5EF4-FFF2-40B4-BE49-F238E27FC236}">
                  <a16:creationId xmlns:a16="http://schemas.microsoft.com/office/drawing/2014/main" id="{2162D9FE-C71C-4E28-81DD-8A1030963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09" name="Rectangle 58">
              <a:extLst>
                <a:ext uri="{FF2B5EF4-FFF2-40B4-BE49-F238E27FC236}">
                  <a16:creationId xmlns:a16="http://schemas.microsoft.com/office/drawing/2014/main" id="{54F7DA49-98DC-49B0-9D5C-68B9F8FF9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0" name="Rectangle 59">
              <a:extLst>
                <a:ext uri="{FF2B5EF4-FFF2-40B4-BE49-F238E27FC236}">
                  <a16:creationId xmlns:a16="http://schemas.microsoft.com/office/drawing/2014/main" id="{71ABA37A-1A2D-4B58-A7FA-46221BB9F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1" name="Rectangle 60">
              <a:extLst>
                <a:ext uri="{FF2B5EF4-FFF2-40B4-BE49-F238E27FC236}">
                  <a16:creationId xmlns:a16="http://schemas.microsoft.com/office/drawing/2014/main" id="{A66FC9D3-5135-40F5-82D5-15B6F9065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8914" name="Title 1">
            <a:extLst>
              <a:ext uri="{FF2B5EF4-FFF2-40B4-BE49-F238E27FC236}">
                <a16:creationId xmlns:a16="http://schemas.microsoft.com/office/drawing/2014/main" id="{5C9BEF3B-8241-477E-8BBA-6F07FBEBD3F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8915" name="TextBox 2">
            <a:extLst>
              <a:ext uri="{FF2B5EF4-FFF2-40B4-BE49-F238E27FC236}">
                <a16:creationId xmlns:a16="http://schemas.microsoft.com/office/drawing/2014/main" id="{F707A999-CEF2-4F13-BF1F-DD1C29049B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8916" name="TextBox 62">
            <a:extLst>
              <a:ext uri="{FF2B5EF4-FFF2-40B4-BE49-F238E27FC236}">
                <a16:creationId xmlns:a16="http://schemas.microsoft.com/office/drawing/2014/main" id="{F1E6CCD5-E196-41E5-8B45-041A313E40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8917" name="Rectangle 3">
            <a:extLst>
              <a:ext uri="{FF2B5EF4-FFF2-40B4-BE49-F238E27FC236}">
                <a16:creationId xmlns:a16="http://schemas.microsoft.com/office/drawing/2014/main" id="{C6188105-3E2F-4248-A430-E9C28DB16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3475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918" name="Oval 111">
            <a:extLst>
              <a:ext uri="{FF2B5EF4-FFF2-40B4-BE49-F238E27FC236}">
                <a16:creationId xmlns:a16="http://schemas.microsoft.com/office/drawing/2014/main" id="{E46C9997-7F18-48D1-AB20-FCEA0B0C5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600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8919" name="Oval 105">
            <a:extLst>
              <a:ext uri="{FF2B5EF4-FFF2-40B4-BE49-F238E27FC236}">
                <a16:creationId xmlns:a16="http://schemas.microsoft.com/office/drawing/2014/main" id="{4F6EA998-F426-4314-BA0E-81D93D09E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0425" y="4903788"/>
            <a:ext cx="657225" cy="2889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8920" name="Group 104">
            <a:extLst>
              <a:ext uri="{FF2B5EF4-FFF2-40B4-BE49-F238E27FC236}">
                <a16:creationId xmlns:a16="http://schemas.microsoft.com/office/drawing/2014/main" id="{3F037A2C-3A21-419B-8C95-F58BFAF6CB4E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8921" name="Freeform 4">
              <a:extLst>
                <a:ext uri="{FF2B5EF4-FFF2-40B4-BE49-F238E27FC236}">
                  <a16:creationId xmlns:a16="http://schemas.microsoft.com/office/drawing/2014/main" id="{A720D994-9D38-44D5-8F13-0C561EDA3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2" name="Freeform 7">
              <a:extLst>
                <a:ext uri="{FF2B5EF4-FFF2-40B4-BE49-F238E27FC236}">
                  <a16:creationId xmlns:a16="http://schemas.microsoft.com/office/drawing/2014/main" id="{26BA7EDF-E3AD-4C26-AB0E-CF2FC3C3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3" name="Freeform 9">
              <a:extLst>
                <a:ext uri="{FF2B5EF4-FFF2-40B4-BE49-F238E27FC236}">
                  <a16:creationId xmlns:a16="http://schemas.microsoft.com/office/drawing/2014/main" id="{ED3BCF86-72D0-47C2-BF9D-A254B60B8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4" name="Freeform 12">
              <a:extLst>
                <a:ext uri="{FF2B5EF4-FFF2-40B4-BE49-F238E27FC236}">
                  <a16:creationId xmlns:a16="http://schemas.microsoft.com/office/drawing/2014/main" id="{2FBF4BEA-ECE1-4CB2-BDDC-42118F5CD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5" name="Freeform 14">
              <a:extLst>
                <a:ext uri="{FF2B5EF4-FFF2-40B4-BE49-F238E27FC236}">
                  <a16:creationId xmlns:a16="http://schemas.microsoft.com/office/drawing/2014/main" id="{B337CEBD-554F-440E-BF4C-22A1E3082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6" name="Rectangle 15">
              <a:extLst>
                <a:ext uri="{FF2B5EF4-FFF2-40B4-BE49-F238E27FC236}">
                  <a16:creationId xmlns:a16="http://schemas.microsoft.com/office/drawing/2014/main" id="{2A4CE479-8C78-4DA6-BF83-A676F6E16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7" name="Freeform 29">
              <a:extLst>
                <a:ext uri="{FF2B5EF4-FFF2-40B4-BE49-F238E27FC236}">
                  <a16:creationId xmlns:a16="http://schemas.microsoft.com/office/drawing/2014/main" id="{B0397C3B-C9CB-4E0D-9A84-22105EF47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8" name="Freeform 30">
              <a:extLst>
                <a:ext uri="{FF2B5EF4-FFF2-40B4-BE49-F238E27FC236}">
                  <a16:creationId xmlns:a16="http://schemas.microsoft.com/office/drawing/2014/main" id="{93421030-DF70-4108-B970-55A4234F2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29" name="Freeform 31">
              <a:extLst>
                <a:ext uri="{FF2B5EF4-FFF2-40B4-BE49-F238E27FC236}">
                  <a16:creationId xmlns:a16="http://schemas.microsoft.com/office/drawing/2014/main" id="{3AE73FBA-5769-42A4-9BB6-A12A898B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0" name="Freeform 32">
              <a:extLst>
                <a:ext uri="{FF2B5EF4-FFF2-40B4-BE49-F238E27FC236}">
                  <a16:creationId xmlns:a16="http://schemas.microsoft.com/office/drawing/2014/main" id="{3F4B5E81-A78C-4AC7-93CE-FC1B63C0D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1" name="Freeform 33">
              <a:extLst>
                <a:ext uri="{FF2B5EF4-FFF2-40B4-BE49-F238E27FC236}">
                  <a16:creationId xmlns:a16="http://schemas.microsoft.com/office/drawing/2014/main" id="{52211795-AE50-45B6-A1A1-6378F2A9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2" name="Freeform 34">
              <a:extLst>
                <a:ext uri="{FF2B5EF4-FFF2-40B4-BE49-F238E27FC236}">
                  <a16:creationId xmlns:a16="http://schemas.microsoft.com/office/drawing/2014/main" id="{AF125DFA-6763-4932-B97F-BF0B05621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3" name="Freeform 35">
              <a:extLst>
                <a:ext uri="{FF2B5EF4-FFF2-40B4-BE49-F238E27FC236}">
                  <a16:creationId xmlns:a16="http://schemas.microsoft.com/office/drawing/2014/main" id="{EB2F720E-B388-4173-B58D-6611D591A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4" name="Rectangle 37">
              <a:extLst>
                <a:ext uri="{FF2B5EF4-FFF2-40B4-BE49-F238E27FC236}">
                  <a16:creationId xmlns:a16="http://schemas.microsoft.com/office/drawing/2014/main" id="{92B0DEF8-B636-4E1C-BC2A-46D5F8EE5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5" name="Freeform 44">
              <a:extLst>
                <a:ext uri="{FF2B5EF4-FFF2-40B4-BE49-F238E27FC236}">
                  <a16:creationId xmlns:a16="http://schemas.microsoft.com/office/drawing/2014/main" id="{D7143EDC-0D9D-477A-AF30-9AA50A507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6" name="Line 45">
              <a:extLst>
                <a:ext uri="{FF2B5EF4-FFF2-40B4-BE49-F238E27FC236}">
                  <a16:creationId xmlns:a16="http://schemas.microsoft.com/office/drawing/2014/main" id="{4BBBCA75-2CE2-450D-9DDD-C18A361D0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8937" name="Rectangle 47">
              <a:extLst>
                <a:ext uri="{FF2B5EF4-FFF2-40B4-BE49-F238E27FC236}">
                  <a16:creationId xmlns:a16="http://schemas.microsoft.com/office/drawing/2014/main" id="{B570B9CD-132C-4DE2-A87E-A4660600F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8938" name="Group 122">
              <a:extLst>
                <a:ext uri="{FF2B5EF4-FFF2-40B4-BE49-F238E27FC236}">
                  <a16:creationId xmlns:a16="http://schemas.microsoft.com/office/drawing/2014/main" id="{E1FF2DD9-78D0-4AAD-B243-E1441F216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8952" name="Rectangle 48">
                <a:extLst>
                  <a:ext uri="{FF2B5EF4-FFF2-40B4-BE49-F238E27FC236}">
                    <a16:creationId xmlns:a16="http://schemas.microsoft.com/office/drawing/2014/main" id="{1D0DE422-61F9-469B-BE5C-70290F1F8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53" name="Rectangle 51">
                <a:extLst>
                  <a:ext uri="{FF2B5EF4-FFF2-40B4-BE49-F238E27FC236}">
                    <a16:creationId xmlns:a16="http://schemas.microsoft.com/office/drawing/2014/main" id="{87CCA4D2-AB34-410A-BB1D-CAF7A22D3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54" name="Rectangle 54">
                <a:extLst>
                  <a:ext uri="{FF2B5EF4-FFF2-40B4-BE49-F238E27FC236}">
                    <a16:creationId xmlns:a16="http://schemas.microsoft.com/office/drawing/2014/main" id="{D80EA1EB-646C-49EA-BBA3-3DF189DC4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8939" name="Group 124">
              <a:extLst>
                <a:ext uri="{FF2B5EF4-FFF2-40B4-BE49-F238E27FC236}">
                  <a16:creationId xmlns:a16="http://schemas.microsoft.com/office/drawing/2014/main" id="{49808FC8-B82D-4F8D-96AA-A46A654E1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8949" name="Rectangle 48">
                <a:extLst>
                  <a:ext uri="{FF2B5EF4-FFF2-40B4-BE49-F238E27FC236}">
                    <a16:creationId xmlns:a16="http://schemas.microsoft.com/office/drawing/2014/main" id="{AFF5F938-2954-4B38-81EB-E835655DF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50" name="Rectangle 51">
                <a:extLst>
                  <a:ext uri="{FF2B5EF4-FFF2-40B4-BE49-F238E27FC236}">
                    <a16:creationId xmlns:a16="http://schemas.microsoft.com/office/drawing/2014/main" id="{476D2412-E552-4A0A-964C-68E269D3D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51" name="Rectangle 54">
                <a:extLst>
                  <a:ext uri="{FF2B5EF4-FFF2-40B4-BE49-F238E27FC236}">
                    <a16:creationId xmlns:a16="http://schemas.microsoft.com/office/drawing/2014/main" id="{28D7791D-DD9D-498D-B1D7-7FE456DD6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8940" name="Group 125">
              <a:extLst>
                <a:ext uri="{FF2B5EF4-FFF2-40B4-BE49-F238E27FC236}">
                  <a16:creationId xmlns:a16="http://schemas.microsoft.com/office/drawing/2014/main" id="{8C19BE19-4C62-4489-830F-87EB24C43D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8946" name="Rectangle 48">
                <a:extLst>
                  <a:ext uri="{FF2B5EF4-FFF2-40B4-BE49-F238E27FC236}">
                    <a16:creationId xmlns:a16="http://schemas.microsoft.com/office/drawing/2014/main" id="{B75CFCBF-DAFF-4C62-8358-D17426185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47" name="Rectangle 51">
                <a:extLst>
                  <a:ext uri="{FF2B5EF4-FFF2-40B4-BE49-F238E27FC236}">
                    <a16:creationId xmlns:a16="http://schemas.microsoft.com/office/drawing/2014/main" id="{104A81E1-7E97-4E0F-B83C-2F8720AF8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48" name="Rectangle 54">
                <a:extLst>
                  <a:ext uri="{FF2B5EF4-FFF2-40B4-BE49-F238E27FC236}">
                    <a16:creationId xmlns:a16="http://schemas.microsoft.com/office/drawing/2014/main" id="{DCE7F50D-3647-4608-9A95-96CF827B0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8941" name="Group 126">
              <a:extLst>
                <a:ext uri="{FF2B5EF4-FFF2-40B4-BE49-F238E27FC236}">
                  <a16:creationId xmlns:a16="http://schemas.microsoft.com/office/drawing/2014/main" id="{27CA00FD-46EE-4666-ADC9-4483380F8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8943" name="Rectangle 48">
                <a:extLst>
                  <a:ext uri="{FF2B5EF4-FFF2-40B4-BE49-F238E27FC236}">
                    <a16:creationId xmlns:a16="http://schemas.microsoft.com/office/drawing/2014/main" id="{20A57284-79B4-4274-A681-023B03984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44" name="Rectangle 51">
                <a:extLst>
                  <a:ext uri="{FF2B5EF4-FFF2-40B4-BE49-F238E27FC236}">
                    <a16:creationId xmlns:a16="http://schemas.microsoft.com/office/drawing/2014/main" id="{6D6A1C72-EDA9-4CBD-AA0E-92C16F22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8945" name="Rectangle 54">
                <a:extLst>
                  <a:ext uri="{FF2B5EF4-FFF2-40B4-BE49-F238E27FC236}">
                    <a16:creationId xmlns:a16="http://schemas.microsoft.com/office/drawing/2014/main" id="{286A93FE-F382-47BF-BCFD-0C03B850C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8942" name="Oval 5">
              <a:extLst>
                <a:ext uri="{FF2B5EF4-FFF2-40B4-BE49-F238E27FC236}">
                  <a16:creationId xmlns:a16="http://schemas.microsoft.com/office/drawing/2014/main" id="{5220BC32-6D1F-41D1-BB16-7F57C9C4B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9686" y="4756195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7" name="Group 1">
            <a:extLst>
              <a:ext uri="{FF2B5EF4-FFF2-40B4-BE49-F238E27FC236}">
                <a16:creationId xmlns:a16="http://schemas.microsoft.com/office/drawing/2014/main" id="{8532FE9B-7EF1-454D-AA01-5A180B5BE5EA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39979" name="Rectangle 4">
              <a:extLst>
                <a:ext uri="{FF2B5EF4-FFF2-40B4-BE49-F238E27FC236}">
                  <a16:creationId xmlns:a16="http://schemas.microsoft.com/office/drawing/2014/main" id="{BEE49C4C-CC85-4F4E-B6AD-C9C2736CD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0" name="Rectangle 5">
              <a:extLst>
                <a:ext uri="{FF2B5EF4-FFF2-40B4-BE49-F238E27FC236}">
                  <a16:creationId xmlns:a16="http://schemas.microsoft.com/office/drawing/2014/main" id="{5F5D9816-C911-4A59-A412-7D8C46C26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1" name="Rectangle 6">
              <a:extLst>
                <a:ext uri="{FF2B5EF4-FFF2-40B4-BE49-F238E27FC236}">
                  <a16:creationId xmlns:a16="http://schemas.microsoft.com/office/drawing/2014/main" id="{D4C337AE-234E-4E94-9962-BBEB9C182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2" name="Rectangle 7">
              <a:extLst>
                <a:ext uri="{FF2B5EF4-FFF2-40B4-BE49-F238E27FC236}">
                  <a16:creationId xmlns:a16="http://schemas.microsoft.com/office/drawing/2014/main" id="{F55F516E-351F-4EA8-A072-7ADAB5F93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3" name="Rectangle 8">
              <a:extLst>
                <a:ext uri="{FF2B5EF4-FFF2-40B4-BE49-F238E27FC236}">
                  <a16:creationId xmlns:a16="http://schemas.microsoft.com/office/drawing/2014/main" id="{5B1419CE-D944-41EE-80F7-F942178A8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4" name="Rectangle 9">
              <a:extLst>
                <a:ext uri="{FF2B5EF4-FFF2-40B4-BE49-F238E27FC236}">
                  <a16:creationId xmlns:a16="http://schemas.microsoft.com/office/drawing/2014/main" id="{DB800330-8F01-4FE0-A760-20BDC24FF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5" name="Rectangle 10">
              <a:extLst>
                <a:ext uri="{FF2B5EF4-FFF2-40B4-BE49-F238E27FC236}">
                  <a16:creationId xmlns:a16="http://schemas.microsoft.com/office/drawing/2014/main" id="{B8CC35F8-C5CF-49F2-B8CD-FFCA1988B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6" name="Rectangle 11">
              <a:extLst>
                <a:ext uri="{FF2B5EF4-FFF2-40B4-BE49-F238E27FC236}">
                  <a16:creationId xmlns:a16="http://schemas.microsoft.com/office/drawing/2014/main" id="{E5EC12B0-AF4F-471B-A936-4242BC71C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7" name="Rectangle 12">
              <a:extLst>
                <a:ext uri="{FF2B5EF4-FFF2-40B4-BE49-F238E27FC236}">
                  <a16:creationId xmlns:a16="http://schemas.microsoft.com/office/drawing/2014/main" id="{5A91351D-470D-461F-9849-3FDDF7452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8" name="Rectangle 13">
              <a:extLst>
                <a:ext uri="{FF2B5EF4-FFF2-40B4-BE49-F238E27FC236}">
                  <a16:creationId xmlns:a16="http://schemas.microsoft.com/office/drawing/2014/main" id="{6CAEC09A-CFFF-4EAE-AF2F-FCEDC651C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89" name="Rectangle 14">
              <a:extLst>
                <a:ext uri="{FF2B5EF4-FFF2-40B4-BE49-F238E27FC236}">
                  <a16:creationId xmlns:a16="http://schemas.microsoft.com/office/drawing/2014/main" id="{37683753-9471-4B07-BF56-495785D84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0" name="Rectangle 15">
              <a:extLst>
                <a:ext uri="{FF2B5EF4-FFF2-40B4-BE49-F238E27FC236}">
                  <a16:creationId xmlns:a16="http://schemas.microsoft.com/office/drawing/2014/main" id="{9585C9C6-D0DD-4AD0-9EF3-D0E5AF313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1" name="Rectangle 16">
              <a:extLst>
                <a:ext uri="{FF2B5EF4-FFF2-40B4-BE49-F238E27FC236}">
                  <a16:creationId xmlns:a16="http://schemas.microsoft.com/office/drawing/2014/main" id="{99313DF5-89CB-4AEF-B22A-2A135B436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2" name="Rectangle 17">
              <a:extLst>
                <a:ext uri="{FF2B5EF4-FFF2-40B4-BE49-F238E27FC236}">
                  <a16:creationId xmlns:a16="http://schemas.microsoft.com/office/drawing/2014/main" id="{8858EE7E-AD2A-4D76-A5E4-188B7CEF9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3" name="Rectangle 18">
              <a:extLst>
                <a:ext uri="{FF2B5EF4-FFF2-40B4-BE49-F238E27FC236}">
                  <a16:creationId xmlns:a16="http://schemas.microsoft.com/office/drawing/2014/main" id="{231983C2-8575-4CAA-BCE7-9DBCBA8EE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4" name="Rectangle 19">
              <a:extLst>
                <a:ext uri="{FF2B5EF4-FFF2-40B4-BE49-F238E27FC236}">
                  <a16:creationId xmlns:a16="http://schemas.microsoft.com/office/drawing/2014/main" id="{86D5BF0E-B5CB-4199-86D0-7074FBDD5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5" name="Rectangle 20">
              <a:extLst>
                <a:ext uri="{FF2B5EF4-FFF2-40B4-BE49-F238E27FC236}">
                  <a16:creationId xmlns:a16="http://schemas.microsoft.com/office/drawing/2014/main" id="{F00E5C1F-2F2F-4500-9769-3257CCA6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6" name="Rectangle 21">
              <a:extLst>
                <a:ext uri="{FF2B5EF4-FFF2-40B4-BE49-F238E27FC236}">
                  <a16:creationId xmlns:a16="http://schemas.microsoft.com/office/drawing/2014/main" id="{0934BC6B-D4E1-4AAD-B10F-4D8284A3F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7" name="Rectangle 22">
              <a:extLst>
                <a:ext uri="{FF2B5EF4-FFF2-40B4-BE49-F238E27FC236}">
                  <a16:creationId xmlns:a16="http://schemas.microsoft.com/office/drawing/2014/main" id="{C992693F-5B8D-4FCD-B95C-7F6D4E4C7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8" name="Rectangle 23">
              <a:extLst>
                <a:ext uri="{FF2B5EF4-FFF2-40B4-BE49-F238E27FC236}">
                  <a16:creationId xmlns:a16="http://schemas.microsoft.com/office/drawing/2014/main" id="{3CD665E0-E4A5-4339-84DC-9BB7C4834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99" name="Rectangle 24">
              <a:extLst>
                <a:ext uri="{FF2B5EF4-FFF2-40B4-BE49-F238E27FC236}">
                  <a16:creationId xmlns:a16="http://schemas.microsoft.com/office/drawing/2014/main" id="{0FB9F966-559D-47BA-B5D8-50B59EDDE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0" name="Rectangle 25">
              <a:extLst>
                <a:ext uri="{FF2B5EF4-FFF2-40B4-BE49-F238E27FC236}">
                  <a16:creationId xmlns:a16="http://schemas.microsoft.com/office/drawing/2014/main" id="{DDD0A452-7A4C-4A81-92A5-E2F6603A3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1" name="Rectangle 26">
              <a:extLst>
                <a:ext uri="{FF2B5EF4-FFF2-40B4-BE49-F238E27FC236}">
                  <a16:creationId xmlns:a16="http://schemas.microsoft.com/office/drawing/2014/main" id="{50F321F4-3A0C-4402-B5A6-C3CB8A464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2" name="Rectangle 27">
              <a:extLst>
                <a:ext uri="{FF2B5EF4-FFF2-40B4-BE49-F238E27FC236}">
                  <a16:creationId xmlns:a16="http://schemas.microsoft.com/office/drawing/2014/main" id="{03641541-58FB-42A5-A182-20A492018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3" name="Rectangle 28">
              <a:extLst>
                <a:ext uri="{FF2B5EF4-FFF2-40B4-BE49-F238E27FC236}">
                  <a16:creationId xmlns:a16="http://schemas.microsoft.com/office/drawing/2014/main" id="{E8B4F1DE-DB30-48EA-90F6-CBC4EFE49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4" name="Rectangle 29">
              <a:extLst>
                <a:ext uri="{FF2B5EF4-FFF2-40B4-BE49-F238E27FC236}">
                  <a16:creationId xmlns:a16="http://schemas.microsoft.com/office/drawing/2014/main" id="{3E304FE2-C051-45A8-93DC-170415BA7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5" name="Rectangle 30">
              <a:extLst>
                <a:ext uri="{FF2B5EF4-FFF2-40B4-BE49-F238E27FC236}">
                  <a16:creationId xmlns:a16="http://schemas.microsoft.com/office/drawing/2014/main" id="{B4A76C50-5FF4-4A14-A5B8-21859393F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6" name="Rectangle 31">
              <a:extLst>
                <a:ext uri="{FF2B5EF4-FFF2-40B4-BE49-F238E27FC236}">
                  <a16:creationId xmlns:a16="http://schemas.microsoft.com/office/drawing/2014/main" id="{27BD7C34-0AA5-456B-8CF8-30B578DCA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7" name="Rectangle 32">
              <a:extLst>
                <a:ext uri="{FF2B5EF4-FFF2-40B4-BE49-F238E27FC236}">
                  <a16:creationId xmlns:a16="http://schemas.microsoft.com/office/drawing/2014/main" id="{29C56DA1-C997-4A64-B657-E37EC9944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8" name="Rectangle 33">
              <a:extLst>
                <a:ext uri="{FF2B5EF4-FFF2-40B4-BE49-F238E27FC236}">
                  <a16:creationId xmlns:a16="http://schemas.microsoft.com/office/drawing/2014/main" id="{7B69AF6E-62A2-47E7-86C3-BDDBE68B3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09" name="Rectangle 34">
              <a:extLst>
                <a:ext uri="{FF2B5EF4-FFF2-40B4-BE49-F238E27FC236}">
                  <a16:creationId xmlns:a16="http://schemas.microsoft.com/office/drawing/2014/main" id="{27FC2179-117A-4F39-938A-212178620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0" name="Rectangle 35">
              <a:extLst>
                <a:ext uri="{FF2B5EF4-FFF2-40B4-BE49-F238E27FC236}">
                  <a16:creationId xmlns:a16="http://schemas.microsoft.com/office/drawing/2014/main" id="{6B18CAFC-E290-4064-B30D-ED28E706A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1" name="Rectangle 36">
              <a:extLst>
                <a:ext uri="{FF2B5EF4-FFF2-40B4-BE49-F238E27FC236}">
                  <a16:creationId xmlns:a16="http://schemas.microsoft.com/office/drawing/2014/main" id="{DEC40668-27E9-46DF-97B7-FFE6B3F11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2" name="Rectangle 37">
              <a:extLst>
                <a:ext uri="{FF2B5EF4-FFF2-40B4-BE49-F238E27FC236}">
                  <a16:creationId xmlns:a16="http://schemas.microsoft.com/office/drawing/2014/main" id="{70EC2B40-3438-4F72-A4E7-F7A1B4A65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3" name="Rectangle 38">
              <a:extLst>
                <a:ext uri="{FF2B5EF4-FFF2-40B4-BE49-F238E27FC236}">
                  <a16:creationId xmlns:a16="http://schemas.microsoft.com/office/drawing/2014/main" id="{49485F16-16AF-4437-A309-36F317DDB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4" name="Rectangle 39">
              <a:extLst>
                <a:ext uri="{FF2B5EF4-FFF2-40B4-BE49-F238E27FC236}">
                  <a16:creationId xmlns:a16="http://schemas.microsoft.com/office/drawing/2014/main" id="{8AEB1B9F-F47F-4A6A-A2CF-65D8899C6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5" name="Rectangle 40">
              <a:extLst>
                <a:ext uri="{FF2B5EF4-FFF2-40B4-BE49-F238E27FC236}">
                  <a16:creationId xmlns:a16="http://schemas.microsoft.com/office/drawing/2014/main" id="{F3C5812B-2B43-4966-BC3D-B5E278101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6" name="Rectangle 41">
              <a:extLst>
                <a:ext uri="{FF2B5EF4-FFF2-40B4-BE49-F238E27FC236}">
                  <a16:creationId xmlns:a16="http://schemas.microsoft.com/office/drawing/2014/main" id="{B194574F-0EA5-490E-B57C-4E77C41DC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7" name="Rectangle 42">
              <a:extLst>
                <a:ext uri="{FF2B5EF4-FFF2-40B4-BE49-F238E27FC236}">
                  <a16:creationId xmlns:a16="http://schemas.microsoft.com/office/drawing/2014/main" id="{96C869C9-AE18-4531-B9B2-ABA5CC332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8" name="Rectangle 43">
              <a:extLst>
                <a:ext uri="{FF2B5EF4-FFF2-40B4-BE49-F238E27FC236}">
                  <a16:creationId xmlns:a16="http://schemas.microsoft.com/office/drawing/2014/main" id="{B635E146-19B7-4243-827F-9C2186BD7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19" name="Rectangle 44">
              <a:extLst>
                <a:ext uri="{FF2B5EF4-FFF2-40B4-BE49-F238E27FC236}">
                  <a16:creationId xmlns:a16="http://schemas.microsoft.com/office/drawing/2014/main" id="{81F75608-A951-4517-B52C-0B1BF2120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0" name="Rectangle 45">
              <a:extLst>
                <a:ext uri="{FF2B5EF4-FFF2-40B4-BE49-F238E27FC236}">
                  <a16:creationId xmlns:a16="http://schemas.microsoft.com/office/drawing/2014/main" id="{43A78379-1D57-4CB7-A408-263B58702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1" name="Rectangle 46">
              <a:extLst>
                <a:ext uri="{FF2B5EF4-FFF2-40B4-BE49-F238E27FC236}">
                  <a16:creationId xmlns:a16="http://schemas.microsoft.com/office/drawing/2014/main" id="{D77CB532-9163-4F4D-B060-6A93AE0A0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2" name="Rectangle 47">
              <a:extLst>
                <a:ext uri="{FF2B5EF4-FFF2-40B4-BE49-F238E27FC236}">
                  <a16:creationId xmlns:a16="http://schemas.microsoft.com/office/drawing/2014/main" id="{CDC3724E-4DE3-4773-B5CB-231F0B620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3" name="Rectangle 48">
              <a:extLst>
                <a:ext uri="{FF2B5EF4-FFF2-40B4-BE49-F238E27FC236}">
                  <a16:creationId xmlns:a16="http://schemas.microsoft.com/office/drawing/2014/main" id="{524ACFA0-B705-4E5A-8155-8E8F7262F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4" name="Rectangle 49">
              <a:extLst>
                <a:ext uri="{FF2B5EF4-FFF2-40B4-BE49-F238E27FC236}">
                  <a16:creationId xmlns:a16="http://schemas.microsoft.com/office/drawing/2014/main" id="{10088211-BA1F-4D64-B030-0BAABECD1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5" name="Rectangle 50">
              <a:extLst>
                <a:ext uri="{FF2B5EF4-FFF2-40B4-BE49-F238E27FC236}">
                  <a16:creationId xmlns:a16="http://schemas.microsoft.com/office/drawing/2014/main" id="{ECC50064-2004-4D20-B3DB-BA6A3EC09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6" name="Rectangle 51">
              <a:extLst>
                <a:ext uri="{FF2B5EF4-FFF2-40B4-BE49-F238E27FC236}">
                  <a16:creationId xmlns:a16="http://schemas.microsoft.com/office/drawing/2014/main" id="{B8F1EB6E-A626-4CF6-9794-BA5012223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7" name="Rectangle 52">
              <a:extLst>
                <a:ext uri="{FF2B5EF4-FFF2-40B4-BE49-F238E27FC236}">
                  <a16:creationId xmlns:a16="http://schemas.microsoft.com/office/drawing/2014/main" id="{9542F779-2940-4088-9319-4B35F387C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8" name="Rectangle 53">
              <a:extLst>
                <a:ext uri="{FF2B5EF4-FFF2-40B4-BE49-F238E27FC236}">
                  <a16:creationId xmlns:a16="http://schemas.microsoft.com/office/drawing/2014/main" id="{7A7E5FFC-56B7-423D-BA09-7FFF8C179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29" name="Rectangle 54">
              <a:extLst>
                <a:ext uri="{FF2B5EF4-FFF2-40B4-BE49-F238E27FC236}">
                  <a16:creationId xmlns:a16="http://schemas.microsoft.com/office/drawing/2014/main" id="{54BD21DE-F3E0-4D4C-9276-9475BAB4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30" name="Rectangle 55">
              <a:extLst>
                <a:ext uri="{FF2B5EF4-FFF2-40B4-BE49-F238E27FC236}">
                  <a16:creationId xmlns:a16="http://schemas.microsoft.com/office/drawing/2014/main" id="{15C5F810-4D4E-493F-BFF2-10DC242CB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31" name="Rectangle 56">
              <a:extLst>
                <a:ext uri="{FF2B5EF4-FFF2-40B4-BE49-F238E27FC236}">
                  <a16:creationId xmlns:a16="http://schemas.microsoft.com/office/drawing/2014/main" id="{58F0A101-381B-483D-AA84-486B3064F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32" name="Rectangle 57">
              <a:extLst>
                <a:ext uri="{FF2B5EF4-FFF2-40B4-BE49-F238E27FC236}">
                  <a16:creationId xmlns:a16="http://schemas.microsoft.com/office/drawing/2014/main" id="{C47A2B70-786F-4DA3-A2D9-D118677D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33" name="Rectangle 58">
              <a:extLst>
                <a:ext uri="{FF2B5EF4-FFF2-40B4-BE49-F238E27FC236}">
                  <a16:creationId xmlns:a16="http://schemas.microsoft.com/office/drawing/2014/main" id="{2D98059B-C319-4267-8810-8809C89A4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34" name="Rectangle 59">
              <a:extLst>
                <a:ext uri="{FF2B5EF4-FFF2-40B4-BE49-F238E27FC236}">
                  <a16:creationId xmlns:a16="http://schemas.microsoft.com/office/drawing/2014/main" id="{07A55D5F-9F89-4C63-9B0B-5D7C74A71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035" name="Rectangle 60">
              <a:extLst>
                <a:ext uri="{FF2B5EF4-FFF2-40B4-BE49-F238E27FC236}">
                  <a16:creationId xmlns:a16="http://schemas.microsoft.com/office/drawing/2014/main" id="{F9A1787C-AD69-4A03-898B-E52F8E45E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9938" name="Title 1">
            <a:extLst>
              <a:ext uri="{FF2B5EF4-FFF2-40B4-BE49-F238E27FC236}">
                <a16:creationId xmlns:a16="http://schemas.microsoft.com/office/drawing/2014/main" id="{42D02EA1-937A-4F2E-A53F-2DDDD77A0845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39939" name="TextBox 2">
            <a:extLst>
              <a:ext uri="{FF2B5EF4-FFF2-40B4-BE49-F238E27FC236}">
                <a16:creationId xmlns:a16="http://schemas.microsoft.com/office/drawing/2014/main" id="{376CB398-7226-44DE-8455-3DE72F229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39940" name="TextBox 62">
            <a:extLst>
              <a:ext uri="{FF2B5EF4-FFF2-40B4-BE49-F238E27FC236}">
                <a16:creationId xmlns:a16="http://schemas.microsoft.com/office/drawing/2014/main" id="{38DD8D73-3E74-4C73-855A-532118D646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39941" name="Rectangle 3">
            <a:extLst>
              <a:ext uri="{FF2B5EF4-FFF2-40B4-BE49-F238E27FC236}">
                <a16:creationId xmlns:a16="http://schemas.microsoft.com/office/drawing/2014/main" id="{1DDD25ED-8CD3-46CC-AAC0-8D644B930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3063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9942" name="Oval 111">
            <a:extLst>
              <a:ext uri="{FF2B5EF4-FFF2-40B4-BE49-F238E27FC236}">
                <a16:creationId xmlns:a16="http://schemas.microsoft.com/office/drawing/2014/main" id="{E6474C54-B7BD-4610-BBBE-E8F22E93F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8775" y="2609850"/>
            <a:ext cx="338138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9943" name="Oval 105">
            <a:extLst>
              <a:ext uri="{FF2B5EF4-FFF2-40B4-BE49-F238E27FC236}">
                <a16:creationId xmlns:a16="http://schemas.microsoft.com/office/drawing/2014/main" id="{1AACAA70-BB13-413B-93D1-34327E774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0425" y="4903788"/>
            <a:ext cx="657225" cy="2889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9944" name="Group 105">
            <a:extLst>
              <a:ext uri="{FF2B5EF4-FFF2-40B4-BE49-F238E27FC236}">
                <a16:creationId xmlns:a16="http://schemas.microsoft.com/office/drawing/2014/main" id="{2D9CFAB9-CC58-4298-9E84-270D47A7DB9C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39945" name="Freeform 4">
              <a:extLst>
                <a:ext uri="{FF2B5EF4-FFF2-40B4-BE49-F238E27FC236}">
                  <a16:creationId xmlns:a16="http://schemas.microsoft.com/office/drawing/2014/main" id="{266C856E-C0B6-4E61-A9FE-D24A7BFA7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46" name="Freeform 7">
              <a:extLst>
                <a:ext uri="{FF2B5EF4-FFF2-40B4-BE49-F238E27FC236}">
                  <a16:creationId xmlns:a16="http://schemas.microsoft.com/office/drawing/2014/main" id="{FC23EAB8-BE47-4211-BE3F-1C8188A0E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47" name="Freeform 9">
              <a:extLst>
                <a:ext uri="{FF2B5EF4-FFF2-40B4-BE49-F238E27FC236}">
                  <a16:creationId xmlns:a16="http://schemas.microsoft.com/office/drawing/2014/main" id="{FF454FFA-DDB4-411F-BF85-520A9A662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48" name="Freeform 12">
              <a:extLst>
                <a:ext uri="{FF2B5EF4-FFF2-40B4-BE49-F238E27FC236}">
                  <a16:creationId xmlns:a16="http://schemas.microsoft.com/office/drawing/2014/main" id="{4667F971-4E16-407D-B19B-71C84B09C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49" name="Freeform 14">
              <a:extLst>
                <a:ext uri="{FF2B5EF4-FFF2-40B4-BE49-F238E27FC236}">
                  <a16:creationId xmlns:a16="http://schemas.microsoft.com/office/drawing/2014/main" id="{C9A561B9-3A29-4D3F-BD51-928CCE829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0" name="Rectangle 15">
              <a:extLst>
                <a:ext uri="{FF2B5EF4-FFF2-40B4-BE49-F238E27FC236}">
                  <a16:creationId xmlns:a16="http://schemas.microsoft.com/office/drawing/2014/main" id="{B8D052AE-0EA1-43C5-81AB-8D5565B20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1" name="Freeform 29">
              <a:extLst>
                <a:ext uri="{FF2B5EF4-FFF2-40B4-BE49-F238E27FC236}">
                  <a16:creationId xmlns:a16="http://schemas.microsoft.com/office/drawing/2014/main" id="{7C1AB666-D4C7-4B7F-A7B8-5D5B36AA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2" name="Freeform 30">
              <a:extLst>
                <a:ext uri="{FF2B5EF4-FFF2-40B4-BE49-F238E27FC236}">
                  <a16:creationId xmlns:a16="http://schemas.microsoft.com/office/drawing/2014/main" id="{392E35D4-310A-409E-B8E7-CF0D4DFCA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3" name="Freeform 31">
              <a:extLst>
                <a:ext uri="{FF2B5EF4-FFF2-40B4-BE49-F238E27FC236}">
                  <a16:creationId xmlns:a16="http://schemas.microsoft.com/office/drawing/2014/main" id="{2CC3E881-232A-4652-AF5B-C0C4D289F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4" name="Freeform 32">
              <a:extLst>
                <a:ext uri="{FF2B5EF4-FFF2-40B4-BE49-F238E27FC236}">
                  <a16:creationId xmlns:a16="http://schemas.microsoft.com/office/drawing/2014/main" id="{9386441E-1D45-4256-AB59-5C0ECB7A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5" name="Freeform 33">
              <a:extLst>
                <a:ext uri="{FF2B5EF4-FFF2-40B4-BE49-F238E27FC236}">
                  <a16:creationId xmlns:a16="http://schemas.microsoft.com/office/drawing/2014/main" id="{9DB6A9CA-88B5-47FE-970C-4753F44FA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6" name="Freeform 34">
              <a:extLst>
                <a:ext uri="{FF2B5EF4-FFF2-40B4-BE49-F238E27FC236}">
                  <a16:creationId xmlns:a16="http://schemas.microsoft.com/office/drawing/2014/main" id="{A4487851-5CBB-4B86-9324-F1D2A68F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7" name="Freeform 35">
              <a:extLst>
                <a:ext uri="{FF2B5EF4-FFF2-40B4-BE49-F238E27FC236}">
                  <a16:creationId xmlns:a16="http://schemas.microsoft.com/office/drawing/2014/main" id="{BD4B27B8-7DA3-4D57-A1CD-461F5D623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8" name="Rectangle 37">
              <a:extLst>
                <a:ext uri="{FF2B5EF4-FFF2-40B4-BE49-F238E27FC236}">
                  <a16:creationId xmlns:a16="http://schemas.microsoft.com/office/drawing/2014/main" id="{65315FF8-E741-4A80-B67B-18A3D3755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59" name="Freeform 44">
              <a:extLst>
                <a:ext uri="{FF2B5EF4-FFF2-40B4-BE49-F238E27FC236}">
                  <a16:creationId xmlns:a16="http://schemas.microsoft.com/office/drawing/2014/main" id="{48788FD2-65BA-41D9-B72C-700526BA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60" name="Line 45">
              <a:extLst>
                <a:ext uri="{FF2B5EF4-FFF2-40B4-BE49-F238E27FC236}">
                  <a16:creationId xmlns:a16="http://schemas.microsoft.com/office/drawing/2014/main" id="{87ECD7AF-048F-43C2-B9B8-FEAD7F85F0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961" name="Rectangle 47">
              <a:extLst>
                <a:ext uri="{FF2B5EF4-FFF2-40B4-BE49-F238E27FC236}">
                  <a16:creationId xmlns:a16="http://schemas.microsoft.com/office/drawing/2014/main" id="{EE969FAA-9706-46B6-B4D1-E64E346A5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9962" name="Group 123">
              <a:extLst>
                <a:ext uri="{FF2B5EF4-FFF2-40B4-BE49-F238E27FC236}">
                  <a16:creationId xmlns:a16="http://schemas.microsoft.com/office/drawing/2014/main" id="{A442C9D3-0632-4929-A69C-23759AF58D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39976" name="Rectangle 48">
                <a:extLst>
                  <a:ext uri="{FF2B5EF4-FFF2-40B4-BE49-F238E27FC236}">
                    <a16:creationId xmlns:a16="http://schemas.microsoft.com/office/drawing/2014/main" id="{3114549D-EA70-4733-B2F0-2005DE69C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77" name="Rectangle 51">
                <a:extLst>
                  <a:ext uri="{FF2B5EF4-FFF2-40B4-BE49-F238E27FC236}">
                    <a16:creationId xmlns:a16="http://schemas.microsoft.com/office/drawing/2014/main" id="{8A6B409E-75C7-4266-9AAA-9DFFE5129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78" name="Rectangle 54">
                <a:extLst>
                  <a:ext uri="{FF2B5EF4-FFF2-40B4-BE49-F238E27FC236}">
                    <a16:creationId xmlns:a16="http://schemas.microsoft.com/office/drawing/2014/main" id="{44B5AC6D-9052-4E31-8166-F630AFBD3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963" name="Group 124">
              <a:extLst>
                <a:ext uri="{FF2B5EF4-FFF2-40B4-BE49-F238E27FC236}">
                  <a16:creationId xmlns:a16="http://schemas.microsoft.com/office/drawing/2014/main" id="{8FCA07D3-9D2A-457A-9A3E-1C9DD78588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39973" name="Rectangle 48">
                <a:extLst>
                  <a:ext uri="{FF2B5EF4-FFF2-40B4-BE49-F238E27FC236}">
                    <a16:creationId xmlns:a16="http://schemas.microsoft.com/office/drawing/2014/main" id="{AC4B37DE-8FC8-4245-8A75-7AE4D25B9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74" name="Rectangle 51">
                <a:extLst>
                  <a:ext uri="{FF2B5EF4-FFF2-40B4-BE49-F238E27FC236}">
                    <a16:creationId xmlns:a16="http://schemas.microsoft.com/office/drawing/2014/main" id="{F38333B9-F8C1-40D7-AEBF-6BA944AE4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75" name="Rectangle 54">
                <a:extLst>
                  <a:ext uri="{FF2B5EF4-FFF2-40B4-BE49-F238E27FC236}">
                    <a16:creationId xmlns:a16="http://schemas.microsoft.com/office/drawing/2014/main" id="{14B48B4E-E4A2-489A-B7B7-22BCD2144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964" name="Group 125">
              <a:extLst>
                <a:ext uri="{FF2B5EF4-FFF2-40B4-BE49-F238E27FC236}">
                  <a16:creationId xmlns:a16="http://schemas.microsoft.com/office/drawing/2014/main" id="{607128C2-BB53-4D50-89B1-321AB84CE8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39970" name="Rectangle 48">
                <a:extLst>
                  <a:ext uri="{FF2B5EF4-FFF2-40B4-BE49-F238E27FC236}">
                    <a16:creationId xmlns:a16="http://schemas.microsoft.com/office/drawing/2014/main" id="{B064DEE4-3142-47BB-BA3E-DE5496D77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71" name="Rectangle 51">
                <a:extLst>
                  <a:ext uri="{FF2B5EF4-FFF2-40B4-BE49-F238E27FC236}">
                    <a16:creationId xmlns:a16="http://schemas.microsoft.com/office/drawing/2014/main" id="{091528DD-F516-4B5A-892B-A5992246F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72" name="Rectangle 54">
                <a:extLst>
                  <a:ext uri="{FF2B5EF4-FFF2-40B4-BE49-F238E27FC236}">
                    <a16:creationId xmlns:a16="http://schemas.microsoft.com/office/drawing/2014/main" id="{90A0A2AD-AA16-48FB-973F-B81B68A24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965" name="Group 126">
              <a:extLst>
                <a:ext uri="{FF2B5EF4-FFF2-40B4-BE49-F238E27FC236}">
                  <a16:creationId xmlns:a16="http://schemas.microsoft.com/office/drawing/2014/main" id="{87215B81-E442-4F03-BE89-3EB66EC4A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39967" name="Rectangle 48">
                <a:extLst>
                  <a:ext uri="{FF2B5EF4-FFF2-40B4-BE49-F238E27FC236}">
                    <a16:creationId xmlns:a16="http://schemas.microsoft.com/office/drawing/2014/main" id="{E088E148-E505-4AF2-9039-8BB1AD52F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68" name="Rectangle 51">
                <a:extLst>
                  <a:ext uri="{FF2B5EF4-FFF2-40B4-BE49-F238E27FC236}">
                    <a16:creationId xmlns:a16="http://schemas.microsoft.com/office/drawing/2014/main" id="{4596A5FB-FB0D-4004-8538-95C1EF8CB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969" name="Rectangle 54">
                <a:extLst>
                  <a:ext uri="{FF2B5EF4-FFF2-40B4-BE49-F238E27FC236}">
                    <a16:creationId xmlns:a16="http://schemas.microsoft.com/office/drawing/2014/main" id="{CBE7A3AA-CD8C-4F8E-88F1-5B1DB9D74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966" name="Oval 5">
              <a:extLst>
                <a:ext uri="{FF2B5EF4-FFF2-40B4-BE49-F238E27FC236}">
                  <a16:creationId xmlns:a16="http://schemas.microsoft.com/office/drawing/2014/main" id="{AAA84C0C-2EF3-4B24-B061-5D39BC447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9686" y="4756195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1" name="Group 1">
            <a:extLst>
              <a:ext uri="{FF2B5EF4-FFF2-40B4-BE49-F238E27FC236}">
                <a16:creationId xmlns:a16="http://schemas.microsoft.com/office/drawing/2014/main" id="{DFDE806E-BA13-4C8B-8BAA-4EE2741D0A8D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41002" name="Rectangle 4">
              <a:extLst>
                <a:ext uri="{FF2B5EF4-FFF2-40B4-BE49-F238E27FC236}">
                  <a16:creationId xmlns:a16="http://schemas.microsoft.com/office/drawing/2014/main" id="{31DDB71B-DD8C-434F-B2CD-62CCCF10A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03" name="Rectangle 5">
              <a:extLst>
                <a:ext uri="{FF2B5EF4-FFF2-40B4-BE49-F238E27FC236}">
                  <a16:creationId xmlns:a16="http://schemas.microsoft.com/office/drawing/2014/main" id="{22BFEDFC-3574-42B3-BA62-DAE2E4440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04" name="Rectangle 6">
              <a:extLst>
                <a:ext uri="{FF2B5EF4-FFF2-40B4-BE49-F238E27FC236}">
                  <a16:creationId xmlns:a16="http://schemas.microsoft.com/office/drawing/2014/main" id="{C5648951-F505-4F1E-B17E-9B9FB1ECE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05" name="Rectangle 7">
              <a:extLst>
                <a:ext uri="{FF2B5EF4-FFF2-40B4-BE49-F238E27FC236}">
                  <a16:creationId xmlns:a16="http://schemas.microsoft.com/office/drawing/2014/main" id="{42B0967E-FFD0-493A-8FE7-2CD3EB9E3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06" name="Rectangle 8">
              <a:extLst>
                <a:ext uri="{FF2B5EF4-FFF2-40B4-BE49-F238E27FC236}">
                  <a16:creationId xmlns:a16="http://schemas.microsoft.com/office/drawing/2014/main" id="{03F9248B-4659-42A2-B387-6732E228C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07" name="Rectangle 9">
              <a:extLst>
                <a:ext uri="{FF2B5EF4-FFF2-40B4-BE49-F238E27FC236}">
                  <a16:creationId xmlns:a16="http://schemas.microsoft.com/office/drawing/2014/main" id="{B114FC62-ABDB-4F67-8871-6ED0E173D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08" name="Rectangle 10">
              <a:extLst>
                <a:ext uri="{FF2B5EF4-FFF2-40B4-BE49-F238E27FC236}">
                  <a16:creationId xmlns:a16="http://schemas.microsoft.com/office/drawing/2014/main" id="{72178823-73E2-4824-BF6C-66985AF76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09" name="Rectangle 11">
              <a:extLst>
                <a:ext uri="{FF2B5EF4-FFF2-40B4-BE49-F238E27FC236}">
                  <a16:creationId xmlns:a16="http://schemas.microsoft.com/office/drawing/2014/main" id="{0FC7A3A5-4956-47B2-A9A3-E0856BE4A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0" name="Rectangle 12">
              <a:extLst>
                <a:ext uri="{FF2B5EF4-FFF2-40B4-BE49-F238E27FC236}">
                  <a16:creationId xmlns:a16="http://schemas.microsoft.com/office/drawing/2014/main" id="{0A5BF20A-BB41-42C7-8F06-A4E32979A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1" name="Rectangle 13">
              <a:extLst>
                <a:ext uri="{FF2B5EF4-FFF2-40B4-BE49-F238E27FC236}">
                  <a16:creationId xmlns:a16="http://schemas.microsoft.com/office/drawing/2014/main" id="{239D0787-8625-4688-A9B2-CAC486115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2" name="Rectangle 14">
              <a:extLst>
                <a:ext uri="{FF2B5EF4-FFF2-40B4-BE49-F238E27FC236}">
                  <a16:creationId xmlns:a16="http://schemas.microsoft.com/office/drawing/2014/main" id="{05107F35-2CD2-4DFA-9397-9ABAE65C3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3" name="Rectangle 15">
              <a:extLst>
                <a:ext uri="{FF2B5EF4-FFF2-40B4-BE49-F238E27FC236}">
                  <a16:creationId xmlns:a16="http://schemas.microsoft.com/office/drawing/2014/main" id="{BE65EAE8-DDE6-4667-8BFA-10BC4BE76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4" name="Rectangle 16">
              <a:extLst>
                <a:ext uri="{FF2B5EF4-FFF2-40B4-BE49-F238E27FC236}">
                  <a16:creationId xmlns:a16="http://schemas.microsoft.com/office/drawing/2014/main" id="{70447CA9-9E97-4CB6-8B5C-13A4004F1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5" name="Rectangle 17">
              <a:extLst>
                <a:ext uri="{FF2B5EF4-FFF2-40B4-BE49-F238E27FC236}">
                  <a16:creationId xmlns:a16="http://schemas.microsoft.com/office/drawing/2014/main" id="{A9F4AB0D-DF11-4E3B-90DE-5CB0A5B61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6" name="Rectangle 18">
              <a:extLst>
                <a:ext uri="{FF2B5EF4-FFF2-40B4-BE49-F238E27FC236}">
                  <a16:creationId xmlns:a16="http://schemas.microsoft.com/office/drawing/2014/main" id="{D763BFB0-9CC7-4F51-AFBD-DFA39ACB3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7" name="Rectangle 19">
              <a:extLst>
                <a:ext uri="{FF2B5EF4-FFF2-40B4-BE49-F238E27FC236}">
                  <a16:creationId xmlns:a16="http://schemas.microsoft.com/office/drawing/2014/main" id="{028FDA8D-0D3F-4426-BF81-CB22C4D38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8" name="Rectangle 20">
              <a:extLst>
                <a:ext uri="{FF2B5EF4-FFF2-40B4-BE49-F238E27FC236}">
                  <a16:creationId xmlns:a16="http://schemas.microsoft.com/office/drawing/2014/main" id="{6522BE4A-2B57-4207-AC8C-E00661E14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19" name="Rectangle 21">
              <a:extLst>
                <a:ext uri="{FF2B5EF4-FFF2-40B4-BE49-F238E27FC236}">
                  <a16:creationId xmlns:a16="http://schemas.microsoft.com/office/drawing/2014/main" id="{7406AC9F-A7DE-45FD-B222-71EADD856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0" name="Rectangle 22">
              <a:extLst>
                <a:ext uri="{FF2B5EF4-FFF2-40B4-BE49-F238E27FC236}">
                  <a16:creationId xmlns:a16="http://schemas.microsoft.com/office/drawing/2014/main" id="{985F7911-1C60-4836-AB5E-AE5FC52E5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1" name="Rectangle 23">
              <a:extLst>
                <a:ext uri="{FF2B5EF4-FFF2-40B4-BE49-F238E27FC236}">
                  <a16:creationId xmlns:a16="http://schemas.microsoft.com/office/drawing/2014/main" id="{30133FC1-265B-4C7D-A13E-E465B88C8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2" name="Rectangle 24">
              <a:extLst>
                <a:ext uri="{FF2B5EF4-FFF2-40B4-BE49-F238E27FC236}">
                  <a16:creationId xmlns:a16="http://schemas.microsoft.com/office/drawing/2014/main" id="{9A9CC725-190B-4B59-B9E9-E586D62A2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3" name="Rectangle 25">
              <a:extLst>
                <a:ext uri="{FF2B5EF4-FFF2-40B4-BE49-F238E27FC236}">
                  <a16:creationId xmlns:a16="http://schemas.microsoft.com/office/drawing/2014/main" id="{47C383C4-1D91-47CC-BEDD-7AE3E4AC2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4" name="Rectangle 26">
              <a:extLst>
                <a:ext uri="{FF2B5EF4-FFF2-40B4-BE49-F238E27FC236}">
                  <a16:creationId xmlns:a16="http://schemas.microsoft.com/office/drawing/2014/main" id="{93E27DDF-9070-4395-AD86-92B189CAF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5" name="Rectangle 27">
              <a:extLst>
                <a:ext uri="{FF2B5EF4-FFF2-40B4-BE49-F238E27FC236}">
                  <a16:creationId xmlns:a16="http://schemas.microsoft.com/office/drawing/2014/main" id="{C81D3788-95EC-4763-84A9-DC3CF64C2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6" name="Rectangle 28">
              <a:extLst>
                <a:ext uri="{FF2B5EF4-FFF2-40B4-BE49-F238E27FC236}">
                  <a16:creationId xmlns:a16="http://schemas.microsoft.com/office/drawing/2014/main" id="{2831F5D0-23B5-45BB-93C3-F954134D6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7" name="Rectangle 29">
              <a:extLst>
                <a:ext uri="{FF2B5EF4-FFF2-40B4-BE49-F238E27FC236}">
                  <a16:creationId xmlns:a16="http://schemas.microsoft.com/office/drawing/2014/main" id="{AF57E8BE-E0E5-48D6-87E9-C11F0AB4C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8" name="Rectangle 30">
              <a:extLst>
                <a:ext uri="{FF2B5EF4-FFF2-40B4-BE49-F238E27FC236}">
                  <a16:creationId xmlns:a16="http://schemas.microsoft.com/office/drawing/2014/main" id="{CA7EE79C-4B67-47AE-B48F-1B022B7C1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29" name="Rectangle 31">
              <a:extLst>
                <a:ext uri="{FF2B5EF4-FFF2-40B4-BE49-F238E27FC236}">
                  <a16:creationId xmlns:a16="http://schemas.microsoft.com/office/drawing/2014/main" id="{73FBBA3B-EFAE-4257-A161-B3840B595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0" name="Rectangle 32">
              <a:extLst>
                <a:ext uri="{FF2B5EF4-FFF2-40B4-BE49-F238E27FC236}">
                  <a16:creationId xmlns:a16="http://schemas.microsoft.com/office/drawing/2014/main" id="{78CA6DA6-3AC0-4215-9C25-D2BF4BC3F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1" name="Rectangle 33">
              <a:extLst>
                <a:ext uri="{FF2B5EF4-FFF2-40B4-BE49-F238E27FC236}">
                  <a16:creationId xmlns:a16="http://schemas.microsoft.com/office/drawing/2014/main" id="{89381596-FB02-41CF-B38D-A7A8D1CB1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2" name="Rectangle 34">
              <a:extLst>
                <a:ext uri="{FF2B5EF4-FFF2-40B4-BE49-F238E27FC236}">
                  <a16:creationId xmlns:a16="http://schemas.microsoft.com/office/drawing/2014/main" id="{9A492EF9-1610-42AE-ABB7-343514DD9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3" name="Rectangle 35">
              <a:extLst>
                <a:ext uri="{FF2B5EF4-FFF2-40B4-BE49-F238E27FC236}">
                  <a16:creationId xmlns:a16="http://schemas.microsoft.com/office/drawing/2014/main" id="{7A8A583C-784B-41E7-83F2-33A16361F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4" name="Rectangle 36">
              <a:extLst>
                <a:ext uri="{FF2B5EF4-FFF2-40B4-BE49-F238E27FC236}">
                  <a16:creationId xmlns:a16="http://schemas.microsoft.com/office/drawing/2014/main" id="{86B26FB5-807B-4ACA-B00F-0C8654863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5" name="Rectangle 37">
              <a:extLst>
                <a:ext uri="{FF2B5EF4-FFF2-40B4-BE49-F238E27FC236}">
                  <a16:creationId xmlns:a16="http://schemas.microsoft.com/office/drawing/2014/main" id="{2C1AC86E-D158-481F-B59F-111707E8C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6" name="Rectangle 38">
              <a:extLst>
                <a:ext uri="{FF2B5EF4-FFF2-40B4-BE49-F238E27FC236}">
                  <a16:creationId xmlns:a16="http://schemas.microsoft.com/office/drawing/2014/main" id="{08A90026-BC37-4D07-9CE5-14A16EA52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7" name="Rectangle 39">
              <a:extLst>
                <a:ext uri="{FF2B5EF4-FFF2-40B4-BE49-F238E27FC236}">
                  <a16:creationId xmlns:a16="http://schemas.microsoft.com/office/drawing/2014/main" id="{56B4226D-8932-4237-A811-E78027790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8" name="Rectangle 40">
              <a:extLst>
                <a:ext uri="{FF2B5EF4-FFF2-40B4-BE49-F238E27FC236}">
                  <a16:creationId xmlns:a16="http://schemas.microsoft.com/office/drawing/2014/main" id="{61485E76-3D59-4D65-918B-E514AED35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39" name="Rectangle 41">
              <a:extLst>
                <a:ext uri="{FF2B5EF4-FFF2-40B4-BE49-F238E27FC236}">
                  <a16:creationId xmlns:a16="http://schemas.microsoft.com/office/drawing/2014/main" id="{559C1547-435F-45B6-89EF-DEEFD3D05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0" name="Rectangle 42">
              <a:extLst>
                <a:ext uri="{FF2B5EF4-FFF2-40B4-BE49-F238E27FC236}">
                  <a16:creationId xmlns:a16="http://schemas.microsoft.com/office/drawing/2014/main" id="{CFADACBE-CC37-4C3F-8F1E-88A5A0B47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1" name="Rectangle 43">
              <a:extLst>
                <a:ext uri="{FF2B5EF4-FFF2-40B4-BE49-F238E27FC236}">
                  <a16:creationId xmlns:a16="http://schemas.microsoft.com/office/drawing/2014/main" id="{8CA67A3D-6BB0-4DC3-B9B8-079DEB9F4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2" name="Rectangle 44">
              <a:extLst>
                <a:ext uri="{FF2B5EF4-FFF2-40B4-BE49-F238E27FC236}">
                  <a16:creationId xmlns:a16="http://schemas.microsoft.com/office/drawing/2014/main" id="{79969A76-EB34-407A-B207-7EB72130D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3" name="Rectangle 45">
              <a:extLst>
                <a:ext uri="{FF2B5EF4-FFF2-40B4-BE49-F238E27FC236}">
                  <a16:creationId xmlns:a16="http://schemas.microsoft.com/office/drawing/2014/main" id="{47D95E3E-E34E-4751-A088-52AB1544C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4" name="Rectangle 46">
              <a:extLst>
                <a:ext uri="{FF2B5EF4-FFF2-40B4-BE49-F238E27FC236}">
                  <a16:creationId xmlns:a16="http://schemas.microsoft.com/office/drawing/2014/main" id="{9F755DF1-EBC7-4AD5-AEAC-A251B3AC7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5" name="Rectangle 47">
              <a:extLst>
                <a:ext uri="{FF2B5EF4-FFF2-40B4-BE49-F238E27FC236}">
                  <a16:creationId xmlns:a16="http://schemas.microsoft.com/office/drawing/2014/main" id="{5BBC737D-A398-4D59-89A2-EECABE2D7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6" name="Rectangle 48">
              <a:extLst>
                <a:ext uri="{FF2B5EF4-FFF2-40B4-BE49-F238E27FC236}">
                  <a16:creationId xmlns:a16="http://schemas.microsoft.com/office/drawing/2014/main" id="{AB373E2F-7D3D-4557-9520-B81A1FDC8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7" name="Rectangle 49">
              <a:extLst>
                <a:ext uri="{FF2B5EF4-FFF2-40B4-BE49-F238E27FC236}">
                  <a16:creationId xmlns:a16="http://schemas.microsoft.com/office/drawing/2014/main" id="{CD324577-BD36-489E-A277-FDC4045BC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8" name="Rectangle 50">
              <a:extLst>
                <a:ext uri="{FF2B5EF4-FFF2-40B4-BE49-F238E27FC236}">
                  <a16:creationId xmlns:a16="http://schemas.microsoft.com/office/drawing/2014/main" id="{5D6028A3-654B-436E-99F3-B6DD7778D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49" name="Rectangle 51">
              <a:extLst>
                <a:ext uri="{FF2B5EF4-FFF2-40B4-BE49-F238E27FC236}">
                  <a16:creationId xmlns:a16="http://schemas.microsoft.com/office/drawing/2014/main" id="{B52EE146-0819-4A1D-977E-DA9208260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0" name="Rectangle 52">
              <a:extLst>
                <a:ext uri="{FF2B5EF4-FFF2-40B4-BE49-F238E27FC236}">
                  <a16:creationId xmlns:a16="http://schemas.microsoft.com/office/drawing/2014/main" id="{CB705C79-4FFE-4DC7-B803-58F5C99A4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1" name="Rectangle 53">
              <a:extLst>
                <a:ext uri="{FF2B5EF4-FFF2-40B4-BE49-F238E27FC236}">
                  <a16:creationId xmlns:a16="http://schemas.microsoft.com/office/drawing/2014/main" id="{9E3C1C19-1EF9-4BC0-8FBD-0799F8DA4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2" name="Rectangle 54">
              <a:extLst>
                <a:ext uri="{FF2B5EF4-FFF2-40B4-BE49-F238E27FC236}">
                  <a16:creationId xmlns:a16="http://schemas.microsoft.com/office/drawing/2014/main" id="{EA11BB20-D83E-4C8F-BA8E-1D820BF09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3" name="Rectangle 55">
              <a:extLst>
                <a:ext uri="{FF2B5EF4-FFF2-40B4-BE49-F238E27FC236}">
                  <a16:creationId xmlns:a16="http://schemas.microsoft.com/office/drawing/2014/main" id="{5D448BFC-9832-4CEB-8176-22D85D336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4" name="Rectangle 56">
              <a:extLst>
                <a:ext uri="{FF2B5EF4-FFF2-40B4-BE49-F238E27FC236}">
                  <a16:creationId xmlns:a16="http://schemas.microsoft.com/office/drawing/2014/main" id="{274D276E-38A0-4FE3-8109-67B913DF4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5" name="Rectangle 57">
              <a:extLst>
                <a:ext uri="{FF2B5EF4-FFF2-40B4-BE49-F238E27FC236}">
                  <a16:creationId xmlns:a16="http://schemas.microsoft.com/office/drawing/2014/main" id="{568779A0-8CB8-430C-9233-81C092F58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6" name="Rectangle 58">
              <a:extLst>
                <a:ext uri="{FF2B5EF4-FFF2-40B4-BE49-F238E27FC236}">
                  <a16:creationId xmlns:a16="http://schemas.microsoft.com/office/drawing/2014/main" id="{A516C0D6-B6D9-4D33-AEDC-DB0CF7F92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7" name="Rectangle 59">
              <a:extLst>
                <a:ext uri="{FF2B5EF4-FFF2-40B4-BE49-F238E27FC236}">
                  <a16:creationId xmlns:a16="http://schemas.microsoft.com/office/drawing/2014/main" id="{0852620C-BCED-4C67-9DF8-C319B7A01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58" name="Rectangle 60">
              <a:extLst>
                <a:ext uri="{FF2B5EF4-FFF2-40B4-BE49-F238E27FC236}">
                  <a16:creationId xmlns:a16="http://schemas.microsoft.com/office/drawing/2014/main" id="{BC0DEB66-C0D7-44B2-A222-BF4A8958C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0962" name="Title 1">
            <a:extLst>
              <a:ext uri="{FF2B5EF4-FFF2-40B4-BE49-F238E27FC236}">
                <a16:creationId xmlns:a16="http://schemas.microsoft.com/office/drawing/2014/main" id="{EA2497AE-F3AB-465D-B2BD-089096617DB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40963" name="TextBox 2">
            <a:extLst>
              <a:ext uri="{FF2B5EF4-FFF2-40B4-BE49-F238E27FC236}">
                <a16:creationId xmlns:a16="http://schemas.microsoft.com/office/drawing/2014/main" id="{FE5D7C9F-FBC7-40C1-8D5C-3D36394929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40964" name="TextBox 62">
            <a:extLst>
              <a:ext uri="{FF2B5EF4-FFF2-40B4-BE49-F238E27FC236}">
                <a16:creationId xmlns:a16="http://schemas.microsoft.com/office/drawing/2014/main" id="{473A80D7-3907-4613-BA34-3A55F4D8B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40965" name="Rectangle 3">
            <a:extLst>
              <a:ext uri="{FF2B5EF4-FFF2-40B4-BE49-F238E27FC236}">
                <a16:creationId xmlns:a16="http://schemas.microsoft.com/office/drawing/2014/main" id="{B4387C2E-FD53-473C-B084-92BA08DBF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8838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0966" name="Oval 111">
            <a:extLst>
              <a:ext uri="{FF2B5EF4-FFF2-40B4-BE49-F238E27FC236}">
                <a16:creationId xmlns:a16="http://schemas.microsoft.com/office/drawing/2014/main" id="{56AFFBD5-8528-45B1-A743-695954F35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2963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0967" name="Group 103">
            <a:extLst>
              <a:ext uri="{FF2B5EF4-FFF2-40B4-BE49-F238E27FC236}">
                <a16:creationId xmlns:a16="http://schemas.microsoft.com/office/drawing/2014/main" id="{F01C53C8-0323-4D00-8D6F-10282D29A502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40968" name="Freeform 4">
              <a:extLst>
                <a:ext uri="{FF2B5EF4-FFF2-40B4-BE49-F238E27FC236}">
                  <a16:creationId xmlns:a16="http://schemas.microsoft.com/office/drawing/2014/main" id="{449D04BA-0D1E-4839-AAF5-D68A44EC4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9" name="Freeform 7">
              <a:extLst>
                <a:ext uri="{FF2B5EF4-FFF2-40B4-BE49-F238E27FC236}">
                  <a16:creationId xmlns:a16="http://schemas.microsoft.com/office/drawing/2014/main" id="{7448F56E-921A-4F12-8F12-04CBC432C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0" name="Freeform 9">
              <a:extLst>
                <a:ext uri="{FF2B5EF4-FFF2-40B4-BE49-F238E27FC236}">
                  <a16:creationId xmlns:a16="http://schemas.microsoft.com/office/drawing/2014/main" id="{EDD6AAEE-8ABA-4DFA-9C75-782428DCB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1" name="Freeform 12">
              <a:extLst>
                <a:ext uri="{FF2B5EF4-FFF2-40B4-BE49-F238E27FC236}">
                  <a16:creationId xmlns:a16="http://schemas.microsoft.com/office/drawing/2014/main" id="{608D7AA7-13DC-4DE1-9428-9C15C6A4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2" name="Freeform 14">
              <a:extLst>
                <a:ext uri="{FF2B5EF4-FFF2-40B4-BE49-F238E27FC236}">
                  <a16:creationId xmlns:a16="http://schemas.microsoft.com/office/drawing/2014/main" id="{ACC8DFCE-A85A-401C-AB32-3599F683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3" name="Rectangle 15">
              <a:extLst>
                <a:ext uri="{FF2B5EF4-FFF2-40B4-BE49-F238E27FC236}">
                  <a16:creationId xmlns:a16="http://schemas.microsoft.com/office/drawing/2014/main" id="{77E9EF1C-646B-48ED-A507-BFC898D10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4" name="Freeform 29">
              <a:extLst>
                <a:ext uri="{FF2B5EF4-FFF2-40B4-BE49-F238E27FC236}">
                  <a16:creationId xmlns:a16="http://schemas.microsoft.com/office/drawing/2014/main" id="{CD9189F5-84EF-4681-9E4A-5030BA6D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5" name="Freeform 30">
              <a:extLst>
                <a:ext uri="{FF2B5EF4-FFF2-40B4-BE49-F238E27FC236}">
                  <a16:creationId xmlns:a16="http://schemas.microsoft.com/office/drawing/2014/main" id="{79B16339-5486-4A9A-B4CC-196D33B7E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6" name="Freeform 31">
              <a:extLst>
                <a:ext uri="{FF2B5EF4-FFF2-40B4-BE49-F238E27FC236}">
                  <a16:creationId xmlns:a16="http://schemas.microsoft.com/office/drawing/2014/main" id="{2453D9B8-F8FE-403B-86CD-84799EB8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7" name="Freeform 32">
              <a:extLst>
                <a:ext uri="{FF2B5EF4-FFF2-40B4-BE49-F238E27FC236}">
                  <a16:creationId xmlns:a16="http://schemas.microsoft.com/office/drawing/2014/main" id="{B2A074DE-8B4A-433D-9167-61C2B6B5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8" name="Freeform 33">
              <a:extLst>
                <a:ext uri="{FF2B5EF4-FFF2-40B4-BE49-F238E27FC236}">
                  <a16:creationId xmlns:a16="http://schemas.microsoft.com/office/drawing/2014/main" id="{5189FE67-D0FD-4DB5-AAC9-A41B2A83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79" name="Freeform 34">
              <a:extLst>
                <a:ext uri="{FF2B5EF4-FFF2-40B4-BE49-F238E27FC236}">
                  <a16:creationId xmlns:a16="http://schemas.microsoft.com/office/drawing/2014/main" id="{DAF0159D-E71A-4455-BB44-F9C9D5D7D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80" name="Freeform 35">
              <a:extLst>
                <a:ext uri="{FF2B5EF4-FFF2-40B4-BE49-F238E27FC236}">
                  <a16:creationId xmlns:a16="http://schemas.microsoft.com/office/drawing/2014/main" id="{3FEB58E2-A170-4FDC-A970-EBA5E6BB0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81" name="Rectangle 37">
              <a:extLst>
                <a:ext uri="{FF2B5EF4-FFF2-40B4-BE49-F238E27FC236}">
                  <a16:creationId xmlns:a16="http://schemas.microsoft.com/office/drawing/2014/main" id="{0DC91134-9088-4CC7-89E1-58A48FA2A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82" name="Freeform 44">
              <a:extLst>
                <a:ext uri="{FF2B5EF4-FFF2-40B4-BE49-F238E27FC236}">
                  <a16:creationId xmlns:a16="http://schemas.microsoft.com/office/drawing/2014/main" id="{BD250693-BD73-4DDC-9560-E0A8399B8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83" name="Line 45">
              <a:extLst>
                <a:ext uri="{FF2B5EF4-FFF2-40B4-BE49-F238E27FC236}">
                  <a16:creationId xmlns:a16="http://schemas.microsoft.com/office/drawing/2014/main" id="{3357BCFF-1014-43E8-ABE2-D1D8DEB75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84" name="Rectangle 47">
              <a:extLst>
                <a:ext uri="{FF2B5EF4-FFF2-40B4-BE49-F238E27FC236}">
                  <a16:creationId xmlns:a16="http://schemas.microsoft.com/office/drawing/2014/main" id="{AA4C0473-4E15-411C-B21D-6E64CBB1E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40985" name="Group 121">
              <a:extLst>
                <a:ext uri="{FF2B5EF4-FFF2-40B4-BE49-F238E27FC236}">
                  <a16:creationId xmlns:a16="http://schemas.microsoft.com/office/drawing/2014/main" id="{E9AEBC1F-ACD7-42DC-8634-149DD93EE9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40999" name="Rectangle 48">
                <a:extLst>
                  <a:ext uri="{FF2B5EF4-FFF2-40B4-BE49-F238E27FC236}">
                    <a16:creationId xmlns:a16="http://schemas.microsoft.com/office/drawing/2014/main" id="{1B636C95-EAF6-4213-AFEB-78E763BE6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000" name="Rectangle 51">
                <a:extLst>
                  <a:ext uri="{FF2B5EF4-FFF2-40B4-BE49-F238E27FC236}">
                    <a16:creationId xmlns:a16="http://schemas.microsoft.com/office/drawing/2014/main" id="{91567C68-2809-4C22-BDDE-C473EB8CB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001" name="Rectangle 54">
                <a:extLst>
                  <a:ext uri="{FF2B5EF4-FFF2-40B4-BE49-F238E27FC236}">
                    <a16:creationId xmlns:a16="http://schemas.microsoft.com/office/drawing/2014/main" id="{CCFB5C3F-3068-4CCB-8005-8256FECBA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986" name="Oval 5">
              <a:extLst>
                <a:ext uri="{FF2B5EF4-FFF2-40B4-BE49-F238E27FC236}">
                  <a16:creationId xmlns:a16="http://schemas.microsoft.com/office/drawing/2014/main" id="{57CF6DC8-6901-44BF-8E1A-1F7B1789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100" y="4751388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40987" name="Group 123">
              <a:extLst>
                <a:ext uri="{FF2B5EF4-FFF2-40B4-BE49-F238E27FC236}">
                  <a16:creationId xmlns:a16="http://schemas.microsoft.com/office/drawing/2014/main" id="{90FF0B11-134E-433B-B0A1-276F32C95D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40996" name="Rectangle 48">
                <a:extLst>
                  <a:ext uri="{FF2B5EF4-FFF2-40B4-BE49-F238E27FC236}">
                    <a16:creationId xmlns:a16="http://schemas.microsoft.com/office/drawing/2014/main" id="{F1A60A06-A9D3-4D7E-A695-E7B7A08F6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97" name="Rectangle 51">
                <a:extLst>
                  <a:ext uri="{FF2B5EF4-FFF2-40B4-BE49-F238E27FC236}">
                    <a16:creationId xmlns:a16="http://schemas.microsoft.com/office/drawing/2014/main" id="{A2888906-636F-4C7D-A197-A12EBFEE9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98" name="Rectangle 54">
                <a:extLst>
                  <a:ext uri="{FF2B5EF4-FFF2-40B4-BE49-F238E27FC236}">
                    <a16:creationId xmlns:a16="http://schemas.microsoft.com/office/drawing/2014/main" id="{E78BE6B0-4886-4F5D-AE6A-E20E2C0C1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0988" name="Group 124">
              <a:extLst>
                <a:ext uri="{FF2B5EF4-FFF2-40B4-BE49-F238E27FC236}">
                  <a16:creationId xmlns:a16="http://schemas.microsoft.com/office/drawing/2014/main" id="{7A903BD0-76D9-411B-9D28-4D3A590D5F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40993" name="Rectangle 48">
                <a:extLst>
                  <a:ext uri="{FF2B5EF4-FFF2-40B4-BE49-F238E27FC236}">
                    <a16:creationId xmlns:a16="http://schemas.microsoft.com/office/drawing/2014/main" id="{A496A17A-F152-4940-8A09-2D2910872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94" name="Rectangle 51">
                <a:extLst>
                  <a:ext uri="{FF2B5EF4-FFF2-40B4-BE49-F238E27FC236}">
                    <a16:creationId xmlns:a16="http://schemas.microsoft.com/office/drawing/2014/main" id="{2A93F5F5-258B-4B1A-B797-B3EE96B11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95" name="Rectangle 54">
                <a:extLst>
                  <a:ext uri="{FF2B5EF4-FFF2-40B4-BE49-F238E27FC236}">
                    <a16:creationId xmlns:a16="http://schemas.microsoft.com/office/drawing/2014/main" id="{47C0BA31-E320-4CC2-8D10-6812DD303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0989" name="Group 125">
              <a:extLst>
                <a:ext uri="{FF2B5EF4-FFF2-40B4-BE49-F238E27FC236}">
                  <a16:creationId xmlns:a16="http://schemas.microsoft.com/office/drawing/2014/main" id="{B1B687F4-B32E-4C46-9C94-A9B9793441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40990" name="Rectangle 48">
                <a:extLst>
                  <a:ext uri="{FF2B5EF4-FFF2-40B4-BE49-F238E27FC236}">
                    <a16:creationId xmlns:a16="http://schemas.microsoft.com/office/drawing/2014/main" id="{0C262678-4D07-4FD6-8E51-A58390111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91" name="Rectangle 51">
                <a:extLst>
                  <a:ext uri="{FF2B5EF4-FFF2-40B4-BE49-F238E27FC236}">
                    <a16:creationId xmlns:a16="http://schemas.microsoft.com/office/drawing/2014/main" id="{C8994471-6627-4547-8D30-48DF7EC9C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92" name="Rectangle 54">
                <a:extLst>
                  <a:ext uri="{FF2B5EF4-FFF2-40B4-BE49-F238E27FC236}">
                    <a16:creationId xmlns:a16="http://schemas.microsoft.com/office/drawing/2014/main" id="{30B517E7-415D-4D27-927B-607A2195E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oup 1">
            <a:extLst>
              <a:ext uri="{FF2B5EF4-FFF2-40B4-BE49-F238E27FC236}">
                <a16:creationId xmlns:a16="http://schemas.microsoft.com/office/drawing/2014/main" id="{B2BFFB91-7552-468F-9E48-71E8593D52D5}"/>
              </a:ext>
            </a:extLst>
          </p:cNvPr>
          <p:cNvGrpSpPr>
            <a:grpSpLocks/>
          </p:cNvGrpSpPr>
          <p:nvPr/>
        </p:nvGrpSpPr>
        <p:grpSpPr bwMode="auto">
          <a:xfrm>
            <a:off x="1123950" y="1905000"/>
            <a:ext cx="7056438" cy="981075"/>
            <a:chOff x="1123950" y="2905125"/>
            <a:chExt cx="7056438" cy="981075"/>
          </a:xfrm>
        </p:grpSpPr>
        <p:sp>
          <p:nvSpPr>
            <p:cNvPr id="42026" name="Rectangle 4">
              <a:extLst>
                <a:ext uri="{FF2B5EF4-FFF2-40B4-BE49-F238E27FC236}">
                  <a16:creationId xmlns:a16="http://schemas.microsoft.com/office/drawing/2014/main" id="{C5091D7A-333A-41CD-9EEB-230B529B5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05125"/>
              <a:ext cx="7046913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27" name="Rectangle 5">
              <a:extLst>
                <a:ext uri="{FF2B5EF4-FFF2-40B4-BE49-F238E27FC236}">
                  <a16:creationId xmlns:a16="http://schemas.microsoft.com/office/drawing/2014/main" id="{9D201C03-9997-41D4-BE66-FDB6E94E7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2917825"/>
              <a:ext cx="11113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28" name="Rectangle 6">
              <a:extLst>
                <a:ext uri="{FF2B5EF4-FFF2-40B4-BE49-F238E27FC236}">
                  <a16:creationId xmlns:a16="http://schemas.microsoft.com/office/drawing/2014/main" id="{2FF228BA-F463-46C2-9665-97840D0D3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875" y="2951163"/>
              <a:ext cx="1338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Clock cycle: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29" name="Rectangle 7">
              <a:extLst>
                <a:ext uri="{FF2B5EF4-FFF2-40B4-BE49-F238E27FC236}">
                  <a16:creationId xmlns:a16="http://schemas.microsoft.com/office/drawing/2014/main" id="{61032A11-ECF4-4C53-94FC-59D2122B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0" name="Rectangle 8">
              <a:extLst>
                <a:ext uri="{FF2B5EF4-FFF2-40B4-BE49-F238E27FC236}">
                  <a16:creationId xmlns:a16="http://schemas.microsoft.com/office/drawing/2014/main" id="{AC5D905C-FB37-4AD7-9B00-305DE4223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3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1" name="Rectangle 9">
              <a:extLst>
                <a:ext uri="{FF2B5EF4-FFF2-40B4-BE49-F238E27FC236}">
                  <a16:creationId xmlns:a16="http://schemas.microsoft.com/office/drawing/2014/main" id="{59F0E117-779B-4BC7-8F65-5BB263242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8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2" name="Rectangle 10">
              <a:extLst>
                <a:ext uri="{FF2B5EF4-FFF2-40B4-BE49-F238E27FC236}">
                  <a16:creationId xmlns:a16="http://schemas.microsoft.com/office/drawing/2014/main" id="{623EA16A-8E8F-4270-B300-6ED1DF4DD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7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3" name="Rectangle 11">
              <a:extLst>
                <a:ext uri="{FF2B5EF4-FFF2-40B4-BE49-F238E27FC236}">
                  <a16:creationId xmlns:a16="http://schemas.microsoft.com/office/drawing/2014/main" id="{31828614-4EFE-43B8-B794-0488C54DC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81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4" name="Rectangle 12">
              <a:extLst>
                <a:ext uri="{FF2B5EF4-FFF2-40B4-BE49-F238E27FC236}">
                  <a16:creationId xmlns:a16="http://schemas.microsoft.com/office/drawing/2014/main" id="{BE88A22E-1563-4090-A3E9-A84CF215F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5" name="Rectangle 13">
              <a:extLst>
                <a:ext uri="{FF2B5EF4-FFF2-40B4-BE49-F238E27FC236}">
                  <a16:creationId xmlns:a16="http://schemas.microsoft.com/office/drawing/2014/main" id="{87C2EA7A-B360-45AD-943E-D3E0D478D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6" name="Rectangle 14">
              <a:extLst>
                <a:ext uri="{FF2B5EF4-FFF2-40B4-BE49-F238E27FC236}">
                  <a16:creationId xmlns:a16="http://schemas.microsoft.com/office/drawing/2014/main" id="{656ADAD7-48F8-422D-9A6C-42B2A7F1A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613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7" name="Rectangle 15">
              <a:extLst>
                <a:ext uri="{FF2B5EF4-FFF2-40B4-BE49-F238E27FC236}">
                  <a16:creationId xmlns:a16="http://schemas.microsoft.com/office/drawing/2014/main" id="{D45D2855-3D4D-4E68-982C-542A2AE2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8" name="Rectangle 16">
              <a:extLst>
                <a:ext uri="{FF2B5EF4-FFF2-40B4-BE49-F238E27FC236}">
                  <a16:creationId xmlns:a16="http://schemas.microsoft.com/office/drawing/2014/main" id="{C44B0FEB-4D53-4F60-945B-653DC4172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97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39" name="Rectangle 17">
              <a:extLst>
                <a:ext uri="{FF2B5EF4-FFF2-40B4-BE49-F238E27FC236}">
                  <a16:creationId xmlns:a16="http://schemas.microsoft.com/office/drawing/2014/main" id="{F2697FB8-9EA9-4DA6-8E72-BFF94C688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075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0" name="Rectangle 18">
              <a:extLst>
                <a:ext uri="{FF2B5EF4-FFF2-40B4-BE49-F238E27FC236}">
                  <a16:creationId xmlns:a16="http://schemas.microsoft.com/office/drawing/2014/main" id="{5DE46096-D93D-462C-800A-7A13BABFB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925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5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1" name="Rectangle 19">
              <a:extLst>
                <a:ext uri="{FF2B5EF4-FFF2-40B4-BE49-F238E27FC236}">
                  <a16:creationId xmlns:a16="http://schemas.microsoft.com/office/drawing/2014/main" id="{AFF4DD9F-22BD-437F-8EB8-2BE8ADF72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4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2" name="Rectangle 20">
              <a:extLst>
                <a:ext uri="{FF2B5EF4-FFF2-40B4-BE49-F238E27FC236}">
                  <a16:creationId xmlns:a16="http://schemas.microsoft.com/office/drawing/2014/main" id="{3FFBCD1D-8E4C-44A1-84EC-E60D8198A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2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6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3" name="Rectangle 21">
              <a:extLst>
                <a:ext uri="{FF2B5EF4-FFF2-40B4-BE49-F238E27FC236}">
                  <a16:creationId xmlns:a16="http://schemas.microsoft.com/office/drawing/2014/main" id="{29D57AD0-81BF-4D87-9572-1AC1B71CF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538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4" name="Rectangle 22">
              <a:extLst>
                <a:ext uri="{FF2B5EF4-FFF2-40B4-BE49-F238E27FC236}">
                  <a16:creationId xmlns:a16="http://schemas.microsoft.com/office/drawing/2014/main" id="{1EA2F264-32A4-41B4-BEDA-E6BAFECB2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523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5" name="Rectangle 23">
              <a:extLst>
                <a:ext uri="{FF2B5EF4-FFF2-40B4-BE49-F238E27FC236}">
                  <a16:creationId xmlns:a16="http://schemas.microsoft.com/office/drawing/2014/main" id="{A6871D5F-F451-465C-902A-8485D83D7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4338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6" name="Rectangle 24">
              <a:extLst>
                <a:ext uri="{FF2B5EF4-FFF2-40B4-BE49-F238E27FC236}">
                  <a16:creationId xmlns:a16="http://schemas.microsoft.com/office/drawing/2014/main" id="{4ED6699A-6E84-4F9A-A87D-87625D707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7" name="Rectangle 25">
              <a:extLst>
                <a:ext uri="{FF2B5EF4-FFF2-40B4-BE49-F238E27FC236}">
                  <a16:creationId xmlns:a16="http://schemas.microsoft.com/office/drawing/2014/main" id="{13580C2E-85F7-4B8C-8625-959AE438B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170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8" name="Rectangle 26">
              <a:extLst>
                <a:ext uri="{FF2B5EF4-FFF2-40B4-BE49-F238E27FC236}">
                  <a16:creationId xmlns:a16="http://schemas.microsoft.com/office/drawing/2014/main" id="{7FD3F3D9-EC7F-463D-A96A-9B30ED4EE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1550" y="30480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9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49" name="Rectangle 27">
              <a:extLst>
                <a:ext uri="{FF2B5EF4-FFF2-40B4-BE49-F238E27FC236}">
                  <a16:creationId xmlns:a16="http://schemas.microsoft.com/office/drawing/2014/main" id="{7A5272C5-627D-43EF-9045-B219BEB5A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0650" y="2951163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0" name="Rectangle 28">
              <a:extLst>
                <a:ext uri="{FF2B5EF4-FFF2-40B4-BE49-F238E27FC236}">
                  <a16:creationId xmlns:a16="http://schemas.microsoft.com/office/drawing/2014/main" id="{92CD0E86-A30F-41D1-BA5A-F5BF5FE4E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2917825"/>
              <a:ext cx="12700" cy="3286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1" name="Rectangle 29">
              <a:extLst>
                <a:ext uri="{FF2B5EF4-FFF2-40B4-BE49-F238E27FC236}">
                  <a16:creationId xmlns:a16="http://schemas.microsoft.com/office/drawing/2014/main" id="{DAD49AC3-2085-473C-A089-0F27C77F7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246438"/>
              <a:ext cx="11113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2" name="Rectangle 30">
              <a:extLst>
                <a:ext uri="{FF2B5EF4-FFF2-40B4-BE49-F238E27FC236}">
                  <a16:creationId xmlns:a16="http://schemas.microsoft.com/office/drawing/2014/main" id="{6A191D59-9CC1-4AAA-B3F3-1F554CE34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500" y="30480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3" name="Rectangle 31">
              <a:extLst>
                <a:ext uri="{FF2B5EF4-FFF2-40B4-BE49-F238E27FC236}">
                  <a16:creationId xmlns:a16="http://schemas.microsoft.com/office/drawing/2014/main" id="{26E2D30C-D91F-4D16-8B12-269F53768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25" y="3249613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4" name="Rectangle 32">
              <a:extLst>
                <a:ext uri="{FF2B5EF4-FFF2-40B4-BE49-F238E27FC236}">
                  <a16:creationId xmlns:a16="http://schemas.microsoft.com/office/drawing/2014/main" id="{5A7B9BBD-8401-4D0C-83B6-178FC3ABE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2512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5" name="Rectangle 33">
              <a:extLst>
                <a:ext uri="{FF2B5EF4-FFF2-40B4-BE49-F238E27FC236}">
                  <a16:creationId xmlns:a16="http://schemas.microsoft.com/office/drawing/2014/main" id="{7FD37D3A-6FCA-4564-BDAE-88559ACD6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6" name="Rectangle 34">
              <a:extLst>
                <a:ext uri="{FF2B5EF4-FFF2-40B4-BE49-F238E27FC236}">
                  <a16:creationId xmlns:a16="http://schemas.microsoft.com/office/drawing/2014/main" id="{4CD96C9E-4EEA-4D49-B6A8-6ABB59917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7" name="Rectangle 35">
              <a:extLst>
                <a:ext uri="{FF2B5EF4-FFF2-40B4-BE49-F238E27FC236}">
                  <a16:creationId xmlns:a16="http://schemas.microsoft.com/office/drawing/2014/main" id="{169E3E03-DE53-4A61-93A2-4F65DB5FD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8" name="Rectangle 36">
              <a:extLst>
                <a:ext uri="{FF2B5EF4-FFF2-40B4-BE49-F238E27FC236}">
                  <a16:creationId xmlns:a16="http://schemas.microsoft.com/office/drawing/2014/main" id="{83BD0F93-78A7-410F-8550-787EA6DDE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59" name="Rectangle 37">
              <a:extLst>
                <a:ext uri="{FF2B5EF4-FFF2-40B4-BE49-F238E27FC236}">
                  <a16:creationId xmlns:a16="http://schemas.microsoft.com/office/drawing/2014/main" id="{6DBF61F1-144A-4E76-86C7-26C97DB44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0" name="Rectangle 38">
              <a:extLst>
                <a:ext uri="{FF2B5EF4-FFF2-40B4-BE49-F238E27FC236}">
                  <a16:creationId xmlns:a16="http://schemas.microsoft.com/office/drawing/2014/main" id="{C0A679BA-C346-4FA9-A733-6886D484E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1" name="Rectangle 39">
              <a:extLst>
                <a:ext uri="{FF2B5EF4-FFF2-40B4-BE49-F238E27FC236}">
                  <a16:creationId xmlns:a16="http://schemas.microsoft.com/office/drawing/2014/main" id="{0D2935A6-D550-42FF-B23A-0080176A5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72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2" name="Rectangle 40">
              <a:extLst>
                <a:ext uri="{FF2B5EF4-FFF2-40B4-BE49-F238E27FC236}">
                  <a16:creationId xmlns:a16="http://schemas.microsoft.com/office/drawing/2014/main" id="{1E883D6B-AD4C-4705-BA17-37EAF1B7D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3" name="Rectangle 41">
              <a:extLst>
                <a:ext uri="{FF2B5EF4-FFF2-40B4-BE49-F238E27FC236}">
                  <a16:creationId xmlns:a16="http://schemas.microsoft.com/office/drawing/2014/main" id="{168CA804-F96C-45E2-8983-CE288AC80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0375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4" name="Rectangle 42">
              <a:extLst>
                <a:ext uri="{FF2B5EF4-FFF2-40B4-BE49-F238E27FC236}">
                  <a16:creationId xmlns:a16="http://schemas.microsoft.com/office/drawing/2014/main" id="{8F62302E-A6C5-4E30-BE4E-BF2FCD760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7738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5" name="Rectangle 43">
              <a:extLst>
                <a:ext uri="{FF2B5EF4-FFF2-40B4-BE49-F238E27FC236}">
                  <a16:creationId xmlns:a16="http://schemas.microsoft.com/office/drawing/2014/main" id="{BE5749C2-4B68-4CE8-B25F-F80EFD202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246438"/>
              <a:ext cx="12700" cy="3063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6" name="Rectangle 44">
              <a:extLst>
                <a:ext uri="{FF2B5EF4-FFF2-40B4-BE49-F238E27FC236}">
                  <a16:creationId xmlns:a16="http://schemas.microsoft.com/office/drawing/2014/main" id="{5B4CE43E-C38E-4866-B7A0-4F85EAFC8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554413"/>
              <a:ext cx="11113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7" name="Rectangle 45">
              <a:extLst>
                <a:ext uri="{FF2B5EF4-FFF2-40B4-BE49-F238E27FC236}">
                  <a16:creationId xmlns:a16="http://schemas.microsoft.com/office/drawing/2014/main" id="{764B0595-F401-424C-A9B2-FE8679422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5113" y="32512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8" name="Rectangle 46">
              <a:extLst>
                <a:ext uri="{FF2B5EF4-FFF2-40B4-BE49-F238E27FC236}">
                  <a16:creationId xmlns:a16="http://schemas.microsoft.com/office/drawing/2014/main" id="{5310F713-BDE1-468B-8162-EDC6E1F04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3579813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69" name="Rectangle 47">
              <a:extLst>
                <a:ext uri="{FF2B5EF4-FFF2-40B4-BE49-F238E27FC236}">
                  <a16:creationId xmlns:a16="http://schemas.microsoft.com/office/drawing/2014/main" id="{A13B1FA2-1781-48B9-8CAB-B14F160AD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850" y="3581400"/>
              <a:ext cx="1333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: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0" name="Rectangle 48">
              <a:extLst>
                <a:ext uri="{FF2B5EF4-FFF2-40B4-BE49-F238E27FC236}">
                  <a16:creationId xmlns:a16="http://schemas.microsoft.com/office/drawing/2014/main" id="{251892EE-DF9C-42EC-8F3D-899BC0A7C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650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1" name="Rectangle 49">
              <a:extLst>
                <a:ext uri="{FF2B5EF4-FFF2-40B4-BE49-F238E27FC236}">
                  <a16:creationId xmlns:a16="http://schemas.microsoft.com/office/drawing/2014/main" id="{075DA2E5-F697-4EDF-BC1C-F8EE9E3E8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2" name="Rectangle 50">
              <a:extLst>
                <a:ext uri="{FF2B5EF4-FFF2-40B4-BE49-F238E27FC236}">
                  <a16:creationId xmlns:a16="http://schemas.microsoft.com/office/drawing/2014/main" id="{7E394464-B592-45B3-BE41-3F6982C30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3" name="Rectangle 51">
              <a:extLst>
                <a:ext uri="{FF2B5EF4-FFF2-40B4-BE49-F238E27FC236}">
                  <a16:creationId xmlns:a16="http://schemas.microsoft.com/office/drawing/2014/main" id="{7CC4408F-AA8F-4679-8763-169EAB623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4" name="Rectangle 52">
              <a:extLst>
                <a:ext uri="{FF2B5EF4-FFF2-40B4-BE49-F238E27FC236}">
                  <a16:creationId xmlns:a16="http://schemas.microsoft.com/office/drawing/2014/main" id="{93435EF2-EE57-481C-A4F0-8F538B4F6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9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5" name="Rectangle 53">
              <a:extLst>
                <a:ext uri="{FF2B5EF4-FFF2-40B4-BE49-F238E27FC236}">
                  <a16:creationId xmlns:a16="http://schemas.microsoft.com/office/drawing/2014/main" id="{FD6417D6-AB96-4372-9831-BAEB1ADE5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82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6" name="Rectangle 54">
              <a:extLst>
                <a:ext uri="{FF2B5EF4-FFF2-40B4-BE49-F238E27FC236}">
                  <a16:creationId xmlns:a16="http://schemas.microsoft.com/office/drawing/2014/main" id="{FF3B4F31-7997-45F1-8686-BCCE62BEA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0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7" name="Rectangle 55">
              <a:extLst>
                <a:ext uri="{FF2B5EF4-FFF2-40B4-BE49-F238E27FC236}">
                  <a16:creationId xmlns:a16="http://schemas.microsoft.com/office/drawing/2014/main" id="{83DDF1D0-82B7-4658-9D67-F3A053C19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4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8" name="Rectangle 56">
              <a:extLst>
                <a:ext uri="{FF2B5EF4-FFF2-40B4-BE49-F238E27FC236}">
                  <a16:creationId xmlns:a16="http://schemas.microsoft.com/office/drawing/2014/main" id="{8F1BD3D5-8F40-4EDD-A981-49412B616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79" name="Rectangle 57">
              <a:extLst>
                <a:ext uri="{FF2B5EF4-FFF2-40B4-BE49-F238E27FC236}">
                  <a16:creationId xmlns:a16="http://schemas.microsoft.com/office/drawing/2014/main" id="{C83AE0D2-A9FA-4343-A2B0-CC47118D5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4563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0" name="Rectangle 58">
              <a:extLst>
                <a:ext uri="{FF2B5EF4-FFF2-40B4-BE49-F238E27FC236}">
                  <a16:creationId xmlns:a16="http://schemas.microsoft.com/office/drawing/2014/main" id="{1257015E-AA3E-4136-974F-3654252DA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554413"/>
              <a:ext cx="12700" cy="3286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1" name="Rectangle 59">
              <a:extLst>
                <a:ext uri="{FF2B5EF4-FFF2-40B4-BE49-F238E27FC236}">
                  <a16:creationId xmlns:a16="http://schemas.microsoft.com/office/drawing/2014/main" id="{B5A9C53A-01BB-4EE9-8E4F-7D61F3921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950" y="3870325"/>
              <a:ext cx="7046913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2" name="Rectangle 60">
              <a:extLst>
                <a:ext uri="{FF2B5EF4-FFF2-40B4-BE49-F238E27FC236}">
                  <a16:creationId xmlns:a16="http://schemas.microsoft.com/office/drawing/2014/main" id="{EE0AA832-5113-40AB-A48A-0F4635A9F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3525" y="35814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1986" name="Title 1">
            <a:extLst>
              <a:ext uri="{FF2B5EF4-FFF2-40B4-BE49-F238E27FC236}">
                <a16:creationId xmlns:a16="http://schemas.microsoft.com/office/drawing/2014/main" id="{F1BE2E20-59B9-4049-9DCE-21C4574D7FD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a Simulation </a:t>
            </a:r>
          </a:p>
        </p:txBody>
      </p:sp>
      <p:sp>
        <p:nvSpPr>
          <p:cNvPr id="41987" name="TextBox 2">
            <a:extLst>
              <a:ext uri="{FF2B5EF4-FFF2-40B4-BE49-F238E27FC236}">
                <a16:creationId xmlns:a16="http://schemas.microsoft.com/office/drawing/2014/main" id="{68E54133-9B86-4D9B-8970-7CABA59321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5238" y="212883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input</a:t>
            </a:r>
          </a:p>
        </p:txBody>
      </p:sp>
      <p:sp>
        <p:nvSpPr>
          <p:cNvPr id="41988" name="TextBox 62">
            <a:extLst>
              <a:ext uri="{FF2B5EF4-FFF2-40B4-BE49-F238E27FC236}">
                <a16:creationId xmlns:a16="http://schemas.microsoft.com/office/drawing/2014/main" id="{0E0B3F77-ACD3-42B5-9CC1-1C1E39E6C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2436813"/>
            <a:ext cx="981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41989" name="Rectangle 3">
            <a:extLst>
              <a:ext uri="{FF2B5EF4-FFF2-40B4-BE49-F238E27FC236}">
                <a16:creationId xmlns:a16="http://schemas.microsoft.com/office/drawing/2014/main" id="{9F60F977-87CF-4883-9DBC-5A2E13109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9388" y="2273300"/>
            <a:ext cx="317500" cy="3048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990" name="Oval 111">
            <a:extLst>
              <a:ext uri="{FF2B5EF4-FFF2-40B4-BE49-F238E27FC236}">
                <a16:creationId xmlns:a16="http://schemas.microsoft.com/office/drawing/2014/main" id="{D8E391E0-6966-4549-92D6-03F960A3C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3513" y="2609850"/>
            <a:ext cx="339725" cy="32702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1991" name="Group 103">
            <a:extLst>
              <a:ext uri="{FF2B5EF4-FFF2-40B4-BE49-F238E27FC236}">
                <a16:creationId xmlns:a16="http://schemas.microsoft.com/office/drawing/2014/main" id="{5838F39E-A8B5-4420-B6DF-2C1062D9F8DC}"/>
              </a:ext>
            </a:extLst>
          </p:cNvPr>
          <p:cNvGrpSpPr>
            <a:grpSpLocks/>
          </p:cNvGrpSpPr>
          <p:nvPr/>
        </p:nvGrpSpPr>
        <p:grpSpPr bwMode="auto">
          <a:xfrm>
            <a:off x="1566863" y="3886200"/>
            <a:ext cx="6202362" cy="2009775"/>
            <a:chOff x="1567406" y="3886200"/>
            <a:chExt cx="6202446" cy="2010523"/>
          </a:xfrm>
        </p:grpSpPr>
        <p:sp>
          <p:nvSpPr>
            <p:cNvPr id="41992" name="Freeform 4">
              <a:extLst>
                <a:ext uri="{FF2B5EF4-FFF2-40B4-BE49-F238E27FC236}">
                  <a16:creationId xmlns:a16="http://schemas.microsoft.com/office/drawing/2014/main" id="{C0406D06-8C74-4172-981C-47979FA17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159375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3" name="Freeform 7">
              <a:extLst>
                <a:ext uri="{FF2B5EF4-FFF2-40B4-BE49-F238E27FC236}">
                  <a16:creationId xmlns:a16="http://schemas.microsoft.com/office/drawing/2014/main" id="{8BDD009F-5403-4BA3-B5E8-3B09B376F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2" y="4662488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4" name="Freeform 9">
              <a:extLst>
                <a:ext uri="{FF2B5EF4-FFF2-40B4-BE49-F238E27FC236}">
                  <a16:creationId xmlns:a16="http://schemas.microsoft.com/office/drawing/2014/main" id="{4368772A-D342-4408-B5DF-6BD291C1B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2" y="5165725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5" name="Freeform 12">
              <a:extLst>
                <a:ext uri="{FF2B5EF4-FFF2-40B4-BE49-F238E27FC236}">
                  <a16:creationId xmlns:a16="http://schemas.microsoft.com/office/drawing/2014/main" id="{465DAE4A-E531-4C46-A38D-03860B258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4662488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6" name="Freeform 14">
              <a:extLst>
                <a:ext uri="{FF2B5EF4-FFF2-40B4-BE49-F238E27FC236}">
                  <a16:creationId xmlns:a16="http://schemas.microsoft.com/office/drawing/2014/main" id="{794A2E31-7135-4397-8495-3A63AAD3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800" y="4662488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7" name="Rectangle 15">
              <a:extLst>
                <a:ext uri="{FF2B5EF4-FFF2-40B4-BE49-F238E27FC236}">
                  <a16:creationId xmlns:a16="http://schemas.microsoft.com/office/drawing/2014/main" id="{B5EB02BB-CA28-4D1D-BF4B-B04C7279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212" y="48799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8" name="Freeform 29">
              <a:extLst>
                <a:ext uri="{FF2B5EF4-FFF2-40B4-BE49-F238E27FC236}">
                  <a16:creationId xmlns:a16="http://schemas.microsoft.com/office/drawing/2014/main" id="{842CE844-3FEA-41ED-9A26-59CC919B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0" y="5208588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9" name="Freeform 30">
              <a:extLst>
                <a:ext uri="{FF2B5EF4-FFF2-40B4-BE49-F238E27FC236}">
                  <a16:creationId xmlns:a16="http://schemas.microsoft.com/office/drawing/2014/main" id="{AA87457C-60BB-4986-AE09-02808B6F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5210175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0" name="Freeform 31">
              <a:extLst>
                <a:ext uri="{FF2B5EF4-FFF2-40B4-BE49-F238E27FC236}">
                  <a16:creationId xmlns:a16="http://schemas.microsoft.com/office/drawing/2014/main" id="{50D9D72B-0538-4F6C-80C8-E3A98CD7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7" y="5302250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1" name="Freeform 32">
              <a:extLst>
                <a:ext uri="{FF2B5EF4-FFF2-40B4-BE49-F238E27FC236}">
                  <a16:creationId xmlns:a16="http://schemas.microsoft.com/office/drawing/2014/main" id="{D7645693-7BA4-4932-BA3B-F9A4D8B64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4484688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2" name="Freeform 33">
              <a:extLst>
                <a:ext uri="{FF2B5EF4-FFF2-40B4-BE49-F238E27FC236}">
                  <a16:creationId xmlns:a16="http://schemas.microsoft.com/office/drawing/2014/main" id="{0931B989-81E5-4A83-8D87-C8F91EDE9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4640263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3" name="Freeform 34">
              <a:extLst>
                <a:ext uri="{FF2B5EF4-FFF2-40B4-BE49-F238E27FC236}">
                  <a16:creationId xmlns:a16="http://schemas.microsoft.com/office/drawing/2014/main" id="{64663944-78E8-4B6F-9F98-3F42EB0E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2" y="4484688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4" name="Freeform 35">
              <a:extLst>
                <a:ext uri="{FF2B5EF4-FFF2-40B4-BE49-F238E27FC236}">
                  <a16:creationId xmlns:a16="http://schemas.microsoft.com/office/drawing/2014/main" id="{1019D44D-ACFB-4923-9844-131974246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2" y="4662488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5" name="Rectangle 37">
              <a:extLst>
                <a:ext uri="{FF2B5EF4-FFF2-40B4-BE49-F238E27FC236}">
                  <a16:creationId xmlns:a16="http://schemas.microsoft.com/office/drawing/2014/main" id="{34D4F50A-4E98-47B2-8CD1-F39D895F3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2" y="4879975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6" name="Freeform 44">
              <a:extLst>
                <a:ext uri="{FF2B5EF4-FFF2-40B4-BE49-F238E27FC236}">
                  <a16:creationId xmlns:a16="http://schemas.microsoft.com/office/drawing/2014/main" id="{A48B4645-7124-4256-B50D-C27686F79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479925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7" name="Line 45">
              <a:extLst>
                <a:ext uri="{FF2B5EF4-FFF2-40B4-BE49-F238E27FC236}">
                  <a16:creationId xmlns:a16="http://schemas.microsoft.com/office/drawing/2014/main" id="{0B423C23-1121-4C7F-AD44-39DE522AA1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4184650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08" name="Rectangle 47">
              <a:extLst>
                <a:ext uri="{FF2B5EF4-FFF2-40B4-BE49-F238E27FC236}">
                  <a16:creationId xmlns:a16="http://schemas.microsoft.com/office/drawing/2014/main" id="{A1F28758-0F5F-4DF6-89DF-455A703FD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637" y="3886200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42009" name="Group 121">
              <a:extLst>
                <a:ext uri="{FF2B5EF4-FFF2-40B4-BE49-F238E27FC236}">
                  <a16:creationId xmlns:a16="http://schemas.microsoft.com/office/drawing/2014/main" id="{6CC54119-CE4F-41DA-AB9F-A298DFC742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4800" y="4146736"/>
              <a:ext cx="1083116" cy="335121"/>
              <a:chOff x="4114800" y="4173379"/>
              <a:chExt cx="1083116" cy="335121"/>
            </a:xfrm>
          </p:grpSpPr>
          <p:sp>
            <p:nvSpPr>
              <p:cNvPr id="42023" name="Rectangle 48">
                <a:extLst>
                  <a:ext uri="{FF2B5EF4-FFF2-40B4-BE49-F238E27FC236}">
                    <a16:creationId xmlns:a16="http://schemas.microsoft.com/office/drawing/2014/main" id="{9E3D03E1-D6FF-4D54-B35E-58F9BC178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150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24" name="Rectangle 51">
                <a:extLst>
                  <a:ext uri="{FF2B5EF4-FFF2-40B4-BE49-F238E27FC236}">
                    <a16:creationId xmlns:a16="http://schemas.microsoft.com/office/drawing/2014/main" id="{54961085-E296-4124-A905-1BFB7F00B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25" name="Rectangle 54">
                <a:extLst>
                  <a:ext uri="{FF2B5EF4-FFF2-40B4-BE49-F238E27FC236}">
                    <a16:creationId xmlns:a16="http://schemas.microsoft.com/office/drawing/2014/main" id="{C7898894-C942-4496-B6F4-5CA338DE0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010" name="Group 122">
              <a:extLst>
                <a:ext uri="{FF2B5EF4-FFF2-40B4-BE49-F238E27FC236}">
                  <a16:creationId xmlns:a16="http://schemas.microsoft.com/office/drawing/2014/main" id="{29C18093-B34D-4BEC-8D1F-CC601740C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406" y="4876374"/>
              <a:ext cx="1083116" cy="335121"/>
              <a:chOff x="4114800" y="4173379"/>
              <a:chExt cx="1083116" cy="335121"/>
            </a:xfrm>
          </p:grpSpPr>
          <p:sp>
            <p:nvSpPr>
              <p:cNvPr id="42020" name="Rectangle 48">
                <a:extLst>
                  <a:ext uri="{FF2B5EF4-FFF2-40B4-BE49-F238E27FC236}">
                    <a16:creationId xmlns:a16="http://schemas.microsoft.com/office/drawing/2014/main" id="{1F7CFA4F-ED1D-433C-8205-55A62B71B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21" name="Rectangle 51">
                <a:extLst>
                  <a:ext uri="{FF2B5EF4-FFF2-40B4-BE49-F238E27FC236}">
                    <a16:creationId xmlns:a16="http://schemas.microsoft.com/office/drawing/2014/main" id="{66443926-A8FF-46E7-8FE5-26E8FCACC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22" name="Rectangle 54">
                <a:extLst>
                  <a:ext uri="{FF2B5EF4-FFF2-40B4-BE49-F238E27FC236}">
                    <a16:creationId xmlns:a16="http://schemas.microsoft.com/office/drawing/2014/main" id="{F259D772-4686-4016-B9AE-D6AB91918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011" name="Group 123">
              <a:extLst>
                <a:ext uri="{FF2B5EF4-FFF2-40B4-BE49-F238E27FC236}">
                  <a16:creationId xmlns:a16="http://schemas.microsoft.com/office/drawing/2014/main" id="{D6C5BD62-CE1B-4591-BF4B-29F1B4D5F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5534" y="4875073"/>
              <a:ext cx="1084318" cy="335121"/>
              <a:chOff x="4114800" y="4173379"/>
              <a:chExt cx="1084318" cy="335121"/>
            </a:xfrm>
          </p:grpSpPr>
          <p:sp>
            <p:nvSpPr>
              <p:cNvPr id="42017" name="Rectangle 48">
                <a:extLst>
                  <a:ext uri="{FF2B5EF4-FFF2-40B4-BE49-F238E27FC236}">
                    <a16:creationId xmlns:a16="http://schemas.microsoft.com/office/drawing/2014/main" id="{794B1A60-338A-4904-9208-C06B6FE66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18" name="Rectangle 51">
                <a:extLst>
                  <a:ext uri="{FF2B5EF4-FFF2-40B4-BE49-F238E27FC236}">
                    <a16:creationId xmlns:a16="http://schemas.microsoft.com/office/drawing/2014/main" id="{256AE9A0-67BA-4A69-9C35-47BE877F9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695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1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19" name="Rectangle 54">
                <a:extLst>
                  <a:ext uri="{FF2B5EF4-FFF2-40B4-BE49-F238E27FC236}">
                    <a16:creationId xmlns:a16="http://schemas.microsoft.com/office/drawing/2014/main" id="{9A1B6A4C-3538-42C6-B2AF-83CED9545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012" name="Group 124">
              <a:extLst>
                <a:ext uri="{FF2B5EF4-FFF2-40B4-BE49-F238E27FC236}">
                  <a16:creationId xmlns:a16="http://schemas.microsoft.com/office/drawing/2014/main" id="{EA7DE9C9-4FFE-4AD2-A1AB-74DC459DC2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7650" y="5561602"/>
              <a:ext cx="1083116" cy="335121"/>
              <a:chOff x="4114800" y="4173379"/>
              <a:chExt cx="1083116" cy="335121"/>
            </a:xfrm>
          </p:grpSpPr>
          <p:sp>
            <p:nvSpPr>
              <p:cNvPr id="42014" name="Rectangle 48">
                <a:extLst>
                  <a:ext uri="{FF2B5EF4-FFF2-40B4-BE49-F238E27FC236}">
                    <a16:creationId xmlns:a16="http://schemas.microsoft.com/office/drawing/2014/main" id="{294034D8-1F8E-4B94-83A4-20FB452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800" y="4182260"/>
                <a:ext cx="47271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w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endPara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15" name="Rectangle 51">
                <a:extLst>
                  <a:ext uri="{FF2B5EF4-FFF2-40B4-BE49-F238E27FC236}">
                    <a16:creationId xmlns:a16="http://schemas.microsoft.com/office/drawing/2014/main" id="{4C9FD68F-49EF-47B5-88D5-15A70B998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162" y="4173379"/>
                <a:ext cx="45575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z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r>
                  <a:rPr kumimoji="0" lang="en-US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= 0</a:t>
                </a: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MS PGothic" panose="020B0600070205080204" pitchFamily="34" charset="-128"/>
                    <a:cs typeface="+mn-cs"/>
                  </a:rPr>
                  <a:t>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16" name="Rectangle 54">
                <a:extLst>
                  <a:ext uri="{FF2B5EF4-FFF2-40B4-BE49-F238E27FC236}">
                    <a16:creationId xmlns:a16="http://schemas.microsoft.com/office/drawing/2014/main" id="{A22CBB39-6912-4B4D-9B84-D233CAFBD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087" y="4195763"/>
                <a:ext cx="219075" cy="3127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MS PGothic" panose="020B0600070205080204" pitchFamily="34" charset="-128"/>
                    <a:cs typeface="+mn-cs"/>
                  </a:rPr>
                  <a:t>¤ </a:t>
                </a: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013" name="Oval 5">
              <a:extLst>
                <a:ext uri="{FF2B5EF4-FFF2-40B4-BE49-F238E27FC236}">
                  <a16:creationId xmlns:a16="http://schemas.microsoft.com/office/drawing/2014/main" id="{5F4BB56D-3F63-48D4-B976-A0569EE11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9686" y="4756195"/>
              <a:ext cx="152400" cy="1524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09" name="Group 1">
            <a:extLst>
              <a:ext uri="{FF2B5EF4-FFF2-40B4-BE49-F238E27FC236}">
                <a16:creationId xmlns:a16="http://schemas.microsoft.com/office/drawing/2014/main" id="{8F63F1F2-AC79-4FD9-94A4-7FEFF9CD4AD5}"/>
              </a:ext>
            </a:extLst>
          </p:cNvPr>
          <p:cNvGrpSpPr>
            <a:grpSpLocks/>
          </p:cNvGrpSpPr>
          <p:nvPr/>
        </p:nvGrpSpPr>
        <p:grpSpPr bwMode="auto">
          <a:xfrm>
            <a:off x="1698625" y="817562"/>
            <a:ext cx="6226175" cy="2001838"/>
            <a:chOff x="1698625" y="2646362"/>
            <a:chExt cx="6226175" cy="2001838"/>
          </a:xfrm>
        </p:grpSpPr>
        <p:sp>
          <p:nvSpPr>
            <p:cNvPr id="43051" name="Freeform 4">
              <a:extLst>
                <a:ext uri="{FF2B5EF4-FFF2-40B4-BE49-F238E27FC236}">
                  <a16:creationId xmlns:a16="http://schemas.microsoft.com/office/drawing/2014/main" id="{70F2D1BB-3349-4F55-A166-926ECBB8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4875" y="3919537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2" name="Freeform 7">
              <a:extLst>
                <a:ext uri="{FF2B5EF4-FFF2-40B4-BE49-F238E27FC236}">
                  <a16:creationId xmlns:a16="http://schemas.microsoft.com/office/drawing/2014/main" id="{B93FA3E8-866D-4AF0-8639-C5DF43FDC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012" y="3422650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3" name="Freeform 9">
              <a:extLst>
                <a:ext uri="{FF2B5EF4-FFF2-40B4-BE49-F238E27FC236}">
                  <a16:creationId xmlns:a16="http://schemas.microsoft.com/office/drawing/2014/main" id="{08BB5113-3818-4631-8BD2-D2A8C0F0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512" y="3925887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4" name="Freeform 12">
              <a:extLst>
                <a:ext uri="{FF2B5EF4-FFF2-40B4-BE49-F238E27FC236}">
                  <a16:creationId xmlns:a16="http://schemas.microsoft.com/office/drawing/2014/main" id="{D4F55D4A-53C6-49A0-8518-F8FE185F6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087" y="3422650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5" name="Freeform 14">
              <a:extLst>
                <a:ext uri="{FF2B5EF4-FFF2-40B4-BE49-F238E27FC236}">
                  <a16:creationId xmlns:a16="http://schemas.microsoft.com/office/drawing/2014/main" id="{B37466B1-5926-4DDE-8129-034E3B7F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0" y="3422650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6" name="Rectangle 15">
              <a:extLst>
                <a:ext uri="{FF2B5EF4-FFF2-40B4-BE49-F238E27FC236}">
                  <a16:creationId xmlns:a16="http://schemas.microsoft.com/office/drawing/2014/main" id="{D026EB15-E6EC-47EC-A611-056A8019B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412" y="3640137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7" name="Rectangle 16">
              <a:extLst>
                <a:ext uri="{FF2B5EF4-FFF2-40B4-BE49-F238E27FC236}">
                  <a16:creationId xmlns:a16="http://schemas.microsoft.com/office/drawing/2014/main" id="{709EE549-A6E1-465A-B76F-6E498617F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775" y="434022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8" name="Rectangle 17">
              <a:extLst>
                <a:ext uri="{FF2B5EF4-FFF2-40B4-BE49-F238E27FC236}">
                  <a16:creationId xmlns:a16="http://schemas.microsoft.com/office/drawing/2014/main" id="{7769AE4B-D4ED-4127-B529-8B64D4008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300" y="4340225"/>
              <a:ext cx="249237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9" name="Rectangle 18">
              <a:extLst>
                <a:ext uri="{FF2B5EF4-FFF2-40B4-BE49-F238E27FC236}">
                  <a16:creationId xmlns:a16="http://schemas.microsoft.com/office/drawing/2014/main" id="{CF2AC481-9BF2-4DA8-BFD2-9597E5BA6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2" y="4340225"/>
              <a:ext cx="261938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0" name="Rectangle 19">
              <a:extLst>
                <a:ext uri="{FF2B5EF4-FFF2-40B4-BE49-F238E27FC236}">
                  <a16:creationId xmlns:a16="http://schemas.microsoft.com/office/drawing/2014/main" id="{22326C1B-5F2D-4DEC-BF2D-6E8C06E3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012" y="4340225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1" name="Rectangle 20">
              <a:extLst>
                <a:ext uri="{FF2B5EF4-FFF2-40B4-BE49-F238E27FC236}">
                  <a16:creationId xmlns:a16="http://schemas.microsoft.com/office/drawing/2014/main" id="{066E3874-8993-44F2-923C-CBBA2BC2A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4340225"/>
              <a:ext cx="249237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2" name="Rectangle 21">
              <a:extLst>
                <a:ext uri="{FF2B5EF4-FFF2-40B4-BE49-F238E27FC236}">
                  <a16:creationId xmlns:a16="http://schemas.microsoft.com/office/drawing/2014/main" id="{5FD37023-860A-4B90-9A78-98671344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650" y="4340225"/>
              <a:ext cx="261937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3" name="Rectangle 22">
              <a:extLst>
                <a:ext uri="{FF2B5EF4-FFF2-40B4-BE49-F238E27FC236}">
                  <a16:creationId xmlns:a16="http://schemas.microsoft.com/office/drawing/2014/main" id="{65BEBF17-2404-4923-A811-BF64D47AD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287" y="4335462"/>
              <a:ext cx="219075" cy="312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4" name="Rectangle 23">
              <a:extLst>
                <a:ext uri="{FF2B5EF4-FFF2-40B4-BE49-F238E27FC236}">
                  <a16:creationId xmlns:a16="http://schemas.microsoft.com/office/drawing/2014/main" id="{B80954F8-AFDE-4BAF-AAC2-CB9765911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537" y="3624262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5" name="Rectangle 24">
              <a:extLst>
                <a:ext uri="{FF2B5EF4-FFF2-40B4-BE49-F238E27FC236}">
                  <a16:creationId xmlns:a16="http://schemas.microsoft.com/office/drawing/2014/main" id="{768FA3F1-0B02-460B-8C4D-54ADDF9A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2475" y="3624262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6" name="Rectangle 25">
              <a:extLst>
                <a:ext uri="{FF2B5EF4-FFF2-40B4-BE49-F238E27FC236}">
                  <a16:creationId xmlns:a16="http://schemas.microsoft.com/office/drawing/2014/main" id="{40BD1E9C-79D5-4873-90CB-3076009C1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912" y="3624262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7" name="Rectangle 26">
              <a:extLst>
                <a:ext uri="{FF2B5EF4-FFF2-40B4-BE49-F238E27FC236}">
                  <a16:creationId xmlns:a16="http://schemas.microsoft.com/office/drawing/2014/main" id="{08741B6D-ACC1-438B-A2CC-4672885F5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2187" y="3624262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8" name="Rectangle 27">
              <a:extLst>
                <a:ext uri="{FF2B5EF4-FFF2-40B4-BE49-F238E27FC236}">
                  <a16:creationId xmlns:a16="http://schemas.microsoft.com/office/drawing/2014/main" id="{A4DD795B-6F29-4C01-A08B-C7678967D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562" y="3624262"/>
              <a:ext cx="2492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69" name="Rectangle 28">
              <a:extLst>
                <a:ext uri="{FF2B5EF4-FFF2-40B4-BE49-F238E27FC236}">
                  <a16:creationId xmlns:a16="http://schemas.microsoft.com/office/drawing/2014/main" id="{E9D0D676-8BC3-4F73-A90D-578698456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1412" y="3624262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0" name="Freeform 29">
              <a:extLst>
                <a:ext uri="{FF2B5EF4-FFF2-40B4-BE49-F238E27FC236}">
                  <a16:creationId xmlns:a16="http://schemas.microsoft.com/office/drawing/2014/main" id="{71B5580A-9712-4245-AD39-B97A893DB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3968750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1" name="Freeform 30">
              <a:extLst>
                <a:ext uri="{FF2B5EF4-FFF2-40B4-BE49-F238E27FC236}">
                  <a16:creationId xmlns:a16="http://schemas.microsoft.com/office/drawing/2014/main" id="{E4BC709E-57AB-4CD0-9C54-AA0009E5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312" y="3970337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2" name="Freeform 31">
              <a:extLst>
                <a:ext uri="{FF2B5EF4-FFF2-40B4-BE49-F238E27FC236}">
                  <a16:creationId xmlns:a16="http://schemas.microsoft.com/office/drawing/2014/main" id="{6ED669E2-FD2E-4852-A84C-8EF4B095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787" y="4062412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3" name="Freeform 32">
              <a:extLst>
                <a:ext uri="{FF2B5EF4-FFF2-40B4-BE49-F238E27FC236}">
                  <a16:creationId xmlns:a16="http://schemas.microsoft.com/office/drawing/2014/main" id="{70DB4418-2310-461A-80F0-06A7677C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025" y="3244850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4" name="Freeform 33">
              <a:extLst>
                <a:ext uri="{FF2B5EF4-FFF2-40B4-BE49-F238E27FC236}">
                  <a16:creationId xmlns:a16="http://schemas.microsoft.com/office/drawing/2014/main" id="{033922D0-F70E-4F57-ADAE-CCCB8F8F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250" y="3400425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5" name="Freeform 34">
              <a:extLst>
                <a:ext uri="{FF2B5EF4-FFF2-40B4-BE49-F238E27FC236}">
                  <a16:creationId xmlns:a16="http://schemas.microsoft.com/office/drawing/2014/main" id="{9838A76D-8B4D-450D-966C-EE066874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512" y="3244850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6" name="Freeform 35">
              <a:extLst>
                <a:ext uri="{FF2B5EF4-FFF2-40B4-BE49-F238E27FC236}">
                  <a16:creationId xmlns:a16="http://schemas.microsoft.com/office/drawing/2014/main" id="{535EB5F6-C8D0-4DCA-9668-F944975E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512" y="3422650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7" name="Rectangle 36">
              <a:extLst>
                <a:ext uri="{FF2B5EF4-FFF2-40B4-BE49-F238E27FC236}">
                  <a16:creationId xmlns:a16="http://schemas.microsoft.com/office/drawing/2014/main" id="{18A0CAB9-5B87-4471-B28C-006A22A0D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6462" y="3619500"/>
              <a:ext cx="219075" cy="312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8" name="Rectangle 37">
              <a:extLst>
                <a:ext uri="{FF2B5EF4-FFF2-40B4-BE49-F238E27FC236}">
                  <a16:creationId xmlns:a16="http://schemas.microsoft.com/office/drawing/2014/main" id="{1A6E75F8-88E4-4751-9075-4AE6F106C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0862" y="3640137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79" name="Rectangle 38">
              <a:extLst>
                <a:ext uri="{FF2B5EF4-FFF2-40B4-BE49-F238E27FC236}">
                  <a16:creationId xmlns:a16="http://schemas.microsoft.com/office/drawing/2014/main" id="{850C2CB1-4120-411C-8B67-8DA12D3D0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625" y="3624262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0" name="Rectangle 39">
              <a:extLst>
                <a:ext uri="{FF2B5EF4-FFF2-40B4-BE49-F238E27FC236}">
                  <a16:creationId xmlns:a16="http://schemas.microsoft.com/office/drawing/2014/main" id="{36C997BE-4B54-4A4D-A416-8E1FDEDE1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150" y="3624262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1" name="Rectangle 40">
              <a:extLst>
                <a:ext uri="{FF2B5EF4-FFF2-40B4-BE49-F238E27FC236}">
                  <a16:creationId xmlns:a16="http://schemas.microsoft.com/office/drawing/2014/main" id="{1F71816C-D752-4B65-9322-761AC6110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624262"/>
              <a:ext cx="2619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2" name="Rectangle 41">
              <a:extLst>
                <a:ext uri="{FF2B5EF4-FFF2-40B4-BE49-F238E27FC236}">
                  <a16:creationId xmlns:a16="http://schemas.microsoft.com/office/drawing/2014/main" id="{E2E79C28-D525-45C4-B8BD-93795FB73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2" y="3624262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3" name="Rectangle 42">
              <a:extLst>
                <a:ext uri="{FF2B5EF4-FFF2-40B4-BE49-F238E27FC236}">
                  <a16:creationId xmlns:a16="http://schemas.microsoft.com/office/drawing/2014/main" id="{794B6C16-D68B-4982-8F16-B222D12D6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650" y="3624262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4" name="Rectangle 43">
              <a:extLst>
                <a:ext uri="{FF2B5EF4-FFF2-40B4-BE49-F238E27FC236}">
                  <a16:creationId xmlns:a16="http://schemas.microsoft.com/office/drawing/2014/main" id="{B6CD88D8-CF96-42A6-ADA7-B5415B140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7" y="3624262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5" name="Freeform 44">
              <a:extLst>
                <a:ext uri="{FF2B5EF4-FFF2-40B4-BE49-F238E27FC236}">
                  <a16:creationId xmlns:a16="http://schemas.microsoft.com/office/drawing/2014/main" id="{85D4CEAD-BA34-4E3D-A73C-FE0CA15C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0" y="3240087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6" name="Line 45">
              <a:extLst>
                <a:ext uri="{FF2B5EF4-FFF2-40B4-BE49-F238E27FC236}">
                  <a16:creationId xmlns:a16="http://schemas.microsoft.com/office/drawing/2014/main" id="{32DD8DE2-4A99-4741-932A-9FEC58B66A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9675" y="2944812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7" name="Rectangle 46">
              <a:extLst>
                <a:ext uri="{FF2B5EF4-FFF2-40B4-BE49-F238E27FC236}">
                  <a16:creationId xmlns:a16="http://schemas.microsoft.com/office/drawing/2014/main" id="{ABE01BB4-8B44-4AE1-A7EC-3B531AA20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137" y="3619500"/>
              <a:ext cx="219075" cy="312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8" name="Rectangle 47">
              <a:extLst>
                <a:ext uri="{FF2B5EF4-FFF2-40B4-BE49-F238E27FC236}">
                  <a16:creationId xmlns:a16="http://schemas.microsoft.com/office/drawing/2014/main" id="{D85E11AE-4620-4337-A38E-4385FCC06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837" y="2646362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89" name="Rectangle 48">
              <a:extLst>
                <a:ext uri="{FF2B5EF4-FFF2-40B4-BE49-F238E27FC236}">
                  <a16:creationId xmlns:a16="http://schemas.microsoft.com/office/drawing/2014/main" id="{8289A6AB-CBFA-4483-9BAC-2D42D17BD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775" y="2960687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90" name="Rectangle 49">
              <a:extLst>
                <a:ext uri="{FF2B5EF4-FFF2-40B4-BE49-F238E27FC236}">
                  <a16:creationId xmlns:a16="http://schemas.microsoft.com/office/drawing/2014/main" id="{8721F2DC-BFAC-4B79-A007-F34FE0E45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300" y="2960687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91" name="Rectangle 50">
              <a:extLst>
                <a:ext uri="{FF2B5EF4-FFF2-40B4-BE49-F238E27FC236}">
                  <a16:creationId xmlns:a16="http://schemas.microsoft.com/office/drawing/2014/main" id="{46B9BF33-2F24-4BE3-96FC-8B465825F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2" y="2960687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92" name="Rectangle 51">
              <a:extLst>
                <a:ext uri="{FF2B5EF4-FFF2-40B4-BE49-F238E27FC236}">
                  <a16:creationId xmlns:a16="http://schemas.microsoft.com/office/drawing/2014/main" id="{E4C74441-4F58-4800-8E5D-7EA3871CF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012" y="2960687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93" name="Rectangle 52">
              <a:extLst>
                <a:ext uri="{FF2B5EF4-FFF2-40B4-BE49-F238E27FC236}">
                  <a16:creationId xmlns:a16="http://schemas.microsoft.com/office/drawing/2014/main" id="{4BD96BD6-6383-4EB3-B95D-58C0A71F6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2960687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94" name="Rectangle 53">
              <a:extLst>
                <a:ext uri="{FF2B5EF4-FFF2-40B4-BE49-F238E27FC236}">
                  <a16:creationId xmlns:a16="http://schemas.microsoft.com/office/drawing/2014/main" id="{7C62DF3C-860F-4C54-9582-D8367D34A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650" y="2960687"/>
              <a:ext cx="2619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95" name="Rectangle 54">
              <a:extLst>
                <a:ext uri="{FF2B5EF4-FFF2-40B4-BE49-F238E27FC236}">
                  <a16:creationId xmlns:a16="http://schemas.microsoft.com/office/drawing/2014/main" id="{02B579A0-6D93-4D40-A4C9-2A10F0BA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287" y="2955925"/>
              <a:ext cx="219075" cy="312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3010" name="Title 1">
            <a:extLst>
              <a:ext uri="{FF2B5EF4-FFF2-40B4-BE49-F238E27FC236}">
                <a16:creationId xmlns:a16="http://schemas.microsoft.com/office/drawing/2014/main" id="{19E39049-D194-472B-A39A-8290573707E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Now Let’s Do the State Table for this FSM</a:t>
            </a:r>
          </a:p>
        </p:txBody>
      </p:sp>
      <p:grpSp>
        <p:nvGrpSpPr>
          <p:cNvPr id="43011" name="Group 51">
            <a:extLst>
              <a:ext uri="{FF2B5EF4-FFF2-40B4-BE49-F238E27FC236}">
                <a16:creationId xmlns:a16="http://schemas.microsoft.com/office/drawing/2014/main" id="{53A73978-DD34-46C3-AC23-704D964018FD}"/>
              </a:ext>
            </a:extLst>
          </p:cNvPr>
          <p:cNvGrpSpPr>
            <a:grpSpLocks/>
          </p:cNvGrpSpPr>
          <p:nvPr/>
        </p:nvGrpSpPr>
        <p:grpSpPr bwMode="auto">
          <a:xfrm>
            <a:off x="3805238" y="3048000"/>
            <a:ext cx="4881562" cy="1714500"/>
            <a:chOff x="1301" y="1220"/>
            <a:chExt cx="3075" cy="1080"/>
          </a:xfrm>
        </p:grpSpPr>
        <p:sp>
          <p:nvSpPr>
            <p:cNvPr id="43012" name="Rectangle 4">
              <a:extLst>
                <a:ext uri="{FF2B5EF4-FFF2-40B4-BE49-F238E27FC236}">
                  <a16:creationId xmlns:a16="http://schemas.microsoft.com/office/drawing/2014/main" id="{40CF5970-5D3A-48A7-B5D0-B77B9D7D8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0"/>
              <a:ext cx="3075" cy="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3" name="Rectangle 5">
              <a:extLst>
                <a:ext uri="{FF2B5EF4-FFF2-40B4-BE49-F238E27FC236}">
                  <a16:creationId xmlns:a16="http://schemas.microsoft.com/office/drawing/2014/main" id="{96BBE53B-9171-4132-82B2-DB08BC6F4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7"/>
              <a:ext cx="7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4" name="Rectangle 6">
              <a:extLst>
                <a:ext uri="{FF2B5EF4-FFF2-40B4-BE49-F238E27FC236}">
                  <a16:creationId xmlns:a16="http://schemas.microsoft.com/office/drawing/2014/main" id="{4F5553B3-0A6A-4D70-B1C1-72B676B66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5" name="Rectangle 7">
              <a:extLst>
                <a:ext uri="{FF2B5EF4-FFF2-40B4-BE49-F238E27FC236}">
                  <a16:creationId xmlns:a16="http://schemas.microsoft.com/office/drawing/2014/main" id="{9988A1DD-AA67-4976-A76F-4AA25E97B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6" y="1326"/>
              <a:ext cx="51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</a:p>
          </p:txBody>
        </p:sp>
        <p:sp>
          <p:nvSpPr>
            <p:cNvPr id="43016" name="Rectangle 8">
              <a:extLst>
                <a:ext uri="{FF2B5EF4-FFF2-40B4-BE49-F238E27FC236}">
                  <a16:creationId xmlns:a16="http://schemas.microsoft.com/office/drawing/2014/main" id="{F33D05B8-16BD-42C4-B6A2-5FF2803E3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7" name="Rectangle 9">
              <a:extLst>
                <a:ext uri="{FF2B5EF4-FFF2-40B4-BE49-F238E27FC236}">
                  <a16:creationId xmlns:a16="http://schemas.microsoft.com/office/drawing/2014/main" id="{0ED1D7BF-C40F-4218-80A4-6CB670DF1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1269"/>
              <a:ext cx="68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</a:p>
          </p:txBody>
        </p:sp>
        <p:sp>
          <p:nvSpPr>
            <p:cNvPr id="43018" name="Rectangle 10">
              <a:extLst>
                <a:ext uri="{FF2B5EF4-FFF2-40B4-BE49-F238E27FC236}">
                  <a16:creationId xmlns:a16="http://schemas.microsoft.com/office/drawing/2014/main" id="{991FCA0A-DCBD-4FA3-8E67-2A1DBF147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269"/>
              <a:ext cx="4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</a:p>
          </p:txBody>
        </p:sp>
        <p:sp>
          <p:nvSpPr>
            <p:cNvPr id="43019" name="Rectangle 11">
              <a:extLst>
                <a:ext uri="{FF2B5EF4-FFF2-40B4-BE49-F238E27FC236}">
                  <a16:creationId xmlns:a16="http://schemas.microsoft.com/office/drawing/2014/main" id="{13955A95-5C54-417C-9A4D-690FA388F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20" name="Rectangle 12">
              <a:extLst>
                <a:ext uri="{FF2B5EF4-FFF2-40B4-BE49-F238E27FC236}">
                  <a16:creationId xmlns:a16="http://schemas.microsoft.com/office/drawing/2014/main" id="{36FCCFAA-A179-4ABA-AD44-F42D40A0C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23"/>
              <a:ext cx="2414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21" name="Rectangle 13">
              <a:extLst>
                <a:ext uri="{FF2B5EF4-FFF2-40B4-BE49-F238E27FC236}">
                  <a16:creationId xmlns:a16="http://schemas.microsoft.com/office/drawing/2014/main" id="{033A05A1-3D51-422C-B765-1B5CB6EE0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515"/>
              <a:ext cx="7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22" name="Rectangle 14">
              <a:extLst>
                <a:ext uri="{FF2B5EF4-FFF2-40B4-BE49-F238E27FC236}">
                  <a16:creationId xmlns:a16="http://schemas.microsoft.com/office/drawing/2014/main" id="{287CFD79-4ED3-4EA7-8319-908EC52C8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1268"/>
              <a:ext cx="10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</a:p>
          </p:txBody>
        </p:sp>
        <p:sp>
          <p:nvSpPr>
            <p:cNvPr id="43023" name="Rectangle 15">
              <a:extLst>
                <a:ext uri="{FF2B5EF4-FFF2-40B4-BE49-F238E27FC236}">
                  <a16:creationId xmlns:a16="http://schemas.microsoft.com/office/drawing/2014/main" id="{0AC41BD2-80D0-46E8-88E5-DBF6BA73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24" name="Rectangle 16">
              <a:extLst>
                <a:ext uri="{FF2B5EF4-FFF2-40B4-BE49-F238E27FC236}">
                  <a16:creationId xmlns:a16="http://schemas.microsoft.com/office/drawing/2014/main" id="{E9919C69-EDBE-4F4D-8857-EA42B98DF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530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</a:p>
          </p:txBody>
        </p:sp>
        <p:sp>
          <p:nvSpPr>
            <p:cNvPr id="43025" name="Rectangle 17">
              <a:extLst>
                <a:ext uri="{FF2B5EF4-FFF2-40B4-BE49-F238E27FC236}">
                  <a16:creationId xmlns:a16="http://schemas.microsoft.com/office/drawing/2014/main" id="{B72CBA95-DFDD-40B5-BB64-C3A88A2FC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3026" name="Rectangle 18">
              <a:extLst>
                <a:ext uri="{FF2B5EF4-FFF2-40B4-BE49-F238E27FC236}">
                  <a16:creationId xmlns:a16="http://schemas.microsoft.com/office/drawing/2014/main" id="{4AFFC305-233A-40F7-9CCC-DFA452282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3027" name="Rectangle 19">
              <a:extLst>
                <a:ext uri="{FF2B5EF4-FFF2-40B4-BE49-F238E27FC236}">
                  <a16:creationId xmlns:a16="http://schemas.microsoft.com/office/drawing/2014/main" id="{13DA8ED5-AFE6-4686-985D-518BCCAFC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3028" name="Rectangle 20">
              <a:extLst>
                <a:ext uri="{FF2B5EF4-FFF2-40B4-BE49-F238E27FC236}">
                  <a16:creationId xmlns:a16="http://schemas.microsoft.com/office/drawing/2014/main" id="{A913F424-59B8-4CF7-B196-581ED2CCC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3029" name="Rectangle 21">
              <a:extLst>
                <a:ext uri="{FF2B5EF4-FFF2-40B4-BE49-F238E27FC236}">
                  <a16:creationId xmlns:a16="http://schemas.microsoft.com/office/drawing/2014/main" id="{C24B22D3-893F-4E24-AEB2-A5B6823B4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3030" name="Rectangle 22">
              <a:extLst>
                <a:ext uri="{FF2B5EF4-FFF2-40B4-BE49-F238E27FC236}">
                  <a16:creationId xmlns:a16="http://schemas.microsoft.com/office/drawing/2014/main" id="{1028A02B-C100-48D7-98E9-DDAD81FF8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31" name="Rectangle 23">
              <a:extLst>
                <a:ext uri="{FF2B5EF4-FFF2-40B4-BE49-F238E27FC236}">
                  <a16:creationId xmlns:a16="http://schemas.microsoft.com/office/drawing/2014/main" id="{7A5B6170-4ED9-43AD-B58F-7C6486454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3032" name="Rectangle 24">
              <a:extLst>
                <a:ext uri="{FF2B5EF4-FFF2-40B4-BE49-F238E27FC236}">
                  <a16:creationId xmlns:a16="http://schemas.microsoft.com/office/drawing/2014/main" id="{622329BB-9FAA-4389-972D-80914C5D1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3033" name="Rectangle 25">
              <a:extLst>
                <a:ext uri="{FF2B5EF4-FFF2-40B4-BE49-F238E27FC236}">
                  <a16:creationId xmlns:a16="http://schemas.microsoft.com/office/drawing/2014/main" id="{B38F47B4-1E51-4C5F-A6E5-097EE84DF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3034" name="Rectangle 26">
              <a:extLst>
                <a:ext uri="{FF2B5EF4-FFF2-40B4-BE49-F238E27FC236}">
                  <a16:creationId xmlns:a16="http://schemas.microsoft.com/office/drawing/2014/main" id="{98895989-FC6D-4D58-AA3E-057F8E357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3035" name="Rectangle 27">
              <a:extLst>
                <a:ext uri="{FF2B5EF4-FFF2-40B4-BE49-F238E27FC236}">
                  <a16:creationId xmlns:a16="http://schemas.microsoft.com/office/drawing/2014/main" id="{6464FC00-FDEA-4EF6-92AD-725FCB984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3036" name="Rectangle 28">
              <a:extLst>
                <a:ext uri="{FF2B5EF4-FFF2-40B4-BE49-F238E27FC236}">
                  <a16:creationId xmlns:a16="http://schemas.microsoft.com/office/drawing/2014/main" id="{FCD5B015-B781-474F-942C-328B85003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3037" name="Rectangle 29">
              <a:extLst>
                <a:ext uri="{FF2B5EF4-FFF2-40B4-BE49-F238E27FC236}">
                  <a16:creationId xmlns:a16="http://schemas.microsoft.com/office/drawing/2014/main" id="{E0FCCFCA-C562-40F9-BCC9-DE1E9EC23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38" name="Rectangle 30">
              <a:extLst>
                <a:ext uri="{FF2B5EF4-FFF2-40B4-BE49-F238E27FC236}">
                  <a16:creationId xmlns:a16="http://schemas.microsoft.com/office/drawing/2014/main" id="{E0EF346E-EA58-4235-B944-64C0B6901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1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39" name="Rectangle 31">
              <a:extLst>
                <a:ext uri="{FF2B5EF4-FFF2-40B4-BE49-F238E27FC236}">
                  <a16:creationId xmlns:a16="http://schemas.microsoft.com/office/drawing/2014/main" id="{A9CC5015-F0DE-4E01-B7D7-1B27ECD8E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22"/>
              <a:ext cx="7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40" name="Rectangle 32">
              <a:extLst>
                <a:ext uri="{FF2B5EF4-FFF2-40B4-BE49-F238E27FC236}">
                  <a16:creationId xmlns:a16="http://schemas.microsoft.com/office/drawing/2014/main" id="{B8364280-5389-41E8-BCCC-6B0EA7D5C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3041" name="Rectangle 33">
              <a:extLst>
                <a:ext uri="{FF2B5EF4-FFF2-40B4-BE49-F238E27FC236}">
                  <a16:creationId xmlns:a16="http://schemas.microsoft.com/office/drawing/2014/main" id="{F90D9EE6-602E-48C6-BA33-C359A7C33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42" name="Rectangle 34">
              <a:extLst>
                <a:ext uri="{FF2B5EF4-FFF2-40B4-BE49-F238E27FC236}">
                  <a16:creationId xmlns:a16="http://schemas.microsoft.com/office/drawing/2014/main" id="{7B95D7E5-C7A0-4D20-8DF3-E368F3A3D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876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3043" name="Rectangle 36">
              <a:extLst>
                <a:ext uri="{FF2B5EF4-FFF2-40B4-BE49-F238E27FC236}">
                  <a16:creationId xmlns:a16="http://schemas.microsoft.com/office/drawing/2014/main" id="{49B6F714-22CD-4AB8-ADD0-54EC456E3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44" name="Rectangle 39">
              <a:extLst>
                <a:ext uri="{FF2B5EF4-FFF2-40B4-BE49-F238E27FC236}">
                  <a16:creationId xmlns:a16="http://schemas.microsoft.com/office/drawing/2014/main" id="{9D4DC434-2BBC-439A-A94D-A0963E0CA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45" name="Rectangle 40">
              <a:extLst>
                <a:ext uri="{FF2B5EF4-FFF2-40B4-BE49-F238E27FC236}">
                  <a16:creationId xmlns:a16="http://schemas.microsoft.com/office/drawing/2014/main" id="{62912D91-F70A-4F0A-B478-07C5134B1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063"/>
              <a:ext cx="7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46" name="Rectangle 42">
              <a:extLst>
                <a:ext uri="{FF2B5EF4-FFF2-40B4-BE49-F238E27FC236}">
                  <a16:creationId xmlns:a16="http://schemas.microsoft.com/office/drawing/2014/main" id="{98AECDE1-6F59-49D0-85CD-E95D27B13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47" name="Rectangle 43">
              <a:extLst>
                <a:ext uri="{FF2B5EF4-FFF2-40B4-BE49-F238E27FC236}">
                  <a16:creationId xmlns:a16="http://schemas.microsoft.com/office/drawing/2014/main" id="{03CB0E3F-2061-421C-A8B8-3E2F9A0BA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2067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3048" name="Rectangle 45">
              <a:extLst>
                <a:ext uri="{FF2B5EF4-FFF2-40B4-BE49-F238E27FC236}">
                  <a16:creationId xmlns:a16="http://schemas.microsoft.com/office/drawing/2014/main" id="{29CD487D-1EA6-41DC-B0EA-59C9279F4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49" name="Rectangle 48">
              <a:extLst>
                <a:ext uri="{FF2B5EF4-FFF2-40B4-BE49-F238E27FC236}">
                  <a16:creationId xmlns:a16="http://schemas.microsoft.com/office/drawing/2014/main" id="{AFD8180B-EA7E-4F91-96EE-23E8B205E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50" name="Rectangle 49">
              <a:extLst>
                <a:ext uri="{FF2B5EF4-FFF2-40B4-BE49-F238E27FC236}">
                  <a16:creationId xmlns:a16="http://schemas.microsoft.com/office/drawing/2014/main" id="{AADAF4BB-8856-4D22-A04F-2F7394624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29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2943988-75D6-4CB4-9009-B8574ED6DD10}"/>
                  </a:ext>
                </a:extLst>
              </p14:cNvPr>
              <p14:cNvContentPartPr/>
              <p14:nvPr/>
            </p14:nvContentPartPr>
            <p14:xfrm>
              <a:off x="2601720" y="1343160"/>
              <a:ext cx="5711760" cy="4816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2943988-75D6-4CB4-9009-B8574ED6DD1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92360" y="1333800"/>
                <a:ext cx="5730480" cy="4835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3" name="Group 1">
            <a:extLst>
              <a:ext uri="{FF2B5EF4-FFF2-40B4-BE49-F238E27FC236}">
                <a16:creationId xmlns:a16="http://schemas.microsoft.com/office/drawing/2014/main" id="{B29D58E7-2735-4F6F-8A8E-DC06015683BB}"/>
              </a:ext>
            </a:extLst>
          </p:cNvPr>
          <p:cNvGrpSpPr>
            <a:grpSpLocks/>
          </p:cNvGrpSpPr>
          <p:nvPr/>
        </p:nvGrpSpPr>
        <p:grpSpPr bwMode="auto">
          <a:xfrm>
            <a:off x="1698625" y="1371600"/>
            <a:ext cx="6226175" cy="2001838"/>
            <a:chOff x="1698625" y="2646362"/>
            <a:chExt cx="6226175" cy="2001838"/>
          </a:xfrm>
        </p:grpSpPr>
        <p:sp>
          <p:nvSpPr>
            <p:cNvPr id="44083" name="Freeform 4">
              <a:extLst>
                <a:ext uri="{FF2B5EF4-FFF2-40B4-BE49-F238E27FC236}">
                  <a16:creationId xmlns:a16="http://schemas.microsoft.com/office/drawing/2014/main" id="{13408572-1928-49D0-B657-114218141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4875" y="3919537"/>
              <a:ext cx="136525" cy="112713"/>
            </a:xfrm>
            <a:custGeom>
              <a:avLst/>
              <a:gdLst>
                <a:gd name="T0" fmla="*/ 2147483646 w 173"/>
                <a:gd name="T1" fmla="*/ 2147483646 h 144"/>
                <a:gd name="T2" fmla="*/ 0 w 173"/>
                <a:gd name="T3" fmla="*/ 0 h 144"/>
                <a:gd name="T4" fmla="*/ 2147483646 w 173"/>
                <a:gd name="T5" fmla="*/ 2147483646 h 144"/>
                <a:gd name="T6" fmla="*/ 2147483646 w 173"/>
                <a:gd name="T7" fmla="*/ 2147483646 h 144"/>
                <a:gd name="T8" fmla="*/ 2147483646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173" y="86"/>
                  </a:moveTo>
                  <a:lnTo>
                    <a:pt x="0" y="0"/>
                  </a:lnTo>
                  <a:lnTo>
                    <a:pt x="115" y="144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4" name="Freeform 7">
              <a:extLst>
                <a:ext uri="{FF2B5EF4-FFF2-40B4-BE49-F238E27FC236}">
                  <a16:creationId xmlns:a16="http://schemas.microsoft.com/office/drawing/2014/main" id="{017979A5-950E-4513-978E-91EF7925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012" y="3422650"/>
              <a:ext cx="639763" cy="639762"/>
            </a:xfrm>
            <a:custGeom>
              <a:avLst/>
              <a:gdLst>
                <a:gd name="T0" fmla="*/ 2147483646 w 805"/>
                <a:gd name="T1" fmla="*/ 2147483646 h 805"/>
                <a:gd name="T2" fmla="*/ 2147483646 w 805"/>
                <a:gd name="T3" fmla="*/ 2147483646 h 805"/>
                <a:gd name="T4" fmla="*/ 2147483646 w 805"/>
                <a:gd name="T5" fmla="*/ 2147483646 h 805"/>
                <a:gd name="T6" fmla="*/ 2147483646 w 805"/>
                <a:gd name="T7" fmla="*/ 2147483646 h 805"/>
                <a:gd name="T8" fmla="*/ 2147483646 w 805"/>
                <a:gd name="T9" fmla="*/ 2147483646 h 805"/>
                <a:gd name="T10" fmla="*/ 2147483646 w 805"/>
                <a:gd name="T11" fmla="*/ 2147483646 h 805"/>
                <a:gd name="T12" fmla="*/ 2147483646 w 805"/>
                <a:gd name="T13" fmla="*/ 2147483646 h 805"/>
                <a:gd name="T14" fmla="*/ 2147483646 w 805"/>
                <a:gd name="T15" fmla="*/ 2147483646 h 805"/>
                <a:gd name="T16" fmla="*/ 2147483646 w 805"/>
                <a:gd name="T17" fmla="*/ 2147483646 h 805"/>
                <a:gd name="T18" fmla="*/ 2147483646 w 805"/>
                <a:gd name="T19" fmla="*/ 2147483646 h 805"/>
                <a:gd name="T20" fmla="*/ 2147483646 w 805"/>
                <a:gd name="T21" fmla="*/ 2147483646 h 805"/>
                <a:gd name="T22" fmla="*/ 2147483646 w 805"/>
                <a:gd name="T23" fmla="*/ 0 h 805"/>
                <a:gd name="T24" fmla="*/ 2147483646 w 805"/>
                <a:gd name="T25" fmla="*/ 2147483646 h 805"/>
                <a:gd name="T26" fmla="*/ 2147483646 w 805"/>
                <a:gd name="T27" fmla="*/ 2147483646 h 805"/>
                <a:gd name="T28" fmla="*/ 2147483646 w 805"/>
                <a:gd name="T29" fmla="*/ 2147483646 h 805"/>
                <a:gd name="T30" fmla="*/ 2147483646 w 805"/>
                <a:gd name="T31" fmla="*/ 2147483646 h 805"/>
                <a:gd name="T32" fmla="*/ 2147483646 w 805"/>
                <a:gd name="T33" fmla="*/ 2147483646 h 805"/>
                <a:gd name="T34" fmla="*/ 2147483646 w 805"/>
                <a:gd name="T35" fmla="*/ 2147483646 h 805"/>
                <a:gd name="T36" fmla="*/ 2147483646 w 805"/>
                <a:gd name="T37" fmla="*/ 2147483646 h 805"/>
                <a:gd name="T38" fmla="*/ 2147483646 w 805"/>
                <a:gd name="T39" fmla="*/ 2147483646 h 805"/>
                <a:gd name="T40" fmla="*/ 2147483646 w 805"/>
                <a:gd name="T41" fmla="*/ 2147483646 h 805"/>
                <a:gd name="T42" fmla="*/ 2147483646 w 805"/>
                <a:gd name="T43" fmla="*/ 2147483646 h 805"/>
                <a:gd name="T44" fmla="*/ 2147483646 w 805"/>
                <a:gd name="T45" fmla="*/ 2147483646 h 805"/>
                <a:gd name="T46" fmla="*/ 2147483646 w 805"/>
                <a:gd name="T47" fmla="*/ 2147483646 h 805"/>
                <a:gd name="T48" fmla="*/ 2147483646 w 805"/>
                <a:gd name="T49" fmla="*/ 2147483646 h 805"/>
                <a:gd name="T50" fmla="*/ 2147483646 w 805"/>
                <a:gd name="T51" fmla="*/ 2147483646 h 805"/>
                <a:gd name="T52" fmla="*/ 2147483646 w 805"/>
                <a:gd name="T53" fmla="*/ 2147483646 h 805"/>
                <a:gd name="T54" fmla="*/ 2147483646 w 805"/>
                <a:gd name="T55" fmla="*/ 2147483646 h 805"/>
                <a:gd name="T56" fmla="*/ 2147483646 w 805"/>
                <a:gd name="T57" fmla="*/ 2147483646 h 805"/>
                <a:gd name="T58" fmla="*/ 2147483646 w 805"/>
                <a:gd name="T59" fmla="*/ 2147483646 h 805"/>
                <a:gd name="T60" fmla="*/ 2147483646 w 805"/>
                <a:gd name="T61" fmla="*/ 2147483646 h 805"/>
                <a:gd name="T62" fmla="*/ 2147483646 w 805"/>
                <a:gd name="T63" fmla="*/ 2147483646 h 805"/>
                <a:gd name="T64" fmla="*/ 2147483646 w 805"/>
                <a:gd name="T65" fmla="*/ 2147483646 h 805"/>
                <a:gd name="T66" fmla="*/ 2147483646 w 805"/>
                <a:gd name="T67" fmla="*/ 2147483646 h 805"/>
                <a:gd name="T68" fmla="*/ 2147483646 w 805"/>
                <a:gd name="T69" fmla="*/ 2147483646 h 805"/>
                <a:gd name="T70" fmla="*/ 2147483646 w 805"/>
                <a:gd name="T71" fmla="*/ 2147483646 h 805"/>
                <a:gd name="T72" fmla="*/ 2147483646 w 805"/>
                <a:gd name="T73" fmla="*/ 2147483646 h 805"/>
                <a:gd name="T74" fmla="*/ 2147483646 w 805"/>
                <a:gd name="T75" fmla="*/ 2147483646 h 805"/>
                <a:gd name="T76" fmla="*/ 2147483646 w 805"/>
                <a:gd name="T77" fmla="*/ 2147483646 h 805"/>
                <a:gd name="T78" fmla="*/ 2147483646 w 805"/>
                <a:gd name="T79" fmla="*/ 2147483646 h 805"/>
                <a:gd name="T80" fmla="*/ 2147483646 w 805"/>
                <a:gd name="T81" fmla="*/ 2147483646 h 805"/>
                <a:gd name="T82" fmla="*/ 2147483646 w 805"/>
                <a:gd name="T83" fmla="*/ 2147483646 h 805"/>
                <a:gd name="T84" fmla="*/ 2147483646 w 805"/>
                <a:gd name="T85" fmla="*/ 2147483646 h 805"/>
                <a:gd name="T86" fmla="*/ 2147483646 w 805"/>
                <a:gd name="T87" fmla="*/ 2147483646 h 805"/>
                <a:gd name="T88" fmla="*/ 2147483646 w 805"/>
                <a:gd name="T89" fmla="*/ 2147483646 h 805"/>
                <a:gd name="T90" fmla="*/ 2147483646 w 805"/>
                <a:gd name="T91" fmla="*/ 2147483646 h 805"/>
                <a:gd name="T92" fmla="*/ 2147483646 w 805"/>
                <a:gd name="T93" fmla="*/ 2147483646 h 805"/>
                <a:gd name="T94" fmla="*/ 2147483646 w 805"/>
                <a:gd name="T95" fmla="*/ 2147483646 h 805"/>
                <a:gd name="T96" fmla="*/ 2147483646 w 805"/>
                <a:gd name="T97" fmla="*/ 2147483646 h 805"/>
                <a:gd name="T98" fmla="*/ 2147483646 w 805"/>
                <a:gd name="T99" fmla="*/ 2147483646 h 805"/>
                <a:gd name="T100" fmla="*/ 2147483646 w 805"/>
                <a:gd name="T101" fmla="*/ 2147483646 h 805"/>
                <a:gd name="T102" fmla="*/ 2147483646 w 805"/>
                <a:gd name="T103" fmla="*/ 2147483646 h 805"/>
                <a:gd name="T104" fmla="*/ 2147483646 w 805"/>
                <a:gd name="T105" fmla="*/ 2147483646 h 805"/>
                <a:gd name="T106" fmla="*/ 2147483646 w 805"/>
                <a:gd name="T107" fmla="*/ 2147483646 h 805"/>
                <a:gd name="T108" fmla="*/ 2147483646 w 805"/>
                <a:gd name="T109" fmla="*/ 2147483646 h 805"/>
                <a:gd name="T110" fmla="*/ 2147483646 w 805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5"/>
                <a:gd name="T169" fmla="*/ 0 h 805"/>
                <a:gd name="T170" fmla="*/ 805 w 805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5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5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8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3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6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398" y="0"/>
                  </a:lnTo>
                  <a:lnTo>
                    <a:pt x="418" y="1"/>
                  </a:lnTo>
                  <a:lnTo>
                    <a:pt x="440" y="3"/>
                  </a:lnTo>
                  <a:lnTo>
                    <a:pt x="460" y="4"/>
                  </a:lnTo>
                  <a:lnTo>
                    <a:pt x="480" y="8"/>
                  </a:lnTo>
                  <a:lnTo>
                    <a:pt x="500" y="13"/>
                  </a:lnTo>
                  <a:lnTo>
                    <a:pt x="519" y="18"/>
                  </a:lnTo>
                  <a:lnTo>
                    <a:pt x="538" y="24"/>
                  </a:lnTo>
                  <a:lnTo>
                    <a:pt x="556" y="31"/>
                  </a:lnTo>
                  <a:lnTo>
                    <a:pt x="575" y="40"/>
                  </a:lnTo>
                  <a:lnTo>
                    <a:pt x="592" y="49"/>
                  </a:lnTo>
                  <a:lnTo>
                    <a:pt x="610" y="59"/>
                  </a:lnTo>
                  <a:lnTo>
                    <a:pt x="625" y="70"/>
                  </a:lnTo>
                  <a:lnTo>
                    <a:pt x="641" y="82"/>
                  </a:lnTo>
                  <a:lnTo>
                    <a:pt x="657" y="93"/>
                  </a:lnTo>
                  <a:lnTo>
                    <a:pt x="671" y="106"/>
                  </a:lnTo>
                  <a:lnTo>
                    <a:pt x="686" y="119"/>
                  </a:lnTo>
                  <a:lnTo>
                    <a:pt x="700" y="133"/>
                  </a:lnTo>
                  <a:lnTo>
                    <a:pt x="713" y="148"/>
                  </a:lnTo>
                  <a:lnTo>
                    <a:pt x="725" y="164"/>
                  </a:lnTo>
                  <a:lnTo>
                    <a:pt x="736" y="179"/>
                  </a:lnTo>
                  <a:lnTo>
                    <a:pt x="746" y="197"/>
                  </a:lnTo>
                  <a:lnTo>
                    <a:pt x="756" y="214"/>
                  </a:lnTo>
                  <a:lnTo>
                    <a:pt x="765" y="231"/>
                  </a:lnTo>
                  <a:lnTo>
                    <a:pt x="774" y="248"/>
                  </a:lnTo>
                  <a:lnTo>
                    <a:pt x="781" y="267"/>
                  </a:lnTo>
                  <a:lnTo>
                    <a:pt x="788" y="286"/>
                  </a:lnTo>
                  <a:lnTo>
                    <a:pt x="792" y="306"/>
                  </a:lnTo>
                  <a:lnTo>
                    <a:pt x="798" y="326"/>
                  </a:lnTo>
                  <a:lnTo>
                    <a:pt x="801" y="345"/>
                  </a:lnTo>
                  <a:lnTo>
                    <a:pt x="804" y="366"/>
                  </a:lnTo>
                  <a:lnTo>
                    <a:pt x="805" y="386"/>
                  </a:lnTo>
                  <a:lnTo>
                    <a:pt x="805" y="408"/>
                  </a:lnTo>
                  <a:lnTo>
                    <a:pt x="805" y="398"/>
                  </a:lnTo>
                  <a:lnTo>
                    <a:pt x="805" y="418"/>
                  </a:lnTo>
                  <a:lnTo>
                    <a:pt x="804" y="439"/>
                  </a:lnTo>
                  <a:lnTo>
                    <a:pt x="801" y="460"/>
                  </a:lnTo>
                  <a:lnTo>
                    <a:pt x="798" y="480"/>
                  </a:lnTo>
                  <a:lnTo>
                    <a:pt x="792" y="500"/>
                  </a:lnTo>
                  <a:lnTo>
                    <a:pt x="788" y="519"/>
                  </a:lnTo>
                  <a:lnTo>
                    <a:pt x="781" y="537"/>
                  </a:lnTo>
                  <a:lnTo>
                    <a:pt x="774" y="556"/>
                  </a:lnTo>
                  <a:lnTo>
                    <a:pt x="765" y="575"/>
                  </a:lnTo>
                  <a:lnTo>
                    <a:pt x="756" y="592"/>
                  </a:lnTo>
                  <a:lnTo>
                    <a:pt x="746" y="609"/>
                  </a:lnTo>
                  <a:lnTo>
                    <a:pt x="736" y="625"/>
                  </a:lnTo>
                  <a:lnTo>
                    <a:pt x="725" y="641"/>
                  </a:lnTo>
                  <a:lnTo>
                    <a:pt x="713" y="656"/>
                  </a:lnTo>
                  <a:lnTo>
                    <a:pt x="700" y="671"/>
                  </a:lnTo>
                  <a:lnTo>
                    <a:pt x="686" y="685"/>
                  </a:lnTo>
                  <a:lnTo>
                    <a:pt x="671" y="700"/>
                  </a:lnTo>
                  <a:lnTo>
                    <a:pt x="657" y="713"/>
                  </a:lnTo>
                  <a:lnTo>
                    <a:pt x="641" y="724"/>
                  </a:lnTo>
                  <a:lnTo>
                    <a:pt x="625" y="736"/>
                  </a:lnTo>
                  <a:lnTo>
                    <a:pt x="610" y="746"/>
                  </a:lnTo>
                  <a:lnTo>
                    <a:pt x="592" y="756"/>
                  </a:lnTo>
                  <a:lnTo>
                    <a:pt x="575" y="764"/>
                  </a:lnTo>
                  <a:lnTo>
                    <a:pt x="556" y="773"/>
                  </a:lnTo>
                  <a:lnTo>
                    <a:pt x="538" y="780"/>
                  </a:lnTo>
                  <a:lnTo>
                    <a:pt x="519" y="786"/>
                  </a:lnTo>
                  <a:lnTo>
                    <a:pt x="500" y="792"/>
                  </a:lnTo>
                  <a:lnTo>
                    <a:pt x="480" y="796"/>
                  </a:lnTo>
                  <a:lnTo>
                    <a:pt x="460" y="800"/>
                  </a:lnTo>
                  <a:lnTo>
                    <a:pt x="440" y="803"/>
                  </a:lnTo>
                  <a:lnTo>
                    <a:pt x="418" y="805"/>
                  </a:lnTo>
                  <a:lnTo>
                    <a:pt x="398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6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3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8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5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5" name="Freeform 9">
              <a:extLst>
                <a:ext uri="{FF2B5EF4-FFF2-40B4-BE49-F238E27FC236}">
                  <a16:creationId xmlns:a16="http://schemas.microsoft.com/office/drawing/2014/main" id="{68A03EC8-239A-46A2-A889-F22B4BEE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512" y="3925887"/>
              <a:ext cx="114300" cy="112713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8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6" name="Freeform 12">
              <a:extLst>
                <a:ext uri="{FF2B5EF4-FFF2-40B4-BE49-F238E27FC236}">
                  <a16:creationId xmlns:a16="http://schemas.microsoft.com/office/drawing/2014/main" id="{3D0EB147-AEF9-4713-A83C-62E4512E9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087" y="3422650"/>
              <a:ext cx="661988" cy="639762"/>
            </a:xfrm>
            <a:custGeom>
              <a:avLst/>
              <a:gdLst>
                <a:gd name="T0" fmla="*/ 2147483646 w 834"/>
                <a:gd name="T1" fmla="*/ 2147483646 h 805"/>
                <a:gd name="T2" fmla="*/ 2147483646 w 834"/>
                <a:gd name="T3" fmla="*/ 2147483646 h 805"/>
                <a:gd name="T4" fmla="*/ 2147483646 w 834"/>
                <a:gd name="T5" fmla="*/ 2147483646 h 805"/>
                <a:gd name="T6" fmla="*/ 2147483646 w 834"/>
                <a:gd name="T7" fmla="*/ 2147483646 h 805"/>
                <a:gd name="T8" fmla="*/ 2147483646 w 834"/>
                <a:gd name="T9" fmla="*/ 2147483646 h 805"/>
                <a:gd name="T10" fmla="*/ 2147483646 w 834"/>
                <a:gd name="T11" fmla="*/ 2147483646 h 805"/>
                <a:gd name="T12" fmla="*/ 2147483646 w 834"/>
                <a:gd name="T13" fmla="*/ 2147483646 h 805"/>
                <a:gd name="T14" fmla="*/ 2147483646 w 834"/>
                <a:gd name="T15" fmla="*/ 2147483646 h 805"/>
                <a:gd name="T16" fmla="*/ 2147483646 w 834"/>
                <a:gd name="T17" fmla="*/ 2147483646 h 805"/>
                <a:gd name="T18" fmla="*/ 2147483646 w 834"/>
                <a:gd name="T19" fmla="*/ 2147483646 h 805"/>
                <a:gd name="T20" fmla="*/ 2147483646 w 834"/>
                <a:gd name="T21" fmla="*/ 2147483646 h 805"/>
                <a:gd name="T22" fmla="*/ 2147483646 w 834"/>
                <a:gd name="T23" fmla="*/ 0 h 805"/>
                <a:gd name="T24" fmla="*/ 2147483646 w 834"/>
                <a:gd name="T25" fmla="*/ 2147483646 h 805"/>
                <a:gd name="T26" fmla="*/ 2147483646 w 834"/>
                <a:gd name="T27" fmla="*/ 2147483646 h 805"/>
                <a:gd name="T28" fmla="*/ 2147483646 w 834"/>
                <a:gd name="T29" fmla="*/ 2147483646 h 805"/>
                <a:gd name="T30" fmla="*/ 2147483646 w 834"/>
                <a:gd name="T31" fmla="*/ 2147483646 h 805"/>
                <a:gd name="T32" fmla="*/ 2147483646 w 834"/>
                <a:gd name="T33" fmla="*/ 2147483646 h 805"/>
                <a:gd name="T34" fmla="*/ 2147483646 w 834"/>
                <a:gd name="T35" fmla="*/ 2147483646 h 805"/>
                <a:gd name="T36" fmla="*/ 2147483646 w 834"/>
                <a:gd name="T37" fmla="*/ 2147483646 h 805"/>
                <a:gd name="T38" fmla="*/ 2147483646 w 834"/>
                <a:gd name="T39" fmla="*/ 2147483646 h 805"/>
                <a:gd name="T40" fmla="*/ 2147483646 w 834"/>
                <a:gd name="T41" fmla="*/ 2147483646 h 805"/>
                <a:gd name="T42" fmla="*/ 2147483646 w 834"/>
                <a:gd name="T43" fmla="*/ 2147483646 h 805"/>
                <a:gd name="T44" fmla="*/ 2147483646 w 834"/>
                <a:gd name="T45" fmla="*/ 2147483646 h 805"/>
                <a:gd name="T46" fmla="*/ 2147483646 w 834"/>
                <a:gd name="T47" fmla="*/ 2147483646 h 805"/>
                <a:gd name="T48" fmla="*/ 2147483646 w 834"/>
                <a:gd name="T49" fmla="*/ 2147483646 h 805"/>
                <a:gd name="T50" fmla="*/ 2147483646 w 834"/>
                <a:gd name="T51" fmla="*/ 2147483646 h 805"/>
                <a:gd name="T52" fmla="*/ 2147483646 w 834"/>
                <a:gd name="T53" fmla="*/ 2147483646 h 805"/>
                <a:gd name="T54" fmla="*/ 2147483646 w 834"/>
                <a:gd name="T55" fmla="*/ 2147483646 h 805"/>
                <a:gd name="T56" fmla="*/ 2147483646 w 834"/>
                <a:gd name="T57" fmla="*/ 2147483646 h 805"/>
                <a:gd name="T58" fmla="*/ 2147483646 w 834"/>
                <a:gd name="T59" fmla="*/ 2147483646 h 805"/>
                <a:gd name="T60" fmla="*/ 2147483646 w 834"/>
                <a:gd name="T61" fmla="*/ 2147483646 h 805"/>
                <a:gd name="T62" fmla="*/ 2147483646 w 834"/>
                <a:gd name="T63" fmla="*/ 2147483646 h 805"/>
                <a:gd name="T64" fmla="*/ 2147483646 w 834"/>
                <a:gd name="T65" fmla="*/ 2147483646 h 805"/>
                <a:gd name="T66" fmla="*/ 2147483646 w 834"/>
                <a:gd name="T67" fmla="*/ 2147483646 h 805"/>
                <a:gd name="T68" fmla="*/ 2147483646 w 834"/>
                <a:gd name="T69" fmla="*/ 2147483646 h 805"/>
                <a:gd name="T70" fmla="*/ 2147483646 w 834"/>
                <a:gd name="T71" fmla="*/ 2147483646 h 805"/>
                <a:gd name="T72" fmla="*/ 2147483646 w 834"/>
                <a:gd name="T73" fmla="*/ 2147483646 h 805"/>
                <a:gd name="T74" fmla="*/ 2147483646 w 834"/>
                <a:gd name="T75" fmla="*/ 2147483646 h 805"/>
                <a:gd name="T76" fmla="*/ 2147483646 w 834"/>
                <a:gd name="T77" fmla="*/ 2147483646 h 805"/>
                <a:gd name="T78" fmla="*/ 2147483646 w 834"/>
                <a:gd name="T79" fmla="*/ 2147483646 h 805"/>
                <a:gd name="T80" fmla="*/ 2147483646 w 834"/>
                <a:gd name="T81" fmla="*/ 2147483646 h 805"/>
                <a:gd name="T82" fmla="*/ 2147483646 w 834"/>
                <a:gd name="T83" fmla="*/ 2147483646 h 805"/>
                <a:gd name="T84" fmla="*/ 2147483646 w 834"/>
                <a:gd name="T85" fmla="*/ 2147483646 h 805"/>
                <a:gd name="T86" fmla="*/ 2147483646 w 834"/>
                <a:gd name="T87" fmla="*/ 2147483646 h 805"/>
                <a:gd name="T88" fmla="*/ 2147483646 w 834"/>
                <a:gd name="T89" fmla="*/ 2147483646 h 805"/>
                <a:gd name="T90" fmla="*/ 2147483646 w 834"/>
                <a:gd name="T91" fmla="*/ 2147483646 h 805"/>
                <a:gd name="T92" fmla="*/ 2147483646 w 834"/>
                <a:gd name="T93" fmla="*/ 2147483646 h 805"/>
                <a:gd name="T94" fmla="*/ 2147483646 w 834"/>
                <a:gd name="T95" fmla="*/ 2147483646 h 805"/>
                <a:gd name="T96" fmla="*/ 2147483646 w 834"/>
                <a:gd name="T97" fmla="*/ 2147483646 h 805"/>
                <a:gd name="T98" fmla="*/ 2147483646 w 834"/>
                <a:gd name="T99" fmla="*/ 2147483646 h 805"/>
                <a:gd name="T100" fmla="*/ 2147483646 w 834"/>
                <a:gd name="T101" fmla="*/ 2147483646 h 805"/>
                <a:gd name="T102" fmla="*/ 2147483646 w 834"/>
                <a:gd name="T103" fmla="*/ 2147483646 h 805"/>
                <a:gd name="T104" fmla="*/ 2147483646 w 834"/>
                <a:gd name="T105" fmla="*/ 2147483646 h 805"/>
                <a:gd name="T106" fmla="*/ 2147483646 w 834"/>
                <a:gd name="T107" fmla="*/ 2147483646 h 805"/>
                <a:gd name="T108" fmla="*/ 2147483646 w 834"/>
                <a:gd name="T109" fmla="*/ 2147483646 h 805"/>
                <a:gd name="T110" fmla="*/ 2147483646 w 834"/>
                <a:gd name="T111" fmla="*/ 2147483646 h 8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4"/>
                <a:gd name="T169" fmla="*/ 0 h 805"/>
                <a:gd name="T170" fmla="*/ 834 w 834"/>
                <a:gd name="T171" fmla="*/ 805 h 8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4" h="805">
                  <a:moveTo>
                    <a:pt x="0" y="398"/>
                  </a:moveTo>
                  <a:lnTo>
                    <a:pt x="0" y="408"/>
                  </a:lnTo>
                  <a:lnTo>
                    <a:pt x="1" y="386"/>
                  </a:lnTo>
                  <a:lnTo>
                    <a:pt x="3" y="366"/>
                  </a:lnTo>
                  <a:lnTo>
                    <a:pt x="6" y="345"/>
                  </a:lnTo>
                  <a:lnTo>
                    <a:pt x="8" y="326"/>
                  </a:lnTo>
                  <a:lnTo>
                    <a:pt x="13" y="306"/>
                  </a:lnTo>
                  <a:lnTo>
                    <a:pt x="19" y="286"/>
                  </a:lnTo>
                  <a:lnTo>
                    <a:pt x="24" y="267"/>
                  </a:lnTo>
                  <a:lnTo>
                    <a:pt x="33" y="248"/>
                  </a:lnTo>
                  <a:lnTo>
                    <a:pt x="40" y="231"/>
                  </a:lnTo>
                  <a:lnTo>
                    <a:pt x="49" y="214"/>
                  </a:lnTo>
                  <a:lnTo>
                    <a:pt x="59" y="197"/>
                  </a:lnTo>
                  <a:lnTo>
                    <a:pt x="70" y="179"/>
                  </a:lnTo>
                  <a:lnTo>
                    <a:pt x="82" y="164"/>
                  </a:lnTo>
                  <a:lnTo>
                    <a:pt x="93" y="148"/>
                  </a:lnTo>
                  <a:lnTo>
                    <a:pt x="106" y="133"/>
                  </a:lnTo>
                  <a:lnTo>
                    <a:pt x="119" y="119"/>
                  </a:lnTo>
                  <a:lnTo>
                    <a:pt x="134" y="106"/>
                  </a:lnTo>
                  <a:lnTo>
                    <a:pt x="148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59"/>
                  </a:lnTo>
                  <a:lnTo>
                    <a:pt x="214" y="49"/>
                  </a:lnTo>
                  <a:lnTo>
                    <a:pt x="231" y="40"/>
                  </a:lnTo>
                  <a:lnTo>
                    <a:pt x="249" y="31"/>
                  </a:lnTo>
                  <a:lnTo>
                    <a:pt x="267" y="24"/>
                  </a:lnTo>
                  <a:lnTo>
                    <a:pt x="286" y="18"/>
                  </a:lnTo>
                  <a:lnTo>
                    <a:pt x="306" y="13"/>
                  </a:lnTo>
                  <a:lnTo>
                    <a:pt x="326" y="8"/>
                  </a:lnTo>
                  <a:lnTo>
                    <a:pt x="347" y="4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427" y="0"/>
                  </a:lnTo>
                  <a:lnTo>
                    <a:pt x="447" y="1"/>
                  </a:lnTo>
                  <a:lnTo>
                    <a:pt x="469" y="3"/>
                  </a:lnTo>
                  <a:lnTo>
                    <a:pt x="489" y="4"/>
                  </a:lnTo>
                  <a:lnTo>
                    <a:pt x="509" y="8"/>
                  </a:lnTo>
                  <a:lnTo>
                    <a:pt x="529" y="13"/>
                  </a:lnTo>
                  <a:lnTo>
                    <a:pt x="548" y="18"/>
                  </a:lnTo>
                  <a:lnTo>
                    <a:pt x="567" y="24"/>
                  </a:lnTo>
                  <a:lnTo>
                    <a:pt x="585" y="31"/>
                  </a:lnTo>
                  <a:lnTo>
                    <a:pt x="604" y="40"/>
                  </a:lnTo>
                  <a:lnTo>
                    <a:pt x="621" y="49"/>
                  </a:lnTo>
                  <a:lnTo>
                    <a:pt x="639" y="59"/>
                  </a:lnTo>
                  <a:lnTo>
                    <a:pt x="654" y="70"/>
                  </a:lnTo>
                  <a:lnTo>
                    <a:pt x="670" y="82"/>
                  </a:lnTo>
                  <a:lnTo>
                    <a:pt x="686" y="93"/>
                  </a:lnTo>
                  <a:lnTo>
                    <a:pt x="700" y="106"/>
                  </a:lnTo>
                  <a:lnTo>
                    <a:pt x="715" y="119"/>
                  </a:lnTo>
                  <a:lnTo>
                    <a:pt x="729" y="133"/>
                  </a:lnTo>
                  <a:lnTo>
                    <a:pt x="742" y="148"/>
                  </a:lnTo>
                  <a:lnTo>
                    <a:pt x="754" y="164"/>
                  </a:lnTo>
                  <a:lnTo>
                    <a:pt x="765" y="179"/>
                  </a:lnTo>
                  <a:lnTo>
                    <a:pt x="775" y="197"/>
                  </a:lnTo>
                  <a:lnTo>
                    <a:pt x="785" y="214"/>
                  </a:lnTo>
                  <a:lnTo>
                    <a:pt x="794" y="231"/>
                  </a:lnTo>
                  <a:lnTo>
                    <a:pt x="803" y="248"/>
                  </a:lnTo>
                  <a:lnTo>
                    <a:pt x="810" y="267"/>
                  </a:lnTo>
                  <a:lnTo>
                    <a:pt x="817" y="286"/>
                  </a:lnTo>
                  <a:lnTo>
                    <a:pt x="821" y="306"/>
                  </a:lnTo>
                  <a:lnTo>
                    <a:pt x="827" y="326"/>
                  </a:lnTo>
                  <a:lnTo>
                    <a:pt x="830" y="345"/>
                  </a:lnTo>
                  <a:lnTo>
                    <a:pt x="833" y="366"/>
                  </a:lnTo>
                  <a:lnTo>
                    <a:pt x="834" y="386"/>
                  </a:lnTo>
                  <a:lnTo>
                    <a:pt x="834" y="408"/>
                  </a:lnTo>
                  <a:lnTo>
                    <a:pt x="834" y="398"/>
                  </a:lnTo>
                  <a:lnTo>
                    <a:pt x="834" y="418"/>
                  </a:lnTo>
                  <a:lnTo>
                    <a:pt x="833" y="439"/>
                  </a:lnTo>
                  <a:lnTo>
                    <a:pt x="830" y="460"/>
                  </a:lnTo>
                  <a:lnTo>
                    <a:pt x="827" y="480"/>
                  </a:lnTo>
                  <a:lnTo>
                    <a:pt x="821" y="500"/>
                  </a:lnTo>
                  <a:lnTo>
                    <a:pt x="817" y="519"/>
                  </a:lnTo>
                  <a:lnTo>
                    <a:pt x="810" y="537"/>
                  </a:lnTo>
                  <a:lnTo>
                    <a:pt x="803" y="556"/>
                  </a:lnTo>
                  <a:lnTo>
                    <a:pt x="794" y="575"/>
                  </a:lnTo>
                  <a:lnTo>
                    <a:pt x="785" y="592"/>
                  </a:lnTo>
                  <a:lnTo>
                    <a:pt x="775" y="609"/>
                  </a:lnTo>
                  <a:lnTo>
                    <a:pt x="765" y="625"/>
                  </a:lnTo>
                  <a:lnTo>
                    <a:pt x="754" y="641"/>
                  </a:lnTo>
                  <a:lnTo>
                    <a:pt x="742" y="656"/>
                  </a:lnTo>
                  <a:lnTo>
                    <a:pt x="729" y="671"/>
                  </a:lnTo>
                  <a:lnTo>
                    <a:pt x="715" y="685"/>
                  </a:lnTo>
                  <a:lnTo>
                    <a:pt x="700" y="700"/>
                  </a:lnTo>
                  <a:lnTo>
                    <a:pt x="686" y="713"/>
                  </a:lnTo>
                  <a:lnTo>
                    <a:pt x="670" y="724"/>
                  </a:lnTo>
                  <a:lnTo>
                    <a:pt x="654" y="736"/>
                  </a:lnTo>
                  <a:lnTo>
                    <a:pt x="639" y="746"/>
                  </a:lnTo>
                  <a:lnTo>
                    <a:pt x="621" y="756"/>
                  </a:lnTo>
                  <a:lnTo>
                    <a:pt x="604" y="764"/>
                  </a:lnTo>
                  <a:lnTo>
                    <a:pt x="585" y="773"/>
                  </a:lnTo>
                  <a:lnTo>
                    <a:pt x="567" y="780"/>
                  </a:lnTo>
                  <a:lnTo>
                    <a:pt x="548" y="786"/>
                  </a:lnTo>
                  <a:lnTo>
                    <a:pt x="529" y="792"/>
                  </a:lnTo>
                  <a:lnTo>
                    <a:pt x="509" y="796"/>
                  </a:lnTo>
                  <a:lnTo>
                    <a:pt x="489" y="800"/>
                  </a:lnTo>
                  <a:lnTo>
                    <a:pt x="469" y="803"/>
                  </a:lnTo>
                  <a:lnTo>
                    <a:pt x="447" y="805"/>
                  </a:lnTo>
                  <a:lnTo>
                    <a:pt x="427" y="805"/>
                  </a:lnTo>
                  <a:lnTo>
                    <a:pt x="408" y="805"/>
                  </a:lnTo>
                  <a:lnTo>
                    <a:pt x="387" y="805"/>
                  </a:lnTo>
                  <a:lnTo>
                    <a:pt x="367" y="803"/>
                  </a:lnTo>
                  <a:lnTo>
                    <a:pt x="347" y="800"/>
                  </a:lnTo>
                  <a:lnTo>
                    <a:pt x="326" y="796"/>
                  </a:lnTo>
                  <a:lnTo>
                    <a:pt x="306" y="792"/>
                  </a:lnTo>
                  <a:lnTo>
                    <a:pt x="286" y="786"/>
                  </a:lnTo>
                  <a:lnTo>
                    <a:pt x="267" y="780"/>
                  </a:lnTo>
                  <a:lnTo>
                    <a:pt x="249" y="773"/>
                  </a:lnTo>
                  <a:lnTo>
                    <a:pt x="231" y="764"/>
                  </a:lnTo>
                  <a:lnTo>
                    <a:pt x="214" y="756"/>
                  </a:lnTo>
                  <a:lnTo>
                    <a:pt x="197" y="746"/>
                  </a:lnTo>
                  <a:lnTo>
                    <a:pt x="180" y="736"/>
                  </a:lnTo>
                  <a:lnTo>
                    <a:pt x="164" y="724"/>
                  </a:lnTo>
                  <a:lnTo>
                    <a:pt x="148" y="713"/>
                  </a:lnTo>
                  <a:lnTo>
                    <a:pt x="134" y="700"/>
                  </a:lnTo>
                  <a:lnTo>
                    <a:pt x="119" y="685"/>
                  </a:lnTo>
                  <a:lnTo>
                    <a:pt x="106" y="671"/>
                  </a:lnTo>
                  <a:lnTo>
                    <a:pt x="93" y="656"/>
                  </a:lnTo>
                  <a:lnTo>
                    <a:pt x="82" y="641"/>
                  </a:lnTo>
                  <a:lnTo>
                    <a:pt x="70" y="625"/>
                  </a:lnTo>
                  <a:lnTo>
                    <a:pt x="59" y="609"/>
                  </a:lnTo>
                  <a:lnTo>
                    <a:pt x="49" y="592"/>
                  </a:lnTo>
                  <a:lnTo>
                    <a:pt x="40" y="575"/>
                  </a:lnTo>
                  <a:lnTo>
                    <a:pt x="33" y="556"/>
                  </a:lnTo>
                  <a:lnTo>
                    <a:pt x="24" y="537"/>
                  </a:lnTo>
                  <a:lnTo>
                    <a:pt x="19" y="519"/>
                  </a:lnTo>
                  <a:lnTo>
                    <a:pt x="13" y="500"/>
                  </a:lnTo>
                  <a:lnTo>
                    <a:pt x="8" y="480"/>
                  </a:lnTo>
                  <a:lnTo>
                    <a:pt x="6" y="460"/>
                  </a:lnTo>
                  <a:lnTo>
                    <a:pt x="3" y="439"/>
                  </a:lnTo>
                  <a:lnTo>
                    <a:pt x="1" y="41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7" name="Freeform 14">
              <a:extLst>
                <a:ext uri="{FF2B5EF4-FFF2-40B4-BE49-F238E27FC236}">
                  <a16:creationId xmlns:a16="http://schemas.microsoft.com/office/drawing/2014/main" id="{EB715774-B818-4BA3-BFBC-0683D624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0" y="3422650"/>
              <a:ext cx="646112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5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7" y="25"/>
                  </a:lnTo>
                  <a:lnTo>
                    <a:pt x="248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5" y="59"/>
                  </a:lnTo>
                  <a:lnTo>
                    <a:pt x="179" y="69"/>
                  </a:lnTo>
                  <a:lnTo>
                    <a:pt x="162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0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1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1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0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2" y="733"/>
                  </a:lnTo>
                  <a:lnTo>
                    <a:pt x="179" y="745"/>
                  </a:lnTo>
                  <a:lnTo>
                    <a:pt x="195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8" y="782"/>
                  </a:lnTo>
                  <a:lnTo>
                    <a:pt x="267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5" y="814"/>
                  </a:lnTo>
                  <a:lnTo>
                    <a:pt x="407" y="814"/>
                  </a:lnTo>
                  <a:lnTo>
                    <a:pt x="428" y="814"/>
                  </a:lnTo>
                  <a:lnTo>
                    <a:pt x="448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6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8" y="755"/>
                  </a:lnTo>
                  <a:lnTo>
                    <a:pt x="634" y="745"/>
                  </a:lnTo>
                  <a:lnTo>
                    <a:pt x="651" y="733"/>
                  </a:lnTo>
                  <a:lnTo>
                    <a:pt x="666" y="722"/>
                  </a:lnTo>
                  <a:lnTo>
                    <a:pt x="681" y="709"/>
                  </a:lnTo>
                  <a:lnTo>
                    <a:pt x="694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3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2" y="565"/>
                  </a:lnTo>
                  <a:lnTo>
                    <a:pt x="789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09" y="469"/>
                  </a:lnTo>
                  <a:lnTo>
                    <a:pt x="812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2" y="365"/>
                  </a:lnTo>
                  <a:lnTo>
                    <a:pt x="809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89" y="266"/>
                  </a:lnTo>
                  <a:lnTo>
                    <a:pt x="782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3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4" y="120"/>
                  </a:lnTo>
                  <a:lnTo>
                    <a:pt x="681" y="105"/>
                  </a:lnTo>
                  <a:lnTo>
                    <a:pt x="666" y="92"/>
                  </a:lnTo>
                  <a:lnTo>
                    <a:pt x="651" y="81"/>
                  </a:lnTo>
                  <a:lnTo>
                    <a:pt x="634" y="69"/>
                  </a:lnTo>
                  <a:lnTo>
                    <a:pt x="618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6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8" y="2"/>
                  </a:lnTo>
                  <a:lnTo>
                    <a:pt x="428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8" name="Rectangle 15">
              <a:extLst>
                <a:ext uri="{FF2B5EF4-FFF2-40B4-BE49-F238E27FC236}">
                  <a16:creationId xmlns:a16="http://schemas.microsoft.com/office/drawing/2014/main" id="{11B78296-B505-442C-A462-A99063657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412" y="3640137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9" name="Rectangle 16">
              <a:extLst>
                <a:ext uri="{FF2B5EF4-FFF2-40B4-BE49-F238E27FC236}">
                  <a16:creationId xmlns:a16="http://schemas.microsoft.com/office/drawing/2014/main" id="{E29D9BA8-67B9-4487-9B5B-7FC157A02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775" y="434022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0" name="Rectangle 17">
              <a:extLst>
                <a:ext uri="{FF2B5EF4-FFF2-40B4-BE49-F238E27FC236}">
                  <a16:creationId xmlns:a16="http://schemas.microsoft.com/office/drawing/2014/main" id="{E0B69C32-07B1-4F7C-B06D-821678E7A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300" y="4340225"/>
              <a:ext cx="249237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1" name="Rectangle 18">
              <a:extLst>
                <a:ext uri="{FF2B5EF4-FFF2-40B4-BE49-F238E27FC236}">
                  <a16:creationId xmlns:a16="http://schemas.microsoft.com/office/drawing/2014/main" id="{468A51C4-7634-408D-8458-CD896B76E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2" y="4340225"/>
              <a:ext cx="261938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2" name="Rectangle 19">
              <a:extLst>
                <a:ext uri="{FF2B5EF4-FFF2-40B4-BE49-F238E27FC236}">
                  <a16:creationId xmlns:a16="http://schemas.microsoft.com/office/drawing/2014/main" id="{49EBC1A5-4FB3-4BDC-AB40-1B6081540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012" y="4340225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3" name="Rectangle 20">
              <a:extLst>
                <a:ext uri="{FF2B5EF4-FFF2-40B4-BE49-F238E27FC236}">
                  <a16:creationId xmlns:a16="http://schemas.microsoft.com/office/drawing/2014/main" id="{1AD5730E-CC5C-4408-9A8C-67ECE5209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4340225"/>
              <a:ext cx="249237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4" name="Rectangle 21">
              <a:extLst>
                <a:ext uri="{FF2B5EF4-FFF2-40B4-BE49-F238E27FC236}">
                  <a16:creationId xmlns:a16="http://schemas.microsoft.com/office/drawing/2014/main" id="{125B87E0-FFAF-45BA-8B68-DC841D8AC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650" y="4340225"/>
              <a:ext cx="261937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5" name="Rectangle 22">
              <a:extLst>
                <a:ext uri="{FF2B5EF4-FFF2-40B4-BE49-F238E27FC236}">
                  <a16:creationId xmlns:a16="http://schemas.microsoft.com/office/drawing/2014/main" id="{D3A5E9C8-A6BD-436D-836A-5F07B0946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287" y="4335462"/>
              <a:ext cx="219075" cy="312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6" name="Rectangle 23">
              <a:extLst>
                <a:ext uri="{FF2B5EF4-FFF2-40B4-BE49-F238E27FC236}">
                  <a16:creationId xmlns:a16="http://schemas.microsoft.com/office/drawing/2014/main" id="{C20BDB4B-AF81-489A-9807-142A0889F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537" y="3624262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7" name="Rectangle 24">
              <a:extLst>
                <a:ext uri="{FF2B5EF4-FFF2-40B4-BE49-F238E27FC236}">
                  <a16:creationId xmlns:a16="http://schemas.microsoft.com/office/drawing/2014/main" id="{2D5A9C5A-23F8-4A03-A811-48E8849AD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2475" y="3624262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8" name="Rectangle 25">
              <a:extLst>
                <a:ext uri="{FF2B5EF4-FFF2-40B4-BE49-F238E27FC236}">
                  <a16:creationId xmlns:a16="http://schemas.microsoft.com/office/drawing/2014/main" id="{16FF8EC6-ADDA-4715-B175-6CC5E6C9A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912" y="3624262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99" name="Rectangle 26">
              <a:extLst>
                <a:ext uri="{FF2B5EF4-FFF2-40B4-BE49-F238E27FC236}">
                  <a16:creationId xmlns:a16="http://schemas.microsoft.com/office/drawing/2014/main" id="{C21F44C2-72EB-452B-AA80-0320B4373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2187" y="3624262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0" name="Rectangle 27">
              <a:extLst>
                <a:ext uri="{FF2B5EF4-FFF2-40B4-BE49-F238E27FC236}">
                  <a16:creationId xmlns:a16="http://schemas.microsoft.com/office/drawing/2014/main" id="{F2BD4411-3A49-4E69-B1C9-89FE412EA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562" y="3624262"/>
              <a:ext cx="2492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1" name="Rectangle 28">
              <a:extLst>
                <a:ext uri="{FF2B5EF4-FFF2-40B4-BE49-F238E27FC236}">
                  <a16:creationId xmlns:a16="http://schemas.microsoft.com/office/drawing/2014/main" id="{F4A6BDE3-FAE3-44BA-8E76-91E59D122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1412" y="3624262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2" name="Freeform 29">
              <a:extLst>
                <a:ext uri="{FF2B5EF4-FFF2-40B4-BE49-F238E27FC236}">
                  <a16:creationId xmlns:a16="http://schemas.microsoft.com/office/drawing/2014/main" id="{C81CEAB8-90A1-46E2-BFDE-7A3C80CDD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3968750"/>
              <a:ext cx="723900" cy="280987"/>
            </a:xfrm>
            <a:custGeom>
              <a:avLst/>
              <a:gdLst>
                <a:gd name="T0" fmla="*/ 2147483646 w 914"/>
                <a:gd name="T1" fmla="*/ 2147483646 h 355"/>
                <a:gd name="T2" fmla="*/ 2147483646 w 914"/>
                <a:gd name="T3" fmla="*/ 2147483646 h 355"/>
                <a:gd name="T4" fmla="*/ 2147483646 w 914"/>
                <a:gd name="T5" fmla="*/ 2147483646 h 355"/>
                <a:gd name="T6" fmla="*/ 2147483646 w 914"/>
                <a:gd name="T7" fmla="*/ 2147483646 h 355"/>
                <a:gd name="T8" fmla="*/ 2147483646 w 914"/>
                <a:gd name="T9" fmla="*/ 2147483646 h 355"/>
                <a:gd name="T10" fmla="*/ 2147483646 w 914"/>
                <a:gd name="T11" fmla="*/ 2147483646 h 355"/>
                <a:gd name="T12" fmla="*/ 2147483646 w 914"/>
                <a:gd name="T13" fmla="*/ 2147483646 h 355"/>
                <a:gd name="T14" fmla="*/ 2147483646 w 914"/>
                <a:gd name="T15" fmla="*/ 2147483646 h 355"/>
                <a:gd name="T16" fmla="*/ 2147483646 w 914"/>
                <a:gd name="T17" fmla="*/ 2147483646 h 355"/>
                <a:gd name="T18" fmla="*/ 2147483646 w 914"/>
                <a:gd name="T19" fmla="*/ 2147483646 h 355"/>
                <a:gd name="T20" fmla="*/ 2147483646 w 914"/>
                <a:gd name="T21" fmla="*/ 2147483646 h 355"/>
                <a:gd name="T22" fmla="*/ 2147483646 w 914"/>
                <a:gd name="T23" fmla="*/ 2147483646 h 355"/>
                <a:gd name="T24" fmla="*/ 2147483646 w 914"/>
                <a:gd name="T25" fmla="*/ 2147483646 h 355"/>
                <a:gd name="T26" fmla="*/ 2147483646 w 914"/>
                <a:gd name="T27" fmla="*/ 2147483646 h 355"/>
                <a:gd name="T28" fmla="*/ 2147483646 w 914"/>
                <a:gd name="T29" fmla="*/ 2147483646 h 355"/>
                <a:gd name="T30" fmla="*/ 2147483646 w 914"/>
                <a:gd name="T31" fmla="*/ 2147483646 h 355"/>
                <a:gd name="T32" fmla="*/ 2147483646 w 914"/>
                <a:gd name="T33" fmla="*/ 2147483646 h 355"/>
                <a:gd name="T34" fmla="*/ 2147483646 w 914"/>
                <a:gd name="T35" fmla="*/ 2147483646 h 355"/>
                <a:gd name="T36" fmla="*/ 2147483646 w 914"/>
                <a:gd name="T37" fmla="*/ 2147483646 h 355"/>
                <a:gd name="T38" fmla="*/ 2147483646 w 914"/>
                <a:gd name="T39" fmla="*/ 2147483646 h 355"/>
                <a:gd name="T40" fmla="*/ 2147483646 w 914"/>
                <a:gd name="T41" fmla="*/ 2147483646 h 355"/>
                <a:gd name="T42" fmla="*/ 2147483646 w 914"/>
                <a:gd name="T43" fmla="*/ 2147483646 h 355"/>
                <a:gd name="T44" fmla="*/ 2147483646 w 914"/>
                <a:gd name="T45" fmla="*/ 2147483646 h 355"/>
                <a:gd name="T46" fmla="*/ 2147483646 w 914"/>
                <a:gd name="T47" fmla="*/ 2147483646 h 355"/>
                <a:gd name="T48" fmla="*/ 2147483646 w 914"/>
                <a:gd name="T49" fmla="*/ 2147483646 h 355"/>
                <a:gd name="T50" fmla="*/ 2147483646 w 914"/>
                <a:gd name="T51" fmla="*/ 2147483646 h 355"/>
                <a:gd name="T52" fmla="*/ 2147483646 w 914"/>
                <a:gd name="T53" fmla="*/ 2147483646 h 355"/>
                <a:gd name="T54" fmla="*/ 2147483646 w 914"/>
                <a:gd name="T55" fmla="*/ 2147483646 h 355"/>
                <a:gd name="T56" fmla="*/ 2147483646 w 914"/>
                <a:gd name="T57" fmla="*/ 2147483646 h 355"/>
                <a:gd name="T58" fmla="*/ 2147483646 w 914"/>
                <a:gd name="T59" fmla="*/ 2147483646 h 355"/>
                <a:gd name="T60" fmla="*/ 2147483646 w 914"/>
                <a:gd name="T61" fmla="*/ 2147483646 h 355"/>
                <a:gd name="T62" fmla="*/ 2147483646 w 914"/>
                <a:gd name="T63" fmla="*/ 2147483646 h 355"/>
                <a:gd name="T64" fmla="*/ 2147483646 w 914"/>
                <a:gd name="T65" fmla="*/ 2147483646 h 355"/>
                <a:gd name="T66" fmla="*/ 2147483646 w 914"/>
                <a:gd name="T67" fmla="*/ 2147483646 h 355"/>
                <a:gd name="T68" fmla="*/ 2147483646 w 914"/>
                <a:gd name="T69" fmla="*/ 2147483646 h 355"/>
                <a:gd name="T70" fmla="*/ 2147483646 w 914"/>
                <a:gd name="T71" fmla="*/ 2147483646 h 355"/>
                <a:gd name="T72" fmla="*/ 2147483646 w 914"/>
                <a:gd name="T73" fmla="*/ 2147483646 h 355"/>
                <a:gd name="T74" fmla="*/ 2147483646 w 914"/>
                <a:gd name="T75" fmla="*/ 2147483646 h 355"/>
                <a:gd name="T76" fmla="*/ 2147483646 w 914"/>
                <a:gd name="T77" fmla="*/ 2147483646 h 355"/>
                <a:gd name="T78" fmla="*/ 2147483646 w 914"/>
                <a:gd name="T79" fmla="*/ 2147483646 h 355"/>
                <a:gd name="T80" fmla="*/ 2147483646 w 914"/>
                <a:gd name="T81" fmla="*/ 2147483646 h 355"/>
                <a:gd name="T82" fmla="*/ 2147483646 w 914"/>
                <a:gd name="T83" fmla="*/ 2147483646 h 355"/>
                <a:gd name="T84" fmla="*/ 2147483646 w 914"/>
                <a:gd name="T85" fmla="*/ 2147483646 h 355"/>
                <a:gd name="T86" fmla="*/ 2147483646 w 914"/>
                <a:gd name="T87" fmla="*/ 2147483646 h 355"/>
                <a:gd name="T88" fmla="*/ 2147483646 w 914"/>
                <a:gd name="T89" fmla="*/ 2147483646 h 355"/>
                <a:gd name="T90" fmla="*/ 2147483646 w 914"/>
                <a:gd name="T91" fmla="*/ 2147483646 h 355"/>
                <a:gd name="T92" fmla="*/ 2147483646 w 914"/>
                <a:gd name="T93" fmla="*/ 2147483646 h 355"/>
                <a:gd name="T94" fmla="*/ 2147483646 w 914"/>
                <a:gd name="T95" fmla="*/ 2147483646 h 355"/>
                <a:gd name="T96" fmla="*/ 2147483646 w 914"/>
                <a:gd name="T97" fmla="*/ 2147483646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4"/>
                <a:gd name="T148" fmla="*/ 0 h 355"/>
                <a:gd name="T149" fmla="*/ 914 w 914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4" h="355">
                  <a:moveTo>
                    <a:pt x="914" y="0"/>
                  </a:moveTo>
                  <a:lnTo>
                    <a:pt x="891" y="18"/>
                  </a:lnTo>
                  <a:lnTo>
                    <a:pt x="869" y="36"/>
                  </a:lnTo>
                  <a:lnTo>
                    <a:pt x="849" y="53"/>
                  </a:lnTo>
                  <a:lnTo>
                    <a:pt x="829" y="67"/>
                  </a:lnTo>
                  <a:lnTo>
                    <a:pt x="812" y="82"/>
                  </a:lnTo>
                  <a:lnTo>
                    <a:pt x="796" y="95"/>
                  </a:lnTo>
                  <a:lnTo>
                    <a:pt x="780" y="107"/>
                  </a:lnTo>
                  <a:lnTo>
                    <a:pt x="766" y="119"/>
                  </a:lnTo>
                  <a:lnTo>
                    <a:pt x="751" y="129"/>
                  </a:lnTo>
                  <a:lnTo>
                    <a:pt x="738" y="139"/>
                  </a:lnTo>
                  <a:lnTo>
                    <a:pt x="727" y="148"/>
                  </a:lnTo>
                  <a:lnTo>
                    <a:pt x="715" y="156"/>
                  </a:lnTo>
                  <a:lnTo>
                    <a:pt x="704" y="164"/>
                  </a:lnTo>
                  <a:lnTo>
                    <a:pt x="694" y="171"/>
                  </a:lnTo>
                  <a:lnTo>
                    <a:pt x="685" y="178"/>
                  </a:lnTo>
                  <a:lnTo>
                    <a:pt x="677" y="184"/>
                  </a:lnTo>
                  <a:lnTo>
                    <a:pt x="667" y="189"/>
                  </a:lnTo>
                  <a:lnTo>
                    <a:pt x="659" y="195"/>
                  </a:lnTo>
                  <a:lnTo>
                    <a:pt x="651" y="201"/>
                  </a:lnTo>
                  <a:lnTo>
                    <a:pt x="642" y="205"/>
                  </a:lnTo>
                  <a:lnTo>
                    <a:pt x="635" y="210"/>
                  </a:lnTo>
                  <a:lnTo>
                    <a:pt x="626" y="214"/>
                  </a:lnTo>
                  <a:lnTo>
                    <a:pt x="619" y="218"/>
                  </a:lnTo>
                  <a:lnTo>
                    <a:pt x="610" y="221"/>
                  </a:lnTo>
                  <a:lnTo>
                    <a:pt x="602" y="225"/>
                  </a:lnTo>
                  <a:lnTo>
                    <a:pt x="593" y="230"/>
                  </a:lnTo>
                  <a:lnTo>
                    <a:pt x="585" y="233"/>
                  </a:lnTo>
                  <a:lnTo>
                    <a:pt x="576" y="237"/>
                  </a:lnTo>
                  <a:lnTo>
                    <a:pt x="566" y="241"/>
                  </a:lnTo>
                  <a:lnTo>
                    <a:pt x="556" y="245"/>
                  </a:lnTo>
                  <a:lnTo>
                    <a:pt x="544" y="250"/>
                  </a:lnTo>
                  <a:lnTo>
                    <a:pt x="533" y="254"/>
                  </a:lnTo>
                  <a:lnTo>
                    <a:pt x="521" y="258"/>
                  </a:lnTo>
                  <a:lnTo>
                    <a:pt x="511" y="263"/>
                  </a:lnTo>
                  <a:lnTo>
                    <a:pt x="501" y="267"/>
                  </a:lnTo>
                  <a:lnTo>
                    <a:pt x="491" y="270"/>
                  </a:lnTo>
                  <a:lnTo>
                    <a:pt x="482" y="274"/>
                  </a:lnTo>
                  <a:lnTo>
                    <a:pt x="474" y="277"/>
                  </a:lnTo>
                  <a:lnTo>
                    <a:pt x="465" y="280"/>
                  </a:lnTo>
                  <a:lnTo>
                    <a:pt x="458" y="283"/>
                  </a:lnTo>
                  <a:lnTo>
                    <a:pt x="449" y="286"/>
                  </a:lnTo>
                  <a:lnTo>
                    <a:pt x="442" y="289"/>
                  </a:lnTo>
                  <a:lnTo>
                    <a:pt x="436" y="291"/>
                  </a:lnTo>
                  <a:lnTo>
                    <a:pt x="429" y="293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09" y="300"/>
                  </a:lnTo>
                  <a:lnTo>
                    <a:pt x="403" y="302"/>
                  </a:lnTo>
                  <a:lnTo>
                    <a:pt x="396" y="303"/>
                  </a:lnTo>
                  <a:lnTo>
                    <a:pt x="389" y="304"/>
                  </a:lnTo>
                  <a:lnTo>
                    <a:pt x="383" y="306"/>
                  </a:lnTo>
                  <a:lnTo>
                    <a:pt x="376" y="309"/>
                  </a:lnTo>
                  <a:lnTo>
                    <a:pt x="369" y="310"/>
                  </a:lnTo>
                  <a:lnTo>
                    <a:pt x="360" y="312"/>
                  </a:lnTo>
                  <a:lnTo>
                    <a:pt x="353" y="313"/>
                  </a:lnTo>
                  <a:lnTo>
                    <a:pt x="344" y="314"/>
                  </a:lnTo>
                  <a:lnTo>
                    <a:pt x="334" y="316"/>
                  </a:lnTo>
                  <a:lnTo>
                    <a:pt x="326" y="317"/>
                  </a:lnTo>
                  <a:lnTo>
                    <a:pt x="316" y="320"/>
                  </a:lnTo>
                  <a:lnTo>
                    <a:pt x="304" y="322"/>
                  </a:lnTo>
                  <a:lnTo>
                    <a:pt x="293" y="323"/>
                  </a:lnTo>
                  <a:lnTo>
                    <a:pt x="281" y="326"/>
                  </a:lnTo>
                  <a:lnTo>
                    <a:pt x="268" y="327"/>
                  </a:lnTo>
                  <a:lnTo>
                    <a:pt x="254" y="330"/>
                  </a:lnTo>
                  <a:lnTo>
                    <a:pt x="239" y="332"/>
                  </a:lnTo>
                  <a:lnTo>
                    <a:pt x="226" y="335"/>
                  </a:lnTo>
                  <a:lnTo>
                    <a:pt x="215" y="336"/>
                  </a:lnTo>
                  <a:lnTo>
                    <a:pt x="203" y="339"/>
                  </a:lnTo>
                  <a:lnTo>
                    <a:pt x="193" y="340"/>
                  </a:lnTo>
                  <a:lnTo>
                    <a:pt x="183" y="342"/>
                  </a:lnTo>
                  <a:lnTo>
                    <a:pt x="173" y="343"/>
                  </a:lnTo>
                  <a:lnTo>
                    <a:pt x="164" y="345"/>
                  </a:lnTo>
                  <a:lnTo>
                    <a:pt x="156" y="346"/>
                  </a:lnTo>
                  <a:lnTo>
                    <a:pt x="149" y="348"/>
                  </a:lnTo>
                  <a:lnTo>
                    <a:pt x="140" y="348"/>
                  </a:lnTo>
                  <a:lnTo>
                    <a:pt x="133" y="349"/>
                  </a:lnTo>
                  <a:lnTo>
                    <a:pt x="127" y="350"/>
                  </a:lnTo>
                  <a:lnTo>
                    <a:pt x="120" y="350"/>
                  </a:lnTo>
                  <a:lnTo>
                    <a:pt x="114" y="352"/>
                  </a:lnTo>
                  <a:lnTo>
                    <a:pt x="108" y="352"/>
                  </a:lnTo>
                  <a:lnTo>
                    <a:pt x="103" y="353"/>
                  </a:lnTo>
                  <a:lnTo>
                    <a:pt x="97" y="353"/>
                  </a:lnTo>
                  <a:lnTo>
                    <a:pt x="91" y="353"/>
                  </a:lnTo>
                  <a:lnTo>
                    <a:pt x="85" y="353"/>
                  </a:lnTo>
                  <a:lnTo>
                    <a:pt x="80" y="355"/>
                  </a:lnTo>
                  <a:lnTo>
                    <a:pt x="74" y="355"/>
                  </a:lnTo>
                  <a:lnTo>
                    <a:pt x="67" y="355"/>
                  </a:lnTo>
                  <a:lnTo>
                    <a:pt x="61" y="355"/>
                  </a:lnTo>
                  <a:lnTo>
                    <a:pt x="55" y="355"/>
                  </a:lnTo>
                  <a:lnTo>
                    <a:pt x="48" y="355"/>
                  </a:lnTo>
                  <a:lnTo>
                    <a:pt x="41" y="355"/>
                  </a:lnTo>
                  <a:lnTo>
                    <a:pt x="34" y="355"/>
                  </a:lnTo>
                  <a:lnTo>
                    <a:pt x="26" y="355"/>
                  </a:lnTo>
                  <a:lnTo>
                    <a:pt x="18" y="355"/>
                  </a:lnTo>
                  <a:lnTo>
                    <a:pt x="9" y="355"/>
                  </a:lnTo>
                  <a:lnTo>
                    <a:pt x="0" y="35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3" name="Freeform 30">
              <a:extLst>
                <a:ext uri="{FF2B5EF4-FFF2-40B4-BE49-F238E27FC236}">
                  <a16:creationId xmlns:a16="http://schemas.microsoft.com/office/drawing/2014/main" id="{2154DC63-0ED9-4938-89ED-CD5C77A31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312" y="3970337"/>
              <a:ext cx="136525" cy="114300"/>
            </a:xfrm>
            <a:custGeom>
              <a:avLst/>
              <a:gdLst>
                <a:gd name="T0" fmla="*/ 2147483646 w 173"/>
                <a:gd name="T1" fmla="*/ 2147483646 h 143"/>
                <a:gd name="T2" fmla="*/ 0 w 173"/>
                <a:gd name="T3" fmla="*/ 0 h 143"/>
                <a:gd name="T4" fmla="*/ 2147483646 w 173"/>
                <a:gd name="T5" fmla="*/ 2147483646 h 143"/>
                <a:gd name="T6" fmla="*/ 2147483646 w 173"/>
                <a:gd name="T7" fmla="*/ 2147483646 h 143"/>
                <a:gd name="T8" fmla="*/ 2147483646 w 173"/>
                <a:gd name="T9" fmla="*/ 2147483646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3"/>
                <a:gd name="T17" fmla="*/ 173 w 173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3">
                  <a:moveTo>
                    <a:pt x="173" y="86"/>
                  </a:moveTo>
                  <a:lnTo>
                    <a:pt x="0" y="0"/>
                  </a:lnTo>
                  <a:lnTo>
                    <a:pt x="115" y="143"/>
                  </a:lnTo>
                  <a:lnTo>
                    <a:pt x="144" y="115"/>
                  </a:lnTo>
                  <a:lnTo>
                    <a:pt x="173" y="86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4" name="Freeform 31">
              <a:extLst>
                <a:ext uri="{FF2B5EF4-FFF2-40B4-BE49-F238E27FC236}">
                  <a16:creationId xmlns:a16="http://schemas.microsoft.com/office/drawing/2014/main" id="{3E9124DD-14AA-4A9A-90C3-FD34818C2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787" y="4062412"/>
              <a:ext cx="588963" cy="187325"/>
            </a:xfrm>
            <a:custGeom>
              <a:avLst/>
              <a:gdLst>
                <a:gd name="T0" fmla="*/ 2147483646 w 742"/>
                <a:gd name="T1" fmla="*/ 2147483646 h 236"/>
                <a:gd name="T2" fmla="*/ 2147483646 w 742"/>
                <a:gd name="T3" fmla="*/ 2147483646 h 236"/>
                <a:gd name="T4" fmla="*/ 2147483646 w 742"/>
                <a:gd name="T5" fmla="*/ 2147483646 h 236"/>
                <a:gd name="T6" fmla="*/ 2147483646 w 742"/>
                <a:gd name="T7" fmla="*/ 2147483646 h 236"/>
                <a:gd name="T8" fmla="*/ 2147483646 w 742"/>
                <a:gd name="T9" fmla="*/ 2147483646 h 236"/>
                <a:gd name="T10" fmla="*/ 2147483646 w 742"/>
                <a:gd name="T11" fmla="*/ 2147483646 h 236"/>
                <a:gd name="T12" fmla="*/ 2147483646 w 742"/>
                <a:gd name="T13" fmla="*/ 2147483646 h 236"/>
                <a:gd name="T14" fmla="*/ 2147483646 w 742"/>
                <a:gd name="T15" fmla="*/ 2147483646 h 236"/>
                <a:gd name="T16" fmla="*/ 2147483646 w 742"/>
                <a:gd name="T17" fmla="*/ 2147483646 h 236"/>
                <a:gd name="T18" fmla="*/ 2147483646 w 742"/>
                <a:gd name="T19" fmla="*/ 2147483646 h 236"/>
                <a:gd name="T20" fmla="*/ 2147483646 w 742"/>
                <a:gd name="T21" fmla="*/ 2147483646 h 236"/>
                <a:gd name="T22" fmla="*/ 2147483646 w 742"/>
                <a:gd name="T23" fmla="*/ 2147483646 h 236"/>
                <a:gd name="T24" fmla="*/ 2147483646 w 742"/>
                <a:gd name="T25" fmla="*/ 2147483646 h 236"/>
                <a:gd name="T26" fmla="*/ 2147483646 w 742"/>
                <a:gd name="T27" fmla="*/ 2147483646 h 236"/>
                <a:gd name="T28" fmla="*/ 2147483646 w 742"/>
                <a:gd name="T29" fmla="*/ 2147483646 h 236"/>
                <a:gd name="T30" fmla="*/ 2147483646 w 742"/>
                <a:gd name="T31" fmla="*/ 2147483646 h 236"/>
                <a:gd name="T32" fmla="*/ 2147483646 w 742"/>
                <a:gd name="T33" fmla="*/ 2147483646 h 236"/>
                <a:gd name="T34" fmla="*/ 2147483646 w 742"/>
                <a:gd name="T35" fmla="*/ 2147483646 h 236"/>
                <a:gd name="T36" fmla="*/ 2147483646 w 742"/>
                <a:gd name="T37" fmla="*/ 2147483646 h 236"/>
                <a:gd name="T38" fmla="*/ 2147483646 w 742"/>
                <a:gd name="T39" fmla="*/ 2147483646 h 236"/>
                <a:gd name="T40" fmla="*/ 2147483646 w 742"/>
                <a:gd name="T41" fmla="*/ 2147483646 h 236"/>
                <a:gd name="T42" fmla="*/ 2147483646 w 742"/>
                <a:gd name="T43" fmla="*/ 2147483646 h 236"/>
                <a:gd name="T44" fmla="*/ 2147483646 w 742"/>
                <a:gd name="T45" fmla="*/ 2147483646 h 236"/>
                <a:gd name="T46" fmla="*/ 2147483646 w 742"/>
                <a:gd name="T47" fmla="*/ 2147483646 h 236"/>
                <a:gd name="T48" fmla="*/ 2147483646 w 742"/>
                <a:gd name="T49" fmla="*/ 2147483646 h 236"/>
                <a:gd name="T50" fmla="*/ 2147483646 w 742"/>
                <a:gd name="T51" fmla="*/ 2147483646 h 236"/>
                <a:gd name="T52" fmla="*/ 2147483646 w 742"/>
                <a:gd name="T53" fmla="*/ 2147483646 h 236"/>
                <a:gd name="T54" fmla="*/ 2147483646 w 742"/>
                <a:gd name="T55" fmla="*/ 2147483646 h 236"/>
                <a:gd name="T56" fmla="*/ 2147483646 w 742"/>
                <a:gd name="T57" fmla="*/ 2147483646 h 236"/>
                <a:gd name="T58" fmla="*/ 2147483646 w 742"/>
                <a:gd name="T59" fmla="*/ 2147483646 h 236"/>
                <a:gd name="T60" fmla="*/ 2147483646 w 742"/>
                <a:gd name="T61" fmla="*/ 2147483646 h 236"/>
                <a:gd name="T62" fmla="*/ 2147483646 w 742"/>
                <a:gd name="T63" fmla="*/ 2147483646 h 236"/>
                <a:gd name="T64" fmla="*/ 2147483646 w 742"/>
                <a:gd name="T65" fmla="*/ 2147483646 h 236"/>
                <a:gd name="T66" fmla="*/ 2147483646 w 742"/>
                <a:gd name="T67" fmla="*/ 2147483646 h 236"/>
                <a:gd name="T68" fmla="*/ 2147483646 w 742"/>
                <a:gd name="T69" fmla="*/ 2147483646 h 236"/>
                <a:gd name="T70" fmla="*/ 2147483646 w 742"/>
                <a:gd name="T71" fmla="*/ 2147483646 h 236"/>
                <a:gd name="T72" fmla="*/ 2147483646 w 742"/>
                <a:gd name="T73" fmla="*/ 2147483646 h 236"/>
                <a:gd name="T74" fmla="*/ 2147483646 w 742"/>
                <a:gd name="T75" fmla="*/ 2147483646 h 236"/>
                <a:gd name="T76" fmla="*/ 2147483646 w 742"/>
                <a:gd name="T77" fmla="*/ 2147483646 h 236"/>
                <a:gd name="T78" fmla="*/ 2147483646 w 742"/>
                <a:gd name="T79" fmla="*/ 2147483646 h 236"/>
                <a:gd name="T80" fmla="*/ 2147483646 w 742"/>
                <a:gd name="T81" fmla="*/ 2147483646 h 236"/>
                <a:gd name="T82" fmla="*/ 2147483646 w 742"/>
                <a:gd name="T83" fmla="*/ 2147483646 h 236"/>
                <a:gd name="T84" fmla="*/ 2147483646 w 742"/>
                <a:gd name="T85" fmla="*/ 2147483646 h 236"/>
                <a:gd name="T86" fmla="*/ 2147483646 w 742"/>
                <a:gd name="T87" fmla="*/ 2147483646 h 236"/>
                <a:gd name="T88" fmla="*/ 2147483646 w 742"/>
                <a:gd name="T89" fmla="*/ 2147483646 h 236"/>
                <a:gd name="T90" fmla="*/ 2147483646 w 742"/>
                <a:gd name="T91" fmla="*/ 2147483646 h 236"/>
                <a:gd name="T92" fmla="*/ 2147483646 w 742"/>
                <a:gd name="T93" fmla="*/ 2147483646 h 236"/>
                <a:gd name="T94" fmla="*/ 2147483646 w 742"/>
                <a:gd name="T95" fmla="*/ 2147483646 h 236"/>
                <a:gd name="T96" fmla="*/ 2147483646 w 742"/>
                <a:gd name="T97" fmla="*/ 2147483646 h 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42"/>
                <a:gd name="T148" fmla="*/ 0 h 236"/>
                <a:gd name="T149" fmla="*/ 742 w 742"/>
                <a:gd name="T150" fmla="*/ 236 h 2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42" h="236">
                  <a:moveTo>
                    <a:pt x="0" y="0"/>
                  </a:moveTo>
                  <a:lnTo>
                    <a:pt x="9" y="7"/>
                  </a:lnTo>
                  <a:lnTo>
                    <a:pt x="18" y="14"/>
                  </a:lnTo>
                  <a:lnTo>
                    <a:pt x="26" y="20"/>
                  </a:lnTo>
                  <a:lnTo>
                    <a:pt x="33" y="27"/>
                  </a:lnTo>
                  <a:lnTo>
                    <a:pt x="41" y="33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61" y="49"/>
                  </a:lnTo>
                  <a:lnTo>
                    <a:pt x="66" y="53"/>
                  </a:lnTo>
                  <a:lnTo>
                    <a:pt x="72" y="59"/>
                  </a:lnTo>
                  <a:lnTo>
                    <a:pt x="79" y="63"/>
                  </a:lnTo>
                  <a:lnTo>
                    <a:pt x="85" y="68"/>
                  </a:lnTo>
                  <a:lnTo>
                    <a:pt x="91" y="72"/>
                  </a:lnTo>
                  <a:lnTo>
                    <a:pt x="97" y="76"/>
                  </a:lnTo>
                  <a:lnTo>
                    <a:pt x="101" y="79"/>
                  </a:lnTo>
                  <a:lnTo>
                    <a:pt x="107" y="83"/>
                  </a:lnTo>
                  <a:lnTo>
                    <a:pt x="112" y="86"/>
                  </a:lnTo>
                  <a:lnTo>
                    <a:pt x="118" y="91"/>
                  </a:lnTo>
                  <a:lnTo>
                    <a:pt x="124" y="93"/>
                  </a:lnTo>
                  <a:lnTo>
                    <a:pt x="130" y="98"/>
                  </a:lnTo>
                  <a:lnTo>
                    <a:pt x="135" y="101"/>
                  </a:lnTo>
                  <a:lnTo>
                    <a:pt x="141" y="103"/>
                  </a:lnTo>
                  <a:lnTo>
                    <a:pt x="147" y="106"/>
                  </a:lnTo>
                  <a:lnTo>
                    <a:pt x="153" y="109"/>
                  </a:lnTo>
                  <a:lnTo>
                    <a:pt x="158" y="114"/>
                  </a:lnTo>
                  <a:lnTo>
                    <a:pt x="166" y="116"/>
                  </a:lnTo>
                  <a:lnTo>
                    <a:pt x="171" y="119"/>
                  </a:lnTo>
                  <a:lnTo>
                    <a:pt x="179" y="122"/>
                  </a:lnTo>
                  <a:lnTo>
                    <a:pt x="186" y="125"/>
                  </a:lnTo>
                  <a:lnTo>
                    <a:pt x="193" y="128"/>
                  </a:lnTo>
                  <a:lnTo>
                    <a:pt x="200" y="132"/>
                  </a:lnTo>
                  <a:lnTo>
                    <a:pt x="209" y="135"/>
                  </a:lnTo>
                  <a:lnTo>
                    <a:pt x="220" y="139"/>
                  </a:lnTo>
                  <a:lnTo>
                    <a:pt x="232" y="144"/>
                  </a:lnTo>
                  <a:lnTo>
                    <a:pt x="242" y="148"/>
                  </a:lnTo>
                  <a:lnTo>
                    <a:pt x="251" y="151"/>
                  </a:lnTo>
                  <a:lnTo>
                    <a:pt x="261" y="155"/>
                  </a:lnTo>
                  <a:lnTo>
                    <a:pt x="269" y="158"/>
                  </a:lnTo>
                  <a:lnTo>
                    <a:pt x="276" y="161"/>
                  </a:lnTo>
                  <a:lnTo>
                    <a:pt x="285" y="164"/>
                  </a:lnTo>
                  <a:lnTo>
                    <a:pt x="292" y="167"/>
                  </a:lnTo>
                  <a:lnTo>
                    <a:pt x="299" y="170"/>
                  </a:lnTo>
                  <a:lnTo>
                    <a:pt x="307" y="172"/>
                  </a:lnTo>
                  <a:lnTo>
                    <a:pt x="312" y="174"/>
                  </a:lnTo>
                  <a:lnTo>
                    <a:pt x="320" y="177"/>
                  </a:lnTo>
                  <a:lnTo>
                    <a:pt x="325" y="178"/>
                  </a:lnTo>
                  <a:lnTo>
                    <a:pt x="333" y="181"/>
                  </a:lnTo>
                  <a:lnTo>
                    <a:pt x="338" y="183"/>
                  </a:lnTo>
                  <a:lnTo>
                    <a:pt x="345" y="184"/>
                  </a:lnTo>
                  <a:lnTo>
                    <a:pt x="353" y="185"/>
                  </a:lnTo>
                  <a:lnTo>
                    <a:pt x="360" y="187"/>
                  </a:lnTo>
                  <a:lnTo>
                    <a:pt x="366" y="190"/>
                  </a:lnTo>
                  <a:lnTo>
                    <a:pt x="374" y="191"/>
                  </a:lnTo>
                  <a:lnTo>
                    <a:pt x="381" y="193"/>
                  </a:lnTo>
                  <a:lnTo>
                    <a:pt x="390" y="194"/>
                  </a:lnTo>
                  <a:lnTo>
                    <a:pt x="399" y="195"/>
                  </a:lnTo>
                  <a:lnTo>
                    <a:pt x="407" y="197"/>
                  </a:lnTo>
                  <a:lnTo>
                    <a:pt x="416" y="198"/>
                  </a:lnTo>
                  <a:lnTo>
                    <a:pt x="427" y="201"/>
                  </a:lnTo>
                  <a:lnTo>
                    <a:pt x="438" y="203"/>
                  </a:lnTo>
                  <a:lnTo>
                    <a:pt x="449" y="204"/>
                  </a:lnTo>
                  <a:lnTo>
                    <a:pt x="461" y="207"/>
                  </a:lnTo>
                  <a:lnTo>
                    <a:pt x="473" y="208"/>
                  </a:lnTo>
                  <a:lnTo>
                    <a:pt x="488" y="211"/>
                  </a:lnTo>
                  <a:lnTo>
                    <a:pt x="502" y="213"/>
                  </a:lnTo>
                  <a:lnTo>
                    <a:pt x="515" y="216"/>
                  </a:lnTo>
                  <a:lnTo>
                    <a:pt x="527" y="217"/>
                  </a:lnTo>
                  <a:lnTo>
                    <a:pt x="538" y="220"/>
                  </a:lnTo>
                  <a:lnTo>
                    <a:pt x="550" y="221"/>
                  </a:lnTo>
                  <a:lnTo>
                    <a:pt x="560" y="223"/>
                  </a:lnTo>
                  <a:lnTo>
                    <a:pt x="568" y="224"/>
                  </a:lnTo>
                  <a:lnTo>
                    <a:pt x="577" y="226"/>
                  </a:lnTo>
                  <a:lnTo>
                    <a:pt x="586" y="227"/>
                  </a:lnTo>
                  <a:lnTo>
                    <a:pt x="594" y="229"/>
                  </a:lnTo>
                  <a:lnTo>
                    <a:pt x="602" y="229"/>
                  </a:lnTo>
                  <a:lnTo>
                    <a:pt x="609" y="230"/>
                  </a:lnTo>
                  <a:lnTo>
                    <a:pt x="616" y="231"/>
                  </a:lnTo>
                  <a:lnTo>
                    <a:pt x="622" y="231"/>
                  </a:lnTo>
                  <a:lnTo>
                    <a:pt x="627" y="233"/>
                  </a:lnTo>
                  <a:lnTo>
                    <a:pt x="635" y="233"/>
                  </a:lnTo>
                  <a:lnTo>
                    <a:pt x="640" y="234"/>
                  </a:lnTo>
                  <a:lnTo>
                    <a:pt x="646" y="234"/>
                  </a:lnTo>
                  <a:lnTo>
                    <a:pt x="652" y="234"/>
                  </a:lnTo>
                  <a:lnTo>
                    <a:pt x="658" y="234"/>
                  </a:lnTo>
                  <a:lnTo>
                    <a:pt x="663" y="236"/>
                  </a:lnTo>
                  <a:lnTo>
                    <a:pt x="669" y="236"/>
                  </a:lnTo>
                  <a:lnTo>
                    <a:pt x="675" y="236"/>
                  </a:lnTo>
                  <a:lnTo>
                    <a:pt x="681" y="236"/>
                  </a:lnTo>
                  <a:lnTo>
                    <a:pt x="688" y="236"/>
                  </a:lnTo>
                  <a:lnTo>
                    <a:pt x="694" y="236"/>
                  </a:lnTo>
                  <a:lnTo>
                    <a:pt x="701" y="236"/>
                  </a:lnTo>
                  <a:lnTo>
                    <a:pt x="708" y="236"/>
                  </a:lnTo>
                  <a:lnTo>
                    <a:pt x="717" y="236"/>
                  </a:lnTo>
                  <a:lnTo>
                    <a:pt x="724" y="236"/>
                  </a:lnTo>
                  <a:lnTo>
                    <a:pt x="732" y="236"/>
                  </a:lnTo>
                  <a:lnTo>
                    <a:pt x="742" y="23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5" name="Freeform 32">
              <a:extLst>
                <a:ext uri="{FF2B5EF4-FFF2-40B4-BE49-F238E27FC236}">
                  <a16:creationId xmlns:a16="http://schemas.microsoft.com/office/drawing/2014/main" id="{30E7A25B-91CB-4552-B125-4BBEB1DD9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025" y="3244850"/>
              <a:ext cx="725487" cy="280987"/>
            </a:xfrm>
            <a:custGeom>
              <a:avLst/>
              <a:gdLst>
                <a:gd name="T0" fmla="*/ 2147483646 w 915"/>
                <a:gd name="T1" fmla="*/ 2147483646 h 355"/>
                <a:gd name="T2" fmla="*/ 2147483646 w 915"/>
                <a:gd name="T3" fmla="*/ 2147483646 h 355"/>
                <a:gd name="T4" fmla="*/ 2147483646 w 915"/>
                <a:gd name="T5" fmla="*/ 2147483646 h 355"/>
                <a:gd name="T6" fmla="*/ 2147483646 w 915"/>
                <a:gd name="T7" fmla="*/ 2147483646 h 355"/>
                <a:gd name="T8" fmla="*/ 2147483646 w 915"/>
                <a:gd name="T9" fmla="*/ 2147483646 h 355"/>
                <a:gd name="T10" fmla="*/ 2147483646 w 915"/>
                <a:gd name="T11" fmla="*/ 2147483646 h 355"/>
                <a:gd name="T12" fmla="*/ 2147483646 w 915"/>
                <a:gd name="T13" fmla="*/ 2147483646 h 355"/>
                <a:gd name="T14" fmla="*/ 2147483646 w 915"/>
                <a:gd name="T15" fmla="*/ 2147483646 h 355"/>
                <a:gd name="T16" fmla="*/ 2147483646 w 915"/>
                <a:gd name="T17" fmla="*/ 2147483646 h 355"/>
                <a:gd name="T18" fmla="*/ 2147483646 w 915"/>
                <a:gd name="T19" fmla="*/ 2147483646 h 355"/>
                <a:gd name="T20" fmla="*/ 2147483646 w 915"/>
                <a:gd name="T21" fmla="*/ 2147483646 h 355"/>
                <a:gd name="T22" fmla="*/ 2147483646 w 915"/>
                <a:gd name="T23" fmla="*/ 2147483646 h 355"/>
                <a:gd name="T24" fmla="*/ 2147483646 w 915"/>
                <a:gd name="T25" fmla="*/ 2147483646 h 355"/>
                <a:gd name="T26" fmla="*/ 2147483646 w 915"/>
                <a:gd name="T27" fmla="*/ 2147483646 h 355"/>
                <a:gd name="T28" fmla="*/ 2147483646 w 915"/>
                <a:gd name="T29" fmla="*/ 2147483646 h 355"/>
                <a:gd name="T30" fmla="*/ 2147483646 w 915"/>
                <a:gd name="T31" fmla="*/ 2147483646 h 355"/>
                <a:gd name="T32" fmla="*/ 2147483646 w 915"/>
                <a:gd name="T33" fmla="*/ 2147483646 h 355"/>
                <a:gd name="T34" fmla="*/ 2147483646 w 915"/>
                <a:gd name="T35" fmla="*/ 2147483646 h 355"/>
                <a:gd name="T36" fmla="*/ 2147483646 w 915"/>
                <a:gd name="T37" fmla="*/ 2147483646 h 355"/>
                <a:gd name="T38" fmla="*/ 2147483646 w 915"/>
                <a:gd name="T39" fmla="*/ 2147483646 h 355"/>
                <a:gd name="T40" fmla="*/ 2147483646 w 915"/>
                <a:gd name="T41" fmla="*/ 2147483646 h 355"/>
                <a:gd name="T42" fmla="*/ 2147483646 w 915"/>
                <a:gd name="T43" fmla="*/ 2147483646 h 355"/>
                <a:gd name="T44" fmla="*/ 2147483646 w 915"/>
                <a:gd name="T45" fmla="*/ 2147483646 h 355"/>
                <a:gd name="T46" fmla="*/ 2147483646 w 915"/>
                <a:gd name="T47" fmla="*/ 2147483646 h 355"/>
                <a:gd name="T48" fmla="*/ 2147483646 w 915"/>
                <a:gd name="T49" fmla="*/ 2147483646 h 355"/>
                <a:gd name="T50" fmla="*/ 2147483646 w 915"/>
                <a:gd name="T51" fmla="*/ 2147483646 h 355"/>
                <a:gd name="T52" fmla="*/ 2147483646 w 915"/>
                <a:gd name="T53" fmla="*/ 2147483646 h 355"/>
                <a:gd name="T54" fmla="*/ 2147483646 w 915"/>
                <a:gd name="T55" fmla="*/ 2147483646 h 355"/>
                <a:gd name="T56" fmla="*/ 2147483646 w 915"/>
                <a:gd name="T57" fmla="*/ 2147483646 h 355"/>
                <a:gd name="T58" fmla="*/ 2147483646 w 915"/>
                <a:gd name="T59" fmla="*/ 2147483646 h 355"/>
                <a:gd name="T60" fmla="*/ 2147483646 w 915"/>
                <a:gd name="T61" fmla="*/ 2147483646 h 355"/>
                <a:gd name="T62" fmla="*/ 2147483646 w 915"/>
                <a:gd name="T63" fmla="*/ 2147483646 h 355"/>
                <a:gd name="T64" fmla="*/ 2147483646 w 915"/>
                <a:gd name="T65" fmla="*/ 2147483646 h 355"/>
                <a:gd name="T66" fmla="*/ 2147483646 w 915"/>
                <a:gd name="T67" fmla="*/ 2147483646 h 355"/>
                <a:gd name="T68" fmla="*/ 2147483646 w 915"/>
                <a:gd name="T69" fmla="*/ 2147483646 h 355"/>
                <a:gd name="T70" fmla="*/ 2147483646 w 915"/>
                <a:gd name="T71" fmla="*/ 2147483646 h 355"/>
                <a:gd name="T72" fmla="*/ 2147483646 w 915"/>
                <a:gd name="T73" fmla="*/ 2147483646 h 355"/>
                <a:gd name="T74" fmla="*/ 2147483646 w 915"/>
                <a:gd name="T75" fmla="*/ 2147483646 h 355"/>
                <a:gd name="T76" fmla="*/ 2147483646 w 915"/>
                <a:gd name="T77" fmla="*/ 2147483646 h 355"/>
                <a:gd name="T78" fmla="*/ 2147483646 w 915"/>
                <a:gd name="T79" fmla="*/ 2147483646 h 355"/>
                <a:gd name="T80" fmla="*/ 2147483646 w 915"/>
                <a:gd name="T81" fmla="*/ 2147483646 h 355"/>
                <a:gd name="T82" fmla="*/ 2147483646 w 915"/>
                <a:gd name="T83" fmla="*/ 2147483646 h 355"/>
                <a:gd name="T84" fmla="*/ 2147483646 w 915"/>
                <a:gd name="T85" fmla="*/ 2147483646 h 355"/>
                <a:gd name="T86" fmla="*/ 2147483646 w 915"/>
                <a:gd name="T87" fmla="*/ 2147483646 h 355"/>
                <a:gd name="T88" fmla="*/ 2147483646 w 915"/>
                <a:gd name="T89" fmla="*/ 2147483646 h 355"/>
                <a:gd name="T90" fmla="*/ 2147483646 w 915"/>
                <a:gd name="T91" fmla="*/ 0 h 355"/>
                <a:gd name="T92" fmla="*/ 2147483646 w 915"/>
                <a:gd name="T93" fmla="*/ 0 h 355"/>
                <a:gd name="T94" fmla="*/ 2147483646 w 915"/>
                <a:gd name="T95" fmla="*/ 0 h 355"/>
                <a:gd name="T96" fmla="*/ 2147483646 w 915"/>
                <a:gd name="T97" fmla="*/ 0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15"/>
                <a:gd name="T148" fmla="*/ 0 h 355"/>
                <a:gd name="T149" fmla="*/ 915 w 915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15" h="355">
                  <a:moveTo>
                    <a:pt x="0" y="355"/>
                  </a:moveTo>
                  <a:lnTo>
                    <a:pt x="23" y="336"/>
                  </a:lnTo>
                  <a:lnTo>
                    <a:pt x="44" y="319"/>
                  </a:lnTo>
                  <a:lnTo>
                    <a:pt x="66" y="303"/>
                  </a:lnTo>
                  <a:lnTo>
                    <a:pt x="85" y="289"/>
                  </a:lnTo>
                  <a:lnTo>
                    <a:pt x="102" y="275"/>
                  </a:lnTo>
                  <a:lnTo>
                    <a:pt x="119" y="262"/>
                  </a:lnTo>
                  <a:lnTo>
                    <a:pt x="135" y="249"/>
                  </a:lnTo>
                  <a:lnTo>
                    <a:pt x="149" y="237"/>
                  </a:lnTo>
                  <a:lnTo>
                    <a:pt x="162" y="227"/>
                  </a:lnTo>
                  <a:lnTo>
                    <a:pt x="175" y="217"/>
                  </a:lnTo>
                  <a:lnTo>
                    <a:pt x="188" y="207"/>
                  </a:lnTo>
                  <a:lnTo>
                    <a:pt x="198" y="200"/>
                  </a:lnTo>
                  <a:lnTo>
                    <a:pt x="210" y="191"/>
                  </a:lnTo>
                  <a:lnTo>
                    <a:pt x="220" y="184"/>
                  </a:lnTo>
                  <a:lnTo>
                    <a:pt x="229" y="178"/>
                  </a:lnTo>
                  <a:lnTo>
                    <a:pt x="239" y="171"/>
                  </a:lnTo>
                  <a:lnTo>
                    <a:pt x="247" y="165"/>
                  </a:lnTo>
                  <a:lnTo>
                    <a:pt x="256" y="161"/>
                  </a:lnTo>
                  <a:lnTo>
                    <a:pt x="264" y="155"/>
                  </a:lnTo>
                  <a:lnTo>
                    <a:pt x="272" y="151"/>
                  </a:lnTo>
                  <a:lnTo>
                    <a:pt x="280" y="147"/>
                  </a:lnTo>
                  <a:lnTo>
                    <a:pt x="288" y="142"/>
                  </a:lnTo>
                  <a:lnTo>
                    <a:pt x="296" y="138"/>
                  </a:lnTo>
                  <a:lnTo>
                    <a:pt x="303" y="134"/>
                  </a:lnTo>
                  <a:lnTo>
                    <a:pt x="312" y="131"/>
                  </a:lnTo>
                  <a:lnTo>
                    <a:pt x="321" y="126"/>
                  </a:lnTo>
                  <a:lnTo>
                    <a:pt x="329" y="122"/>
                  </a:lnTo>
                  <a:lnTo>
                    <a:pt x="339" y="119"/>
                  </a:lnTo>
                  <a:lnTo>
                    <a:pt x="348" y="115"/>
                  </a:lnTo>
                  <a:lnTo>
                    <a:pt x="359" y="111"/>
                  </a:lnTo>
                  <a:lnTo>
                    <a:pt x="370" y="106"/>
                  </a:lnTo>
                  <a:lnTo>
                    <a:pt x="381" y="102"/>
                  </a:lnTo>
                  <a:lnTo>
                    <a:pt x="393" y="96"/>
                  </a:lnTo>
                  <a:lnTo>
                    <a:pt x="404" y="92"/>
                  </a:lnTo>
                  <a:lnTo>
                    <a:pt x="414" y="89"/>
                  </a:lnTo>
                  <a:lnTo>
                    <a:pt x="423" y="85"/>
                  </a:lnTo>
                  <a:lnTo>
                    <a:pt x="433" y="80"/>
                  </a:lnTo>
                  <a:lnTo>
                    <a:pt x="441" y="78"/>
                  </a:lnTo>
                  <a:lnTo>
                    <a:pt x="449" y="75"/>
                  </a:lnTo>
                  <a:lnTo>
                    <a:pt x="457" y="72"/>
                  </a:lnTo>
                  <a:lnTo>
                    <a:pt x="464" y="69"/>
                  </a:lnTo>
                  <a:lnTo>
                    <a:pt x="472" y="66"/>
                  </a:lnTo>
                  <a:lnTo>
                    <a:pt x="479" y="65"/>
                  </a:lnTo>
                  <a:lnTo>
                    <a:pt x="485" y="62"/>
                  </a:lnTo>
                  <a:lnTo>
                    <a:pt x="492" y="60"/>
                  </a:lnTo>
                  <a:lnTo>
                    <a:pt x="498" y="57"/>
                  </a:lnTo>
                  <a:lnTo>
                    <a:pt x="505" y="56"/>
                  </a:lnTo>
                  <a:lnTo>
                    <a:pt x="510" y="55"/>
                  </a:lnTo>
                  <a:lnTo>
                    <a:pt x="518" y="52"/>
                  </a:lnTo>
                  <a:lnTo>
                    <a:pt x="525" y="50"/>
                  </a:lnTo>
                  <a:lnTo>
                    <a:pt x="532" y="49"/>
                  </a:lnTo>
                  <a:lnTo>
                    <a:pt x="538" y="47"/>
                  </a:lnTo>
                  <a:lnTo>
                    <a:pt x="546" y="46"/>
                  </a:lnTo>
                  <a:lnTo>
                    <a:pt x="554" y="45"/>
                  </a:lnTo>
                  <a:lnTo>
                    <a:pt x="562" y="43"/>
                  </a:lnTo>
                  <a:lnTo>
                    <a:pt x="571" y="42"/>
                  </a:lnTo>
                  <a:lnTo>
                    <a:pt x="580" y="39"/>
                  </a:lnTo>
                  <a:lnTo>
                    <a:pt x="588" y="37"/>
                  </a:lnTo>
                  <a:lnTo>
                    <a:pt x="600" y="36"/>
                  </a:lnTo>
                  <a:lnTo>
                    <a:pt x="610" y="35"/>
                  </a:lnTo>
                  <a:lnTo>
                    <a:pt x="621" y="32"/>
                  </a:lnTo>
                  <a:lnTo>
                    <a:pt x="633" y="30"/>
                  </a:lnTo>
                  <a:lnTo>
                    <a:pt x="646" y="27"/>
                  </a:lnTo>
                  <a:lnTo>
                    <a:pt x="660" y="26"/>
                  </a:lnTo>
                  <a:lnTo>
                    <a:pt x="674" y="23"/>
                  </a:lnTo>
                  <a:lnTo>
                    <a:pt x="687" y="22"/>
                  </a:lnTo>
                  <a:lnTo>
                    <a:pt x="699" y="19"/>
                  </a:lnTo>
                  <a:lnTo>
                    <a:pt x="710" y="17"/>
                  </a:lnTo>
                  <a:lnTo>
                    <a:pt x="722" y="16"/>
                  </a:lnTo>
                  <a:lnTo>
                    <a:pt x="732" y="14"/>
                  </a:lnTo>
                  <a:lnTo>
                    <a:pt x="741" y="13"/>
                  </a:lnTo>
                  <a:lnTo>
                    <a:pt x="749" y="12"/>
                  </a:lnTo>
                  <a:lnTo>
                    <a:pt x="758" y="10"/>
                  </a:lnTo>
                  <a:lnTo>
                    <a:pt x="767" y="9"/>
                  </a:lnTo>
                  <a:lnTo>
                    <a:pt x="774" y="7"/>
                  </a:lnTo>
                  <a:lnTo>
                    <a:pt x="781" y="7"/>
                  </a:lnTo>
                  <a:lnTo>
                    <a:pt x="788" y="6"/>
                  </a:lnTo>
                  <a:lnTo>
                    <a:pt x="794" y="4"/>
                  </a:lnTo>
                  <a:lnTo>
                    <a:pt x="800" y="4"/>
                  </a:lnTo>
                  <a:lnTo>
                    <a:pt x="807" y="3"/>
                  </a:lnTo>
                  <a:lnTo>
                    <a:pt x="813" y="3"/>
                  </a:lnTo>
                  <a:lnTo>
                    <a:pt x="818" y="3"/>
                  </a:lnTo>
                  <a:lnTo>
                    <a:pt x="824" y="1"/>
                  </a:lnTo>
                  <a:lnTo>
                    <a:pt x="830" y="1"/>
                  </a:lnTo>
                  <a:lnTo>
                    <a:pt x="836" y="1"/>
                  </a:lnTo>
                  <a:lnTo>
                    <a:pt x="841" y="1"/>
                  </a:lnTo>
                  <a:lnTo>
                    <a:pt x="847" y="1"/>
                  </a:lnTo>
                  <a:lnTo>
                    <a:pt x="853" y="0"/>
                  </a:lnTo>
                  <a:lnTo>
                    <a:pt x="860" y="0"/>
                  </a:lnTo>
                  <a:lnTo>
                    <a:pt x="866" y="0"/>
                  </a:lnTo>
                  <a:lnTo>
                    <a:pt x="873" y="0"/>
                  </a:lnTo>
                  <a:lnTo>
                    <a:pt x="880" y="0"/>
                  </a:lnTo>
                  <a:lnTo>
                    <a:pt x="889" y="0"/>
                  </a:lnTo>
                  <a:lnTo>
                    <a:pt x="896" y="0"/>
                  </a:lnTo>
                  <a:lnTo>
                    <a:pt x="905" y="0"/>
                  </a:lnTo>
                  <a:lnTo>
                    <a:pt x="91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6" name="Freeform 33">
              <a:extLst>
                <a:ext uri="{FF2B5EF4-FFF2-40B4-BE49-F238E27FC236}">
                  <a16:creationId xmlns:a16="http://schemas.microsoft.com/office/drawing/2014/main" id="{8B07868C-ACB7-405C-94AC-CAEEF2399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250" y="3400425"/>
              <a:ext cx="136525" cy="114300"/>
            </a:xfrm>
            <a:custGeom>
              <a:avLst/>
              <a:gdLst>
                <a:gd name="T0" fmla="*/ 0 w 173"/>
                <a:gd name="T1" fmla="*/ 2147483646 h 144"/>
                <a:gd name="T2" fmla="*/ 2147483646 w 173"/>
                <a:gd name="T3" fmla="*/ 2147483646 h 144"/>
                <a:gd name="T4" fmla="*/ 2147483646 w 173"/>
                <a:gd name="T5" fmla="*/ 0 h 144"/>
                <a:gd name="T6" fmla="*/ 2147483646 w 173"/>
                <a:gd name="T7" fmla="*/ 2147483646 h 144"/>
                <a:gd name="T8" fmla="*/ 0 w 173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44"/>
                <a:gd name="T17" fmla="*/ 173 w 173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44">
                  <a:moveTo>
                    <a:pt x="0" y="57"/>
                  </a:moveTo>
                  <a:lnTo>
                    <a:pt x="173" y="144"/>
                  </a:lnTo>
                  <a:lnTo>
                    <a:pt x="58" y="0"/>
                  </a:lnTo>
                  <a:lnTo>
                    <a:pt x="29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7" name="Freeform 34">
              <a:extLst>
                <a:ext uri="{FF2B5EF4-FFF2-40B4-BE49-F238E27FC236}">
                  <a16:creationId xmlns:a16="http://schemas.microsoft.com/office/drawing/2014/main" id="{932BE626-7379-44F7-B687-AA26BF07E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512" y="3244850"/>
              <a:ext cx="585788" cy="169862"/>
            </a:xfrm>
            <a:custGeom>
              <a:avLst/>
              <a:gdLst>
                <a:gd name="T0" fmla="*/ 2147483646 w 736"/>
                <a:gd name="T1" fmla="*/ 2147483646 h 216"/>
                <a:gd name="T2" fmla="*/ 2147483646 w 736"/>
                <a:gd name="T3" fmla="*/ 2147483646 h 216"/>
                <a:gd name="T4" fmla="*/ 2147483646 w 736"/>
                <a:gd name="T5" fmla="*/ 2147483646 h 216"/>
                <a:gd name="T6" fmla="*/ 2147483646 w 736"/>
                <a:gd name="T7" fmla="*/ 2147483646 h 216"/>
                <a:gd name="T8" fmla="*/ 2147483646 w 736"/>
                <a:gd name="T9" fmla="*/ 2147483646 h 216"/>
                <a:gd name="T10" fmla="*/ 2147483646 w 736"/>
                <a:gd name="T11" fmla="*/ 2147483646 h 216"/>
                <a:gd name="T12" fmla="*/ 2147483646 w 736"/>
                <a:gd name="T13" fmla="*/ 2147483646 h 216"/>
                <a:gd name="T14" fmla="*/ 2147483646 w 736"/>
                <a:gd name="T15" fmla="*/ 2147483646 h 216"/>
                <a:gd name="T16" fmla="*/ 2147483646 w 736"/>
                <a:gd name="T17" fmla="*/ 2147483646 h 216"/>
                <a:gd name="T18" fmla="*/ 2147483646 w 736"/>
                <a:gd name="T19" fmla="*/ 2147483646 h 216"/>
                <a:gd name="T20" fmla="*/ 2147483646 w 736"/>
                <a:gd name="T21" fmla="*/ 2147483646 h 216"/>
                <a:gd name="T22" fmla="*/ 2147483646 w 736"/>
                <a:gd name="T23" fmla="*/ 2147483646 h 216"/>
                <a:gd name="T24" fmla="*/ 2147483646 w 736"/>
                <a:gd name="T25" fmla="*/ 2147483646 h 216"/>
                <a:gd name="T26" fmla="*/ 2147483646 w 736"/>
                <a:gd name="T27" fmla="*/ 2147483646 h 216"/>
                <a:gd name="T28" fmla="*/ 2147483646 w 736"/>
                <a:gd name="T29" fmla="*/ 2147483646 h 216"/>
                <a:gd name="T30" fmla="*/ 2147483646 w 736"/>
                <a:gd name="T31" fmla="*/ 2147483646 h 216"/>
                <a:gd name="T32" fmla="*/ 2147483646 w 736"/>
                <a:gd name="T33" fmla="*/ 2147483646 h 216"/>
                <a:gd name="T34" fmla="*/ 2147483646 w 736"/>
                <a:gd name="T35" fmla="*/ 2147483646 h 216"/>
                <a:gd name="T36" fmla="*/ 2147483646 w 736"/>
                <a:gd name="T37" fmla="*/ 2147483646 h 216"/>
                <a:gd name="T38" fmla="*/ 2147483646 w 736"/>
                <a:gd name="T39" fmla="*/ 2147483646 h 216"/>
                <a:gd name="T40" fmla="*/ 2147483646 w 736"/>
                <a:gd name="T41" fmla="*/ 2147483646 h 216"/>
                <a:gd name="T42" fmla="*/ 2147483646 w 736"/>
                <a:gd name="T43" fmla="*/ 2147483646 h 216"/>
                <a:gd name="T44" fmla="*/ 2147483646 w 736"/>
                <a:gd name="T45" fmla="*/ 2147483646 h 216"/>
                <a:gd name="T46" fmla="*/ 2147483646 w 736"/>
                <a:gd name="T47" fmla="*/ 2147483646 h 216"/>
                <a:gd name="T48" fmla="*/ 2147483646 w 736"/>
                <a:gd name="T49" fmla="*/ 2147483646 h 216"/>
                <a:gd name="T50" fmla="*/ 2147483646 w 736"/>
                <a:gd name="T51" fmla="*/ 2147483646 h 216"/>
                <a:gd name="T52" fmla="*/ 2147483646 w 736"/>
                <a:gd name="T53" fmla="*/ 2147483646 h 216"/>
                <a:gd name="T54" fmla="*/ 2147483646 w 736"/>
                <a:gd name="T55" fmla="*/ 2147483646 h 216"/>
                <a:gd name="T56" fmla="*/ 2147483646 w 736"/>
                <a:gd name="T57" fmla="*/ 2147483646 h 216"/>
                <a:gd name="T58" fmla="*/ 2147483646 w 736"/>
                <a:gd name="T59" fmla="*/ 2147483646 h 216"/>
                <a:gd name="T60" fmla="*/ 2147483646 w 736"/>
                <a:gd name="T61" fmla="*/ 2147483646 h 216"/>
                <a:gd name="T62" fmla="*/ 2147483646 w 736"/>
                <a:gd name="T63" fmla="*/ 2147483646 h 216"/>
                <a:gd name="T64" fmla="*/ 2147483646 w 736"/>
                <a:gd name="T65" fmla="*/ 2147483646 h 216"/>
                <a:gd name="T66" fmla="*/ 2147483646 w 736"/>
                <a:gd name="T67" fmla="*/ 2147483646 h 216"/>
                <a:gd name="T68" fmla="*/ 2147483646 w 736"/>
                <a:gd name="T69" fmla="*/ 2147483646 h 216"/>
                <a:gd name="T70" fmla="*/ 2147483646 w 736"/>
                <a:gd name="T71" fmla="*/ 2147483646 h 216"/>
                <a:gd name="T72" fmla="*/ 2147483646 w 736"/>
                <a:gd name="T73" fmla="*/ 2147483646 h 216"/>
                <a:gd name="T74" fmla="*/ 2147483646 w 736"/>
                <a:gd name="T75" fmla="*/ 2147483646 h 216"/>
                <a:gd name="T76" fmla="*/ 2147483646 w 736"/>
                <a:gd name="T77" fmla="*/ 2147483646 h 216"/>
                <a:gd name="T78" fmla="*/ 2147483646 w 736"/>
                <a:gd name="T79" fmla="*/ 2147483646 h 216"/>
                <a:gd name="T80" fmla="*/ 2147483646 w 736"/>
                <a:gd name="T81" fmla="*/ 2147483646 h 216"/>
                <a:gd name="T82" fmla="*/ 2147483646 w 736"/>
                <a:gd name="T83" fmla="*/ 2147483646 h 216"/>
                <a:gd name="T84" fmla="*/ 2147483646 w 736"/>
                <a:gd name="T85" fmla="*/ 2147483646 h 216"/>
                <a:gd name="T86" fmla="*/ 2147483646 w 736"/>
                <a:gd name="T87" fmla="*/ 2147483646 h 216"/>
                <a:gd name="T88" fmla="*/ 2147483646 w 736"/>
                <a:gd name="T89" fmla="*/ 2147483646 h 216"/>
                <a:gd name="T90" fmla="*/ 2147483646 w 736"/>
                <a:gd name="T91" fmla="*/ 0 h 216"/>
                <a:gd name="T92" fmla="*/ 2147483646 w 736"/>
                <a:gd name="T93" fmla="*/ 0 h 216"/>
                <a:gd name="T94" fmla="*/ 2147483646 w 736"/>
                <a:gd name="T95" fmla="*/ 0 h 216"/>
                <a:gd name="T96" fmla="*/ 2147483646 w 736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6"/>
                <a:gd name="T148" fmla="*/ 0 h 216"/>
                <a:gd name="T149" fmla="*/ 736 w 736"/>
                <a:gd name="T150" fmla="*/ 216 h 2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6" h="216">
                  <a:moveTo>
                    <a:pt x="736" y="216"/>
                  </a:moveTo>
                  <a:lnTo>
                    <a:pt x="728" y="210"/>
                  </a:lnTo>
                  <a:lnTo>
                    <a:pt x="720" y="203"/>
                  </a:lnTo>
                  <a:lnTo>
                    <a:pt x="713" y="197"/>
                  </a:lnTo>
                  <a:lnTo>
                    <a:pt x="706" y="193"/>
                  </a:lnTo>
                  <a:lnTo>
                    <a:pt x="699" y="187"/>
                  </a:lnTo>
                  <a:lnTo>
                    <a:pt x="692" y="183"/>
                  </a:lnTo>
                  <a:lnTo>
                    <a:pt x="686" y="178"/>
                  </a:lnTo>
                  <a:lnTo>
                    <a:pt x="679" y="174"/>
                  </a:lnTo>
                  <a:lnTo>
                    <a:pt x="673" y="170"/>
                  </a:lnTo>
                  <a:lnTo>
                    <a:pt x="667" y="165"/>
                  </a:lnTo>
                  <a:lnTo>
                    <a:pt x="661" y="161"/>
                  </a:lnTo>
                  <a:lnTo>
                    <a:pt x="656" y="158"/>
                  </a:lnTo>
                  <a:lnTo>
                    <a:pt x="650" y="155"/>
                  </a:lnTo>
                  <a:lnTo>
                    <a:pt x="644" y="151"/>
                  </a:lnTo>
                  <a:lnTo>
                    <a:pt x="638" y="148"/>
                  </a:lnTo>
                  <a:lnTo>
                    <a:pt x="634" y="145"/>
                  </a:lnTo>
                  <a:lnTo>
                    <a:pt x="628" y="142"/>
                  </a:lnTo>
                  <a:lnTo>
                    <a:pt x="623" y="139"/>
                  </a:lnTo>
                  <a:lnTo>
                    <a:pt x="617" y="137"/>
                  </a:lnTo>
                  <a:lnTo>
                    <a:pt x="611" y="135"/>
                  </a:lnTo>
                  <a:lnTo>
                    <a:pt x="605" y="132"/>
                  </a:lnTo>
                  <a:lnTo>
                    <a:pt x="600" y="129"/>
                  </a:lnTo>
                  <a:lnTo>
                    <a:pt x="594" y="126"/>
                  </a:lnTo>
                  <a:lnTo>
                    <a:pt x="588" y="124"/>
                  </a:lnTo>
                  <a:lnTo>
                    <a:pt x="582" y="122"/>
                  </a:lnTo>
                  <a:lnTo>
                    <a:pt x="575" y="119"/>
                  </a:lnTo>
                  <a:lnTo>
                    <a:pt x="569" y="116"/>
                  </a:lnTo>
                  <a:lnTo>
                    <a:pt x="562" y="114"/>
                  </a:lnTo>
                  <a:lnTo>
                    <a:pt x="555" y="111"/>
                  </a:lnTo>
                  <a:lnTo>
                    <a:pt x="548" y="108"/>
                  </a:lnTo>
                  <a:lnTo>
                    <a:pt x="541" y="105"/>
                  </a:lnTo>
                  <a:lnTo>
                    <a:pt x="532" y="102"/>
                  </a:lnTo>
                  <a:lnTo>
                    <a:pt x="520" y="96"/>
                  </a:lnTo>
                  <a:lnTo>
                    <a:pt x="510" y="92"/>
                  </a:lnTo>
                  <a:lnTo>
                    <a:pt x="500" y="89"/>
                  </a:lnTo>
                  <a:lnTo>
                    <a:pt x="490" y="85"/>
                  </a:lnTo>
                  <a:lnTo>
                    <a:pt x="482" y="80"/>
                  </a:lnTo>
                  <a:lnTo>
                    <a:pt x="473" y="78"/>
                  </a:lnTo>
                  <a:lnTo>
                    <a:pt x="464" y="75"/>
                  </a:lnTo>
                  <a:lnTo>
                    <a:pt x="457" y="72"/>
                  </a:lnTo>
                  <a:lnTo>
                    <a:pt x="448" y="69"/>
                  </a:lnTo>
                  <a:lnTo>
                    <a:pt x="441" y="66"/>
                  </a:lnTo>
                  <a:lnTo>
                    <a:pt x="436" y="65"/>
                  </a:lnTo>
                  <a:lnTo>
                    <a:pt x="428" y="62"/>
                  </a:lnTo>
                  <a:lnTo>
                    <a:pt x="421" y="60"/>
                  </a:lnTo>
                  <a:lnTo>
                    <a:pt x="415" y="57"/>
                  </a:lnTo>
                  <a:lnTo>
                    <a:pt x="408" y="56"/>
                  </a:lnTo>
                  <a:lnTo>
                    <a:pt x="402" y="55"/>
                  </a:lnTo>
                  <a:lnTo>
                    <a:pt x="395" y="52"/>
                  </a:lnTo>
                  <a:lnTo>
                    <a:pt x="388" y="50"/>
                  </a:lnTo>
                  <a:lnTo>
                    <a:pt x="382" y="49"/>
                  </a:lnTo>
                  <a:lnTo>
                    <a:pt x="375" y="47"/>
                  </a:lnTo>
                  <a:lnTo>
                    <a:pt x="368" y="46"/>
                  </a:lnTo>
                  <a:lnTo>
                    <a:pt x="359" y="45"/>
                  </a:lnTo>
                  <a:lnTo>
                    <a:pt x="352" y="43"/>
                  </a:lnTo>
                  <a:lnTo>
                    <a:pt x="343" y="42"/>
                  </a:lnTo>
                  <a:lnTo>
                    <a:pt x="333" y="39"/>
                  </a:lnTo>
                  <a:lnTo>
                    <a:pt x="325" y="37"/>
                  </a:lnTo>
                  <a:lnTo>
                    <a:pt x="315" y="36"/>
                  </a:lnTo>
                  <a:lnTo>
                    <a:pt x="303" y="35"/>
                  </a:lnTo>
                  <a:lnTo>
                    <a:pt x="292" y="32"/>
                  </a:lnTo>
                  <a:lnTo>
                    <a:pt x="280" y="30"/>
                  </a:lnTo>
                  <a:lnTo>
                    <a:pt x="267" y="27"/>
                  </a:lnTo>
                  <a:lnTo>
                    <a:pt x="253" y="26"/>
                  </a:lnTo>
                  <a:lnTo>
                    <a:pt x="238" y="23"/>
                  </a:lnTo>
                  <a:lnTo>
                    <a:pt x="226" y="22"/>
                  </a:lnTo>
                  <a:lnTo>
                    <a:pt x="214" y="19"/>
                  </a:lnTo>
                  <a:lnTo>
                    <a:pt x="203" y="17"/>
                  </a:lnTo>
                  <a:lnTo>
                    <a:pt x="192" y="16"/>
                  </a:lnTo>
                  <a:lnTo>
                    <a:pt x="182" y="14"/>
                  </a:lnTo>
                  <a:lnTo>
                    <a:pt x="172" y="13"/>
                  </a:lnTo>
                  <a:lnTo>
                    <a:pt x="164" y="12"/>
                  </a:lnTo>
                  <a:lnTo>
                    <a:pt x="155" y="10"/>
                  </a:lnTo>
                  <a:lnTo>
                    <a:pt x="148" y="9"/>
                  </a:lnTo>
                  <a:lnTo>
                    <a:pt x="139" y="7"/>
                  </a:lnTo>
                  <a:lnTo>
                    <a:pt x="132" y="7"/>
                  </a:lnTo>
                  <a:lnTo>
                    <a:pt x="126" y="6"/>
                  </a:lnTo>
                  <a:lnTo>
                    <a:pt x="119" y="4"/>
                  </a:lnTo>
                  <a:lnTo>
                    <a:pt x="113" y="4"/>
                  </a:lnTo>
                  <a:lnTo>
                    <a:pt x="108" y="3"/>
                  </a:lnTo>
                  <a:lnTo>
                    <a:pt x="102" y="3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8" name="Freeform 35">
              <a:extLst>
                <a:ext uri="{FF2B5EF4-FFF2-40B4-BE49-F238E27FC236}">
                  <a16:creationId xmlns:a16="http://schemas.microsoft.com/office/drawing/2014/main" id="{A11782CD-CFF4-429C-A434-2ED50A986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512" y="3422650"/>
              <a:ext cx="646113" cy="644525"/>
            </a:xfrm>
            <a:custGeom>
              <a:avLst/>
              <a:gdLst>
                <a:gd name="T0" fmla="*/ 2147483646 w 814"/>
                <a:gd name="T1" fmla="*/ 2147483646 h 814"/>
                <a:gd name="T2" fmla="*/ 2147483646 w 814"/>
                <a:gd name="T3" fmla="*/ 2147483646 h 814"/>
                <a:gd name="T4" fmla="*/ 2147483646 w 814"/>
                <a:gd name="T5" fmla="*/ 2147483646 h 814"/>
                <a:gd name="T6" fmla="*/ 2147483646 w 814"/>
                <a:gd name="T7" fmla="*/ 2147483646 h 814"/>
                <a:gd name="T8" fmla="*/ 2147483646 w 814"/>
                <a:gd name="T9" fmla="*/ 2147483646 h 814"/>
                <a:gd name="T10" fmla="*/ 2147483646 w 814"/>
                <a:gd name="T11" fmla="*/ 2147483646 h 814"/>
                <a:gd name="T12" fmla="*/ 2147483646 w 814"/>
                <a:gd name="T13" fmla="*/ 2147483646 h 814"/>
                <a:gd name="T14" fmla="*/ 2147483646 w 814"/>
                <a:gd name="T15" fmla="*/ 2147483646 h 814"/>
                <a:gd name="T16" fmla="*/ 2147483646 w 814"/>
                <a:gd name="T17" fmla="*/ 2147483646 h 814"/>
                <a:gd name="T18" fmla="*/ 2147483646 w 814"/>
                <a:gd name="T19" fmla="*/ 2147483646 h 814"/>
                <a:gd name="T20" fmla="*/ 0 w 814"/>
                <a:gd name="T21" fmla="*/ 2147483646 h 814"/>
                <a:gd name="T22" fmla="*/ 2147483646 w 814"/>
                <a:gd name="T23" fmla="*/ 2147483646 h 814"/>
                <a:gd name="T24" fmla="*/ 2147483646 w 814"/>
                <a:gd name="T25" fmla="*/ 2147483646 h 814"/>
                <a:gd name="T26" fmla="*/ 2147483646 w 814"/>
                <a:gd name="T27" fmla="*/ 2147483646 h 814"/>
                <a:gd name="T28" fmla="*/ 2147483646 w 814"/>
                <a:gd name="T29" fmla="*/ 2147483646 h 814"/>
                <a:gd name="T30" fmla="*/ 2147483646 w 814"/>
                <a:gd name="T31" fmla="*/ 2147483646 h 814"/>
                <a:gd name="T32" fmla="*/ 2147483646 w 814"/>
                <a:gd name="T33" fmla="*/ 2147483646 h 814"/>
                <a:gd name="T34" fmla="*/ 2147483646 w 814"/>
                <a:gd name="T35" fmla="*/ 2147483646 h 814"/>
                <a:gd name="T36" fmla="*/ 2147483646 w 814"/>
                <a:gd name="T37" fmla="*/ 2147483646 h 814"/>
                <a:gd name="T38" fmla="*/ 2147483646 w 814"/>
                <a:gd name="T39" fmla="*/ 2147483646 h 814"/>
                <a:gd name="T40" fmla="*/ 2147483646 w 814"/>
                <a:gd name="T41" fmla="*/ 2147483646 h 814"/>
                <a:gd name="T42" fmla="*/ 2147483646 w 814"/>
                <a:gd name="T43" fmla="*/ 2147483646 h 814"/>
                <a:gd name="T44" fmla="*/ 2147483646 w 814"/>
                <a:gd name="T45" fmla="*/ 2147483646 h 814"/>
                <a:gd name="T46" fmla="*/ 2147483646 w 814"/>
                <a:gd name="T47" fmla="*/ 2147483646 h 814"/>
                <a:gd name="T48" fmla="*/ 2147483646 w 814"/>
                <a:gd name="T49" fmla="*/ 2147483646 h 814"/>
                <a:gd name="T50" fmla="*/ 2147483646 w 814"/>
                <a:gd name="T51" fmla="*/ 2147483646 h 814"/>
                <a:gd name="T52" fmla="*/ 2147483646 w 814"/>
                <a:gd name="T53" fmla="*/ 2147483646 h 814"/>
                <a:gd name="T54" fmla="*/ 2147483646 w 814"/>
                <a:gd name="T55" fmla="*/ 2147483646 h 814"/>
                <a:gd name="T56" fmla="*/ 2147483646 w 814"/>
                <a:gd name="T57" fmla="*/ 2147483646 h 814"/>
                <a:gd name="T58" fmla="*/ 2147483646 w 814"/>
                <a:gd name="T59" fmla="*/ 2147483646 h 814"/>
                <a:gd name="T60" fmla="*/ 2147483646 w 814"/>
                <a:gd name="T61" fmla="*/ 2147483646 h 814"/>
                <a:gd name="T62" fmla="*/ 2147483646 w 814"/>
                <a:gd name="T63" fmla="*/ 2147483646 h 814"/>
                <a:gd name="T64" fmla="*/ 2147483646 w 814"/>
                <a:gd name="T65" fmla="*/ 2147483646 h 814"/>
                <a:gd name="T66" fmla="*/ 2147483646 w 814"/>
                <a:gd name="T67" fmla="*/ 2147483646 h 814"/>
                <a:gd name="T68" fmla="*/ 2147483646 w 814"/>
                <a:gd name="T69" fmla="*/ 2147483646 h 814"/>
                <a:gd name="T70" fmla="*/ 2147483646 w 814"/>
                <a:gd name="T71" fmla="*/ 2147483646 h 814"/>
                <a:gd name="T72" fmla="*/ 2147483646 w 814"/>
                <a:gd name="T73" fmla="*/ 2147483646 h 814"/>
                <a:gd name="T74" fmla="*/ 2147483646 w 814"/>
                <a:gd name="T75" fmla="*/ 2147483646 h 814"/>
                <a:gd name="T76" fmla="*/ 2147483646 w 814"/>
                <a:gd name="T77" fmla="*/ 2147483646 h 814"/>
                <a:gd name="T78" fmla="*/ 2147483646 w 814"/>
                <a:gd name="T79" fmla="*/ 2147483646 h 814"/>
                <a:gd name="T80" fmla="*/ 2147483646 w 814"/>
                <a:gd name="T81" fmla="*/ 2147483646 h 814"/>
                <a:gd name="T82" fmla="*/ 2147483646 w 814"/>
                <a:gd name="T83" fmla="*/ 2147483646 h 814"/>
                <a:gd name="T84" fmla="*/ 2147483646 w 814"/>
                <a:gd name="T85" fmla="*/ 2147483646 h 814"/>
                <a:gd name="T86" fmla="*/ 2147483646 w 814"/>
                <a:gd name="T87" fmla="*/ 0 h 8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4"/>
                <a:gd name="T133" fmla="*/ 0 h 814"/>
                <a:gd name="T134" fmla="*/ 814 w 814"/>
                <a:gd name="T135" fmla="*/ 814 h 8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4" h="814">
                  <a:moveTo>
                    <a:pt x="407" y="0"/>
                  </a:moveTo>
                  <a:lnTo>
                    <a:pt x="386" y="0"/>
                  </a:lnTo>
                  <a:lnTo>
                    <a:pt x="365" y="2"/>
                  </a:lnTo>
                  <a:lnTo>
                    <a:pt x="345" y="5"/>
                  </a:lnTo>
                  <a:lnTo>
                    <a:pt x="325" y="7"/>
                  </a:lnTo>
                  <a:lnTo>
                    <a:pt x="305" y="12"/>
                  </a:lnTo>
                  <a:lnTo>
                    <a:pt x="286" y="17"/>
                  </a:lnTo>
                  <a:lnTo>
                    <a:pt x="268" y="25"/>
                  </a:lnTo>
                  <a:lnTo>
                    <a:pt x="249" y="32"/>
                  </a:lnTo>
                  <a:lnTo>
                    <a:pt x="230" y="39"/>
                  </a:lnTo>
                  <a:lnTo>
                    <a:pt x="213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8" y="92"/>
                  </a:lnTo>
                  <a:lnTo>
                    <a:pt x="132" y="105"/>
                  </a:lnTo>
                  <a:lnTo>
                    <a:pt x="119" y="120"/>
                  </a:lnTo>
                  <a:lnTo>
                    <a:pt x="105" y="132"/>
                  </a:lnTo>
                  <a:lnTo>
                    <a:pt x="92" y="148"/>
                  </a:lnTo>
                  <a:lnTo>
                    <a:pt x="81" y="163"/>
                  </a:lnTo>
                  <a:lnTo>
                    <a:pt x="69" y="178"/>
                  </a:lnTo>
                  <a:lnTo>
                    <a:pt x="59" y="196"/>
                  </a:lnTo>
                  <a:lnTo>
                    <a:pt x="49" y="213"/>
                  </a:lnTo>
                  <a:lnTo>
                    <a:pt x="40" y="230"/>
                  </a:lnTo>
                  <a:lnTo>
                    <a:pt x="32" y="249"/>
                  </a:lnTo>
                  <a:lnTo>
                    <a:pt x="24" y="266"/>
                  </a:lnTo>
                  <a:lnTo>
                    <a:pt x="17" y="286"/>
                  </a:lnTo>
                  <a:lnTo>
                    <a:pt x="13" y="305"/>
                  </a:lnTo>
                  <a:lnTo>
                    <a:pt x="7" y="325"/>
                  </a:lnTo>
                  <a:lnTo>
                    <a:pt x="4" y="345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0" y="407"/>
                  </a:lnTo>
                  <a:lnTo>
                    <a:pt x="0" y="429"/>
                  </a:lnTo>
                  <a:lnTo>
                    <a:pt x="1" y="449"/>
                  </a:lnTo>
                  <a:lnTo>
                    <a:pt x="4" y="469"/>
                  </a:lnTo>
                  <a:lnTo>
                    <a:pt x="7" y="489"/>
                  </a:lnTo>
                  <a:lnTo>
                    <a:pt x="13" y="509"/>
                  </a:lnTo>
                  <a:lnTo>
                    <a:pt x="17" y="528"/>
                  </a:lnTo>
                  <a:lnTo>
                    <a:pt x="24" y="546"/>
                  </a:lnTo>
                  <a:lnTo>
                    <a:pt x="32" y="565"/>
                  </a:lnTo>
                  <a:lnTo>
                    <a:pt x="40" y="584"/>
                  </a:lnTo>
                  <a:lnTo>
                    <a:pt x="49" y="601"/>
                  </a:lnTo>
                  <a:lnTo>
                    <a:pt x="59" y="618"/>
                  </a:lnTo>
                  <a:lnTo>
                    <a:pt x="69" y="634"/>
                  </a:lnTo>
                  <a:lnTo>
                    <a:pt x="81" y="650"/>
                  </a:lnTo>
                  <a:lnTo>
                    <a:pt x="92" y="666"/>
                  </a:lnTo>
                  <a:lnTo>
                    <a:pt x="105" y="680"/>
                  </a:lnTo>
                  <a:lnTo>
                    <a:pt x="119" y="694"/>
                  </a:lnTo>
                  <a:lnTo>
                    <a:pt x="132" y="709"/>
                  </a:lnTo>
                  <a:lnTo>
                    <a:pt x="148" y="722"/>
                  </a:lnTo>
                  <a:lnTo>
                    <a:pt x="163" y="733"/>
                  </a:lnTo>
                  <a:lnTo>
                    <a:pt x="180" y="745"/>
                  </a:lnTo>
                  <a:lnTo>
                    <a:pt x="196" y="755"/>
                  </a:lnTo>
                  <a:lnTo>
                    <a:pt x="213" y="765"/>
                  </a:lnTo>
                  <a:lnTo>
                    <a:pt x="230" y="773"/>
                  </a:lnTo>
                  <a:lnTo>
                    <a:pt x="249" y="782"/>
                  </a:lnTo>
                  <a:lnTo>
                    <a:pt x="268" y="789"/>
                  </a:lnTo>
                  <a:lnTo>
                    <a:pt x="286" y="796"/>
                  </a:lnTo>
                  <a:lnTo>
                    <a:pt x="305" y="801"/>
                  </a:lnTo>
                  <a:lnTo>
                    <a:pt x="325" y="807"/>
                  </a:lnTo>
                  <a:lnTo>
                    <a:pt x="345" y="809"/>
                  </a:lnTo>
                  <a:lnTo>
                    <a:pt x="365" y="812"/>
                  </a:lnTo>
                  <a:lnTo>
                    <a:pt x="386" y="814"/>
                  </a:lnTo>
                  <a:lnTo>
                    <a:pt x="407" y="814"/>
                  </a:lnTo>
                  <a:lnTo>
                    <a:pt x="429" y="814"/>
                  </a:lnTo>
                  <a:lnTo>
                    <a:pt x="449" y="812"/>
                  </a:lnTo>
                  <a:lnTo>
                    <a:pt x="469" y="809"/>
                  </a:lnTo>
                  <a:lnTo>
                    <a:pt x="489" y="807"/>
                  </a:lnTo>
                  <a:lnTo>
                    <a:pt x="509" y="801"/>
                  </a:lnTo>
                  <a:lnTo>
                    <a:pt x="528" y="796"/>
                  </a:lnTo>
                  <a:lnTo>
                    <a:pt x="547" y="789"/>
                  </a:lnTo>
                  <a:lnTo>
                    <a:pt x="565" y="782"/>
                  </a:lnTo>
                  <a:lnTo>
                    <a:pt x="584" y="773"/>
                  </a:lnTo>
                  <a:lnTo>
                    <a:pt x="601" y="765"/>
                  </a:lnTo>
                  <a:lnTo>
                    <a:pt x="619" y="755"/>
                  </a:lnTo>
                  <a:lnTo>
                    <a:pt x="634" y="745"/>
                  </a:lnTo>
                  <a:lnTo>
                    <a:pt x="652" y="733"/>
                  </a:lnTo>
                  <a:lnTo>
                    <a:pt x="666" y="722"/>
                  </a:lnTo>
                  <a:lnTo>
                    <a:pt x="682" y="709"/>
                  </a:lnTo>
                  <a:lnTo>
                    <a:pt x="695" y="694"/>
                  </a:lnTo>
                  <a:lnTo>
                    <a:pt x="709" y="680"/>
                  </a:lnTo>
                  <a:lnTo>
                    <a:pt x="722" y="666"/>
                  </a:lnTo>
                  <a:lnTo>
                    <a:pt x="734" y="650"/>
                  </a:lnTo>
                  <a:lnTo>
                    <a:pt x="745" y="634"/>
                  </a:lnTo>
                  <a:lnTo>
                    <a:pt x="755" y="618"/>
                  </a:lnTo>
                  <a:lnTo>
                    <a:pt x="765" y="601"/>
                  </a:lnTo>
                  <a:lnTo>
                    <a:pt x="774" y="584"/>
                  </a:lnTo>
                  <a:lnTo>
                    <a:pt x="783" y="565"/>
                  </a:lnTo>
                  <a:lnTo>
                    <a:pt x="790" y="546"/>
                  </a:lnTo>
                  <a:lnTo>
                    <a:pt x="797" y="528"/>
                  </a:lnTo>
                  <a:lnTo>
                    <a:pt x="801" y="509"/>
                  </a:lnTo>
                  <a:lnTo>
                    <a:pt x="807" y="489"/>
                  </a:lnTo>
                  <a:lnTo>
                    <a:pt x="810" y="469"/>
                  </a:lnTo>
                  <a:lnTo>
                    <a:pt x="813" y="449"/>
                  </a:lnTo>
                  <a:lnTo>
                    <a:pt x="814" y="429"/>
                  </a:lnTo>
                  <a:lnTo>
                    <a:pt x="814" y="407"/>
                  </a:lnTo>
                  <a:lnTo>
                    <a:pt x="814" y="385"/>
                  </a:lnTo>
                  <a:lnTo>
                    <a:pt x="813" y="365"/>
                  </a:lnTo>
                  <a:lnTo>
                    <a:pt x="810" y="345"/>
                  </a:lnTo>
                  <a:lnTo>
                    <a:pt x="807" y="325"/>
                  </a:lnTo>
                  <a:lnTo>
                    <a:pt x="801" y="305"/>
                  </a:lnTo>
                  <a:lnTo>
                    <a:pt x="797" y="286"/>
                  </a:lnTo>
                  <a:lnTo>
                    <a:pt x="790" y="266"/>
                  </a:lnTo>
                  <a:lnTo>
                    <a:pt x="783" y="249"/>
                  </a:lnTo>
                  <a:lnTo>
                    <a:pt x="774" y="230"/>
                  </a:lnTo>
                  <a:lnTo>
                    <a:pt x="765" y="213"/>
                  </a:lnTo>
                  <a:lnTo>
                    <a:pt x="755" y="196"/>
                  </a:lnTo>
                  <a:lnTo>
                    <a:pt x="745" y="178"/>
                  </a:lnTo>
                  <a:lnTo>
                    <a:pt x="734" y="163"/>
                  </a:lnTo>
                  <a:lnTo>
                    <a:pt x="722" y="148"/>
                  </a:lnTo>
                  <a:lnTo>
                    <a:pt x="709" y="132"/>
                  </a:lnTo>
                  <a:lnTo>
                    <a:pt x="695" y="120"/>
                  </a:lnTo>
                  <a:lnTo>
                    <a:pt x="682" y="105"/>
                  </a:lnTo>
                  <a:lnTo>
                    <a:pt x="666" y="92"/>
                  </a:lnTo>
                  <a:lnTo>
                    <a:pt x="652" y="81"/>
                  </a:lnTo>
                  <a:lnTo>
                    <a:pt x="634" y="69"/>
                  </a:lnTo>
                  <a:lnTo>
                    <a:pt x="619" y="59"/>
                  </a:lnTo>
                  <a:lnTo>
                    <a:pt x="601" y="49"/>
                  </a:lnTo>
                  <a:lnTo>
                    <a:pt x="584" y="39"/>
                  </a:lnTo>
                  <a:lnTo>
                    <a:pt x="565" y="32"/>
                  </a:lnTo>
                  <a:lnTo>
                    <a:pt x="547" y="25"/>
                  </a:lnTo>
                  <a:lnTo>
                    <a:pt x="528" y="17"/>
                  </a:lnTo>
                  <a:lnTo>
                    <a:pt x="509" y="12"/>
                  </a:lnTo>
                  <a:lnTo>
                    <a:pt x="489" y="7"/>
                  </a:lnTo>
                  <a:lnTo>
                    <a:pt x="469" y="5"/>
                  </a:lnTo>
                  <a:lnTo>
                    <a:pt x="449" y="2"/>
                  </a:lnTo>
                  <a:lnTo>
                    <a:pt x="429" y="0"/>
                  </a:lnTo>
                  <a:lnTo>
                    <a:pt x="407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09" name="Rectangle 36">
              <a:extLst>
                <a:ext uri="{FF2B5EF4-FFF2-40B4-BE49-F238E27FC236}">
                  <a16:creationId xmlns:a16="http://schemas.microsoft.com/office/drawing/2014/main" id="{0C3EEA7E-7A22-48B0-BDE2-B3907AC18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6462" y="3619500"/>
              <a:ext cx="219075" cy="312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0" name="Rectangle 37">
              <a:extLst>
                <a:ext uri="{FF2B5EF4-FFF2-40B4-BE49-F238E27FC236}">
                  <a16:creationId xmlns:a16="http://schemas.microsoft.com/office/drawing/2014/main" id="{5F64C236-FF62-4FF9-9FD9-5BCE39574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0862" y="3640137"/>
              <a:ext cx="28416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1" name="Rectangle 38">
              <a:extLst>
                <a:ext uri="{FF2B5EF4-FFF2-40B4-BE49-F238E27FC236}">
                  <a16:creationId xmlns:a16="http://schemas.microsoft.com/office/drawing/2014/main" id="{DBBAD6F9-E8B4-4F35-8140-0747996E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625" y="3624262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2" name="Rectangle 39">
              <a:extLst>
                <a:ext uri="{FF2B5EF4-FFF2-40B4-BE49-F238E27FC236}">
                  <a16:creationId xmlns:a16="http://schemas.microsoft.com/office/drawing/2014/main" id="{3EBAE8B2-AC6C-4166-851F-E7BA52195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150" y="3624262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3" name="Rectangle 40">
              <a:extLst>
                <a:ext uri="{FF2B5EF4-FFF2-40B4-BE49-F238E27FC236}">
                  <a16:creationId xmlns:a16="http://schemas.microsoft.com/office/drawing/2014/main" id="{CE4A0204-97EB-443C-8A70-1176B44A2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624262"/>
              <a:ext cx="2619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4" name="Rectangle 41">
              <a:extLst>
                <a:ext uri="{FF2B5EF4-FFF2-40B4-BE49-F238E27FC236}">
                  <a16:creationId xmlns:a16="http://schemas.microsoft.com/office/drawing/2014/main" id="{EEAB1B31-1C01-4155-BF29-CA967D784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2" y="3624262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5" name="Rectangle 42">
              <a:extLst>
                <a:ext uri="{FF2B5EF4-FFF2-40B4-BE49-F238E27FC236}">
                  <a16:creationId xmlns:a16="http://schemas.microsoft.com/office/drawing/2014/main" id="{97F37F62-F23C-4166-B5E3-1B316848A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650" y="3624262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6" name="Rectangle 43">
              <a:extLst>
                <a:ext uri="{FF2B5EF4-FFF2-40B4-BE49-F238E27FC236}">
                  <a16:creationId xmlns:a16="http://schemas.microsoft.com/office/drawing/2014/main" id="{75A60FBB-A96A-4BAC-9286-411EF7FB0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7" y="3624262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7" name="Freeform 44">
              <a:extLst>
                <a:ext uri="{FF2B5EF4-FFF2-40B4-BE49-F238E27FC236}">
                  <a16:creationId xmlns:a16="http://schemas.microsoft.com/office/drawing/2014/main" id="{BB16D4F6-F76A-4AE1-9D23-AAEBABECB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0" y="3240087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9" y="172"/>
                  </a:lnTo>
                  <a:lnTo>
                    <a:pt x="86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8" name="Line 45">
              <a:extLst>
                <a:ext uri="{FF2B5EF4-FFF2-40B4-BE49-F238E27FC236}">
                  <a16:creationId xmlns:a16="http://schemas.microsoft.com/office/drawing/2014/main" id="{30BE1165-0A14-4092-B083-3326CA727C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9675" y="2944812"/>
              <a:ext cx="1587" cy="2952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19" name="Rectangle 46">
              <a:extLst>
                <a:ext uri="{FF2B5EF4-FFF2-40B4-BE49-F238E27FC236}">
                  <a16:creationId xmlns:a16="http://schemas.microsoft.com/office/drawing/2014/main" id="{AD3B0FCD-9990-42C6-9AB3-FB8884A78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137" y="3619500"/>
              <a:ext cx="219075" cy="312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0" name="Rectangle 47">
              <a:extLst>
                <a:ext uri="{FF2B5EF4-FFF2-40B4-BE49-F238E27FC236}">
                  <a16:creationId xmlns:a16="http://schemas.microsoft.com/office/drawing/2014/main" id="{F2264131-96BB-4799-B172-D509D8F57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837" y="2646362"/>
              <a:ext cx="620713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1" name="Rectangle 48">
              <a:extLst>
                <a:ext uri="{FF2B5EF4-FFF2-40B4-BE49-F238E27FC236}">
                  <a16:creationId xmlns:a16="http://schemas.microsoft.com/office/drawing/2014/main" id="{D7E58FCE-0C87-4117-AFE0-AC0E08AA4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775" y="2960687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2" name="Rectangle 49">
              <a:extLst>
                <a:ext uri="{FF2B5EF4-FFF2-40B4-BE49-F238E27FC236}">
                  <a16:creationId xmlns:a16="http://schemas.microsoft.com/office/drawing/2014/main" id="{7E538DE7-33B9-45BB-8826-5C2E5D81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300" y="2960687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3" name="Rectangle 50">
              <a:extLst>
                <a:ext uri="{FF2B5EF4-FFF2-40B4-BE49-F238E27FC236}">
                  <a16:creationId xmlns:a16="http://schemas.microsoft.com/office/drawing/2014/main" id="{D909A098-3242-48C4-B78C-1C5E06FB5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2" y="2960687"/>
              <a:ext cx="2619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4" name="Rectangle 51">
              <a:extLst>
                <a:ext uri="{FF2B5EF4-FFF2-40B4-BE49-F238E27FC236}">
                  <a16:creationId xmlns:a16="http://schemas.microsoft.com/office/drawing/2014/main" id="{6E650DC8-74C1-40A2-82EA-514AA3092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012" y="2960687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5" name="Rectangle 52">
              <a:extLst>
                <a:ext uri="{FF2B5EF4-FFF2-40B4-BE49-F238E27FC236}">
                  <a16:creationId xmlns:a16="http://schemas.microsoft.com/office/drawing/2014/main" id="{905D725D-4E09-4AD2-B453-EB89D375A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2960687"/>
              <a:ext cx="2492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6" name="Rectangle 53">
              <a:extLst>
                <a:ext uri="{FF2B5EF4-FFF2-40B4-BE49-F238E27FC236}">
                  <a16:creationId xmlns:a16="http://schemas.microsoft.com/office/drawing/2014/main" id="{561E6463-0C91-4C9B-9109-8DA1E8684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650" y="2960687"/>
              <a:ext cx="26193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127" name="Rectangle 54">
              <a:extLst>
                <a:ext uri="{FF2B5EF4-FFF2-40B4-BE49-F238E27FC236}">
                  <a16:creationId xmlns:a16="http://schemas.microsoft.com/office/drawing/2014/main" id="{10AD2FD7-9DA6-4EFC-9CBC-FA795BAC0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287" y="2955925"/>
              <a:ext cx="219075" cy="312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MS PGothic" panose="020B0600070205080204" pitchFamily="34" charset="-128"/>
                  <a:cs typeface="+mn-cs"/>
                </a:rPr>
                <a:t>¤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4034" name="Title 1">
            <a:extLst>
              <a:ext uri="{FF2B5EF4-FFF2-40B4-BE49-F238E27FC236}">
                <a16:creationId xmlns:a16="http://schemas.microsoft.com/office/drawing/2014/main" id="{024E0853-929B-4C67-A325-5313E81BFAAC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Now Let’s Do the State Table for this FSM</a:t>
            </a:r>
          </a:p>
        </p:txBody>
      </p:sp>
      <p:grpSp>
        <p:nvGrpSpPr>
          <p:cNvPr id="44035" name="Group 51">
            <a:extLst>
              <a:ext uri="{FF2B5EF4-FFF2-40B4-BE49-F238E27FC236}">
                <a16:creationId xmlns:a16="http://schemas.microsoft.com/office/drawing/2014/main" id="{69D90223-21CE-44AF-A4EA-55E01EFD4442}"/>
              </a:ext>
            </a:extLst>
          </p:cNvPr>
          <p:cNvGrpSpPr>
            <a:grpSpLocks/>
          </p:cNvGrpSpPr>
          <p:nvPr/>
        </p:nvGrpSpPr>
        <p:grpSpPr bwMode="auto">
          <a:xfrm>
            <a:off x="2205038" y="4229100"/>
            <a:ext cx="4881562" cy="1714500"/>
            <a:chOff x="1301" y="1220"/>
            <a:chExt cx="3075" cy="1080"/>
          </a:xfrm>
        </p:grpSpPr>
        <p:sp>
          <p:nvSpPr>
            <p:cNvPr id="44036" name="Rectangle 4">
              <a:extLst>
                <a:ext uri="{FF2B5EF4-FFF2-40B4-BE49-F238E27FC236}">
                  <a16:creationId xmlns:a16="http://schemas.microsoft.com/office/drawing/2014/main" id="{D9135428-5503-4A72-8EC8-BF86F94C3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0"/>
              <a:ext cx="3075" cy="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37" name="Rectangle 5">
              <a:extLst>
                <a:ext uri="{FF2B5EF4-FFF2-40B4-BE49-F238E27FC236}">
                  <a16:creationId xmlns:a16="http://schemas.microsoft.com/office/drawing/2014/main" id="{F5BE8CF4-B7B0-438D-B233-47EB06B24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7"/>
              <a:ext cx="7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38" name="Rectangle 6">
              <a:extLst>
                <a:ext uri="{FF2B5EF4-FFF2-40B4-BE49-F238E27FC236}">
                  <a16:creationId xmlns:a16="http://schemas.microsoft.com/office/drawing/2014/main" id="{6077FA6B-193B-4648-9454-7562C3B78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39" name="Rectangle 7">
              <a:extLst>
                <a:ext uri="{FF2B5EF4-FFF2-40B4-BE49-F238E27FC236}">
                  <a16:creationId xmlns:a16="http://schemas.microsoft.com/office/drawing/2014/main" id="{390EFC7B-E1C3-4BBD-952B-8E77BB13D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6" y="1326"/>
              <a:ext cx="51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</a:p>
          </p:txBody>
        </p:sp>
        <p:sp>
          <p:nvSpPr>
            <p:cNvPr id="44040" name="Rectangle 8">
              <a:extLst>
                <a:ext uri="{FF2B5EF4-FFF2-40B4-BE49-F238E27FC236}">
                  <a16:creationId xmlns:a16="http://schemas.microsoft.com/office/drawing/2014/main" id="{7523BF3F-77CF-480C-8AB8-FC0570448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41" name="Rectangle 9">
              <a:extLst>
                <a:ext uri="{FF2B5EF4-FFF2-40B4-BE49-F238E27FC236}">
                  <a16:creationId xmlns:a16="http://schemas.microsoft.com/office/drawing/2014/main" id="{327FAA16-EF96-43BF-A09E-F9397CE3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1269"/>
              <a:ext cx="68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</a:p>
          </p:txBody>
        </p:sp>
        <p:sp>
          <p:nvSpPr>
            <p:cNvPr id="44042" name="Rectangle 10">
              <a:extLst>
                <a:ext uri="{FF2B5EF4-FFF2-40B4-BE49-F238E27FC236}">
                  <a16:creationId xmlns:a16="http://schemas.microsoft.com/office/drawing/2014/main" id="{AD1164FD-C83D-4861-A3CA-58E24A4F1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269"/>
              <a:ext cx="4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</a:p>
          </p:txBody>
        </p:sp>
        <p:sp>
          <p:nvSpPr>
            <p:cNvPr id="44043" name="Rectangle 11">
              <a:extLst>
                <a:ext uri="{FF2B5EF4-FFF2-40B4-BE49-F238E27FC236}">
                  <a16:creationId xmlns:a16="http://schemas.microsoft.com/office/drawing/2014/main" id="{C9850386-5094-4BC7-9BA1-51F69D59D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44" name="Rectangle 12">
              <a:extLst>
                <a:ext uri="{FF2B5EF4-FFF2-40B4-BE49-F238E27FC236}">
                  <a16:creationId xmlns:a16="http://schemas.microsoft.com/office/drawing/2014/main" id="{4212753E-A7EF-480C-8262-5A7114673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23"/>
              <a:ext cx="2414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45" name="Rectangle 13">
              <a:extLst>
                <a:ext uri="{FF2B5EF4-FFF2-40B4-BE49-F238E27FC236}">
                  <a16:creationId xmlns:a16="http://schemas.microsoft.com/office/drawing/2014/main" id="{038581C1-824A-4564-BDC7-AD5083C1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515"/>
              <a:ext cx="7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46" name="Rectangle 14">
              <a:extLst>
                <a:ext uri="{FF2B5EF4-FFF2-40B4-BE49-F238E27FC236}">
                  <a16:creationId xmlns:a16="http://schemas.microsoft.com/office/drawing/2014/main" id="{CCB912C1-A203-4E9C-8D94-66344590A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1268"/>
              <a:ext cx="10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</a:p>
          </p:txBody>
        </p:sp>
        <p:sp>
          <p:nvSpPr>
            <p:cNvPr id="44047" name="Rectangle 15">
              <a:extLst>
                <a:ext uri="{FF2B5EF4-FFF2-40B4-BE49-F238E27FC236}">
                  <a16:creationId xmlns:a16="http://schemas.microsoft.com/office/drawing/2014/main" id="{9927AF4C-87C8-439B-AB59-9E3383B66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48" name="Rectangle 16">
              <a:extLst>
                <a:ext uri="{FF2B5EF4-FFF2-40B4-BE49-F238E27FC236}">
                  <a16:creationId xmlns:a16="http://schemas.microsoft.com/office/drawing/2014/main" id="{275DB549-4DF5-4D1B-919D-25990A7E9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530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</a:p>
          </p:txBody>
        </p:sp>
        <p:sp>
          <p:nvSpPr>
            <p:cNvPr id="44049" name="Rectangle 17">
              <a:extLst>
                <a:ext uri="{FF2B5EF4-FFF2-40B4-BE49-F238E27FC236}">
                  <a16:creationId xmlns:a16="http://schemas.microsoft.com/office/drawing/2014/main" id="{32F4A721-8835-4DC7-9C2C-46BACE7E1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4050" name="Rectangle 18">
              <a:extLst>
                <a:ext uri="{FF2B5EF4-FFF2-40B4-BE49-F238E27FC236}">
                  <a16:creationId xmlns:a16="http://schemas.microsoft.com/office/drawing/2014/main" id="{10A988A5-20FA-439C-A8D1-29D541151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4051" name="Rectangle 19">
              <a:extLst>
                <a:ext uri="{FF2B5EF4-FFF2-40B4-BE49-F238E27FC236}">
                  <a16:creationId xmlns:a16="http://schemas.microsoft.com/office/drawing/2014/main" id="{FF6AC289-C229-422B-BCEB-511B17F0E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4052" name="Rectangle 20">
              <a:extLst>
                <a:ext uri="{FF2B5EF4-FFF2-40B4-BE49-F238E27FC236}">
                  <a16:creationId xmlns:a16="http://schemas.microsoft.com/office/drawing/2014/main" id="{9BFD4443-A70B-4BE4-91D4-9DDC4F2E9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4053" name="Rectangle 21">
              <a:extLst>
                <a:ext uri="{FF2B5EF4-FFF2-40B4-BE49-F238E27FC236}">
                  <a16:creationId xmlns:a16="http://schemas.microsoft.com/office/drawing/2014/main" id="{E9633514-29AA-4C4A-BD2C-D2BA3707F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4054" name="Rectangle 22">
              <a:extLst>
                <a:ext uri="{FF2B5EF4-FFF2-40B4-BE49-F238E27FC236}">
                  <a16:creationId xmlns:a16="http://schemas.microsoft.com/office/drawing/2014/main" id="{B5D9EDBD-6B3F-4325-8968-32906BBD3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55" name="Rectangle 23">
              <a:extLst>
                <a:ext uri="{FF2B5EF4-FFF2-40B4-BE49-F238E27FC236}">
                  <a16:creationId xmlns:a16="http://schemas.microsoft.com/office/drawing/2014/main" id="{6615757C-F83B-47EE-AF99-89DFD94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4056" name="Rectangle 24">
              <a:extLst>
                <a:ext uri="{FF2B5EF4-FFF2-40B4-BE49-F238E27FC236}">
                  <a16:creationId xmlns:a16="http://schemas.microsoft.com/office/drawing/2014/main" id="{5051D89F-9A10-48CA-ADDC-2FA597391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4057" name="Rectangle 25">
              <a:extLst>
                <a:ext uri="{FF2B5EF4-FFF2-40B4-BE49-F238E27FC236}">
                  <a16:creationId xmlns:a16="http://schemas.microsoft.com/office/drawing/2014/main" id="{0117D9FF-8C04-40BC-8767-A0607D216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4058" name="Rectangle 26">
              <a:extLst>
                <a:ext uri="{FF2B5EF4-FFF2-40B4-BE49-F238E27FC236}">
                  <a16:creationId xmlns:a16="http://schemas.microsoft.com/office/drawing/2014/main" id="{43334BA4-F52C-4063-B419-6D74CC0DB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4059" name="Rectangle 27">
              <a:extLst>
                <a:ext uri="{FF2B5EF4-FFF2-40B4-BE49-F238E27FC236}">
                  <a16:creationId xmlns:a16="http://schemas.microsoft.com/office/drawing/2014/main" id="{30A5BCA6-AFD1-4DA1-8574-D8172C988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4060" name="Rectangle 28">
              <a:extLst>
                <a:ext uri="{FF2B5EF4-FFF2-40B4-BE49-F238E27FC236}">
                  <a16:creationId xmlns:a16="http://schemas.microsoft.com/office/drawing/2014/main" id="{AB4CC553-40DB-42D0-91FD-C0C7CE191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4061" name="Rectangle 29">
              <a:extLst>
                <a:ext uri="{FF2B5EF4-FFF2-40B4-BE49-F238E27FC236}">
                  <a16:creationId xmlns:a16="http://schemas.microsoft.com/office/drawing/2014/main" id="{FDE70550-1335-40F0-BE13-138F416C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62" name="Rectangle 30">
              <a:extLst>
                <a:ext uri="{FF2B5EF4-FFF2-40B4-BE49-F238E27FC236}">
                  <a16:creationId xmlns:a16="http://schemas.microsoft.com/office/drawing/2014/main" id="{868AEBAA-8EB7-4238-A319-B9315350C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1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63" name="Rectangle 31">
              <a:extLst>
                <a:ext uri="{FF2B5EF4-FFF2-40B4-BE49-F238E27FC236}">
                  <a16:creationId xmlns:a16="http://schemas.microsoft.com/office/drawing/2014/main" id="{4B2FD7DD-2250-4F2A-A5BB-EB6617177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22"/>
              <a:ext cx="7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64" name="Rectangle 32">
              <a:extLst>
                <a:ext uri="{FF2B5EF4-FFF2-40B4-BE49-F238E27FC236}">
                  <a16:creationId xmlns:a16="http://schemas.microsoft.com/office/drawing/2014/main" id="{C3AD9B59-26D8-4306-A218-3274BC329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4065" name="Rectangle 33">
              <a:extLst>
                <a:ext uri="{FF2B5EF4-FFF2-40B4-BE49-F238E27FC236}">
                  <a16:creationId xmlns:a16="http://schemas.microsoft.com/office/drawing/2014/main" id="{19105A99-8F41-4E95-98C4-85B9C2ABC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66" name="Rectangle 34">
              <a:extLst>
                <a:ext uri="{FF2B5EF4-FFF2-40B4-BE49-F238E27FC236}">
                  <a16:creationId xmlns:a16="http://schemas.microsoft.com/office/drawing/2014/main" id="{121E5400-CBAA-48BE-84A9-154E587C5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876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4067" name="Rectangle 35">
              <a:extLst>
                <a:ext uri="{FF2B5EF4-FFF2-40B4-BE49-F238E27FC236}">
                  <a16:creationId xmlns:a16="http://schemas.microsoft.com/office/drawing/2014/main" id="{52885C38-439A-42FD-928B-9F31FD151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1876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4068" name="Rectangle 36">
              <a:extLst>
                <a:ext uri="{FF2B5EF4-FFF2-40B4-BE49-F238E27FC236}">
                  <a16:creationId xmlns:a16="http://schemas.microsoft.com/office/drawing/2014/main" id="{2D930B83-68E1-44BF-8B68-66A844A19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69" name="Rectangle 37">
              <a:extLst>
                <a:ext uri="{FF2B5EF4-FFF2-40B4-BE49-F238E27FC236}">
                  <a16:creationId xmlns:a16="http://schemas.microsoft.com/office/drawing/2014/main" id="{7D37BB06-D593-46A1-B49C-8A2F83AE3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1876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4070" name="Rectangle 38">
              <a:extLst>
                <a:ext uri="{FF2B5EF4-FFF2-40B4-BE49-F238E27FC236}">
                  <a16:creationId xmlns:a16="http://schemas.microsoft.com/office/drawing/2014/main" id="{107C29CA-36BB-46AF-8465-332B90715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876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4071" name="Rectangle 39">
              <a:extLst>
                <a:ext uri="{FF2B5EF4-FFF2-40B4-BE49-F238E27FC236}">
                  <a16:creationId xmlns:a16="http://schemas.microsoft.com/office/drawing/2014/main" id="{95E0FECA-A29C-4196-B243-04C327598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72" name="Rectangle 40">
              <a:extLst>
                <a:ext uri="{FF2B5EF4-FFF2-40B4-BE49-F238E27FC236}">
                  <a16:creationId xmlns:a16="http://schemas.microsoft.com/office/drawing/2014/main" id="{1A4643CC-FCF1-4107-9050-3B64CAB42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063"/>
              <a:ext cx="7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73" name="Rectangle 41">
              <a:extLst>
                <a:ext uri="{FF2B5EF4-FFF2-40B4-BE49-F238E27FC236}">
                  <a16:creationId xmlns:a16="http://schemas.microsoft.com/office/drawing/2014/main" id="{61ACBEC8-53EB-4EA2-812C-96A3A068B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1876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4074" name="Rectangle 42">
              <a:extLst>
                <a:ext uri="{FF2B5EF4-FFF2-40B4-BE49-F238E27FC236}">
                  <a16:creationId xmlns:a16="http://schemas.microsoft.com/office/drawing/2014/main" id="{9F4DCA90-4778-4B73-B519-EF53680A8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75" name="Rectangle 43">
              <a:extLst>
                <a:ext uri="{FF2B5EF4-FFF2-40B4-BE49-F238E27FC236}">
                  <a16:creationId xmlns:a16="http://schemas.microsoft.com/office/drawing/2014/main" id="{DEE5F54D-E418-4B3B-BE6B-19525EBE0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2067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4076" name="Rectangle 44">
              <a:extLst>
                <a:ext uri="{FF2B5EF4-FFF2-40B4-BE49-F238E27FC236}">
                  <a16:creationId xmlns:a16="http://schemas.microsoft.com/office/drawing/2014/main" id="{67DC18BE-6957-48BB-A2CE-4D2C1179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067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4077" name="Rectangle 45">
              <a:extLst>
                <a:ext uri="{FF2B5EF4-FFF2-40B4-BE49-F238E27FC236}">
                  <a16:creationId xmlns:a16="http://schemas.microsoft.com/office/drawing/2014/main" id="{BF5969A1-108F-4202-9724-3A50DD239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78" name="Rectangle 46">
              <a:extLst>
                <a:ext uri="{FF2B5EF4-FFF2-40B4-BE49-F238E27FC236}">
                  <a16:creationId xmlns:a16="http://schemas.microsoft.com/office/drawing/2014/main" id="{05616234-9A0E-4E49-A40A-BC8D33003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067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4079" name="Rectangle 47">
              <a:extLst>
                <a:ext uri="{FF2B5EF4-FFF2-40B4-BE49-F238E27FC236}">
                  <a16:creationId xmlns:a16="http://schemas.microsoft.com/office/drawing/2014/main" id="{48A675F9-02D3-4E1B-BC3A-2BD9E464D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067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4080" name="Rectangle 48">
              <a:extLst>
                <a:ext uri="{FF2B5EF4-FFF2-40B4-BE49-F238E27FC236}">
                  <a16:creationId xmlns:a16="http://schemas.microsoft.com/office/drawing/2014/main" id="{69D41495-E93A-4EF3-8895-A85B00893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1" name="Rectangle 49">
              <a:extLst>
                <a:ext uri="{FF2B5EF4-FFF2-40B4-BE49-F238E27FC236}">
                  <a16:creationId xmlns:a16="http://schemas.microsoft.com/office/drawing/2014/main" id="{83AAF4C9-C8A9-4AF5-8D6A-52229A741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29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082" name="Rectangle 50">
              <a:extLst>
                <a:ext uri="{FF2B5EF4-FFF2-40B4-BE49-F238E27FC236}">
                  <a16:creationId xmlns:a16="http://schemas.microsoft.com/office/drawing/2014/main" id="{775F3861-B1A2-4BDA-BF08-026F16BD9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2067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1" name="Group 51">
            <a:extLst>
              <a:ext uri="{FF2B5EF4-FFF2-40B4-BE49-F238E27FC236}">
                <a16:creationId xmlns:a16="http://schemas.microsoft.com/office/drawing/2014/main" id="{EBC7E4EE-1D3B-4A15-9CF2-2BECCBD8E523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914400"/>
            <a:ext cx="4881563" cy="1714500"/>
            <a:chOff x="1301" y="1220"/>
            <a:chExt cx="3075" cy="1080"/>
          </a:xfrm>
        </p:grpSpPr>
        <p:sp>
          <p:nvSpPr>
            <p:cNvPr id="46133" name="Rectangle 4">
              <a:extLst>
                <a:ext uri="{FF2B5EF4-FFF2-40B4-BE49-F238E27FC236}">
                  <a16:creationId xmlns:a16="http://schemas.microsoft.com/office/drawing/2014/main" id="{026A3919-7CA0-411D-9BF2-B7BBC5517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0"/>
              <a:ext cx="3075" cy="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4" name="Rectangle 5">
              <a:extLst>
                <a:ext uri="{FF2B5EF4-FFF2-40B4-BE49-F238E27FC236}">
                  <a16:creationId xmlns:a16="http://schemas.microsoft.com/office/drawing/2014/main" id="{C1383618-84AD-4138-9D0D-DD187FB61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7"/>
              <a:ext cx="7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5" name="Rectangle 6">
              <a:extLst>
                <a:ext uri="{FF2B5EF4-FFF2-40B4-BE49-F238E27FC236}">
                  <a16:creationId xmlns:a16="http://schemas.microsoft.com/office/drawing/2014/main" id="{584C1BC9-ECBA-460C-B3F4-BA7BAC346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6" name="Rectangle 7">
              <a:extLst>
                <a:ext uri="{FF2B5EF4-FFF2-40B4-BE49-F238E27FC236}">
                  <a16:creationId xmlns:a16="http://schemas.microsoft.com/office/drawing/2014/main" id="{1C06C84C-C850-47C6-B420-194DCA9F0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6" y="1326"/>
              <a:ext cx="51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</a:p>
          </p:txBody>
        </p:sp>
        <p:sp>
          <p:nvSpPr>
            <p:cNvPr id="46137" name="Rectangle 8">
              <a:extLst>
                <a:ext uri="{FF2B5EF4-FFF2-40B4-BE49-F238E27FC236}">
                  <a16:creationId xmlns:a16="http://schemas.microsoft.com/office/drawing/2014/main" id="{3CBBE5CD-F4BA-4805-97A4-41610BD36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38" name="Rectangle 9">
              <a:extLst>
                <a:ext uri="{FF2B5EF4-FFF2-40B4-BE49-F238E27FC236}">
                  <a16:creationId xmlns:a16="http://schemas.microsoft.com/office/drawing/2014/main" id="{1F8AF3A1-1FBA-4702-8062-47979B7FB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1269"/>
              <a:ext cx="68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</a:p>
          </p:txBody>
        </p:sp>
        <p:sp>
          <p:nvSpPr>
            <p:cNvPr id="46139" name="Rectangle 10">
              <a:extLst>
                <a:ext uri="{FF2B5EF4-FFF2-40B4-BE49-F238E27FC236}">
                  <a16:creationId xmlns:a16="http://schemas.microsoft.com/office/drawing/2014/main" id="{F70FE241-8489-45B9-A641-6133F9D0C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269"/>
              <a:ext cx="4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</a:p>
          </p:txBody>
        </p:sp>
        <p:sp>
          <p:nvSpPr>
            <p:cNvPr id="46140" name="Rectangle 11">
              <a:extLst>
                <a:ext uri="{FF2B5EF4-FFF2-40B4-BE49-F238E27FC236}">
                  <a16:creationId xmlns:a16="http://schemas.microsoft.com/office/drawing/2014/main" id="{DB1284FD-5774-4801-A9F4-361CAF67E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41" name="Rectangle 12">
              <a:extLst>
                <a:ext uri="{FF2B5EF4-FFF2-40B4-BE49-F238E27FC236}">
                  <a16:creationId xmlns:a16="http://schemas.microsoft.com/office/drawing/2014/main" id="{A3C8ABDF-F3B6-46F8-94BD-83670CF06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23"/>
              <a:ext cx="2414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42" name="Rectangle 13">
              <a:extLst>
                <a:ext uri="{FF2B5EF4-FFF2-40B4-BE49-F238E27FC236}">
                  <a16:creationId xmlns:a16="http://schemas.microsoft.com/office/drawing/2014/main" id="{81BF6ED4-2CAB-485F-B4EC-D268DBA48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515"/>
              <a:ext cx="7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43" name="Rectangle 14">
              <a:extLst>
                <a:ext uri="{FF2B5EF4-FFF2-40B4-BE49-F238E27FC236}">
                  <a16:creationId xmlns:a16="http://schemas.microsoft.com/office/drawing/2014/main" id="{9007E66D-F1DD-423D-AA5F-2FAB736A6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1268"/>
              <a:ext cx="10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</a:p>
          </p:txBody>
        </p:sp>
        <p:sp>
          <p:nvSpPr>
            <p:cNvPr id="46144" name="Rectangle 15">
              <a:extLst>
                <a:ext uri="{FF2B5EF4-FFF2-40B4-BE49-F238E27FC236}">
                  <a16:creationId xmlns:a16="http://schemas.microsoft.com/office/drawing/2014/main" id="{0E7794AE-EC4F-4DAD-BDA2-69A1A7E6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45" name="Rectangle 16">
              <a:extLst>
                <a:ext uri="{FF2B5EF4-FFF2-40B4-BE49-F238E27FC236}">
                  <a16:creationId xmlns:a16="http://schemas.microsoft.com/office/drawing/2014/main" id="{C154AA6F-E9D3-432D-AFBA-3992FB378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530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</a:p>
          </p:txBody>
        </p:sp>
        <p:sp>
          <p:nvSpPr>
            <p:cNvPr id="46146" name="Rectangle 17">
              <a:extLst>
                <a:ext uri="{FF2B5EF4-FFF2-40B4-BE49-F238E27FC236}">
                  <a16:creationId xmlns:a16="http://schemas.microsoft.com/office/drawing/2014/main" id="{9E437B2A-4CFD-42A6-A30E-B24F82982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6147" name="Rectangle 18">
              <a:extLst>
                <a:ext uri="{FF2B5EF4-FFF2-40B4-BE49-F238E27FC236}">
                  <a16:creationId xmlns:a16="http://schemas.microsoft.com/office/drawing/2014/main" id="{06140C74-C5F9-4408-9F33-40058C136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6148" name="Rectangle 19">
              <a:extLst>
                <a:ext uri="{FF2B5EF4-FFF2-40B4-BE49-F238E27FC236}">
                  <a16:creationId xmlns:a16="http://schemas.microsoft.com/office/drawing/2014/main" id="{C370A091-2A04-4596-8FF1-7258497ED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6149" name="Rectangle 20">
              <a:extLst>
                <a:ext uri="{FF2B5EF4-FFF2-40B4-BE49-F238E27FC236}">
                  <a16:creationId xmlns:a16="http://schemas.microsoft.com/office/drawing/2014/main" id="{683A3B53-B67D-43E1-AF04-2A877E25C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6150" name="Rectangle 21">
              <a:extLst>
                <a:ext uri="{FF2B5EF4-FFF2-40B4-BE49-F238E27FC236}">
                  <a16:creationId xmlns:a16="http://schemas.microsoft.com/office/drawing/2014/main" id="{A8CCAA09-D1CB-4E74-8933-C7234CC90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6151" name="Rectangle 22">
              <a:extLst>
                <a:ext uri="{FF2B5EF4-FFF2-40B4-BE49-F238E27FC236}">
                  <a16:creationId xmlns:a16="http://schemas.microsoft.com/office/drawing/2014/main" id="{E9F7E613-0F71-4372-BC58-7807D0D37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52" name="Rectangle 23">
              <a:extLst>
                <a:ext uri="{FF2B5EF4-FFF2-40B4-BE49-F238E27FC236}">
                  <a16:creationId xmlns:a16="http://schemas.microsoft.com/office/drawing/2014/main" id="{36AF9BC3-2CB3-4FF5-8327-3E5B27B33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6153" name="Rectangle 24">
              <a:extLst>
                <a:ext uri="{FF2B5EF4-FFF2-40B4-BE49-F238E27FC236}">
                  <a16:creationId xmlns:a16="http://schemas.microsoft.com/office/drawing/2014/main" id="{357EC01B-F68F-4355-8C83-2F496AA50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6154" name="Rectangle 25">
              <a:extLst>
                <a:ext uri="{FF2B5EF4-FFF2-40B4-BE49-F238E27FC236}">
                  <a16:creationId xmlns:a16="http://schemas.microsoft.com/office/drawing/2014/main" id="{BB7FD78F-51AE-4084-B727-C4A8A9826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6155" name="Rectangle 26">
              <a:extLst>
                <a:ext uri="{FF2B5EF4-FFF2-40B4-BE49-F238E27FC236}">
                  <a16:creationId xmlns:a16="http://schemas.microsoft.com/office/drawing/2014/main" id="{887FACC9-7B7C-4C45-AF70-794D64C12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6156" name="Rectangle 27">
              <a:extLst>
                <a:ext uri="{FF2B5EF4-FFF2-40B4-BE49-F238E27FC236}">
                  <a16:creationId xmlns:a16="http://schemas.microsoft.com/office/drawing/2014/main" id="{3A949721-B95B-4602-938F-57249BA3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6157" name="Rectangle 28">
              <a:extLst>
                <a:ext uri="{FF2B5EF4-FFF2-40B4-BE49-F238E27FC236}">
                  <a16:creationId xmlns:a16="http://schemas.microsoft.com/office/drawing/2014/main" id="{6A0CDB5A-4677-4C84-A951-758C12B1B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6158" name="Rectangle 29">
              <a:extLst>
                <a:ext uri="{FF2B5EF4-FFF2-40B4-BE49-F238E27FC236}">
                  <a16:creationId xmlns:a16="http://schemas.microsoft.com/office/drawing/2014/main" id="{7683A70E-DE3C-4C72-8B81-9880373F3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59" name="Rectangle 30">
              <a:extLst>
                <a:ext uri="{FF2B5EF4-FFF2-40B4-BE49-F238E27FC236}">
                  <a16:creationId xmlns:a16="http://schemas.microsoft.com/office/drawing/2014/main" id="{493D2D5B-521F-4DB9-95F7-A7BB7ACDF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1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60" name="Rectangle 31">
              <a:extLst>
                <a:ext uri="{FF2B5EF4-FFF2-40B4-BE49-F238E27FC236}">
                  <a16:creationId xmlns:a16="http://schemas.microsoft.com/office/drawing/2014/main" id="{9DD1E5F2-41EB-4255-95D7-55F1739C9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22"/>
              <a:ext cx="7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61" name="Rectangle 32">
              <a:extLst>
                <a:ext uri="{FF2B5EF4-FFF2-40B4-BE49-F238E27FC236}">
                  <a16:creationId xmlns:a16="http://schemas.microsoft.com/office/drawing/2014/main" id="{79B12721-54C7-4C00-AF5D-8546DBBC4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6162" name="Rectangle 33">
              <a:extLst>
                <a:ext uri="{FF2B5EF4-FFF2-40B4-BE49-F238E27FC236}">
                  <a16:creationId xmlns:a16="http://schemas.microsoft.com/office/drawing/2014/main" id="{7D2C325C-A467-432A-AA85-650DEF75B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63" name="Rectangle 34">
              <a:extLst>
                <a:ext uri="{FF2B5EF4-FFF2-40B4-BE49-F238E27FC236}">
                  <a16:creationId xmlns:a16="http://schemas.microsoft.com/office/drawing/2014/main" id="{83EAA1E8-8A2D-4E83-ABAD-656132F3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876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6164" name="Rectangle 35">
              <a:extLst>
                <a:ext uri="{FF2B5EF4-FFF2-40B4-BE49-F238E27FC236}">
                  <a16:creationId xmlns:a16="http://schemas.microsoft.com/office/drawing/2014/main" id="{AAA03FFD-DB6D-4463-99E4-9B8C0CC7C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1876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6165" name="Rectangle 36">
              <a:extLst>
                <a:ext uri="{FF2B5EF4-FFF2-40B4-BE49-F238E27FC236}">
                  <a16:creationId xmlns:a16="http://schemas.microsoft.com/office/drawing/2014/main" id="{4D496425-C638-43DA-884D-97FCE9FE0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66" name="Rectangle 37">
              <a:extLst>
                <a:ext uri="{FF2B5EF4-FFF2-40B4-BE49-F238E27FC236}">
                  <a16:creationId xmlns:a16="http://schemas.microsoft.com/office/drawing/2014/main" id="{A83D0105-7922-4C19-A581-F06E6705E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1876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6167" name="Rectangle 38">
              <a:extLst>
                <a:ext uri="{FF2B5EF4-FFF2-40B4-BE49-F238E27FC236}">
                  <a16:creationId xmlns:a16="http://schemas.microsoft.com/office/drawing/2014/main" id="{91C09B71-F798-47FF-88BA-AF85A32C8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876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6168" name="Rectangle 39">
              <a:extLst>
                <a:ext uri="{FF2B5EF4-FFF2-40B4-BE49-F238E27FC236}">
                  <a16:creationId xmlns:a16="http://schemas.microsoft.com/office/drawing/2014/main" id="{79F32783-6672-4699-9849-C8BB4D3E5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69" name="Rectangle 40">
              <a:extLst>
                <a:ext uri="{FF2B5EF4-FFF2-40B4-BE49-F238E27FC236}">
                  <a16:creationId xmlns:a16="http://schemas.microsoft.com/office/drawing/2014/main" id="{AAF869D3-8336-4040-927F-729B88B0C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063"/>
              <a:ext cx="7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70" name="Rectangle 41">
              <a:extLst>
                <a:ext uri="{FF2B5EF4-FFF2-40B4-BE49-F238E27FC236}">
                  <a16:creationId xmlns:a16="http://schemas.microsoft.com/office/drawing/2014/main" id="{5F5C9D20-FF18-46A7-899F-C36A8D5E8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1876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6171" name="Rectangle 42">
              <a:extLst>
                <a:ext uri="{FF2B5EF4-FFF2-40B4-BE49-F238E27FC236}">
                  <a16:creationId xmlns:a16="http://schemas.microsoft.com/office/drawing/2014/main" id="{1C770239-558C-4AE1-936C-13ECCAE96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72" name="Rectangle 43">
              <a:extLst>
                <a:ext uri="{FF2B5EF4-FFF2-40B4-BE49-F238E27FC236}">
                  <a16:creationId xmlns:a16="http://schemas.microsoft.com/office/drawing/2014/main" id="{2EC5605D-36FF-4753-9909-EDCE410F1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2067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6173" name="Rectangle 44">
              <a:extLst>
                <a:ext uri="{FF2B5EF4-FFF2-40B4-BE49-F238E27FC236}">
                  <a16:creationId xmlns:a16="http://schemas.microsoft.com/office/drawing/2014/main" id="{C8C5E260-187F-4F80-8279-C1C54D5AC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067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6174" name="Rectangle 45">
              <a:extLst>
                <a:ext uri="{FF2B5EF4-FFF2-40B4-BE49-F238E27FC236}">
                  <a16:creationId xmlns:a16="http://schemas.microsoft.com/office/drawing/2014/main" id="{5D55480D-E3EE-43F2-9E88-D246CBD96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75" name="Rectangle 46">
              <a:extLst>
                <a:ext uri="{FF2B5EF4-FFF2-40B4-BE49-F238E27FC236}">
                  <a16:creationId xmlns:a16="http://schemas.microsoft.com/office/drawing/2014/main" id="{789EE58F-C447-47AE-A1EA-9BA44293C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067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6176" name="Rectangle 47">
              <a:extLst>
                <a:ext uri="{FF2B5EF4-FFF2-40B4-BE49-F238E27FC236}">
                  <a16:creationId xmlns:a16="http://schemas.microsoft.com/office/drawing/2014/main" id="{3C6C346B-3156-4D3A-BCFA-DFF283F71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067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6177" name="Rectangle 48">
              <a:extLst>
                <a:ext uri="{FF2B5EF4-FFF2-40B4-BE49-F238E27FC236}">
                  <a16:creationId xmlns:a16="http://schemas.microsoft.com/office/drawing/2014/main" id="{1E4112CD-9EC3-45E1-932E-06DF67458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78" name="Rectangle 49">
              <a:extLst>
                <a:ext uri="{FF2B5EF4-FFF2-40B4-BE49-F238E27FC236}">
                  <a16:creationId xmlns:a16="http://schemas.microsoft.com/office/drawing/2014/main" id="{E473B965-3E2B-4D35-871C-23A2108C9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29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179" name="Rectangle 50">
              <a:extLst>
                <a:ext uri="{FF2B5EF4-FFF2-40B4-BE49-F238E27FC236}">
                  <a16:creationId xmlns:a16="http://schemas.microsoft.com/office/drawing/2014/main" id="{931B31C0-9D24-47F1-8136-B0D2DF03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2067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</p:grpSp>
      <p:sp>
        <p:nvSpPr>
          <p:cNvPr id="46082" name="Title 1">
            <a:extLst>
              <a:ext uri="{FF2B5EF4-FFF2-40B4-BE49-F238E27FC236}">
                <a16:creationId xmlns:a16="http://schemas.microsoft.com/office/drawing/2014/main" id="{89F7DB79-5669-4441-A97F-CD0CF6CE986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the State-assigned Table</a:t>
            </a:r>
          </a:p>
        </p:txBody>
      </p:sp>
      <p:sp>
        <p:nvSpPr>
          <p:cNvPr id="46083" name="Rectangle 4">
            <a:extLst>
              <a:ext uri="{FF2B5EF4-FFF2-40B4-BE49-F238E27FC236}">
                <a16:creationId xmlns:a16="http://schemas.microsoft.com/office/drawing/2014/main" id="{DA1CB1FB-02BF-431F-B0D9-2298F64A3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6750" y="3382963"/>
            <a:ext cx="4870450" cy="11112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84" name="Rectangle 5">
            <a:extLst>
              <a:ext uri="{FF2B5EF4-FFF2-40B4-BE49-F238E27FC236}">
                <a16:creationId xmlns:a16="http://schemas.microsoft.com/office/drawing/2014/main" id="{15825DC4-022D-40D1-81BA-45ECA5513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1350" y="33940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85" name="Rectangle 6">
            <a:extLst>
              <a:ext uri="{FF2B5EF4-FFF2-40B4-BE49-F238E27FC236}">
                <a16:creationId xmlns:a16="http://schemas.microsoft.com/office/drawing/2014/main" id="{061056ED-867D-4E3D-BC07-FD4A53493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50" y="33940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86" name="Rectangle 7">
            <a:extLst>
              <a:ext uri="{FF2B5EF4-FFF2-40B4-BE49-F238E27FC236}">
                <a16:creationId xmlns:a16="http://schemas.microsoft.com/office/drawing/2014/main" id="{CECAC298-A6B2-4451-A93E-080DE1555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8038" y="3590925"/>
            <a:ext cx="8096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Present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87" name="Rectangle 8">
            <a:extLst>
              <a:ext uri="{FF2B5EF4-FFF2-40B4-BE49-F238E27FC236}">
                <a16:creationId xmlns:a16="http://schemas.microsoft.com/office/drawing/2014/main" id="{A945F2D6-9941-485B-B88E-7F8CB6378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1563" y="33940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88" name="Rectangle 9">
            <a:extLst>
              <a:ext uri="{FF2B5EF4-FFF2-40B4-BE49-F238E27FC236}">
                <a16:creationId xmlns:a16="http://schemas.microsoft.com/office/drawing/2014/main" id="{A9F7F7CD-6D60-40A8-B243-D94BAB203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2650" y="3498850"/>
            <a:ext cx="10842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Next state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89" name="Rectangle 10">
            <a:extLst>
              <a:ext uri="{FF2B5EF4-FFF2-40B4-BE49-F238E27FC236}">
                <a16:creationId xmlns:a16="http://schemas.microsoft.com/office/drawing/2014/main" id="{16374564-A1E6-435A-82F6-1336981FB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4975" y="33940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0" name="Rectangle 11">
            <a:extLst>
              <a:ext uri="{FF2B5EF4-FFF2-40B4-BE49-F238E27FC236}">
                <a16:creationId xmlns:a16="http://schemas.microsoft.com/office/drawing/2014/main" id="{442BD29E-7FAD-494C-9BAF-4B4B077D3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50" y="3838575"/>
            <a:ext cx="3821113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1" name="Rectangle 12">
            <a:extLst>
              <a:ext uri="{FF2B5EF4-FFF2-40B4-BE49-F238E27FC236}">
                <a16:creationId xmlns:a16="http://schemas.microsoft.com/office/drawing/2014/main" id="{C11F2BA6-E1E0-410F-80DD-106EC786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1350" y="38512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2" name="Rectangle 13">
            <a:extLst>
              <a:ext uri="{FF2B5EF4-FFF2-40B4-BE49-F238E27FC236}">
                <a16:creationId xmlns:a16="http://schemas.microsoft.com/office/drawing/2014/main" id="{12783227-1428-4CF6-84BA-DBAEB615B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4813" y="3498850"/>
            <a:ext cx="7048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3" name="Rectangle 14">
            <a:extLst>
              <a:ext uri="{FF2B5EF4-FFF2-40B4-BE49-F238E27FC236}">
                <a16:creationId xmlns:a16="http://schemas.microsoft.com/office/drawing/2014/main" id="{FECC2E19-FF83-4EC1-AB25-41CE1DA92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50" y="38512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4" name="Rectangle 15">
            <a:extLst>
              <a:ext uri="{FF2B5EF4-FFF2-40B4-BE49-F238E27FC236}">
                <a16:creationId xmlns:a16="http://schemas.microsoft.com/office/drawing/2014/main" id="{8E3EA28C-06D5-4434-A02B-5C35841A0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9325" y="3863975"/>
            <a:ext cx="5270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state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5" name="Rectangle 16">
            <a:extLst>
              <a:ext uri="{FF2B5EF4-FFF2-40B4-BE49-F238E27FC236}">
                <a16:creationId xmlns:a16="http://schemas.microsoft.com/office/drawing/2014/main" id="{DC5DA71F-B961-44D1-BFDA-13F2C7BF0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5788" y="3954463"/>
            <a:ext cx="2333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6" name="Rectangle 17">
            <a:extLst>
              <a:ext uri="{FF2B5EF4-FFF2-40B4-BE49-F238E27FC236}">
                <a16:creationId xmlns:a16="http://schemas.microsoft.com/office/drawing/2014/main" id="{1963758B-D19A-4872-9FEA-0D5C221ED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39544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7" name="Rectangle 18">
            <a:extLst>
              <a:ext uri="{FF2B5EF4-FFF2-40B4-BE49-F238E27FC236}">
                <a16:creationId xmlns:a16="http://schemas.microsoft.com/office/drawing/2014/main" id="{C2858E9A-F01F-4069-93D2-46E071B43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9663" y="39544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8" name="Rectangle 19">
            <a:extLst>
              <a:ext uri="{FF2B5EF4-FFF2-40B4-BE49-F238E27FC236}">
                <a16:creationId xmlns:a16="http://schemas.microsoft.com/office/drawing/2014/main" id="{144A37CC-25A2-4A70-8D97-7EC47868F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8288" y="3954463"/>
            <a:ext cx="2333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099" name="Rectangle 20">
            <a:extLst>
              <a:ext uri="{FF2B5EF4-FFF2-40B4-BE49-F238E27FC236}">
                <a16:creationId xmlns:a16="http://schemas.microsoft.com/office/drawing/2014/main" id="{EAC5A56D-05DD-49CA-97D6-F2AEF6575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638" y="39544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0" name="Rectangle 21">
            <a:extLst>
              <a:ext uri="{FF2B5EF4-FFF2-40B4-BE49-F238E27FC236}">
                <a16:creationId xmlns:a16="http://schemas.microsoft.com/office/drawing/2014/main" id="{664A7E18-F6F8-4D92-B537-4A1EBC11C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1563" y="38512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1" name="Rectangle 22">
            <a:extLst>
              <a:ext uri="{FF2B5EF4-FFF2-40B4-BE49-F238E27FC236}">
                <a16:creationId xmlns:a16="http://schemas.microsoft.com/office/drawing/2014/main" id="{B8A4551A-F1A0-4BD9-A04B-C7F29FFA4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2163" y="39544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2" name="Rectangle 23">
            <a:extLst>
              <a:ext uri="{FF2B5EF4-FFF2-40B4-BE49-F238E27FC236}">
                <a16:creationId xmlns:a16="http://schemas.microsoft.com/office/drawing/2014/main" id="{EDDDE02E-1E66-4DA0-AAA1-595D0B142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3963" y="3954463"/>
            <a:ext cx="2333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3" name="Rectangle 24">
            <a:extLst>
              <a:ext uri="{FF2B5EF4-FFF2-40B4-BE49-F238E27FC236}">
                <a16:creationId xmlns:a16="http://schemas.microsoft.com/office/drawing/2014/main" id="{387C7E59-8B52-4C54-99BA-6936574C9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9550" y="39544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4" name="Rectangle 25">
            <a:extLst>
              <a:ext uri="{FF2B5EF4-FFF2-40B4-BE49-F238E27FC236}">
                <a16:creationId xmlns:a16="http://schemas.microsoft.com/office/drawing/2014/main" id="{6E561CEA-FAE9-40ED-A3BB-8A5A41FE7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6250" y="39544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5" name="Rectangle 26">
            <a:extLst>
              <a:ext uri="{FF2B5EF4-FFF2-40B4-BE49-F238E27FC236}">
                <a16:creationId xmlns:a16="http://schemas.microsoft.com/office/drawing/2014/main" id="{4FF01A6E-CC4A-4B90-9E44-56317C8E6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4875" y="3954463"/>
            <a:ext cx="2333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6" name="Rectangle 27">
            <a:extLst>
              <a:ext uri="{FF2B5EF4-FFF2-40B4-BE49-F238E27FC236}">
                <a16:creationId xmlns:a16="http://schemas.microsoft.com/office/drawing/2014/main" id="{BF7A900C-B149-4A03-882D-6C8F0463E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5225" y="39544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7" name="Rectangle 28">
            <a:extLst>
              <a:ext uri="{FF2B5EF4-FFF2-40B4-BE49-F238E27FC236}">
                <a16:creationId xmlns:a16="http://schemas.microsoft.com/office/drawing/2014/main" id="{5193E0EF-D7D1-4315-BACF-4DA4D728A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4975" y="38512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8" name="Rectangle 29">
            <a:extLst>
              <a:ext uri="{FF2B5EF4-FFF2-40B4-BE49-F238E27FC236}">
                <a16:creationId xmlns:a16="http://schemas.microsoft.com/office/drawing/2014/main" id="{C0BC153F-F89E-4A90-952F-DAB58D5C6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6750" y="4294188"/>
            <a:ext cx="4870450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09" name="Rectangle 30">
            <a:extLst>
              <a:ext uri="{FF2B5EF4-FFF2-40B4-BE49-F238E27FC236}">
                <a16:creationId xmlns:a16="http://schemas.microsoft.com/office/drawing/2014/main" id="{D98F0C70-6FF9-4379-BFE6-A654ADA58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1350" y="43068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0" name="Rectangle 31">
            <a:extLst>
              <a:ext uri="{FF2B5EF4-FFF2-40B4-BE49-F238E27FC236}">
                <a16:creationId xmlns:a16="http://schemas.microsoft.com/office/drawing/2014/main" id="{4CB29273-4184-4E0D-8531-6C4E0A35C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8750" y="39544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1" name="Rectangle 32">
            <a:extLst>
              <a:ext uri="{FF2B5EF4-FFF2-40B4-BE49-F238E27FC236}">
                <a16:creationId xmlns:a16="http://schemas.microsoft.com/office/drawing/2014/main" id="{8B3CE33C-8246-4FCE-9924-8F0F6FA74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50" y="43068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2" name="Rectangle 33">
            <a:extLst>
              <a:ext uri="{FF2B5EF4-FFF2-40B4-BE49-F238E27FC236}">
                <a16:creationId xmlns:a16="http://schemas.microsoft.com/office/drawing/2014/main" id="{4538F932-310D-496A-A796-94F619A8F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2838" y="4410075"/>
            <a:ext cx="1762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3" name="Rectangle 34">
            <a:extLst>
              <a:ext uri="{FF2B5EF4-FFF2-40B4-BE49-F238E27FC236}">
                <a16:creationId xmlns:a16="http://schemas.microsoft.com/office/drawing/2014/main" id="{F3CD4583-0DCC-43FE-859D-26E06321D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6450" y="4410075"/>
            <a:ext cx="2047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4" name="Rectangle 35">
            <a:extLst>
              <a:ext uri="{FF2B5EF4-FFF2-40B4-BE49-F238E27FC236}">
                <a16:creationId xmlns:a16="http://schemas.microsoft.com/office/drawing/2014/main" id="{6DEEF62D-D1A9-4D4D-9755-BA2FCF5C6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1563" y="43068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5" name="Rectangle 36">
            <a:extLst>
              <a:ext uri="{FF2B5EF4-FFF2-40B4-BE49-F238E27FC236}">
                <a16:creationId xmlns:a16="http://schemas.microsoft.com/office/drawing/2014/main" id="{8536201A-6E7B-4AEA-9858-F5410C7DA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0" y="4410075"/>
            <a:ext cx="2047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6" name="Rectangle 37">
            <a:extLst>
              <a:ext uri="{FF2B5EF4-FFF2-40B4-BE49-F238E27FC236}">
                <a16:creationId xmlns:a16="http://schemas.microsoft.com/office/drawing/2014/main" id="{7E1E97C9-2767-4AFD-BCDC-4C2A4337D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4313" y="4410075"/>
            <a:ext cx="1619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z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7" name="Rectangle 38">
            <a:extLst>
              <a:ext uri="{FF2B5EF4-FFF2-40B4-BE49-F238E27FC236}">
                <a16:creationId xmlns:a16="http://schemas.microsoft.com/office/drawing/2014/main" id="{D045AE96-D0E9-4727-929D-65C72F3CA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4975" y="43068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8" name="Rectangle 39">
            <a:extLst>
              <a:ext uri="{FF2B5EF4-FFF2-40B4-BE49-F238E27FC236}">
                <a16:creationId xmlns:a16="http://schemas.microsoft.com/office/drawing/2014/main" id="{0F4D6666-ECF9-43EA-91EE-E6CF9F9BE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6750" y="4751388"/>
            <a:ext cx="4870450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19" name="Rectangle 40">
            <a:extLst>
              <a:ext uri="{FF2B5EF4-FFF2-40B4-BE49-F238E27FC236}">
                <a16:creationId xmlns:a16="http://schemas.microsoft.com/office/drawing/2014/main" id="{255CAFD4-71B7-4A22-818B-259746859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9988" y="4410075"/>
            <a:ext cx="1619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z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0" name="Rectangle 41">
            <a:extLst>
              <a:ext uri="{FF2B5EF4-FFF2-40B4-BE49-F238E27FC236}">
                <a16:creationId xmlns:a16="http://schemas.microsoft.com/office/drawing/2014/main" id="{C4080E4A-833E-4071-80AF-722B81F2B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1350" y="47672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1" name="Rectangle 42">
            <a:extLst>
              <a:ext uri="{FF2B5EF4-FFF2-40B4-BE49-F238E27FC236}">
                <a16:creationId xmlns:a16="http://schemas.microsoft.com/office/drawing/2014/main" id="{0186B266-2E74-4607-A152-D64D8D9C9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0675" y="4859338"/>
            <a:ext cx="2476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2" name="Rectangle 43">
            <a:extLst>
              <a:ext uri="{FF2B5EF4-FFF2-40B4-BE49-F238E27FC236}">
                <a16:creationId xmlns:a16="http://schemas.microsoft.com/office/drawing/2014/main" id="{DCF60E69-8D4C-45FD-BB56-AB628A300C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50" y="47672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3" name="Rectangle 44">
            <a:extLst>
              <a:ext uri="{FF2B5EF4-FFF2-40B4-BE49-F238E27FC236}">
                <a16:creationId xmlns:a16="http://schemas.microsoft.com/office/drawing/2014/main" id="{B48E4818-012A-4572-8562-91B01442D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48593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4" name="Rectangle 46">
            <a:extLst>
              <a:ext uri="{FF2B5EF4-FFF2-40B4-BE49-F238E27FC236}">
                <a16:creationId xmlns:a16="http://schemas.microsoft.com/office/drawing/2014/main" id="{63E7D005-8F63-4855-8274-12C9ACFBC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1563" y="47672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5" name="Rectangle 49">
            <a:extLst>
              <a:ext uri="{FF2B5EF4-FFF2-40B4-BE49-F238E27FC236}">
                <a16:creationId xmlns:a16="http://schemas.microsoft.com/office/drawing/2014/main" id="{28BC6DEC-4EA3-43B7-8598-01A77CC2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4975" y="47672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6" name="Rectangle 51">
            <a:extLst>
              <a:ext uri="{FF2B5EF4-FFF2-40B4-BE49-F238E27FC236}">
                <a16:creationId xmlns:a16="http://schemas.microsoft.com/office/drawing/2014/main" id="{5192D606-94F0-40D1-8475-435A43E55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1350" y="51498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7" name="Rectangle 52">
            <a:extLst>
              <a:ext uri="{FF2B5EF4-FFF2-40B4-BE49-F238E27FC236}">
                <a16:creationId xmlns:a16="http://schemas.microsoft.com/office/drawing/2014/main" id="{8390572C-A23E-4547-97BB-A0F15B796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6550" y="5164138"/>
            <a:ext cx="2333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8" name="Rectangle 53">
            <a:extLst>
              <a:ext uri="{FF2B5EF4-FFF2-40B4-BE49-F238E27FC236}">
                <a16:creationId xmlns:a16="http://schemas.microsoft.com/office/drawing/2014/main" id="{E3A75467-5465-4D8C-84BD-C85C0E1E6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50" y="51498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29" name="Rectangle 54">
            <a:extLst>
              <a:ext uri="{FF2B5EF4-FFF2-40B4-BE49-F238E27FC236}">
                <a16:creationId xmlns:a16="http://schemas.microsoft.com/office/drawing/2014/main" id="{6B518176-1051-41C7-8FD1-AC9690BBC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51641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30" name="Rectangle 56">
            <a:extLst>
              <a:ext uri="{FF2B5EF4-FFF2-40B4-BE49-F238E27FC236}">
                <a16:creationId xmlns:a16="http://schemas.microsoft.com/office/drawing/2014/main" id="{355346FF-0DF0-434D-8103-B445DB654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1563" y="51498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31" name="Rectangle 59">
            <a:extLst>
              <a:ext uri="{FF2B5EF4-FFF2-40B4-BE49-F238E27FC236}">
                <a16:creationId xmlns:a16="http://schemas.microsoft.com/office/drawing/2014/main" id="{CD6536B0-C7EB-471E-9102-78FBD7EFB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4975" y="51498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132" name="Rectangle 60">
            <a:extLst>
              <a:ext uri="{FF2B5EF4-FFF2-40B4-BE49-F238E27FC236}">
                <a16:creationId xmlns:a16="http://schemas.microsoft.com/office/drawing/2014/main" id="{20FDA869-E521-4E10-9040-6B77EB3D7F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6750" y="5511800"/>
            <a:ext cx="4870450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ABF61FF-52B9-4A58-A355-008DF458AF98}"/>
                  </a:ext>
                </a:extLst>
              </p14:cNvPr>
              <p14:cNvContentPartPr/>
              <p14:nvPr/>
            </p14:nvContentPartPr>
            <p14:xfrm>
              <a:off x="4536720" y="4851360"/>
              <a:ext cx="3130560" cy="6310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ABF61FF-52B9-4A58-A355-008DF458AF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27360" y="4842000"/>
                <a:ext cx="3149280" cy="6498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05" name="Group 51">
            <a:extLst>
              <a:ext uri="{FF2B5EF4-FFF2-40B4-BE49-F238E27FC236}">
                <a16:creationId xmlns:a16="http://schemas.microsoft.com/office/drawing/2014/main" id="{C6297D14-1AFB-4B08-8BC8-3C0B90FF2DE9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485900"/>
            <a:ext cx="4881563" cy="1714500"/>
            <a:chOff x="1301" y="1220"/>
            <a:chExt cx="3075" cy="1080"/>
          </a:xfrm>
        </p:grpSpPr>
        <p:sp>
          <p:nvSpPr>
            <p:cNvPr id="47165" name="Rectangle 4">
              <a:extLst>
                <a:ext uri="{FF2B5EF4-FFF2-40B4-BE49-F238E27FC236}">
                  <a16:creationId xmlns:a16="http://schemas.microsoft.com/office/drawing/2014/main" id="{CE30F6CB-7207-4011-99BE-CB8B1CCD2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0"/>
              <a:ext cx="3075" cy="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66" name="Rectangle 5">
              <a:extLst>
                <a:ext uri="{FF2B5EF4-FFF2-40B4-BE49-F238E27FC236}">
                  <a16:creationId xmlns:a16="http://schemas.microsoft.com/office/drawing/2014/main" id="{30E6EF16-F225-401B-A9FC-F5CE46FDD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227"/>
              <a:ext cx="7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67" name="Rectangle 6">
              <a:extLst>
                <a:ext uri="{FF2B5EF4-FFF2-40B4-BE49-F238E27FC236}">
                  <a16:creationId xmlns:a16="http://schemas.microsoft.com/office/drawing/2014/main" id="{EF725CF3-3202-452E-95D9-9AEDD803F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68" name="Rectangle 7">
              <a:extLst>
                <a:ext uri="{FF2B5EF4-FFF2-40B4-BE49-F238E27FC236}">
                  <a16:creationId xmlns:a16="http://schemas.microsoft.com/office/drawing/2014/main" id="{C0540735-A524-4229-B0C2-5197A353D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6" y="1326"/>
              <a:ext cx="51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</a:p>
          </p:txBody>
        </p:sp>
        <p:sp>
          <p:nvSpPr>
            <p:cNvPr id="47169" name="Rectangle 8">
              <a:extLst>
                <a:ext uri="{FF2B5EF4-FFF2-40B4-BE49-F238E27FC236}">
                  <a16:creationId xmlns:a16="http://schemas.microsoft.com/office/drawing/2014/main" id="{0B06821E-CD38-41F3-955C-DA73AB1BF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70" name="Rectangle 9">
              <a:extLst>
                <a:ext uri="{FF2B5EF4-FFF2-40B4-BE49-F238E27FC236}">
                  <a16:creationId xmlns:a16="http://schemas.microsoft.com/office/drawing/2014/main" id="{C62F6DD3-D032-4D18-B748-67DE7436A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1269"/>
              <a:ext cx="68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</a:p>
          </p:txBody>
        </p:sp>
        <p:sp>
          <p:nvSpPr>
            <p:cNvPr id="47171" name="Rectangle 10">
              <a:extLst>
                <a:ext uri="{FF2B5EF4-FFF2-40B4-BE49-F238E27FC236}">
                  <a16:creationId xmlns:a16="http://schemas.microsoft.com/office/drawing/2014/main" id="{70428049-2411-473D-A37B-752EE7301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269"/>
              <a:ext cx="4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</a:p>
          </p:txBody>
        </p:sp>
        <p:sp>
          <p:nvSpPr>
            <p:cNvPr id="47172" name="Rectangle 11">
              <a:extLst>
                <a:ext uri="{FF2B5EF4-FFF2-40B4-BE49-F238E27FC236}">
                  <a16:creationId xmlns:a16="http://schemas.microsoft.com/office/drawing/2014/main" id="{D3726BD0-852C-4509-A508-BAE37BCE7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227"/>
              <a:ext cx="8" cy="2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73" name="Rectangle 12">
              <a:extLst>
                <a:ext uri="{FF2B5EF4-FFF2-40B4-BE49-F238E27FC236}">
                  <a16:creationId xmlns:a16="http://schemas.microsoft.com/office/drawing/2014/main" id="{E4D3644E-7525-4814-A8B6-D9EB2F89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23"/>
              <a:ext cx="2414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74" name="Rectangle 13">
              <a:extLst>
                <a:ext uri="{FF2B5EF4-FFF2-40B4-BE49-F238E27FC236}">
                  <a16:creationId xmlns:a16="http://schemas.microsoft.com/office/drawing/2014/main" id="{CCDA4F18-634A-4BE6-9E09-6525246C0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515"/>
              <a:ext cx="7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75" name="Rectangle 14">
              <a:extLst>
                <a:ext uri="{FF2B5EF4-FFF2-40B4-BE49-F238E27FC236}">
                  <a16:creationId xmlns:a16="http://schemas.microsoft.com/office/drawing/2014/main" id="{C18E926F-5768-49D9-8DF5-128BFA0B8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1268"/>
              <a:ext cx="10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</a:p>
          </p:txBody>
        </p:sp>
        <p:sp>
          <p:nvSpPr>
            <p:cNvPr id="47176" name="Rectangle 15">
              <a:extLst>
                <a:ext uri="{FF2B5EF4-FFF2-40B4-BE49-F238E27FC236}">
                  <a16:creationId xmlns:a16="http://schemas.microsoft.com/office/drawing/2014/main" id="{91BD7E02-D2C9-47B9-B6E8-0208D02FC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77" name="Rectangle 16">
              <a:extLst>
                <a:ext uri="{FF2B5EF4-FFF2-40B4-BE49-F238E27FC236}">
                  <a16:creationId xmlns:a16="http://schemas.microsoft.com/office/drawing/2014/main" id="{2DA878D5-E50B-4F2D-920D-741E3FBCC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530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</a:p>
          </p:txBody>
        </p:sp>
        <p:sp>
          <p:nvSpPr>
            <p:cNvPr id="47178" name="Rectangle 17">
              <a:extLst>
                <a:ext uri="{FF2B5EF4-FFF2-40B4-BE49-F238E27FC236}">
                  <a16:creationId xmlns:a16="http://schemas.microsoft.com/office/drawing/2014/main" id="{7BDEAAA8-D9AB-46E8-BECB-CFA9506F6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7179" name="Rectangle 18">
              <a:extLst>
                <a:ext uri="{FF2B5EF4-FFF2-40B4-BE49-F238E27FC236}">
                  <a16:creationId xmlns:a16="http://schemas.microsoft.com/office/drawing/2014/main" id="{3DF6A57E-2DE8-4E13-A28C-6BB3CC53F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7180" name="Rectangle 19">
              <a:extLst>
                <a:ext uri="{FF2B5EF4-FFF2-40B4-BE49-F238E27FC236}">
                  <a16:creationId xmlns:a16="http://schemas.microsoft.com/office/drawing/2014/main" id="{8F9F1F34-18EA-4355-BF50-7D93BD88C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7181" name="Rectangle 20">
              <a:extLst>
                <a:ext uri="{FF2B5EF4-FFF2-40B4-BE49-F238E27FC236}">
                  <a16:creationId xmlns:a16="http://schemas.microsoft.com/office/drawing/2014/main" id="{7A3551CC-D9B8-4472-A677-BF4D60DB1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7182" name="Rectangle 21">
              <a:extLst>
                <a:ext uri="{FF2B5EF4-FFF2-40B4-BE49-F238E27FC236}">
                  <a16:creationId xmlns:a16="http://schemas.microsoft.com/office/drawing/2014/main" id="{71A97D09-B7D1-4DD8-9498-572D6C448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7183" name="Rectangle 22">
              <a:extLst>
                <a:ext uri="{FF2B5EF4-FFF2-40B4-BE49-F238E27FC236}">
                  <a16:creationId xmlns:a16="http://schemas.microsoft.com/office/drawing/2014/main" id="{54A19EB6-E196-444D-9EBF-C67432236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84" name="Rectangle 23">
              <a:extLst>
                <a:ext uri="{FF2B5EF4-FFF2-40B4-BE49-F238E27FC236}">
                  <a16:creationId xmlns:a16="http://schemas.microsoft.com/office/drawing/2014/main" id="{8129685B-D306-40CE-9614-CEBDB39B8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7185" name="Rectangle 24">
              <a:extLst>
                <a:ext uri="{FF2B5EF4-FFF2-40B4-BE49-F238E27FC236}">
                  <a16:creationId xmlns:a16="http://schemas.microsoft.com/office/drawing/2014/main" id="{258794B5-A87D-4777-80A9-10B01D004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7186" name="Rectangle 25">
              <a:extLst>
                <a:ext uri="{FF2B5EF4-FFF2-40B4-BE49-F238E27FC236}">
                  <a16:creationId xmlns:a16="http://schemas.microsoft.com/office/drawing/2014/main" id="{527FA068-09C4-42C0-9161-F16562CD3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7187" name="Rectangle 26">
              <a:extLst>
                <a:ext uri="{FF2B5EF4-FFF2-40B4-BE49-F238E27FC236}">
                  <a16:creationId xmlns:a16="http://schemas.microsoft.com/office/drawing/2014/main" id="{1224A61E-2991-490C-8E37-7171C91C4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7188" name="Rectangle 27">
              <a:extLst>
                <a:ext uri="{FF2B5EF4-FFF2-40B4-BE49-F238E27FC236}">
                  <a16:creationId xmlns:a16="http://schemas.microsoft.com/office/drawing/2014/main" id="{E9EFB548-7A8D-4081-BD36-01778452E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588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</a:p>
          </p:txBody>
        </p:sp>
        <p:sp>
          <p:nvSpPr>
            <p:cNvPr id="47189" name="Rectangle 28">
              <a:extLst>
                <a:ext uri="{FF2B5EF4-FFF2-40B4-BE49-F238E27FC236}">
                  <a16:creationId xmlns:a16="http://schemas.microsoft.com/office/drawing/2014/main" id="{A0467CEC-4744-45FD-A808-09806D498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588"/>
              <a:ext cx="1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</a:p>
          </p:txBody>
        </p:sp>
        <p:sp>
          <p:nvSpPr>
            <p:cNvPr id="47190" name="Rectangle 29">
              <a:extLst>
                <a:ext uri="{FF2B5EF4-FFF2-40B4-BE49-F238E27FC236}">
                  <a16:creationId xmlns:a16="http://schemas.microsoft.com/office/drawing/2014/main" id="{D9097A47-C4D4-460C-976D-2FF257DD9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515"/>
              <a:ext cx="8" cy="289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91" name="Rectangle 30">
              <a:extLst>
                <a:ext uri="{FF2B5EF4-FFF2-40B4-BE49-F238E27FC236}">
                  <a16:creationId xmlns:a16="http://schemas.microsoft.com/office/drawing/2014/main" id="{DD507B68-2F43-4E0C-A433-87DC666A6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1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92" name="Rectangle 31">
              <a:extLst>
                <a:ext uri="{FF2B5EF4-FFF2-40B4-BE49-F238E27FC236}">
                  <a16:creationId xmlns:a16="http://schemas.microsoft.com/office/drawing/2014/main" id="{862C7D16-BB25-4222-BC28-3E72695B8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822"/>
              <a:ext cx="7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93" name="Rectangle 32">
              <a:extLst>
                <a:ext uri="{FF2B5EF4-FFF2-40B4-BE49-F238E27FC236}">
                  <a16:creationId xmlns:a16="http://schemas.microsoft.com/office/drawing/2014/main" id="{4ED116C3-CFE9-41CC-BA3F-B498EA2FC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588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  <p:sp>
          <p:nvSpPr>
            <p:cNvPr id="47194" name="Rectangle 33">
              <a:extLst>
                <a:ext uri="{FF2B5EF4-FFF2-40B4-BE49-F238E27FC236}">
                  <a16:creationId xmlns:a16="http://schemas.microsoft.com/office/drawing/2014/main" id="{22D0F7C3-7270-4656-AE70-CEC05BD35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95" name="Rectangle 34">
              <a:extLst>
                <a:ext uri="{FF2B5EF4-FFF2-40B4-BE49-F238E27FC236}">
                  <a16:creationId xmlns:a16="http://schemas.microsoft.com/office/drawing/2014/main" id="{FC0253D1-F0AC-4371-8E2C-EEB73EC02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876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7196" name="Rectangle 35">
              <a:extLst>
                <a:ext uri="{FF2B5EF4-FFF2-40B4-BE49-F238E27FC236}">
                  <a16:creationId xmlns:a16="http://schemas.microsoft.com/office/drawing/2014/main" id="{E333818A-B015-4AE6-9246-604346D94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1876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7197" name="Rectangle 36">
              <a:extLst>
                <a:ext uri="{FF2B5EF4-FFF2-40B4-BE49-F238E27FC236}">
                  <a16:creationId xmlns:a16="http://schemas.microsoft.com/office/drawing/2014/main" id="{1C468DD9-1647-4464-8D92-3D7CE6E7F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98" name="Rectangle 37">
              <a:extLst>
                <a:ext uri="{FF2B5EF4-FFF2-40B4-BE49-F238E27FC236}">
                  <a16:creationId xmlns:a16="http://schemas.microsoft.com/office/drawing/2014/main" id="{E7774BDB-F61B-42D0-953E-499B202C9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1876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7199" name="Rectangle 38">
              <a:extLst>
                <a:ext uri="{FF2B5EF4-FFF2-40B4-BE49-F238E27FC236}">
                  <a16:creationId xmlns:a16="http://schemas.microsoft.com/office/drawing/2014/main" id="{527F5FE5-0BDC-4908-BC48-2C5621CC4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876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7200" name="Rectangle 39">
              <a:extLst>
                <a:ext uri="{FF2B5EF4-FFF2-40B4-BE49-F238E27FC236}">
                  <a16:creationId xmlns:a16="http://schemas.microsoft.com/office/drawing/2014/main" id="{D9AB7561-6B57-448C-8F3E-CCFDE73AE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1822"/>
              <a:ext cx="8" cy="254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201" name="Rectangle 40">
              <a:extLst>
                <a:ext uri="{FF2B5EF4-FFF2-40B4-BE49-F238E27FC236}">
                  <a16:creationId xmlns:a16="http://schemas.microsoft.com/office/drawing/2014/main" id="{C8FF6505-D120-4B30-A105-7B22C1FF8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063"/>
              <a:ext cx="7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202" name="Rectangle 41">
              <a:extLst>
                <a:ext uri="{FF2B5EF4-FFF2-40B4-BE49-F238E27FC236}">
                  <a16:creationId xmlns:a16="http://schemas.microsoft.com/office/drawing/2014/main" id="{DE708196-BE50-46D6-AA22-FFAECF3E5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1876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7203" name="Rectangle 42">
              <a:extLst>
                <a:ext uri="{FF2B5EF4-FFF2-40B4-BE49-F238E27FC236}">
                  <a16:creationId xmlns:a16="http://schemas.microsoft.com/office/drawing/2014/main" id="{D64E25AE-7268-4BD7-9CCA-56246E431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204" name="Rectangle 43">
              <a:extLst>
                <a:ext uri="{FF2B5EF4-FFF2-40B4-BE49-F238E27FC236}">
                  <a16:creationId xmlns:a16="http://schemas.microsoft.com/office/drawing/2014/main" id="{C6395D8F-81DA-4623-8E4B-81197B0D9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2067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7205" name="Rectangle 44">
              <a:extLst>
                <a:ext uri="{FF2B5EF4-FFF2-40B4-BE49-F238E27FC236}">
                  <a16:creationId xmlns:a16="http://schemas.microsoft.com/office/drawing/2014/main" id="{221BDB61-E919-4831-8965-8E06BFE76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067"/>
              <a:ext cx="1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</a:p>
          </p:txBody>
        </p:sp>
        <p:sp>
          <p:nvSpPr>
            <p:cNvPr id="47206" name="Rectangle 45">
              <a:extLst>
                <a:ext uri="{FF2B5EF4-FFF2-40B4-BE49-F238E27FC236}">
                  <a16:creationId xmlns:a16="http://schemas.microsoft.com/office/drawing/2014/main" id="{454CB129-483B-465E-846F-FD1242C06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207" name="Rectangle 46">
              <a:extLst>
                <a:ext uri="{FF2B5EF4-FFF2-40B4-BE49-F238E27FC236}">
                  <a16:creationId xmlns:a16="http://schemas.microsoft.com/office/drawing/2014/main" id="{4C9B1AAD-818B-491B-BFF1-8EA2AA188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067"/>
              <a:ext cx="1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</a:p>
          </p:txBody>
        </p:sp>
        <p:sp>
          <p:nvSpPr>
            <p:cNvPr id="47208" name="Rectangle 47">
              <a:extLst>
                <a:ext uri="{FF2B5EF4-FFF2-40B4-BE49-F238E27FC236}">
                  <a16:creationId xmlns:a16="http://schemas.microsoft.com/office/drawing/2014/main" id="{5E27BE4E-780D-411E-A219-036FA45F6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067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</a:p>
          </p:txBody>
        </p:sp>
        <p:sp>
          <p:nvSpPr>
            <p:cNvPr id="47209" name="Rectangle 48">
              <a:extLst>
                <a:ext uri="{FF2B5EF4-FFF2-40B4-BE49-F238E27FC236}">
                  <a16:creationId xmlns:a16="http://schemas.microsoft.com/office/drawing/2014/main" id="{65F73339-7513-4948-A63B-017A99881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2063"/>
              <a:ext cx="8" cy="221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210" name="Rectangle 49">
              <a:extLst>
                <a:ext uri="{FF2B5EF4-FFF2-40B4-BE49-F238E27FC236}">
                  <a16:creationId xmlns:a16="http://schemas.microsoft.com/office/drawing/2014/main" id="{FF35BFA4-8819-474F-8DE4-49336C02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292"/>
              <a:ext cx="3075" cy="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211" name="Rectangle 50">
              <a:extLst>
                <a:ext uri="{FF2B5EF4-FFF2-40B4-BE49-F238E27FC236}">
                  <a16:creationId xmlns:a16="http://schemas.microsoft.com/office/drawing/2014/main" id="{8A57F9F6-724E-438E-8B78-A6917FCFC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2067"/>
              <a:ext cx="1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</a:p>
          </p:txBody>
        </p:sp>
      </p:grpSp>
      <p:sp>
        <p:nvSpPr>
          <p:cNvPr id="47106" name="Title 1">
            <a:extLst>
              <a:ext uri="{FF2B5EF4-FFF2-40B4-BE49-F238E27FC236}">
                <a16:creationId xmlns:a16="http://schemas.microsoft.com/office/drawing/2014/main" id="{9F2F69AB-64D9-4974-92FF-402FF9FEE52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Let’s Do the State-assigned Table</a:t>
            </a:r>
          </a:p>
        </p:txBody>
      </p:sp>
      <p:sp>
        <p:nvSpPr>
          <p:cNvPr id="47107" name="Rectangle 4">
            <a:extLst>
              <a:ext uri="{FF2B5EF4-FFF2-40B4-BE49-F238E27FC236}">
                <a16:creationId xmlns:a16="http://schemas.microsoft.com/office/drawing/2014/main" id="{012F75D0-184A-43F4-9174-61DACBE4F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2350" y="3954463"/>
            <a:ext cx="4870450" cy="11112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08" name="Rectangle 5">
            <a:extLst>
              <a:ext uri="{FF2B5EF4-FFF2-40B4-BE49-F238E27FC236}">
                <a16:creationId xmlns:a16="http://schemas.microsoft.com/office/drawing/2014/main" id="{A62C5C18-04D3-421E-9BAC-5381061B4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39655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09" name="Rectangle 6">
            <a:extLst>
              <a:ext uri="{FF2B5EF4-FFF2-40B4-BE49-F238E27FC236}">
                <a16:creationId xmlns:a16="http://schemas.microsoft.com/office/drawing/2014/main" id="{01380253-3ADF-4B25-85A8-DFF348D85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0" y="39655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0" name="Rectangle 7">
            <a:extLst>
              <a:ext uri="{FF2B5EF4-FFF2-40B4-BE49-F238E27FC236}">
                <a16:creationId xmlns:a16="http://schemas.microsoft.com/office/drawing/2014/main" id="{9239B85F-6571-439D-BFCD-75E34BF05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3638" y="4162425"/>
            <a:ext cx="8096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Present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1" name="Rectangle 8">
            <a:extLst>
              <a:ext uri="{FF2B5EF4-FFF2-40B4-BE49-F238E27FC236}">
                <a16:creationId xmlns:a16="http://schemas.microsoft.com/office/drawing/2014/main" id="{E6643037-AD92-46A9-A4DA-415F10AE6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7163" y="39655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2" name="Rectangle 9">
            <a:extLst>
              <a:ext uri="{FF2B5EF4-FFF2-40B4-BE49-F238E27FC236}">
                <a16:creationId xmlns:a16="http://schemas.microsoft.com/office/drawing/2014/main" id="{FEC81693-BC01-46C5-9545-F1F714F72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0" y="4070350"/>
            <a:ext cx="10842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Next state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3" name="Rectangle 10">
            <a:extLst>
              <a:ext uri="{FF2B5EF4-FFF2-40B4-BE49-F238E27FC236}">
                <a16:creationId xmlns:a16="http://schemas.microsoft.com/office/drawing/2014/main" id="{EDCC7114-0031-4F1D-B49C-1EF4C2A97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0575" y="3965575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4" name="Rectangle 11">
            <a:extLst>
              <a:ext uri="{FF2B5EF4-FFF2-40B4-BE49-F238E27FC236}">
                <a16:creationId xmlns:a16="http://schemas.microsoft.com/office/drawing/2014/main" id="{F5749885-E293-4E8E-9586-C47EC6811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0" y="4410075"/>
            <a:ext cx="3821113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5" name="Rectangle 12">
            <a:extLst>
              <a:ext uri="{FF2B5EF4-FFF2-40B4-BE49-F238E27FC236}">
                <a16:creationId xmlns:a16="http://schemas.microsoft.com/office/drawing/2014/main" id="{E9EC9989-B617-4F7D-B8D4-7AC11717F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4227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6" name="Rectangle 13">
            <a:extLst>
              <a:ext uri="{FF2B5EF4-FFF2-40B4-BE49-F238E27FC236}">
                <a16:creationId xmlns:a16="http://schemas.microsoft.com/office/drawing/2014/main" id="{96E74C7E-BB80-4CC5-B01F-62A63F8DD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0413" y="4070350"/>
            <a:ext cx="7048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7" name="Rectangle 14">
            <a:extLst>
              <a:ext uri="{FF2B5EF4-FFF2-40B4-BE49-F238E27FC236}">
                <a16:creationId xmlns:a16="http://schemas.microsoft.com/office/drawing/2014/main" id="{E0E6F6F1-591F-49B0-BE03-6075B309E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0" y="44227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8" name="Rectangle 15">
            <a:extLst>
              <a:ext uri="{FF2B5EF4-FFF2-40B4-BE49-F238E27FC236}">
                <a16:creationId xmlns:a16="http://schemas.microsoft.com/office/drawing/2014/main" id="{AAC827D4-3CE0-48E0-9E95-E42F480D3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4925" y="4435475"/>
            <a:ext cx="5270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state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19" name="Rectangle 16">
            <a:extLst>
              <a:ext uri="{FF2B5EF4-FFF2-40B4-BE49-F238E27FC236}">
                <a16:creationId xmlns:a16="http://schemas.microsoft.com/office/drawing/2014/main" id="{5DBF44B8-8F78-472C-9D63-C01B12D01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525963"/>
            <a:ext cx="2333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0" name="Rectangle 17">
            <a:extLst>
              <a:ext uri="{FF2B5EF4-FFF2-40B4-BE49-F238E27FC236}">
                <a16:creationId xmlns:a16="http://schemas.microsoft.com/office/drawing/2014/main" id="{CB81072B-0826-41A3-BDAF-A8BA578E4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0150" y="45259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1" name="Rectangle 18">
            <a:extLst>
              <a:ext uri="{FF2B5EF4-FFF2-40B4-BE49-F238E27FC236}">
                <a16:creationId xmlns:a16="http://schemas.microsoft.com/office/drawing/2014/main" id="{7BDE7CD6-3CF1-4576-BEBD-573C1BB0F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5263" y="45259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2" name="Rectangle 19">
            <a:extLst>
              <a:ext uri="{FF2B5EF4-FFF2-40B4-BE49-F238E27FC236}">
                <a16:creationId xmlns:a16="http://schemas.microsoft.com/office/drawing/2014/main" id="{1AE466E8-1C8C-4969-AA05-4B968AE3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3888" y="4525963"/>
            <a:ext cx="2333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3" name="Rectangle 20">
            <a:extLst>
              <a:ext uri="{FF2B5EF4-FFF2-40B4-BE49-F238E27FC236}">
                <a16:creationId xmlns:a16="http://schemas.microsoft.com/office/drawing/2014/main" id="{A6A4D51E-C308-44AE-BC87-88849694A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45259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4" name="Rectangle 21">
            <a:extLst>
              <a:ext uri="{FF2B5EF4-FFF2-40B4-BE49-F238E27FC236}">
                <a16:creationId xmlns:a16="http://schemas.microsoft.com/office/drawing/2014/main" id="{632D7E4D-4149-43B0-ACD7-4FCFFE10D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7163" y="44227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5" name="Rectangle 22">
            <a:extLst>
              <a:ext uri="{FF2B5EF4-FFF2-40B4-BE49-F238E27FC236}">
                <a16:creationId xmlns:a16="http://schemas.microsoft.com/office/drawing/2014/main" id="{B3707CBB-0085-4EBA-A418-0E9102879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7763" y="45259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6" name="Rectangle 23">
            <a:extLst>
              <a:ext uri="{FF2B5EF4-FFF2-40B4-BE49-F238E27FC236}">
                <a16:creationId xmlns:a16="http://schemas.microsoft.com/office/drawing/2014/main" id="{750B9E04-1C4A-4F83-9E7B-EBAEF1B36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563" y="4525963"/>
            <a:ext cx="2333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7" name="Rectangle 24">
            <a:extLst>
              <a:ext uri="{FF2B5EF4-FFF2-40B4-BE49-F238E27FC236}">
                <a16:creationId xmlns:a16="http://schemas.microsoft.com/office/drawing/2014/main" id="{9D116B4A-2A8F-4888-BEAD-13474284F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5150" y="45259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8" name="Rectangle 25">
            <a:extLst>
              <a:ext uri="{FF2B5EF4-FFF2-40B4-BE49-F238E27FC236}">
                <a16:creationId xmlns:a16="http://schemas.microsoft.com/office/drawing/2014/main" id="{CC488D39-8E17-4249-9112-3BF8C8DF99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1850" y="45259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29" name="Rectangle 26">
            <a:extLst>
              <a:ext uri="{FF2B5EF4-FFF2-40B4-BE49-F238E27FC236}">
                <a16:creationId xmlns:a16="http://schemas.microsoft.com/office/drawing/2014/main" id="{E1563A6B-A4B2-43F1-9FFD-EB598FC76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0475" y="4525963"/>
            <a:ext cx="2333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0" name="Rectangle 27">
            <a:extLst>
              <a:ext uri="{FF2B5EF4-FFF2-40B4-BE49-F238E27FC236}">
                <a16:creationId xmlns:a16="http://schemas.microsoft.com/office/drawing/2014/main" id="{8D6CF92C-2A64-4894-B01F-797010612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0825" y="4525963"/>
            <a:ext cx="206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1" name="Rectangle 28">
            <a:extLst>
              <a:ext uri="{FF2B5EF4-FFF2-40B4-BE49-F238E27FC236}">
                <a16:creationId xmlns:a16="http://schemas.microsoft.com/office/drawing/2014/main" id="{3D1006BC-2109-40AB-8145-5F5EF01B2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0575" y="4422775"/>
            <a:ext cx="12700" cy="455613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2" name="Rectangle 29">
            <a:extLst>
              <a:ext uri="{FF2B5EF4-FFF2-40B4-BE49-F238E27FC236}">
                <a16:creationId xmlns:a16="http://schemas.microsoft.com/office/drawing/2014/main" id="{E5862D51-CBBE-4408-B73E-94FCE9A81A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2350" y="4865688"/>
            <a:ext cx="4870450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3" name="Rectangle 30">
            <a:extLst>
              <a:ext uri="{FF2B5EF4-FFF2-40B4-BE49-F238E27FC236}">
                <a16:creationId xmlns:a16="http://schemas.microsoft.com/office/drawing/2014/main" id="{DD0D9C22-A862-44F1-A379-7D4FC65F5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8783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4" name="Rectangle 31">
            <a:extLst>
              <a:ext uri="{FF2B5EF4-FFF2-40B4-BE49-F238E27FC236}">
                <a16:creationId xmlns:a16="http://schemas.microsoft.com/office/drawing/2014/main" id="{640058CA-B5FB-4470-B9C7-BB1F8CF3D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4350" y="4525963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5" name="Rectangle 32">
            <a:extLst>
              <a:ext uri="{FF2B5EF4-FFF2-40B4-BE49-F238E27FC236}">
                <a16:creationId xmlns:a16="http://schemas.microsoft.com/office/drawing/2014/main" id="{65E60734-C83C-4572-8BB3-2C397D962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0" y="48783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6" name="Rectangle 33">
            <a:extLst>
              <a:ext uri="{FF2B5EF4-FFF2-40B4-BE49-F238E27FC236}">
                <a16:creationId xmlns:a16="http://schemas.microsoft.com/office/drawing/2014/main" id="{F8775472-6FA6-4F1A-A462-981B4CB5A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8438" y="4981575"/>
            <a:ext cx="1762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7" name="Rectangle 34">
            <a:extLst>
              <a:ext uri="{FF2B5EF4-FFF2-40B4-BE49-F238E27FC236}">
                <a16:creationId xmlns:a16="http://schemas.microsoft.com/office/drawing/2014/main" id="{70BB57AB-F961-4360-8576-E8C9E3710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2050" y="4981575"/>
            <a:ext cx="2047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8" name="Rectangle 35">
            <a:extLst>
              <a:ext uri="{FF2B5EF4-FFF2-40B4-BE49-F238E27FC236}">
                <a16:creationId xmlns:a16="http://schemas.microsoft.com/office/drawing/2014/main" id="{EB06C48D-6013-4011-91AF-3753EFDC2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7163" y="48783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39" name="Rectangle 36">
            <a:extLst>
              <a:ext uri="{FF2B5EF4-FFF2-40B4-BE49-F238E27FC236}">
                <a16:creationId xmlns:a16="http://schemas.microsoft.com/office/drawing/2014/main" id="{D5861593-A57B-4361-B8EB-34ED5D4C8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0900" y="4981575"/>
            <a:ext cx="2047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0" name="Rectangle 37">
            <a:extLst>
              <a:ext uri="{FF2B5EF4-FFF2-40B4-BE49-F238E27FC236}">
                <a16:creationId xmlns:a16="http://schemas.microsoft.com/office/drawing/2014/main" id="{784C5255-DCB7-4C7A-9E6C-8595598AA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9913" y="4981575"/>
            <a:ext cx="1619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z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1" name="Rectangle 38">
            <a:extLst>
              <a:ext uri="{FF2B5EF4-FFF2-40B4-BE49-F238E27FC236}">
                <a16:creationId xmlns:a16="http://schemas.microsoft.com/office/drawing/2014/main" id="{BDDF7DF2-C509-4EEE-B1D5-96FD29D2B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0575" y="4878388"/>
            <a:ext cx="12700" cy="4572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2" name="Rectangle 39">
            <a:extLst>
              <a:ext uri="{FF2B5EF4-FFF2-40B4-BE49-F238E27FC236}">
                <a16:creationId xmlns:a16="http://schemas.microsoft.com/office/drawing/2014/main" id="{EB11AB55-B6BF-4FEC-9AC3-00146FAA2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2350" y="5322888"/>
            <a:ext cx="4870450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3" name="Rectangle 40">
            <a:extLst>
              <a:ext uri="{FF2B5EF4-FFF2-40B4-BE49-F238E27FC236}">
                <a16:creationId xmlns:a16="http://schemas.microsoft.com/office/drawing/2014/main" id="{284444CD-80D3-4218-B471-8FC1FC8A4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5588" y="4981575"/>
            <a:ext cx="1619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z </a:t>
            </a: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4" name="Rectangle 41">
            <a:extLst>
              <a:ext uri="{FF2B5EF4-FFF2-40B4-BE49-F238E27FC236}">
                <a16:creationId xmlns:a16="http://schemas.microsoft.com/office/drawing/2014/main" id="{7B2F0BA7-C43B-4F97-B1BC-F1CF84C06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53387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5" name="Rectangle 42">
            <a:extLst>
              <a:ext uri="{FF2B5EF4-FFF2-40B4-BE49-F238E27FC236}">
                <a16:creationId xmlns:a16="http://schemas.microsoft.com/office/drawing/2014/main" id="{56603EC9-DD14-47FB-A3D0-8F88B12B6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275" y="5430838"/>
            <a:ext cx="2476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6" name="Rectangle 43">
            <a:extLst>
              <a:ext uri="{FF2B5EF4-FFF2-40B4-BE49-F238E27FC236}">
                <a16:creationId xmlns:a16="http://schemas.microsoft.com/office/drawing/2014/main" id="{83430AE6-DDBD-4CA8-82B2-A5650FB06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0" y="53387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7" name="Rectangle 44">
            <a:extLst>
              <a:ext uri="{FF2B5EF4-FFF2-40B4-BE49-F238E27FC236}">
                <a16:creationId xmlns:a16="http://schemas.microsoft.com/office/drawing/2014/main" id="{6519AC88-84FE-4DC1-A832-40141B3972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1613" y="54308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8" name="Rectangle 45">
            <a:extLst>
              <a:ext uri="{FF2B5EF4-FFF2-40B4-BE49-F238E27FC236}">
                <a16:creationId xmlns:a16="http://schemas.microsoft.com/office/drawing/2014/main" id="{8E495FBE-3F85-4797-9E18-36FA40C10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1738" y="54308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49" name="Rectangle 46">
            <a:extLst>
              <a:ext uri="{FF2B5EF4-FFF2-40B4-BE49-F238E27FC236}">
                <a16:creationId xmlns:a16="http://schemas.microsoft.com/office/drawing/2014/main" id="{3621842F-E2C8-4FDF-8F10-DDA8D4EE0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7163" y="53387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0" name="Rectangle 47">
            <a:extLst>
              <a:ext uri="{FF2B5EF4-FFF2-40B4-BE49-F238E27FC236}">
                <a16:creationId xmlns:a16="http://schemas.microsoft.com/office/drawing/2014/main" id="{5644B895-20D2-41CC-8A79-5A9010643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54308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1" name="Rectangle 48">
            <a:extLst>
              <a:ext uri="{FF2B5EF4-FFF2-40B4-BE49-F238E27FC236}">
                <a16:creationId xmlns:a16="http://schemas.microsoft.com/office/drawing/2014/main" id="{196D090D-1143-43CC-BB0A-571EFB6F1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8325" y="54308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2" name="Rectangle 49">
            <a:extLst>
              <a:ext uri="{FF2B5EF4-FFF2-40B4-BE49-F238E27FC236}">
                <a16:creationId xmlns:a16="http://schemas.microsoft.com/office/drawing/2014/main" id="{F1143179-E081-4ABD-B86D-D4A2D1FAD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0575" y="5338763"/>
            <a:ext cx="12700" cy="401637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3" name="Rectangle 50">
            <a:extLst>
              <a:ext uri="{FF2B5EF4-FFF2-40B4-BE49-F238E27FC236}">
                <a16:creationId xmlns:a16="http://schemas.microsoft.com/office/drawing/2014/main" id="{79002616-EF53-447C-BE30-A6BB3A3B6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0825" y="54308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4" name="Rectangle 51">
            <a:extLst>
              <a:ext uri="{FF2B5EF4-FFF2-40B4-BE49-F238E27FC236}">
                <a16:creationId xmlns:a16="http://schemas.microsoft.com/office/drawing/2014/main" id="{9FF376A4-0788-4DB5-9421-8A1848E04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57213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5" name="Rectangle 52">
            <a:extLst>
              <a:ext uri="{FF2B5EF4-FFF2-40B4-BE49-F238E27FC236}">
                <a16:creationId xmlns:a16="http://schemas.microsoft.com/office/drawing/2014/main" id="{56071AC8-8E48-440B-BE8C-48202F0FD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2150" y="5735638"/>
            <a:ext cx="2333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6" name="Rectangle 53">
            <a:extLst>
              <a:ext uri="{FF2B5EF4-FFF2-40B4-BE49-F238E27FC236}">
                <a16:creationId xmlns:a16="http://schemas.microsoft.com/office/drawing/2014/main" id="{F38AB10C-9D0F-4E06-95AD-EB809E59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0" y="57213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7" name="Rectangle 54">
            <a:extLst>
              <a:ext uri="{FF2B5EF4-FFF2-40B4-BE49-F238E27FC236}">
                <a16:creationId xmlns:a16="http://schemas.microsoft.com/office/drawing/2014/main" id="{D94DF2BC-89BF-4A04-B11D-ED90E5234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57356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8" name="Rectangle 55">
            <a:extLst>
              <a:ext uri="{FF2B5EF4-FFF2-40B4-BE49-F238E27FC236}">
                <a16:creationId xmlns:a16="http://schemas.microsoft.com/office/drawing/2014/main" id="{AA7A6DD5-ED6C-461A-A4B6-EF72CE2F4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3325" y="57356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59" name="Rectangle 56">
            <a:extLst>
              <a:ext uri="{FF2B5EF4-FFF2-40B4-BE49-F238E27FC236}">
                <a16:creationId xmlns:a16="http://schemas.microsoft.com/office/drawing/2014/main" id="{63E51698-D108-4532-87BA-82AF1EE06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7163" y="57213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60" name="Rectangle 57">
            <a:extLst>
              <a:ext uri="{FF2B5EF4-FFF2-40B4-BE49-F238E27FC236}">
                <a16:creationId xmlns:a16="http://schemas.microsoft.com/office/drawing/2014/main" id="{A9E26CC5-E079-4AA4-8BA6-EE71171D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57356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61" name="Rectangle 58">
            <a:extLst>
              <a:ext uri="{FF2B5EF4-FFF2-40B4-BE49-F238E27FC236}">
                <a16:creationId xmlns:a16="http://schemas.microsoft.com/office/drawing/2014/main" id="{CFA3B885-DDDF-4CAF-9420-A68199A3A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9913" y="57356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62" name="Rectangle 59">
            <a:extLst>
              <a:ext uri="{FF2B5EF4-FFF2-40B4-BE49-F238E27FC236}">
                <a16:creationId xmlns:a16="http://schemas.microsoft.com/office/drawing/2014/main" id="{BF585666-6408-45BA-82A8-8E32A3071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0575" y="5721350"/>
            <a:ext cx="12700" cy="34925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63" name="Rectangle 60">
            <a:extLst>
              <a:ext uri="{FF2B5EF4-FFF2-40B4-BE49-F238E27FC236}">
                <a16:creationId xmlns:a16="http://schemas.microsoft.com/office/drawing/2014/main" id="{2F4AAE09-184E-4F38-B1A1-B57D9658B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2350" y="6083300"/>
            <a:ext cx="4870450" cy="12700"/>
          </a:xfrm>
          <a:prstGeom prst="rect">
            <a:avLst/>
          </a:prstGeom>
          <a:solidFill>
            <a:srgbClr val="FFFFFF"/>
          </a:solidFill>
          <a:ln w="63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164" name="Rectangle 61">
            <a:extLst>
              <a:ext uri="{FF2B5EF4-FFF2-40B4-BE49-F238E27FC236}">
                <a16:creationId xmlns:a16="http://schemas.microsoft.com/office/drawing/2014/main" id="{8B905274-E77E-4F19-9A35-4E1B94899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5735638"/>
            <a:ext cx="190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Title 1">
            <a:extLst>
              <a:ext uri="{FF2B5EF4-FFF2-40B4-BE49-F238E27FC236}">
                <a16:creationId xmlns:a16="http://schemas.microsoft.com/office/drawing/2014/main" id="{AD314F22-9EB3-4C8D-9B97-B941B88487B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State-assigned Table</a:t>
            </a:r>
          </a:p>
        </p:txBody>
      </p:sp>
      <p:grpSp>
        <p:nvGrpSpPr>
          <p:cNvPr id="48130" name="Group 1">
            <a:extLst>
              <a:ext uri="{FF2B5EF4-FFF2-40B4-BE49-F238E27FC236}">
                <a16:creationId xmlns:a16="http://schemas.microsoft.com/office/drawing/2014/main" id="{C309980C-BE29-4342-8E01-08225569ED27}"/>
              </a:ext>
            </a:extLst>
          </p:cNvPr>
          <p:cNvGrpSpPr>
            <a:grpSpLocks/>
          </p:cNvGrpSpPr>
          <p:nvPr/>
        </p:nvGrpSpPr>
        <p:grpSpPr bwMode="auto">
          <a:xfrm>
            <a:off x="1946275" y="762000"/>
            <a:ext cx="5216525" cy="2141538"/>
            <a:chOff x="1946275" y="1905000"/>
            <a:chExt cx="5216525" cy="2141537"/>
          </a:xfrm>
        </p:grpSpPr>
        <p:sp>
          <p:nvSpPr>
            <p:cNvPr id="48132" name="Rectangle 4">
              <a:extLst>
                <a:ext uri="{FF2B5EF4-FFF2-40B4-BE49-F238E27FC236}">
                  <a16:creationId xmlns:a16="http://schemas.microsoft.com/office/drawing/2014/main" id="{E949D727-40DB-40AA-AFF3-58A562B5A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1905000"/>
              <a:ext cx="4870450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3" name="Rectangle 5">
              <a:extLst>
                <a:ext uri="{FF2B5EF4-FFF2-40B4-BE49-F238E27FC236}">
                  <a16:creationId xmlns:a16="http://schemas.microsoft.com/office/drawing/2014/main" id="{BA23C8E3-02B6-4CF3-983B-A6145BE8E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4" name="Rectangle 6">
              <a:extLst>
                <a:ext uri="{FF2B5EF4-FFF2-40B4-BE49-F238E27FC236}">
                  <a16:creationId xmlns:a16="http://schemas.microsoft.com/office/drawing/2014/main" id="{4C782802-DD3D-4A8A-AE74-ED8C595D9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5" name="Rectangle 7">
              <a:extLst>
                <a:ext uri="{FF2B5EF4-FFF2-40B4-BE49-F238E27FC236}">
                  <a16:creationId xmlns:a16="http://schemas.microsoft.com/office/drawing/2014/main" id="{1E4757AB-501E-4505-AA54-61DEC06E8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112962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6" name="Rectangle 8">
              <a:extLst>
                <a:ext uri="{FF2B5EF4-FFF2-40B4-BE49-F238E27FC236}">
                  <a16:creationId xmlns:a16="http://schemas.microsoft.com/office/drawing/2014/main" id="{071ED3E1-70E3-45E4-B63A-41BFC8362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7" name="Rectangle 9">
              <a:extLst>
                <a:ext uri="{FF2B5EF4-FFF2-40B4-BE49-F238E27FC236}">
                  <a16:creationId xmlns:a16="http://schemas.microsoft.com/office/drawing/2014/main" id="{892F9BE3-3C10-4AC8-87E7-4BD8494E9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250" y="2020887"/>
              <a:ext cx="1084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8" name="Rectangle 10">
              <a:extLst>
                <a:ext uri="{FF2B5EF4-FFF2-40B4-BE49-F238E27FC236}">
                  <a16:creationId xmlns:a16="http://schemas.microsoft.com/office/drawing/2014/main" id="{95EA1DA7-660F-4E95-927E-63F28C45F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39" name="Rectangle 11">
              <a:extLst>
                <a:ext uri="{FF2B5EF4-FFF2-40B4-BE49-F238E27FC236}">
                  <a16:creationId xmlns:a16="http://schemas.microsoft.com/office/drawing/2014/main" id="{A9A5BC60-F622-4018-9737-97EC12AF6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2360612"/>
              <a:ext cx="3821113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0" name="Rectangle 12">
              <a:extLst>
                <a:ext uri="{FF2B5EF4-FFF2-40B4-BE49-F238E27FC236}">
                  <a16:creationId xmlns:a16="http://schemas.microsoft.com/office/drawing/2014/main" id="{D6500E63-42A4-4DD7-8586-E0A40DB06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1" name="Rectangle 13">
              <a:extLst>
                <a:ext uri="{FF2B5EF4-FFF2-40B4-BE49-F238E27FC236}">
                  <a16:creationId xmlns:a16="http://schemas.microsoft.com/office/drawing/2014/main" id="{E5918790-CC05-493A-AC81-B55103E9E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0413" y="2020887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2" name="Rectangle 14">
              <a:extLst>
                <a:ext uri="{FF2B5EF4-FFF2-40B4-BE49-F238E27FC236}">
                  <a16:creationId xmlns:a16="http://schemas.microsoft.com/office/drawing/2014/main" id="{EACBB549-D422-4E8C-A6E8-593037E2A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3" name="Rectangle 15">
              <a:extLst>
                <a:ext uri="{FF2B5EF4-FFF2-40B4-BE49-F238E27FC236}">
                  <a16:creationId xmlns:a16="http://schemas.microsoft.com/office/drawing/2014/main" id="{29B71A52-D5F4-49E8-9E01-E5F98E2B3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925" y="2386012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4" name="Rectangle 16">
              <a:extLst>
                <a:ext uri="{FF2B5EF4-FFF2-40B4-BE49-F238E27FC236}">
                  <a16:creationId xmlns:a16="http://schemas.microsoft.com/office/drawing/2014/main" id="{32ECD1B0-D4D2-453B-A510-CB3A92D90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388" y="247650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5" name="Rectangle 17">
              <a:extLst>
                <a:ext uri="{FF2B5EF4-FFF2-40B4-BE49-F238E27FC236}">
                  <a16:creationId xmlns:a16="http://schemas.microsoft.com/office/drawing/2014/main" id="{4E05A888-4C96-4BE4-AFF6-A0E0AA4AA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150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6" name="Rectangle 18">
              <a:extLst>
                <a:ext uri="{FF2B5EF4-FFF2-40B4-BE49-F238E27FC236}">
                  <a16:creationId xmlns:a16="http://schemas.microsoft.com/office/drawing/2014/main" id="{E8EB807B-5F0C-43BB-BE46-3CEF0049F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263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7" name="Rectangle 19">
              <a:extLst>
                <a:ext uri="{FF2B5EF4-FFF2-40B4-BE49-F238E27FC236}">
                  <a16:creationId xmlns:a16="http://schemas.microsoft.com/office/drawing/2014/main" id="{AB5BCB27-ABC7-4C99-8775-5CB4F4CC7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47650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8" name="Rectangle 20">
              <a:extLst>
                <a:ext uri="{FF2B5EF4-FFF2-40B4-BE49-F238E27FC236}">
                  <a16:creationId xmlns:a16="http://schemas.microsoft.com/office/drawing/2014/main" id="{F21F7725-6518-4011-ADE2-D7856A7A5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238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49" name="Rectangle 21">
              <a:extLst>
                <a:ext uri="{FF2B5EF4-FFF2-40B4-BE49-F238E27FC236}">
                  <a16:creationId xmlns:a16="http://schemas.microsoft.com/office/drawing/2014/main" id="{E42B6437-C82E-448B-99A1-65B1F5029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0" name="Rectangle 22">
              <a:extLst>
                <a:ext uri="{FF2B5EF4-FFF2-40B4-BE49-F238E27FC236}">
                  <a16:creationId xmlns:a16="http://schemas.microsoft.com/office/drawing/2014/main" id="{796C05AC-DB40-44CC-8935-11146963E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7763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1" name="Rectangle 23">
              <a:extLst>
                <a:ext uri="{FF2B5EF4-FFF2-40B4-BE49-F238E27FC236}">
                  <a16:creationId xmlns:a16="http://schemas.microsoft.com/office/drawing/2014/main" id="{C91B58E4-4EFB-40EA-8E7D-6B7C50AF3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9563" y="247650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2" name="Rectangle 24">
              <a:extLst>
                <a:ext uri="{FF2B5EF4-FFF2-40B4-BE49-F238E27FC236}">
                  <a16:creationId xmlns:a16="http://schemas.microsoft.com/office/drawing/2014/main" id="{00EDFD48-EEDF-4C51-B39E-982647E75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5150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3" name="Rectangle 25">
              <a:extLst>
                <a:ext uri="{FF2B5EF4-FFF2-40B4-BE49-F238E27FC236}">
                  <a16:creationId xmlns:a16="http://schemas.microsoft.com/office/drawing/2014/main" id="{4374BC69-0053-4B23-850C-BBCABB7EA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1850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4" name="Rectangle 26">
              <a:extLst>
                <a:ext uri="{FF2B5EF4-FFF2-40B4-BE49-F238E27FC236}">
                  <a16:creationId xmlns:a16="http://schemas.microsoft.com/office/drawing/2014/main" id="{8D834A91-0D5E-4ACF-ACBF-E340F7348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0475" y="247650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5" name="Rectangle 27">
              <a:extLst>
                <a:ext uri="{FF2B5EF4-FFF2-40B4-BE49-F238E27FC236}">
                  <a16:creationId xmlns:a16="http://schemas.microsoft.com/office/drawing/2014/main" id="{CE4C2EC9-5AE0-4C38-9FA8-3C213CA27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0825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6" name="Rectangle 28">
              <a:extLst>
                <a:ext uri="{FF2B5EF4-FFF2-40B4-BE49-F238E27FC236}">
                  <a16:creationId xmlns:a16="http://schemas.microsoft.com/office/drawing/2014/main" id="{418F984A-A67A-4AC6-958B-5CAFD15D7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7" name="Rectangle 29">
              <a:extLst>
                <a:ext uri="{FF2B5EF4-FFF2-40B4-BE49-F238E27FC236}">
                  <a16:creationId xmlns:a16="http://schemas.microsoft.com/office/drawing/2014/main" id="{21223894-0702-4AD5-BFE2-7955B6636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2816225"/>
              <a:ext cx="4870450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8" name="Rectangle 30">
              <a:extLst>
                <a:ext uri="{FF2B5EF4-FFF2-40B4-BE49-F238E27FC236}">
                  <a16:creationId xmlns:a16="http://schemas.microsoft.com/office/drawing/2014/main" id="{FCB9C2E0-7A91-4E80-8689-F96B73AE5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59" name="Rectangle 31">
              <a:extLst>
                <a:ext uri="{FF2B5EF4-FFF2-40B4-BE49-F238E27FC236}">
                  <a16:creationId xmlns:a16="http://schemas.microsoft.com/office/drawing/2014/main" id="{3B306C99-B8D9-44F2-B3C9-522413634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4350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0" name="Rectangle 32">
              <a:extLst>
                <a:ext uri="{FF2B5EF4-FFF2-40B4-BE49-F238E27FC236}">
                  <a16:creationId xmlns:a16="http://schemas.microsoft.com/office/drawing/2014/main" id="{04A1A99B-FCAA-475F-B8AE-53AC68C95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1" name="Rectangle 33">
              <a:extLst>
                <a:ext uri="{FF2B5EF4-FFF2-40B4-BE49-F238E27FC236}">
                  <a16:creationId xmlns:a16="http://schemas.microsoft.com/office/drawing/2014/main" id="{570B743E-FE62-44F3-811F-561648648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2932112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2" name="Rectangle 34">
              <a:extLst>
                <a:ext uri="{FF2B5EF4-FFF2-40B4-BE49-F238E27FC236}">
                  <a16:creationId xmlns:a16="http://schemas.microsoft.com/office/drawing/2014/main" id="{D1E94A14-FB0A-40A4-86B0-7B0EFFE19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050" y="2932112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3" name="Rectangle 35">
              <a:extLst>
                <a:ext uri="{FF2B5EF4-FFF2-40B4-BE49-F238E27FC236}">
                  <a16:creationId xmlns:a16="http://schemas.microsoft.com/office/drawing/2014/main" id="{F59644AA-3F8B-4B74-AEDA-9711BA530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4" name="Rectangle 36">
              <a:extLst>
                <a:ext uri="{FF2B5EF4-FFF2-40B4-BE49-F238E27FC236}">
                  <a16:creationId xmlns:a16="http://schemas.microsoft.com/office/drawing/2014/main" id="{FEA4F497-8C3A-4B18-A418-A2852A379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900" y="2932112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5" name="Rectangle 37">
              <a:extLst>
                <a:ext uri="{FF2B5EF4-FFF2-40B4-BE49-F238E27FC236}">
                  <a16:creationId xmlns:a16="http://schemas.microsoft.com/office/drawing/2014/main" id="{7138FE87-E3C1-45C6-9668-BA681F276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932112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6" name="Rectangle 38">
              <a:extLst>
                <a:ext uri="{FF2B5EF4-FFF2-40B4-BE49-F238E27FC236}">
                  <a16:creationId xmlns:a16="http://schemas.microsoft.com/office/drawing/2014/main" id="{8660A357-F1E0-48D4-B37B-4C0E95516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7" name="Rectangle 39">
              <a:extLst>
                <a:ext uri="{FF2B5EF4-FFF2-40B4-BE49-F238E27FC236}">
                  <a16:creationId xmlns:a16="http://schemas.microsoft.com/office/drawing/2014/main" id="{5F812D52-34A9-4943-A47D-0D5B71A9B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3273425"/>
              <a:ext cx="4870450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8" name="Rectangle 40">
              <a:extLst>
                <a:ext uri="{FF2B5EF4-FFF2-40B4-BE49-F238E27FC236}">
                  <a16:creationId xmlns:a16="http://schemas.microsoft.com/office/drawing/2014/main" id="{11EA64AA-59D2-48E5-8921-4C4986106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5588" y="2932112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69" name="Rectangle 41">
              <a:extLst>
                <a:ext uri="{FF2B5EF4-FFF2-40B4-BE49-F238E27FC236}">
                  <a16:creationId xmlns:a16="http://schemas.microsoft.com/office/drawing/2014/main" id="{BCE7F8CF-FA97-4ED4-B85B-BD26D5D38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0" name="Rectangle 42">
              <a:extLst>
                <a:ext uri="{FF2B5EF4-FFF2-40B4-BE49-F238E27FC236}">
                  <a16:creationId xmlns:a16="http://schemas.microsoft.com/office/drawing/2014/main" id="{9549444B-112D-4474-B1BE-F8D53C7AB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275" y="338137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1" name="Rectangle 43">
              <a:extLst>
                <a:ext uri="{FF2B5EF4-FFF2-40B4-BE49-F238E27FC236}">
                  <a16:creationId xmlns:a16="http://schemas.microsoft.com/office/drawing/2014/main" id="{BC9D7002-589F-434D-A32D-F19CDAF01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2" name="Rectangle 44">
              <a:extLst>
                <a:ext uri="{FF2B5EF4-FFF2-40B4-BE49-F238E27FC236}">
                  <a16:creationId xmlns:a16="http://schemas.microsoft.com/office/drawing/2014/main" id="{324F5BE6-6562-4E5E-802C-CB4037EB6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613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3" name="Rectangle 45">
              <a:extLst>
                <a:ext uri="{FF2B5EF4-FFF2-40B4-BE49-F238E27FC236}">
                  <a16:creationId xmlns:a16="http://schemas.microsoft.com/office/drawing/2014/main" id="{DD9E6D80-3796-4275-8D8A-6359E8309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738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4" name="Rectangle 46">
              <a:extLst>
                <a:ext uri="{FF2B5EF4-FFF2-40B4-BE49-F238E27FC236}">
                  <a16:creationId xmlns:a16="http://schemas.microsoft.com/office/drawing/2014/main" id="{74162EDE-CB4E-4EB8-9EC3-91A9E454D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5" name="Rectangle 47">
              <a:extLst>
                <a:ext uri="{FF2B5EF4-FFF2-40B4-BE49-F238E27FC236}">
                  <a16:creationId xmlns:a16="http://schemas.microsoft.com/office/drawing/2014/main" id="{A0D7C7BD-2002-4848-AAA8-415C27974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238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6" name="Rectangle 48">
              <a:extLst>
                <a:ext uri="{FF2B5EF4-FFF2-40B4-BE49-F238E27FC236}">
                  <a16:creationId xmlns:a16="http://schemas.microsoft.com/office/drawing/2014/main" id="{45E673BB-22C1-43A3-89F3-7057323F7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325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7" name="Rectangle 49">
              <a:extLst>
                <a:ext uri="{FF2B5EF4-FFF2-40B4-BE49-F238E27FC236}">
                  <a16:creationId xmlns:a16="http://schemas.microsoft.com/office/drawing/2014/main" id="{A5F59A7F-7DCC-4289-B831-5371616FA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8" name="Rectangle 50">
              <a:extLst>
                <a:ext uri="{FF2B5EF4-FFF2-40B4-BE49-F238E27FC236}">
                  <a16:creationId xmlns:a16="http://schemas.microsoft.com/office/drawing/2014/main" id="{BC011A20-D9F2-41A0-B762-602567F1F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0825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79" name="Rectangle 51">
              <a:extLst>
                <a:ext uri="{FF2B5EF4-FFF2-40B4-BE49-F238E27FC236}">
                  <a16:creationId xmlns:a16="http://schemas.microsoft.com/office/drawing/2014/main" id="{4381375D-9A91-4F66-A1BD-304578637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0" name="Rectangle 52">
              <a:extLst>
                <a:ext uri="{FF2B5EF4-FFF2-40B4-BE49-F238E27FC236}">
                  <a16:creationId xmlns:a16="http://schemas.microsoft.com/office/drawing/2014/main" id="{F365D08A-CE2A-4BEF-B785-D3890A9B9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150" y="3686175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1" name="Rectangle 53">
              <a:extLst>
                <a:ext uri="{FF2B5EF4-FFF2-40B4-BE49-F238E27FC236}">
                  <a16:creationId xmlns:a16="http://schemas.microsoft.com/office/drawing/2014/main" id="{27BB3C78-335A-496D-9C55-3C5963B91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2" name="Rectangle 54">
              <a:extLst>
                <a:ext uri="{FF2B5EF4-FFF2-40B4-BE49-F238E27FC236}">
                  <a16:creationId xmlns:a16="http://schemas.microsoft.com/office/drawing/2014/main" id="{FF2F880A-C139-46EC-A3E1-86ECBC072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3" name="Rectangle 55">
              <a:extLst>
                <a:ext uri="{FF2B5EF4-FFF2-40B4-BE49-F238E27FC236}">
                  <a16:creationId xmlns:a16="http://schemas.microsoft.com/office/drawing/2014/main" id="{3678C5AA-D504-4D92-805D-7A89C4BEC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325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4" name="Rectangle 56">
              <a:extLst>
                <a:ext uri="{FF2B5EF4-FFF2-40B4-BE49-F238E27FC236}">
                  <a16:creationId xmlns:a16="http://schemas.microsoft.com/office/drawing/2014/main" id="{76DF88CD-5D2E-4231-ABE8-9EFA9096E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5" name="Rectangle 57">
              <a:extLst>
                <a:ext uri="{FF2B5EF4-FFF2-40B4-BE49-F238E27FC236}">
                  <a16:creationId xmlns:a16="http://schemas.microsoft.com/office/drawing/2014/main" id="{2278A37E-3869-43E7-8E08-B1AE76F63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238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6" name="Rectangle 58">
              <a:extLst>
                <a:ext uri="{FF2B5EF4-FFF2-40B4-BE49-F238E27FC236}">
                  <a16:creationId xmlns:a16="http://schemas.microsoft.com/office/drawing/2014/main" id="{72BB8CA5-D87F-4B58-AB01-17E126EA7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7" name="Rectangle 59">
              <a:extLst>
                <a:ext uri="{FF2B5EF4-FFF2-40B4-BE49-F238E27FC236}">
                  <a16:creationId xmlns:a16="http://schemas.microsoft.com/office/drawing/2014/main" id="{BE44A799-D4E3-42AD-A351-319DD177F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8" name="Rectangle 60">
              <a:extLst>
                <a:ext uri="{FF2B5EF4-FFF2-40B4-BE49-F238E27FC236}">
                  <a16:creationId xmlns:a16="http://schemas.microsoft.com/office/drawing/2014/main" id="{D300ABA1-FDA8-4CA9-B787-2BA59BA42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4033837"/>
              <a:ext cx="4870450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189" name="Rectangle 61">
              <a:extLst>
                <a:ext uri="{FF2B5EF4-FFF2-40B4-BE49-F238E27FC236}">
                  <a16:creationId xmlns:a16="http://schemas.microsoft.com/office/drawing/2014/main" id="{A40CAD9A-7F8C-4274-AE8B-F773385C7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2413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8131" name="TextBox 125">
            <a:extLst>
              <a:ext uri="{FF2B5EF4-FFF2-40B4-BE49-F238E27FC236}">
                <a16:creationId xmlns:a16="http://schemas.microsoft.com/office/drawing/2014/main" id="{6E50558D-A1F5-41A8-BE0E-747AD6888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6.25 from the textbook 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F66C564-B00D-4539-BCD2-027406922A0F}"/>
                  </a:ext>
                </a:extLst>
              </p14:cNvPr>
              <p14:cNvContentPartPr/>
              <p14:nvPr/>
            </p14:nvContentPartPr>
            <p14:xfrm>
              <a:off x="3674160" y="2176560"/>
              <a:ext cx="3411360" cy="35676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F66C564-B00D-4539-BCD2-027406922A0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64800" y="2167200"/>
                <a:ext cx="3430080" cy="35863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Title 1">
            <a:extLst>
              <a:ext uri="{FF2B5EF4-FFF2-40B4-BE49-F238E27FC236}">
                <a16:creationId xmlns:a16="http://schemas.microsoft.com/office/drawing/2014/main" id="{91422278-3E20-4536-BCCA-251A58B37378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State-assigned Table</a:t>
            </a:r>
          </a:p>
        </p:txBody>
      </p:sp>
      <p:grpSp>
        <p:nvGrpSpPr>
          <p:cNvPr id="50178" name="Group 1">
            <a:extLst>
              <a:ext uri="{FF2B5EF4-FFF2-40B4-BE49-F238E27FC236}">
                <a16:creationId xmlns:a16="http://schemas.microsoft.com/office/drawing/2014/main" id="{10B9FD6C-ADAE-48C3-941B-284D4E119DCC}"/>
              </a:ext>
            </a:extLst>
          </p:cNvPr>
          <p:cNvGrpSpPr>
            <a:grpSpLocks/>
          </p:cNvGrpSpPr>
          <p:nvPr/>
        </p:nvGrpSpPr>
        <p:grpSpPr bwMode="auto">
          <a:xfrm>
            <a:off x="1946275" y="1905000"/>
            <a:ext cx="5216525" cy="2141538"/>
            <a:chOff x="1946275" y="1905000"/>
            <a:chExt cx="5216525" cy="2141537"/>
          </a:xfrm>
        </p:grpSpPr>
        <p:sp>
          <p:nvSpPr>
            <p:cNvPr id="50184" name="Rectangle 4">
              <a:extLst>
                <a:ext uri="{FF2B5EF4-FFF2-40B4-BE49-F238E27FC236}">
                  <a16:creationId xmlns:a16="http://schemas.microsoft.com/office/drawing/2014/main" id="{6AF8EA6F-C6BE-4BE2-9947-03D575D09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1905000"/>
              <a:ext cx="4870450" cy="1111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5" name="Rectangle 5">
              <a:extLst>
                <a:ext uri="{FF2B5EF4-FFF2-40B4-BE49-F238E27FC236}">
                  <a16:creationId xmlns:a16="http://schemas.microsoft.com/office/drawing/2014/main" id="{3DF200E7-FBB4-48D1-A7AB-5112C5E20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6" name="Rectangle 6">
              <a:extLst>
                <a:ext uri="{FF2B5EF4-FFF2-40B4-BE49-F238E27FC236}">
                  <a16:creationId xmlns:a16="http://schemas.microsoft.com/office/drawing/2014/main" id="{29674950-D29E-4BF2-973C-6E9DC84D1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7" name="Rectangle 7">
              <a:extLst>
                <a:ext uri="{FF2B5EF4-FFF2-40B4-BE49-F238E27FC236}">
                  <a16:creationId xmlns:a16="http://schemas.microsoft.com/office/drawing/2014/main" id="{8202E336-C5AC-4DF3-A7DA-B6E115E2E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112962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Present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8" name="Rectangle 8">
              <a:extLst>
                <a:ext uri="{FF2B5EF4-FFF2-40B4-BE49-F238E27FC236}">
                  <a16:creationId xmlns:a16="http://schemas.microsoft.com/office/drawing/2014/main" id="{D014B527-BA05-49C8-8280-8575998CC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9" name="Rectangle 9">
              <a:extLst>
                <a:ext uri="{FF2B5EF4-FFF2-40B4-BE49-F238E27FC236}">
                  <a16:creationId xmlns:a16="http://schemas.microsoft.com/office/drawing/2014/main" id="{41AEF54C-B98E-4C40-9397-D6DE82106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250" y="2020887"/>
              <a:ext cx="10842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Next 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0" name="Rectangle 10">
              <a:extLst>
                <a:ext uri="{FF2B5EF4-FFF2-40B4-BE49-F238E27FC236}">
                  <a16:creationId xmlns:a16="http://schemas.microsoft.com/office/drawing/2014/main" id="{61535C98-4D2C-4E15-8E5B-B49986769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1916112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1" name="Rectangle 11">
              <a:extLst>
                <a:ext uri="{FF2B5EF4-FFF2-40B4-BE49-F238E27FC236}">
                  <a16:creationId xmlns:a16="http://schemas.microsoft.com/office/drawing/2014/main" id="{53DE5BB9-C081-4CBF-B66D-CD719CB67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2360612"/>
              <a:ext cx="3821113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2" name="Rectangle 12">
              <a:extLst>
                <a:ext uri="{FF2B5EF4-FFF2-40B4-BE49-F238E27FC236}">
                  <a16:creationId xmlns:a16="http://schemas.microsoft.com/office/drawing/2014/main" id="{8D4B2C05-4A2C-492F-BDBD-FAB303EBD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3" name="Rectangle 13">
              <a:extLst>
                <a:ext uri="{FF2B5EF4-FFF2-40B4-BE49-F238E27FC236}">
                  <a16:creationId xmlns:a16="http://schemas.microsoft.com/office/drawing/2014/main" id="{39978FD9-D875-47C5-9601-F92D69131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0413" y="2020887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Output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4" name="Rectangle 14">
              <a:extLst>
                <a:ext uri="{FF2B5EF4-FFF2-40B4-BE49-F238E27FC236}">
                  <a16:creationId xmlns:a16="http://schemas.microsoft.com/office/drawing/2014/main" id="{9D33D006-51BA-472B-AAEB-C20D5DC5C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5" name="Rectangle 15">
              <a:extLst>
                <a:ext uri="{FF2B5EF4-FFF2-40B4-BE49-F238E27FC236}">
                  <a16:creationId xmlns:a16="http://schemas.microsoft.com/office/drawing/2014/main" id="{54D518E9-C8D1-4217-B7FB-FCC8E91E9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925" y="2386012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state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6" name="Rectangle 16">
              <a:extLst>
                <a:ext uri="{FF2B5EF4-FFF2-40B4-BE49-F238E27FC236}">
                  <a16:creationId xmlns:a16="http://schemas.microsoft.com/office/drawing/2014/main" id="{9C64B7AD-3229-44CA-9E17-94CADF821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388" y="247650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7" name="Rectangle 17">
              <a:extLst>
                <a:ext uri="{FF2B5EF4-FFF2-40B4-BE49-F238E27FC236}">
                  <a16:creationId xmlns:a16="http://schemas.microsoft.com/office/drawing/2014/main" id="{B309259D-A0F6-45CF-8146-3685520F3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150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8" name="Rectangle 18">
              <a:extLst>
                <a:ext uri="{FF2B5EF4-FFF2-40B4-BE49-F238E27FC236}">
                  <a16:creationId xmlns:a16="http://schemas.microsoft.com/office/drawing/2014/main" id="{0E1721FF-D344-4790-A983-E3E47BFB4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263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99" name="Rectangle 19">
              <a:extLst>
                <a:ext uri="{FF2B5EF4-FFF2-40B4-BE49-F238E27FC236}">
                  <a16:creationId xmlns:a16="http://schemas.microsoft.com/office/drawing/2014/main" id="{FDC743BB-F4C3-4783-B080-568CC6A88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47650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0" name="Rectangle 20">
              <a:extLst>
                <a:ext uri="{FF2B5EF4-FFF2-40B4-BE49-F238E27FC236}">
                  <a16:creationId xmlns:a16="http://schemas.microsoft.com/office/drawing/2014/main" id="{0E45A2F8-68E4-4604-BF66-626996A37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238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1" name="Rectangle 21">
              <a:extLst>
                <a:ext uri="{FF2B5EF4-FFF2-40B4-BE49-F238E27FC236}">
                  <a16:creationId xmlns:a16="http://schemas.microsoft.com/office/drawing/2014/main" id="{92740D42-8CB7-40C4-A622-3A324B413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2" name="Rectangle 22">
              <a:extLst>
                <a:ext uri="{FF2B5EF4-FFF2-40B4-BE49-F238E27FC236}">
                  <a16:creationId xmlns:a16="http://schemas.microsoft.com/office/drawing/2014/main" id="{30487BEF-A469-4A02-B036-D81A9768F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7763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3" name="Rectangle 23">
              <a:extLst>
                <a:ext uri="{FF2B5EF4-FFF2-40B4-BE49-F238E27FC236}">
                  <a16:creationId xmlns:a16="http://schemas.microsoft.com/office/drawing/2014/main" id="{5A7D8854-1AE7-478C-A959-AD1EE5879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9563" y="247650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4" name="Rectangle 24">
              <a:extLst>
                <a:ext uri="{FF2B5EF4-FFF2-40B4-BE49-F238E27FC236}">
                  <a16:creationId xmlns:a16="http://schemas.microsoft.com/office/drawing/2014/main" id="{7D932B33-D8B3-428D-978E-666C5C9B5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5150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5" name="Rectangle 25">
              <a:extLst>
                <a:ext uri="{FF2B5EF4-FFF2-40B4-BE49-F238E27FC236}">
                  <a16:creationId xmlns:a16="http://schemas.microsoft.com/office/drawing/2014/main" id="{B2D45DA1-3D9B-4C90-AFE0-2EAA1FC8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1850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6" name="Rectangle 26">
              <a:extLst>
                <a:ext uri="{FF2B5EF4-FFF2-40B4-BE49-F238E27FC236}">
                  <a16:creationId xmlns:a16="http://schemas.microsoft.com/office/drawing/2014/main" id="{12764999-74F7-4356-8C83-960E7572A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0475" y="247650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7" name="Rectangle 27">
              <a:extLst>
                <a:ext uri="{FF2B5EF4-FFF2-40B4-BE49-F238E27FC236}">
                  <a16:creationId xmlns:a16="http://schemas.microsoft.com/office/drawing/2014/main" id="{15697FF5-4406-477D-966F-536B11380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0825" y="247650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=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8" name="Rectangle 28">
              <a:extLst>
                <a:ext uri="{FF2B5EF4-FFF2-40B4-BE49-F238E27FC236}">
                  <a16:creationId xmlns:a16="http://schemas.microsoft.com/office/drawing/2014/main" id="{3A7D1A50-F40C-4CE2-B077-7B3C396B3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2373312"/>
              <a:ext cx="12700" cy="4556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09" name="Rectangle 29">
              <a:extLst>
                <a:ext uri="{FF2B5EF4-FFF2-40B4-BE49-F238E27FC236}">
                  <a16:creationId xmlns:a16="http://schemas.microsoft.com/office/drawing/2014/main" id="{A5F68AEA-47B5-4867-8B79-71D272D98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2816225"/>
              <a:ext cx="4870450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0" name="Rectangle 30">
              <a:extLst>
                <a:ext uri="{FF2B5EF4-FFF2-40B4-BE49-F238E27FC236}">
                  <a16:creationId xmlns:a16="http://schemas.microsoft.com/office/drawing/2014/main" id="{4A409715-7E59-46A5-B61C-907CB583D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1" name="Rectangle 31">
              <a:extLst>
                <a:ext uri="{FF2B5EF4-FFF2-40B4-BE49-F238E27FC236}">
                  <a16:creationId xmlns:a16="http://schemas.microsoft.com/office/drawing/2014/main" id="{229A6884-0C86-4D67-BEE8-A945B3A64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4350" y="247650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2" name="Rectangle 32">
              <a:extLst>
                <a:ext uri="{FF2B5EF4-FFF2-40B4-BE49-F238E27FC236}">
                  <a16:creationId xmlns:a16="http://schemas.microsoft.com/office/drawing/2014/main" id="{981E77FE-A7F6-4AD9-8239-EBFDD91C1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3" name="Rectangle 33">
              <a:extLst>
                <a:ext uri="{FF2B5EF4-FFF2-40B4-BE49-F238E27FC236}">
                  <a16:creationId xmlns:a16="http://schemas.microsoft.com/office/drawing/2014/main" id="{E289C9E3-C9F6-49D1-967B-2666FAE05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2932112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4" name="Rectangle 34">
              <a:extLst>
                <a:ext uri="{FF2B5EF4-FFF2-40B4-BE49-F238E27FC236}">
                  <a16:creationId xmlns:a16="http://schemas.microsoft.com/office/drawing/2014/main" id="{FAE0F8BF-FD54-4FAE-92EA-321FAEB27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050" y="2932112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5" name="Rectangle 35">
              <a:extLst>
                <a:ext uri="{FF2B5EF4-FFF2-40B4-BE49-F238E27FC236}">
                  <a16:creationId xmlns:a16="http://schemas.microsoft.com/office/drawing/2014/main" id="{26448300-8A7E-4074-80CF-351B0A7D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6" name="Rectangle 36">
              <a:extLst>
                <a:ext uri="{FF2B5EF4-FFF2-40B4-BE49-F238E27FC236}">
                  <a16:creationId xmlns:a16="http://schemas.microsoft.com/office/drawing/2014/main" id="{FAF7DFBD-2262-42E1-88A8-F498ECAF6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900" y="2932112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7" name="Rectangle 37">
              <a:extLst>
                <a:ext uri="{FF2B5EF4-FFF2-40B4-BE49-F238E27FC236}">
                  <a16:creationId xmlns:a16="http://schemas.microsoft.com/office/drawing/2014/main" id="{6EC3C028-01FB-488E-B225-713097EE8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932112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8" name="Rectangle 38">
              <a:extLst>
                <a:ext uri="{FF2B5EF4-FFF2-40B4-BE49-F238E27FC236}">
                  <a16:creationId xmlns:a16="http://schemas.microsoft.com/office/drawing/2014/main" id="{5228BC7B-8BD4-41B2-A59B-C35895ABB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2828925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19" name="Rectangle 39">
              <a:extLst>
                <a:ext uri="{FF2B5EF4-FFF2-40B4-BE49-F238E27FC236}">
                  <a16:creationId xmlns:a16="http://schemas.microsoft.com/office/drawing/2014/main" id="{0BA362A5-251B-43B5-9B6D-409AA7D1D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3273425"/>
              <a:ext cx="4870450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0" name="Rectangle 40">
              <a:extLst>
                <a:ext uri="{FF2B5EF4-FFF2-40B4-BE49-F238E27FC236}">
                  <a16:creationId xmlns:a16="http://schemas.microsoft.com/office/drawing/2014/main" id="{326384A5-F189-4186-B998-8BA558DEC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5588" y="2932112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1" name="Rectangle 41">
              <a:extLst>
                <a:ext uri="{FF2B5EF4-FFF2-40B4-BE49-F238E27FC236}">
                  <a16:creationId xmlns:a16="http://schemas.microsoft.com/office/drawing/2014/main" id="{F1FF7DAC-E886-441A-A890-871617D0A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2" name="Rectangle 42">
              <a:extLst>
                <a:ext uri="{FF2B5EF4-FFF2-40B4-BE49-F238E27FC236}">
                  <a16:creationId xmlns:a16="http://schemas.microsoft.com/office/drawing/2014/main" id="{80FCB1CD-86F4-4AF1-A685-1CC491FAF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275" y="3381375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A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3" name="Rectangle 43">
              <a:extLst>
                <a:ext uri="{FF2B5EF4-FFF2-40B4-BE49-F238E27FC236}">
                  <a16:creationId xmlns:a16="http://schemas.microsoft.com/office/drawing/2014/main" id="{AA35417D-3CB9-487B-977A-23C6E0529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4" name="Rectangle 44">
              <a:extLst>
                <a:ext uri="{FF2B5EF4-FFF2-40B4-BE49-F238E27FC236}">
                  <a16:creationId xmlns:a16="http://schemas.microsoft.com/office/drawing/2014/main" id="{651F1FA4-7A3D-4E38-9C08-BD9FDB8E3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613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5" name="Rectangle 45">
              <a:extLst>
                <a:ext uri="{FF2B5EF4-FFF2-40B4-BE49-F238E27FC236}">
                  <a16:creationId xmlns:a16="http://schemas.microsoft.com/office/drawing/2014/main" id="{0A41C633-99E9-4FCA-9A71-C69ACE382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738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6" name="Rectangle 46">
              <a:extLst>
                <a:ext uri="{FF2B5EF4-FFF2-40B4-BE49-F238E27FC236}">
                  <a16:creationId xmlns:a16="http://schemas.microsoft.com/office/drawing/2014/main" id="{757A8582-3A40-45BF-A391-61BBCEFB0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7" name="Rectangle 47">
              <a:extLst>
                <a:ext uri="{FF2B5EF4-FFF2-40B4-BE49-F238E27FC236}">
                  <a16:creationId xmlns:a16="http://schemas.microsoft.com/office/drawing/2014/main" id="{49E7EB0E-C07C-46DF-825C-CECF3F275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238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8" name="Rectangle 48">
              <a:extLst>
                <a:ext uri="{FF2B5EF4-FFF2-40B4-BE49-F238E27FC236}">
                  <a16:creationId xmlns:a16="http://schemas.microsoft.com/office/drawing/2014/main" id="{A9B3CD1F-1566-48D0-A5C4-AA3F04451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325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29" name="Rectangle 49">
              <a:extLst>
                <a:ext uri="{FF2B5EF4-FFF2-40B4-BE49-F238E27FC236}">
                  <a16:creationId xmlns:a16="http://schemas.microsoft.com/office/drawing/2014/main" id="{69B25879-211C-491D-B935-3C40F1BFF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3289300"/>
              <a:ext cx="12700" cy="40163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0" name="Rectangle 50">
              <a:extLst>
                <a:ext uri="{FF2B5EF4-FFF2-40B4-BE49-F238E27FC236}">
                  <a16:creationId xmlns:a16="http://schemas.microsoft.com/office/drawing/2014/main" id="{FF140653-077F-4E9A-90CF-598B9A516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0825" y="33813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1" name="Rectangle 51">
              <a:extLst>
                <a:ext uri="{FF2B5EF4-FFF2-40B4-BE49-F238E27FC236}">
                  <a16:creationId xmlns:a16="http://schemas.microsoft.com/office/drawing/2014/main" id="{6BDC7C29-E9CF-49D3-BF4E-06911E2D2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2" name="Rectangle 52">
              <a:extLst>
                <a:ext uri="{FF2B5EF4-FFF2-40B4-BE49-F238E27FC236}">
                  <a16:creationId xmlns:a16="http://schemas.microsoft.com/office/drawing/2014/main" id="{4A630E29-79D8-4D1F-B2D0-5F670B7B7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150" y="3686175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B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3" name="Rectangle 53">
              <a:extLst>
                <a:ext uri="{FF2B5EF4-FFF2-40B4-BE49-F238E27FC236}">
                  <a16:creationId xmlns:a16="http://schemas.microsoft.com/office/drawing/2014/main" id="{E908E969-4B8D-4A36-B863-429345810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750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4" name="Rectangle 54">
              <a:extLst>
                <a:ext uri="{FF2B5EF4-FFF2-40B4-BE49-F238E27FC236}">
                  <a16:creationId xmlns:a16="http://schemas.microsoft.com/office/drawing/2014/main" id="{CF8F875D-FFCE-4868-987B-16F10FEE3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5" name="Rectangle 55">
              <a:extLst>
                <a:ext uri="{FF2B5EF4-FFF2-40B4-BE49-F238E27FC236}">
                  <a16:creationId xmlns:a16="http://schemas.microsoft.com/office/drawing/2014/main" id="{3F182E03-F785-4A92-BF80-CA78D59E2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325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6" name="Rectangle 56">
              <a:extLst>
                <a:ext uri="{FF2B5EF4-FFF2-40B4-BE49-F238E27FC236}">
                  <a16:creationId xmlns:a16="http://schemas.microsoft.com/office/drawing/2014/main" id="{9C778031-2523-4B61-BAB8-C1028AD32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163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7" name="Rectangle 57">
              <a:extLst>
                <a:ext uri="{FF2B5EF4-FFF2-40B4-BE49-F238E27FC236}">
                  <a16:creationId xmlns:a16="http://schemas.microsoft.com/office/drawing/2014/main" id="{1A35DF07-4C13-4E1E-B767-08A733121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238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8" name="Rectangle 58">
              <a:extLst>
                <a:ext uri="{FF2B5EF4-FFF2-40B4-BE49-F238E27FC236}">
                  <a16:creationId xmlns:a16="http://schemas.microsoft.com/office/drawing/2014/main" id="{87BAEBD7-2895-431A-9758-68F35D624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39" name="Rectangle 59">
              <a:extLst>
                <a:ext uri="{FF2B5EF4-FFF2-40B4-BE49-F238E27FC236}">
                  <a16:creationId xmlns:a16="http://schemas.microsoft.com/office/drawing/2014/main" id="{06B09E33-8A3A-40F6-9095-49357CF90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575" y="3671887"/>
              <a:ext cx="12700" cy="3492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0" name="Rectangle 60">
              <a:extLst>
                <a:ext uri="{FF2B5EF4-FFF2-40B4-BE49-F238E27FC236}">
                  <a16:creationId xmlns:a16="http://schemas.microsoft.com/office/drawing/2014/main" id="{8C6301C6-5154-4E70-861E-E491D4C11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4033837"/>
              <a:ext cx="4870450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241" name="Rectangle 61">
              <a:extLst>
                <a:ext uri="{FF2B5EF4-FFF2-40B4-BE49-F238E27FC236}">
                  <a16:creationId xmlns:a16="http://schemas.microsoft.com/office/drawing/2014/main" id="{B3A78132-595F-42BB-890B-763802600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2413" y="36861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0179" name="TextBox 125">
            <a:extLst>
              <a:ext uri="{FF2B5EF4-FFF2-40B4-BE49-F238E27FC236}">
                <a16:creationId xmlns:a16="http://schemas.microsoft.com/office/drawing/2014/main" id="{E3F50049-A4E9-4D6D-BC64-A971F9757D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6.25 from the textbook ]</a:t>
            </a:r>
          </a:p>
        </p:txBody>
      </p:sp>
      <p:sp>
        <p:nvSpPr>
          <p:cNvPr id="50180" name="TextBox 2">
            <a:extLst>
              <a:ext uri="{FF2B5EF4-FFF2-40B4-BE49-F238E27FC236}">
                <a16:creationId xmlns:a16="http://schemas.microsoft.com/office/drawing/2014/main" id="{E9E97F7E-6FDD-4BEB-94C7-6434E3774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5038" y="4876800"/>
            <a:ext cx="15049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= D = w</a:t>
            </a:r>
          </a:p>
        </p:txBody>
      </p:sp>
      <p:sp>
        <p:nvSpPr>
          <p:cNvPr id="50181" name="TextBox 111">
            <a:extLst>
              <a:ext uri="{FF2B5EF4-FFF2-40B4-BE49-F238E27FC236}">
                <a16:creationId xmlns:a16="http://schemas.microsoft.com/office/drawing/2014/main" id="{A2D11871-4762-490B-BAB5-56EEB2C66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450" y="4872038"/>
            <a:ext cx="10239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z = wy</a:t>
            </a:r>
          </a:p>
        </p:txBody>
      </p:sp>
      <p:cxnSp>
        <p:nvCxnSpPr>
          <p:cNvPr id="50182" name="Straight Arrow Connector 4">
            <a:extLst>
              <a:ext uri="{FF2B5EF4-FFF2-40B4-BE49-F238E27FC236}">
                <a16:creationId xmlns:a16="http://schemas.microsoft.com/office/drawing/2014/main" id="{B80E4A68-A1C6-4CE5-9039-D3CDB87D6A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295400" y="5334000"/>
            <a:ext cx="2057400" cy="6096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183" name="TextBox 5">
            <a:extLst>
              <a:ext uri="{FF2B5EF4-FFF2-40B4-BE49-F238E27FC236}">
                <a16:creationId xmlns:a16="http://schemas.microsoft.com/office/drawing/2014/main" id="{E44789E4-2D82-4304-8BDB-9074E4FC4E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675" y="6018213"/>
            <a:ext cx="32019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assumes D flip-flop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9" name="Rectangle 13">
            <a:extLst>
              <a:ext uri="{FF2B5EF4-FFF2-40B4-BE49-F238E27FC236}">
                <a16:creationId xmlns:a16="http://schemas.microsoft.com/office/drawing/2014/main" id="{39DADEFF-4483-4A7C-A657-0E583B819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241550"/>
            <a:ext cx="531812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10" name="Rectangle 14">
            <a:extLst>
              <a:ext uri="{FF2B5EF4-FFF2-40B4-BE49-F238E27FC236}">
                <a16:creationId xmlns:a16="http://schemas.microsoft.com/office/drawing/2014/main" id="{F39FA2C7-B3DB-41CF-B001-F3A4B7553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2663" y="1524000"/>
            <a:ext cx="687387" cy="10874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12" name="Rectangle 16">
            <a:extLst>
              <a:ext uri="{FF2B5EF4-FFF2-40B4-BE49-F238E27FC236}">
                <a16:creationId xmlns:a16="http://schemas.microsoft.com/office/drawing/2014/main" id="{0691BB77-D316-4EE7-8DB7-50E9FE75A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9338" y="1716088"/>
            <a:ext cx="244475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13" name="Rectangle 17">
            <a:extLst>
              <a:ext uri="{FF2B5EF4-FFF2-40B4-BE49-F238E27FC236}">
                <a16:creationId xmlns:a16="http://schemas.microsoft.com/office/drawing/2014/main" id="{EFBB852F-218D-45E3-ABC3-9E8BEC91C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738" y="1709738"/>
            <a:ext cx="244475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14" name="Line 18">
            <a:extLst>
              <a:ext uri="{FF2B5EF4-FFF2-40B4-BE49-F238E27FC236}">
                <a16:creationId xmlns:a16="http://schemas.microsoft.com/office/drawing/2014/main" id="{9FFDED8F-24AA-4ED8-B9C5-FC6D07A023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59550" y="2249488"/>
            <a:ext cx="762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15" name="Freeform 19">
            <a:extLst>
              <a:ext uri="{FF2B5EF4-FFF2-40B4-BE49-F238E27FC236}">
                <a16:creationId xmlns:a16="http://schemas.microsoft.com/office/drawing/2014/main" id="{1C508EFE-2195-471D-A353-17D9FA756EE1}"/>
              </a:ext>
            </a:extLst>
          </p:cNvPr>
          <p:cNvSpPr>
            <a:spLocks/>
          </p:cNvSpPr>
          <p:nvPr/>
        </p:nvSpPr>
        <p:spPr bwMode="auto">
          <a:xfrm>
            <a:off x="6062663" y="2268538"/>
            <a:ext cx="152400" cy="133350"/>
          </a:xfrm>
          <a:custGeom>
            <a:avLst/>
            <a:gdLst>
              <a:gd name="T0" fmla="*/ 0 w 192"/>
              <a:gd name="T1" fmla="*/ 2147483646 h 168"/>
              <a:gd name="T2" fmla="*/ 2147483646 w 192"/>
              <a:gd name="T3" fmla="*/ 2147483646 h 168"/>
              <a:gd name="T4" fmla="*/ 0 w 192"/>
              <a:gd name="T5" fmla="*/ 0 h 168"/>
              <a:gd name="T6" fmla="*/ 0 60000 65536"/>
              <a:gd name="T7" fmla="*/ 0 60000 65536"/>
              <a:gd name="T8" fmla="*/ 0 60000 65536"/>
              <a:gd name="T9" fmla="*/ 0 w 192"/>
              <a:gd name="T10" fmla="*/ 0 h 168"/>
              <a:gd name="T11" fmla="*/ 192 w 192"/>
              <a:gd name="T12" fmla="*/ 168 h 1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92" h="168">
                <a:moveTo>
                  <a:pt x="0" y="168"/>
                </a:moveTo>
                <a:lnTo>
                  <a:pt x="192" y="9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16" name="Line 20">
            <a:extLst>
              <a:ext uri="{FF2B5EF4-FFF2-40B4-BE49-F238E27FC236}">
                <a16:creationId xmlns:a16="http://schemas.microsoft.com/office/drawing/2014/main" id="{B9EB1E48-2060-4503-99AC-A2FBBABD6D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4275" y="2344738"/>
            <a:ext cx="106838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17" name="Line 21">
            <a:extLst>
              <a:ext uri="{FF2B5EF4-FFF2-40B4-BE49-F238E27FC236}">
                <a16:creationId xmlns:a16="http://schemas.microsoft.com/office/drawing/2014/main" id="{F0D9EF85-054D-4BC7-808D-3E16C55513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4275" y="1827212"/>
            <a:ext cx="1068388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20" name="Rectangle 25">
            <a:extLst>
              <a:ext uri="{FF2B5EF4-FFF2-40B4-BE49-F238E27FC236}">
                <a16:creationId xmlns:a16="http://schemas.microsoft.com/office/drawing/2014/main" id="{E85FE725-8F75-4516-BF2B-B7E298C99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2255838"/>
            <a:ext cx="244475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202" name="TextBox 125">
            <a:extLst>
              <a:ext uri="{FF2B5EF4-FFF2-40B4-BE49-F238E27FC236}">
                <a16:creationId xmlns:a16="http://schemas.microsoft.com/office/drawing/2014/main" id="{E91140C7-A2F0-418D-9CF6-7C2C18876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6.26 from the textbook ]</a:t>
            </a:r>
          </a:p>
        </p:txBody>
      </p:sp>
      <p:sp>
        <p:nvSpPr>
          <p:cNvPr id="51203" name="Title 1">
            <a:extLst>
              <a:ext uri="{FF2B5EF4-FFF2-40B4-BE49-F238E27FC236}">
                <a16:creationId xmlns:a16="http://schemas.microsoft.com/office/drawing/2014/main" id="{0FAA55FA-CCF5-4DB8-972B-D7B9FEA55A8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Implementation of the FSM</a:t>
            </a:r>
          </a:p>
        </p:txBody>
      </p:sp>
      <p:sp>
        <p:nvSpPr>
          <p:cNvPr id="51204" name="TextBox 100">
            <a:extLst>
              <a:ext uri="{FF2B5EF4-FFF2-40B4-BE49-F238E27FC236}">
                <a16:creationId xmlns:a16="http://schemas.microsoft.com/office/drawing/2014/main" id="{61B4FE92-1B39-4021-B004-7D5C439216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348163"/>
            <a:ext cx="1504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= D = w</a:t>
            </a:r>
          </a:p>
        </p:txBody>
      </p:sp>
      <p:sp>
        <p:nvSpPr>
          <p:cNvPr id="51205" name="TextBox 101">
            <a:extLst>
              <a:ext uri="{FF2B5EF4-FFF2-40B4-BE49-F238E27FC236}">
                <a16:creationId xmlns:a16="http://schemas.microsoft.com/office/drawing/2014/main" id="{A9B44F29-8FFF-453B-A705-85047A2C79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3213" y="4343400"/>
            <a:ext cx="10255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z = wy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AF2B1A3-09CE-4530-A3CC-B86388FF631E}"/>
                  </a:ext>
                </a:extLst>
              </p14:cNvPr>
              <p14:cNvContentPartPr/>
              <p14:nvPr/>
            </p14:nvContentPartPr>
            <p14:xfrm>
              <a:off x="3918600" y="859320"/>
              <a:ext cx="4583520" cy="11577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AF2B1A3-09CE-4530-A3CC-B86388FF631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09240" y="849960"/>
                <a:ext cx="4602240" cy="11764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01" name="Group 1">
            <a:extLst>
              <a:ext uri="{FF2B5EF4-FFF2-40B4-BE49-F238E27FC236}">
                <a16:creationId xmlns:a16="http://schemas.microsoft.com/office/drawing/2014/main" id="{C505C7BB-0C71-4345-A4F5-7EC623AD46D9}"/>
              </a:ext>
            </a:extLst>
          </p:cNvPr>
          <p:cNvGrpSpPr>
            <a:grpSpLocks/>
          </p:cNvGrpSpPr>
          <p:nvPr/>
        </p:nvGrpSpPr>
        <p:grpSpPr bwMode="auto">
          <a:xfrm>
            <a:off x="2671763" y="2133600"/>
            <a:ext cx="4476750" cy="2098675"/>
            <a:chOff x="2671763" y="2514600"/>
            <a:chExt cx="4476750" cy="2098675"/>
          </a:xfrm>
        </p:grpSpPr>
        <p:sp>
          <p:nvSpPr>
            <p:cNvPr id="51206" name="Freeform 4">
              <a:extLst>
                <a:ext uri="{FF2B5EF4-FFF2-40B4-BE49-F238E27FC236}">
                  <a16:creationId xmlns:a16="http://schemas.microsoft.com/office/drawing/2014/main" id="{BF0B2BE2-82EF-4C3D-9B1E-24051F60D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650" y="4079875"/>
              <a:ext cx="1412875" cy="401637"/>
            </a:xfrm>
            <a:custGeom>
              <a:avLst/>
              <a:gdLst>
                <a:gd name="T0" fmla="*/ 0 w 1778"/>
                <a:gd name="T1" fmla="*/ 2147483646 h 505"/>
                <a:gd name="T2" fmla="*/ 2147483646 w 1778"/>
                <a:gd name="T3" fmla="*/ 2147483646 h 505"/>
                <a:gd name="T4" fmla="*/ 2147483646 w 1778"/>
                <a:gd name="T5" fmla="*/ 0 h 505"/>
                <a:gd name="T6" fmla="*/ 0 60000 65536"/>
                <a:gd name="T7" fmla="*/ 0 60000 65536"/>
                <a:gd name="T8" fmla="*/ 0 60000 65536"/>
                <a:gd name="T9" fmla="*/ 0 w 1778"/>
                <a:gd name="T10" fmla="*/ 0 h 505"/>
                <a:gd name="T11" fmla="*/ 1778 w 1778"/>
                <a:gd name="T12" fmla="*/ 505 h 5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8" h="505">
                  <a:moveTo>
                    <a:pt x="0" y="505"/>
                  </a:moveTo>
                  <a:lnTo>
                    <a:pt x="1778" y="505"/>
                  </a:lnTo>
                  <a:lnTo>
                    <a:pt x="17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07" name="Freeform 5">
              <a:extLst>
                <a:ext uri="{FF2B5EF4-FFF2-40B4-BE49-F238E27FC236}">
                  <a16:creationId xmlns:a16="http://schemas.microsoft.com/office/drawing/2014/main" id="{26CBD56C-8D53-4A0F-B433-E7AB88AC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588" y="3240087"/>
              <a:ext cx="38100" cy="57150"/>
            </a:xfrm>
            <a:custGeom>
              <a:avLst/>
              <a:gdLst>
                <a:gd name="T0" fmla="*/ 0 w 48"/>
                <a:gd name="T1" fmla="*/ 2147483646 h 72"/>
                <a:gd name="T2" fmla="*/ 0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2147483646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0 w 48"/>
                <a:gd name="T109" fmla="*/ 2147483646 h 72"/>
                <a:gd name="T110" fmla="*/ 0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7" y="7"/>
                  </a:lnTo>
                  <a:lnTo>
                    <a:pt x="38" y="8"/>
                  </a:lnTo>
                  <a:lnTo>
                    <a:pt x="39" y="9"/>
                  </a:lnTo>
                  <a:lnTo>
                    <a:pt x="40" y="10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6" y="21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6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6" y="49"/>
                  </a:lnTo>
                  <a:lnTo>
                    <a:pt x="46" y="50"/>
                  </a:lnTo>
                  <a:lnTo>
                    <a:pt x="46" y="51"/>
                  </a:lnTo>
                  <a:lnTo>
                    <a:pt x="45" y="54"/>
                  </a:lnTo>
                  <a:lnTo>
                    <a:pt x="45" y="55"/>
                  </a:lnTo>
                  <a:lnTo>
                    <a:pt x="44" y="56"/>
                  </a:lnTo>
                  <a:lnTo>
                    <a:pt x="44" y="57"/>
                  </a:lnTo>
                  <a:lnTo>
                    <a:pt x="43" y="58"/>
                  </a:lnTo>
                  <a:lnTo>
                    <a:pt x="43" y="60"/>
                  </a:lnTo>
                  <a:lnTo>
                    <a:pt x="42" y="61"/>
                  </a:lnTo>
                  <a:lnTo>
                    <a:pt x="40" y="62"/>
                  </a:lnTo>
                  <a:lnTo>
                    <a:pt x="39" y="63"/>
                  </a:lnTo>
                  <a:lnTo>
                    <a:pt x="38" y="64"/>
                  </a:lnTo>
                  <a:lnTo>
                    <a:pt x="37" y="66"/>
                  </a:lnTo>
                  <a:lnTo>
                    <a:pt x="36" y="67"/>
                  </a:lnTo>
                  <a:lnTo>
                    <a:pt x="34" y="67"/>
                  </a:lnTo>
                  <a:lnTo>
                    <a:pt x="33" y="68"/>
                  </a:lnTo>
                  <a:lnTo>
                    <a:pt x="32" y="69"/>
                  </a:lnTo>
                  <a:lnTo>
                    <a:pt x="31" y="69"/>
                  </a:lnTo>
                  <a:lnTo>
                    <a:pt x="30" y="70"/>
                  </a:lnTo>
                  <a:lnTo>
                    <a:pt x="28" y="70"/>
                  </a:lnTo>
                  <a:lnTo>
                    <a:pt x="27" y="70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2" y="72"/>
                  </a:lnTo>
                  <a:lnTo>
                    <a:pt x="21" y="72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2" y="72"/>
                  </a:lnTo>
                  <a:lnTo>
                    <a:pt x="21" y="72"/>
                  </a:lnTo>
                  <a:lnTo>
                    <a:pt x="20" y="70"/>
                  </a:lnTo>
                  <a:lnTo>
                    <a:pt x="19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9"/>
                  </a:lnTo>
                  <a:lnTo>
                    <a:pt x="13" y="68"/>
                  </a:lnTo>
                  <a:lnTo>
                    <a:pt x="12" y="67"/>
                  </a:lnTo>
                  <a:lnTo>
                    <a:pt x="10" y="67"/>
                  </a:lnTo>
                  <a:lnTo>
                    <a:pt x="9" y="66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6" y="62"/>
                  </a:lnTo>
                  <a:lnTo>
                    <a:pt x="4" y="61"/>
                  </a:lnTo>
                  <a:lnTo>
                    <a:pt x="4" y="60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1" y="54"/>
                  </a:lnTo>
                  <a:lnTo>
                    <a:pt x="1" y="51"/>
                  </a:lnTo>
                  <a:lnTo>
                    <a:pt x="0" y="50"/>
                  </a:lnTo>
                  <a:lnTo>
                    <a:pt x="0" y="49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08" name="Line 12">
              <a:extLst>
                <a:ext uri="{FF2B5EF4-FFF2-40B4-BE49-F238E27FC236}">
                  <a16:creationId xmlns:a16="http://schemas.microsoft.com/office/drawing/2014/main" id="{50C078A1-331B-414F-A0C0-A573F13127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5863" y="2725737"/>
              <a:ext cx="603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09" name="Rectangle 13">
              <a:extLst>
                <a:ext uri="{FF2B5EF4-FFF2-40B4-BE49-F238E27FC236}">
                  <a16:creationId xmlns:a16="http://schemas.microsoft.com/office/drawing/2014/main" id="{39DADEFF-4483-4A7C-A657-0E583B819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763" y="3709987"/>
              <a:ext cx="531812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0" name="Rectangle 14">
              <a:extLst>
                <a:ext uri="{FF2B5EF4-FFF2-40B4-BE49-F238E27FC236}">
                  <a16:creationId xmlns:a16="http://schemas.microsoft.com/office/drawing/2014/main" id="{F39FA2C7-B3DB-41CF-B001-F3A4B7553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038" y="2992437"/>
              <a:ext cx="687387" cy="108743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1" name="Rectangle 15">
              <a:extLst>
                <a:ext uri="{FF2B5EF4-FFF2-40B4-BE49-F238E27FC236}">
                  <a16:creationId xmlns:a16="http://schemas.microsoft.com/office/drawing/2014/main" id="{9B2A4972-B8BE-4EEF-8D5F-C4CE041F5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763" y="4378325"/>
              <a:ext cx="546100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Resetn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2" name="Rectangle 16">
              <a:extLst>
                <a:ext uri="{FF2B5EF4-FFF2-40B4-BE49-F238E27FC236}">
                  <a16:creationId xmlns:a16="http://schemas.microsoft.com/office/drawing/2014/main" id="{0691BB77-D316-4EE7-8DB7-50E9FE75A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713" y="3184525"/>
              <a:ext cx="244475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3" name="Rectangle 17">
              <a:extLst>
                <a:ext uri="{FF2B5EF4-FFF2-40B4-BE49-F238E27FC236}">
                  <a16:creationId xmlns:a16="http://schemas.microsoft.com/office/drawing/2014/main" id="{EFBB852F-218D-45E3-ABC3-9E8BEC91C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113" y="3178175"/>
              <a:ext cx="244475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4" name="Line 18">
              <a:extLst>
                <a:ext uri="{FF2B5EF4-FFF2-40B4-BE49-F238E27FC236}">
                  <a16:creationId xmlns:a16="http://schemas.microsoft.com/office/drawing/2014/main" id="{9FFDED8F-24AA-4ED8-B9C5-FC6D07A023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0925" y="3717925"/>
              <a:ext cx="762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5" name="Freeform 19">
              <a:extLst>
                <a:ext uri="{FF2B5EF4-FFF2-40B4-BE49-F238E27FC236}">
                  <a16:creationId xmlns:a16="http://schemas.microsoft.com/office/drawing/2014/main" id="{1C508EFE-2195-471D-A353-17D9FA75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038" y="3736975"/>
              <a:ext cx="152400" cy="133350"/>
            </a:xfrm>
            <a:custGeom>
              <a:avLst/>
              <a:gdLst>
                <a:gd name="T0" fmla="*/ 0 w 192"/>
                <a:gd name="T1" fmla="*/ 2147483646 h 168"/>
                <a:gd name="T2" fmla="*/ 2147483646 w 192"/>
                <a:gd name="T3" fmla="*/ 2147483646 h 168"/>
                <a:gd name="T4" fmla="*/ 0 w 192"/>
                <a:gd name="T5" fmla="*/ 0 h 168"/>
                <a:gd name="T6" fmla="*/ 0 60000 65536"/>
                <a:gd name="T7" fmla="*/ 0 60000 65536"/>
                <a:gd name="T8" fmla="*/ 0 60000 65536"/>
                <a:gd name="T9" fmla="*/ 0 w 192"/>
                <a:gd name="T10" fmla="*/ 0 h 168"/>
                <a:gd name="T11" fmla="*/ 192 w 19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168">
                  <a:moveTo>
                    <a:pt x="0" y="168"/>
                  </a:moveTo>
                  <a:lnTo>
                    <a:pt x="192" y="9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6" name="Line 20">
              <a:extLst>
                <a:ext uri="{FF2B5EF4-FFF2-40B4-BE49-F238E27FC236}">
                  <a16:creationId xmlns:a16="http://schemas.microsoft.com/office/drawing/2014/main" id="{B9EB1E48-2060-4503-99AC-A2FBBABD6D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5650" y="3813175"/>
              <a:ext cx="1068388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7" name="Line 21">
              <a:extLst>
                <a:ext uri="{FF2B5EF4-FFF2-40B4-BE49-F238E27FC236}">
                  <a16:creationId xmlns:a16="http://schemas.microsoft.com/office/drawing/2014/main" id="{F0D9EF85-054D-4BC7-808D-3E16C555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5650" y="3278187"/>
              <a:ext cx="106838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8" name="Freeform 22">
              <a:extLst>
                <a:ext uri="{FF2B5EF4-FFF2-40B4-BE49-F238E27FC236}">
                  <a16:creationId xmlns:a16="http://schemas.microsoft.com/office/drawing/2014/main" id="{927B18FD-885B-4A24-B63D-FAE91B156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859087"/>
              <a:ext cx="671513" cy="419100"/>
            </a:xfrm>
            <a:custGeom>
              <a:avLst/>
              <a:gdLst>
                <a:gd name="T0" fmla="*/ 2147483646 w 423"/>
                <a:gd name="T1" fmla="*/ 0 h 264"/>
                <a:gd name="T2" fmla="*/ 2147483646 w 423"/>
                <a:gd name="T3" fmla="*/ 0 h 264"/>
                <a:gd name="T4" fmla="*/ 2147483646 w 423"/>
                <a:gd name="T5" fmla="*/ 2147483646 h 264"/>
                <a:gd name="T6" fmla="*/ 0 w 423"/>
                <a:gd name="T7" fmla="*/ 2147483646 h 2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3"/>
                <a:gd name="T13" fmla="*/ 0 h 264"/>
                <a:gd name="T14" fmla="*/ 423 w 423"/>
                <a:gd name="T15" fmla="*/ 264 h 2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3" h="264">
                  <a:moveTo>
                    <a:pt x="423" y="0"/>
                  </a:moveTo>
                  <a:lnTo>
                    <a:pt x="216" y="0"/>
                  </a:lnTo>
                  <a:lnTo>
                    <a:pt x="216" y="264"/>
                  </a:lnTo>
                  <a:lnTo>
                    <a:pt x="0" y="264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19" name="Freeform 23">
              <a:extLst>
                <a:ext uri="{FF2B5EF4-FFF2-40B4-BE49-F238E27FC236}">
                  <a16:creationId xmlns:a16="http://schemas.microsoft.com/office/drawing/2014/main" id="{93CB5A6A-795E-4977-826D-08EF2EAA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638" y="2592387"/>
              <a:ext cx="1887537" cy="685800"/>
            </a:xfrm>
            <a:custGeom>
              <a:avLst/>
              <a:gdLst>
                <a:gd name="T0" fmla="*/ 2147483646 w 1189"/>
                <a:gd name="T1" fmla="*/ 0 h 432"/>
                <a:gd name="T2" fmla="*/ 0 w 1189"/>
                <a:gd name="T3" fmla="*/ 0 h 432"/>
                <a:gd name="T4" fmla="*/ 0 w 1189"/>
                <a:gd name="T5" fmla="*/ 2147483646 h 432"/>
                <a:gd name="T6" fmla="*/ 0 60000 65536"/>
                <a:gd name="T7" fmla="*/ 0 60000 65536"/>
                <a:gd name="T8" fmla="*/ 0 60000 65536"/>
                <a:gd name="T9" fmla="*/ 0 w 1189"/>
                <a:gd name="T10" fmla="*/ 0 h 432"/>
                <a:gd name="T11" fmla="*/ 1189 w 1189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89" h="432">
                  <a:moveTo>
                    <a:pt x="1189" y="0"/>
                  </a:move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0" name="Rectangle 25">
              <a:extLst>
                <a:ext uri="{FF2B5EF4-FFF2-40B4-BE49-F238E27FC236}">
                  <a16:creationId xmlns:a16="http://schemas.microsoft.com/office/drawing/2014/main" id="{E85FE725-8F75-4516-BF2B-B7E298C99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700" y="3724275"/>
              <a:ext cx="244475" cy="23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Q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1" name="Rectangle 26">
              <a:extLst>
                <a:ext uri="{FF2B5EF4-FFF2-40B4-BE49-F238E27FC236}">
                  <a16:creationId xmlns:a16="http://schemas.microsoft.com/office/drawing/2014/main" id="{83760B05-53A4-4DC8-A47B-E5DFBFFA2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6100" y="3178175"/>
              <a:ext cx="234950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w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2" name="Rectangle 27">
              <a:extLst>
                <a:ext uri="{FF2B5EF4-FFF2-40B4-BE49-F238E27FC236}">
                  <a16:creationId xmlns:a16="http://schemas.microsoft.com/office/drawing/2014/main" id="{F991FC6B-04B2-44A8-A724-F7FF249B6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2775" y="2627312"/>
              <a:ext cx="185738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z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3" name="Rectangle 63">
              <a:extLst>
                <a:ext uri="{FF2B5EF4-FFF2-40B4-BE49-F238E27FC236}">
                  <a16:creationId xmlns:a16="http://schemas.microsoft.com/office/drawing/2014/main" id="{80FD4812-BD35-4DDF-AE20-96675C086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938" y="3290887"/>
              <a:ext cx="195262" cy="234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4" name="Freeform 104">
              <a:extLst>
                <a:ext uri="{FF2B5EF4-FFF2-40B4-BE49-F238E27FC236}">
                  <a16:creationId xmlns:a16="http://schemas.microsoft.com/office/drawing/2014/main" id="{052D18F1-4188-4FAC-96A2-9467EB65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250" y="4097337"/>
              <a:ext cx="85725" cy="87313"/>
            </a:xfrm>
            <a:custGeom>
              <a:avLst/>
              <a:gdLst>
                <a:gd name="T0" fmla="*/ 2147483646 w 109"/>
                <a:gd name="T1" fmla="*/ 0 h 109"/>
                <a:gd name="T2" fmla="*/ 2147483646 w 109"/>
                <a:gd name="T3" fmla="*/ 2147483646 h 109"/>
                <a:gd name="T4" fmla="*/ 2147483646 w 109"/>
                <a:gd name="T5" fmla="*/ 2147483646 h 109"/>
                <a:gd name="T6" fmla="*/ 2147483646 w 109"/>
                <a:gd name="T7" fmla="*/ 2147483646 h 109"/>
                <a:gd name="T8" fmla="*/ 2147483646 w 109"/>
                <a:gd name="T9" fmla="*/ 2147483646 h 109"/>
                <a:gd name="T10" fmla="*/ 2147483646 w 109"/>
                <a:gd name="T11" fmla="*/ 2147483646 h 109"/>
                <a:gd name="T12" fmla="*/ 2147483646 w 109"/>
                <a:gd name="T13" fmla="*/ 2147483646 h 109"/>
                <a:gd name="T14" fmla="*/ 2147483646 w 109"/>
                <a:gd name="T15" fmla="*/ 2147483646 h 109"/>
                <a:gd name="T16" fmla="*/ 2147483646 w 109"/>
                <a:gd name="T17" fmla="*/ 2147483646 h 109"/>
                <a:gd name="T18" fmla="*/ 2147483646 w 109"/>
                <a:gd name="T19" fmla="*/ 2147483646 h 109"/>
                <a:gd name="T20" fmla="*/ 0 w 109"/>
                <a:gd name="T21" fmla="*/ 2147483646 h 109"/>
                <a:gd name="T22" fmla="*/ 0 w 109"/>
                <a:gd name="T23" fmla="*/ 2147483646 h 109"/>
                <a:gd name="T24" fmla="*/ 2147483646 w 109"/>
                <a:gd name="T25" fmla="*/ 2147483646 h 109"/>
                <a:gd name="T26" fmla="*/ 2147483646 w 109"/>
                <a:gd name="T27" fmla="*/ 2147483646 h 109"/>
                <a:gd name="T28" fmla="*/ 2147483646 w 109"/>
                <a:gd name="T29" fmla="*/ 2147483646 h 109"/>
                <a:gd name="T30" fmla="*/ 2147483646 w 109"/>
                <a:gd name="T31" fmla="*/ 2147483646 h 109"/>
                <a:gd name="T32" fmla="*/ 2147483646 w 109"/>
                <a:gd name="T33" fmla="*/ 2147483646 h 109"/>
                <a:gd name="T34" fmla="*/ 2147483646 w 109"/>
                <a:gd name="T35" fmla="*/ 2147483646 h 109"/>
                <a:gd name="T36" fmla="*/ 2147483646 w 109"/>
                <a:gd name="T37" fmla="*/ 2147483646 h 109"/>
                <a:gd name="T38" fmla="*/ 2147483646 w 109"/>
                <a:gd name="T39" fmla="*/ 2147483646 h 109"/>
                <a:gd name="T40" fmla="*/ 2147483646 w 109"/>
                <a:gd name="T41" fmla="*/ 2147483646 h 109"/>
                <a:gd name="T42" fmla="*/ 2147483646 w 109"/>
                <a:gd name="T43" fmla="*/ 2147483646 h 109"/>
                <a:gd name="T44" fmla="*/ 2147483646 w 109"/>
                <a:gd name="T45" fmla="*/ 2147483646 h 109"/>
                <a:gd name="T46" fmla="*/ 2147483646 w 109"/>
                <a:gd name="T47" fmla="*/ 2147483646 h 109"/>
                <a:gd name="T48" fmla="*/ 2147483646 w 109"/>
                <a:gd name="T49" fmla="*/ 2147483646 h 109"/>
                <a:gd name="T50" fmla="*/ 2147483646 w 109"/>
                <a:gd name="T51" fmla="*/ 2147483646 h 109"/>
                <a:gd name="T52" fmla="*/ 2147483646 w 109"/>
                <a:gd name="T53" fmla="*/ 2147483646 h 109"/>
                <a:gd name="T54" fmla="*/ 2147483646 w 109"/>
                <a:gd name="T55" fmla="*/ 2147483646 h 109"/>
                <a:gd name="T56" fmla="*/ 2147483646 w 109"/>
                <a:gd name="T57" fmla="*/ 2147483646 h 109"/>
                <a:gd name="T58" fmla="*/ 2147483646 w 109"/>
                <a:gd name="T59" fmla="*/ 2147483646 h 109"/>
                <a:gd name="T60" fmla="*/ 2147483646 w 109"/>
                <a:gd name="T61" fmla="*/ 2147483646 h 109"/>
                <a:gd name="T62" fmla="*/ 2147483646 w 109"/>
                <a:gd name="T63" fmla="*/ 2147483646 h 109"/>
                <a:gd name="T64" fmla="*/ 2147483646 w 109"/>
                <a:gd name="T65" fmla="*/ 2147483646 h 109"/>
                <a:gd name="T66" fmla="*/ 2147483646 w 109"/>
                <a:gd name="T67" fmla="*/ 2147483646 h 109"/>
                <a:gd name="T68" fmla="*/ 2147483646 w 109"/>
                <a:gd name="T69" fmla="*/ 2147483646 h 109"/>
                <a:gd name="T70" fmla="*/ 2147483646 w 109"/>
                <a:gd name="T71" fmla="*/ 2147483646 h 109"/>
                <a:gd name="T72" fmla="*/ 2147483646 w 109"/>
                <a:gd name="T73" fmla="*/ 2147483646 h 109"/>
                <a:gd name="T74" fmla="*/ 2147483646 w 109"/>
                <a:gd name="T75" fmla="*/ 2147483646 h 109"/>
                <a:gd name="T76" fmla="*/ 2147483646 w 109"/>
                <a:gd name="T77" fmla="*/ 2147483646 h 109"/>
                <a:gd name="T78" fmla="*/ 2147483646 w 109"/>
                <a:gd name="T79" fmla="*/ 2147483646 h 109"/>
                <a:gd name="T80" fmla="*/ 2147483646 w 109"/>
                <a:gd name="T81" fmla="*/ 2147483646 h 109"/>
                <a:gd name="T82" fmla="*/ 2147483646 w 109"/>
                <a:gd name="T83" fmla="*/ 2147483646 h 109"/>
                <a:gd name="T84" fmla="*/ 2147483646 w 109"/>
                <a:gd name="T85" fmla="*/ 0 h 109"/>
                <a:gd name="T86" fmla="*/ 2147483646 w 109"/>
                <a:gd name="T87" fmla="*/ 0 h 1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"/>
                <a:gd name="T133" fmla="*/ 0 h 109"/>
                <a:gd name="T134" fmla="*/ 109 w 109"/>
                <a:gd name="T135" fmla="*/ 109 h 1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" h="109">
                  <a:moveTo>
                    <a:pt x="54" y="0"/>
                  </a:moveTo>
                  <a:lnTo>
                    <a:pt x="51" y="0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3" y="4"/>
                  </a:lnTo>
                  <a:lnTo>
                    <a:pt x="31" y="5"/>
                  </a:lnTo>
                  <a:lnTo>
                    <a:pt x="28" y="6"/>
                  </a:lnTo>
                  <a:lnTo>
                    <a:pt x="26" y="7"/>
                  </a:lnTo>
                  <a:lnTo>
                    <a:pt x="24" y="10"/>
                  </a:lnTo>
                  <a:lnTo>
                    <a:pt x="21" y="11"/>
                  </a:lnTo>
                  <a:lnTo>
                    <a:pt x="20" y="12"/>
                  </a:lnTo>
                  <a:lnTo>
                    <a:pt x="18" y="14"/>
                  </a:lnTo>
                  <a:lnTo>
                    <a:pt x="15" y="16"/>
                  </a:lnTo>
                  <a:lnTo>
                    <a:pt x="14" y="18"/>
                  </a:lnTo>
                  <a:lnTo>
                    <a:pt x="12" y="19"/>
                  </a:lnTo>
                  <a:lnTo>
                    <a:pt x="10" y="22"/>
                  </a:lnTo>
                  <a:lnTo>
                    <a:pt x="9" y="24"/>
                  </a:lnTo>
                  <a:lnTo>
                    <a:pt x="8" y="26"/>
                  </a:lnTo>
                  <a:lnTo>
                    <a:pt x="6" y="29"/>
                  </a:lnTo>
                  <a:lnTo>
                    <a:pt x="4" y="31"/>
                  </a:lnTo>
                  <a:lnTo>
                    <a:pt x="4" y="34"/>
                  </a:lnTo>
                  <a:lnTo>
                    <a:pt x="3" y="36"/>
                  </a:lnTo>
                  <a:lnTo>
                    <a:pt x="2" y="39"/>
                  </a:lnTo>
                  <a:lnTo>
                    <a:pt x="1" y="41"/>
                  </a:lnTo>
                  <a:lnTo>
                    <a:pt x="1" y="43"/>
                  </a:lnTo>
                  <a:lnTo>
                    <a:pt x="1" y="46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3"/>
                  </a:lnTo>
                  <a:lnTo>
                    <a:pt x="4" y="76"/>
                  </a:lnTo>
                  <a:lnTo>
                    <a:pt x="4" y="78"/>
                  </a:lnTo>
                  <a:lnTo>
                    <a:pt x="6" y="81"/>
                  </a:lnTo>
                  <a:lnTo>
                    <a:pt x="8" y="83"/>
                  </a:lnTo>
                  <a:lnTo>
                    <a:pt x="9" y="85"/>
                  </a:lnTo>
                  <a:lnTo>
                    <a:pt x="10" y="87"/>
                  </a:lnTo>
                  <a:lnTo>
                    <a:pt x="12" y="89"/>
                  </a:lnTo>
                  <a:lnTo>
                    <a:pt x="14" y="91"/>
                  </a:lnTo>
                  <a:lnTo>
                    <a:pt x="15" y="93"/>
                  </a:lnTo>
                  <a:lnTo>
                    <a:pt x="18" y="95"/>
                  </a:lnTo>
                  <a:lnTo>
                    <a:pt x="20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8" y="102"/>
                  </a:lnTo>
                  <a:lnTo>
                    <a:pt x="31" y="103"/>
                  </a:lnTo>
                  <a:lnTo>
                    <a:pt x="33" y="105"/>
                  </a:lnTo>
                  <a:lnTo>
                    <a:pt x="36" y="106"/>
                  </a:lnTo>
                  <a:lnTo>
                    <a:pt x="38" y="107"/>
                  </a:lnTo>
                  <a:lnTo>
                    <a:pt x="40" y="107"/>
                  </a:lnTo>
                  <a:lnTo>
                    <a:pt x="43" y="108"/>
                  </a:lnTo>
                  <a:lnTo>
                    <a:pt x="45" y="108"/>
                  </a:lnTo>
                  <a:lnTo>
                    <a:pt x="49" y="108"/>
                  </a:lnTo>
                  <a:lnTo>
                    <a:pt x="51" y="109"/>
                  </a:lnTo>
                  <a:lnTo>
                    <a:pt x="54" y="109"/>
                  </a:lnTo>
                  <a:lnTo>
                    <a:pt x="57" y="109"/>
                  </a:lnTo>
                  <a:lnTo>
                    <a:pt x="60" y="108"/>
                  </a:lnTo>
                  <a:lnTo>
                    <a:pt x="62" y="108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71" y="107"/>
                  </a:lnTo>
                  <a:lnTo>
                    <a:pt x="73" y="106"/>
                  </a:lnTo>
                  <a:lnTo>
                    <a:pt x="75" y="105"/>
                  </a:lnTo>
                  <a:lnTo>
                    <a:pt x="78" y="103"/>
                  </a:lnTo>
                  <a:lnTo>
                    <a:pt x="80" y="102"/>
                  </a:lnTo>
                  <a:lnTo>
                    <a:pt x="83" y="101"/>
                  </a:lnTo>
                  <a:lnTo>
                    <a:pt x="85" y="100"/>
                  </a:lnTo>
                  <a:lnTo>
                    <a:pt x="87" y="99"/>
                  </a:lnTo>
                  <a:lnTo>
                    <a:pt x="89" y="96"/>
                  </a:lnTo>
                  <a:lnTo>
                    <a:pt x="91" y="95"/>
                  </a:lnTo>
                  <a:lnTo>
                    <a:pt x="92" y="93"/>
                  </a:lnTo>
                  <a:lnTo>
                    <a:pt x="95" y="91"/>
                  </a:lnTo>
                  <a:lnTo>
                    <a:pt x="96" y="89"/>
                  </a:lnTo>
                  <a:lnTo>
                    <a:pt x="98" y="87"/>
                  </a:lnTo>
                  <a:lnTo>
                    <a:pt x="99" y="85"/>
                  </a:lnTo>
                  <a:lnTo>
                    <a:pt x="101" y="83"/>
                  </a:lnTo>
                  <a:lnTo>
                    <a:pt x="102" y="81"/>
                  </a:lnTo>
                  <a:lnTo>
                    <a:pt x="103" y="78"/>
                  </a:lnTo>
                  <a:lnTo>
                    <a:pt x="104" y="76"/>
                  </a:lnTo>
                  <a:lnTo>
                    <a:pt x="105" y="73"/>
                  </a:lnTo>
                  <a:lnTo>
                    <a:pt x="107" y="71"/>
                  </a:lnTo>
                  <a:lnTo>
                    <a:pt x="107" y="69"/>
                  </a:lnTo>
                  <a:lnTo>
                    <a:pt x="108" y="65"/>
                  </a:lnTo>
                  <a:lnTo>
                    <a:pt x="108" y="63"/>
                  </a:lnTo>
                  <a:lnTo>
                    <a:pt x="109" y="60"/>
                  </a:lnTo>
                  <a:lnTo>
                    <a:pt x="109" y="58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49"/>
                  </a:lnTo>
                  <a:lnTo>
                    <a:pt x="108" y="46"/>
                  </a:lnTo>
                  <a:lnTo>
                    <a:pt x="108" y="43"/>
                  </a:lnTo>
                  <a:lnTo>
                    <a:pt x="107" y="41"/>
                  </a:lnTo>
                  <a:lnTo>
                    <a:pt x="107" y="39"/>
                  </a:lnTo>
                  <a:lnTo>
                    <a:pt x="105" y="36"/>
                  </a:lnTo>
                  <a:lnTo>
                    <a:pt x="104" y="34"/>
                  </a:lnTo>
                  <a:lnTo>
                    <a:pt x="103" y="31"/>
                  </a:lnTo>
                  <a:lnTo>
                    <a:pt x="102" y="29"/>
                  </a:lnTo>
                  <a:lnTo>
                    <a:pt x="101" y="26"/>
                  </a:lnTo>
                  <a:lnTo>
                    <a:pt x="99" y="24"/>
                  </a:lnTo>
                  <a:lnTo>
                    <a:pt x="98" y="22"/>
                  </a:lnTo>
                  <a:lnTo>
                    <a:pt x="96" y="19"/>
                  </a:lnTo>
                  <a:lnTo>
                    <a:pt x="95" y="18"/>
                  </a:lnTo>
                  <a:lnTo>
                    <a:pt x="92" y="16"/>
                  </a:lnTo>
                  <a:lnTo>
                    <a:pt x="91" y="14"/>
                  </a:lnTo>
                  <a:lnTo>
                    <a:pt x="89" y="12"/>
                  </a:lnTo>
                  <a:lnTo>
                    <a:pt x="87" y="11"/>
                  </a:lnTo>
                  <a:lnTo>
                    <a:pt x="85" y="10"/>
                  </a:lnTo>
                  <a:lnTo>
                    <a:pt x="83" y="7"/>
                  </a:lnTo>
                  <a:lnTo>
                    <a:pt x="80" y="6"/>
                  </a:lnTo>
                  <a:lnTo>
                    <a:pt x="78" y="5"/>
                  </a:lnTo>
                  <a:lnTo>
                    <a:pt x="75" y="4"/>
                  </a:lnTo>
                  <a:lnTo>
                    <a:pt x="73" y="4"/>
                  </a:lnTo>
                  <a:lnTo>
                    <a:pt x="71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225" name="AutoShape 107">
              <a:extLst>
                <a:ext uri="{FF2B5EF4-FFF2-40B4-BE49-F238E27FC236}">
                  <a16:creationId xmlns:a16="http://schemas.microsoft.com/office/drawing/2014/main" id="{EF0D52E6-DF7C-43E8-9B58-26D18017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2514600"/>
              <a:ext cx="519113" cy="4318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51202" name="TextBox 125">
            <a:extLst>
              <a:ext uri="{FF2B5EF4-FFF2-40B4-BE49-F238E27FC236}">
                <a16:creationId xmlns:a16="http://schemas.microsoft.com/office/drawing/2014/main" id="{E91140C7-A2F0-418D-9CF6-7C2C18876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6.26 from the textbook ]</a:t>
            </a:r>
          </a:p>
        </p:txBody>
      </p:sp>
      <p:sp>
        <p:nvSpPr>
          <p:cNvPr id="51203" name="Title 1">
            <a:extLst>
              <a:ext uri="{FF2B5EF4-FFF2-40B4-BE49-F238E27FC236}">
                <a16:creationId xmlns:a16="http://schemas.microsoft.com/office/drawing/2014/main" id="{0FAA55FA-CCF5-4DB8-972B-D7B9FEA55A8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Implementation of the FSM</a:t>
            </a:r>
          </a:p>
        </p:txBody>
      </p:sp>
      <p:sp>
        <p:nvSpPr>
          <p:cNvPr id="51204" name="TextBox 100">
            <a:extLst>
              <a:ext uri="{FF2B5EF4-FFF2-40B4-BE49-F238E27FC236}">
                <a16:creationId xmlns:a16="http://schemas.microsoft.com/office/drawing/2014/main" id="{61B4FE92-1B39-4021-B004-7D5C439216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100638"/>
            <a:ext cx="1504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Y = D = w</a:t>
            </a:r>
          </a:p>
        </p:txBody>
      </p:sp>
      <p:sp>
        <p:nvSpPr>
          <p:cNvPr id="51205" name="TextBox 101">
            <a:extLst>
              <a:ext uri="{FF2B5EF4-FFF2-40B4-BE49-F238E27FC236}">
                <a16:creationId xmlns:a16="http://schemas.microsoft.com/office/drawing/2014/main" id="{A9B44F29-8FFF-453B-A705-85047A2C79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3213" y="5095875"/>
            <a:ext cx="10255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z = wy</a:t>
            </a:r>
          </a:p>
        </p:txBody>
      </p:sp>
    </p:spTree>
    <p:extLst>
      <p:ext uri="{BB962C8B-B14F-4D97-AF65-F5344CB8AC3E}">
        <p14:creationId xmlns:p14="http://schemas.microsoft.com/office/powerpoint/2010/main" val="160188548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Freeform 4">
            <a:extLst>
              <a:ext uri="{FF2B5EF4-FFF2-40B4-BE49-F238E27FC236}">
                <a16:creationId xmlns:a16="http://schemas.microsoft.com/office/drawing/2014/main" id="{58B15324-6DCE-4E7B-9F39-F2230F8230D2}"/>
              </a:ext>
            </a:extLst>
          </p:cNvPr>
          <p:cNvSpPr>
            <a:spLocks/>
          </p:cNvSpPr>
          <p:nvPr/>
        </p:nvSpPr>
        <p:spPr bwMode="auto">
          <a:xfrm>
            <a:off x="3295650" y="2251075"/>
            <a:ext cx="1412875" cy="401638"/>
          </a:xfrm>
          <a:custGeom>
            <a:avLst/>
            <a:gdLst>
              <a:gd name="T0" fmla="*/ 0 w 1778"/>
              <a:gd name="T1" fmla="*/ 2147483646 h 505"/>
              <a:gd name="T2" fmla="*/ 2147483646 w 1778"/>
              <a:gd name="T3" fmla="*/ 2147483646 h 505"/>
              <a:gd name="T4" fmla="*/ 2147483646 w 1778"/>
              <a:gd name="T5" fmla="*/ 0 h 505"/>
              <a:gd name="T6" fmla="*/ 0 60000 65536"/>
              <a:gd name="T7" fmla="*/ 0 60000 65536"/>
              <a:gd name="T8" fmla="*/ 0 60000 65536"/>
              <a:gd name="T9" fmla="*/ 0 w 1778"/>
              <a:gd name="T10" fmla="*/ 0 h 505"/>
              <a:gd name="T11" fmla="*/ 1778 w 1778"/>
              <a:gd name="T12" fmla="*/ 505 h 50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78" h="505">
                <a:moveTo>
                  <a:pt x="0" y="505"/>
                </a:moveTo>
                <a:lnTo>
                  <a:pt x="1778" y="505"/>
                </a:lnTo>
                <a:lnTo>
                  <a:pt x="1778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26" name="Freeform 5">
            <a:extLst>
              <a:ext uri="{FF2B5EF4-FFF2-40B4-BE49-F238E27FC236}">
                <a16:creationId xmlns:a16="http://schemas.microsoft.com/office/drawing/2014/main" id="{2D887097-C1A3-4EDC-B269-AABBDD631966}"/>
              </a:ext>
            </a:extLst>
          </p:cNvPr>
          <p:cNvSpPr>
            <a:spLocks/>
          </p:cNvSpPr>
          <p:nvPr/>
        </p:nvSpPr>
        <p:spPr bwMode="auto">
          <a:xfrm>
            <a:off x="3811588" y="1411288"/>
            <a:ext cx="38100" cy="57150"/>
          </a:xfrm>
          <a:custGeom>
            <a:avLst/>
            <a:gdLst>
              <a:gd name="T0" fmla="*/ 0 w 48"/>
              <a:gd name="T1" fmla="*/ 2147483646 h 72"/>
              <a:gd name="T2" fmla="*/ 0 w 48"/>
              <a:gd name="T3" fmla="*/ 2147483646 h 72"/>
              <a:gd name="T4" fmla="*/ 2147483646 w 48"/>
              <a:gd name="T5" fmla="*/ 2147483646 h 72"/>
              <a:gd name="T6" fmla="*/ 2147483646 w 48"/>
              <a:gd name="T7" fmla="*/ 2147483646 h 72"/>
              <a:gd name="T8" fmla="*/ 2147483646 w 48"/>
              <a:gd name="T9" fmla="*/ 2147483646 h 72"/>
              <a:gd name="T10" fmla="*/ 2147483646 w 48"/>
              <a:gd name="T11" fmla="*/ 2147483646 h 72"/>
              <a:gd name="T12" fmla="*/ 2147483646 w 48"/>
              <a:gd name="T13" fmla="*/ 2147483646 h 72"/>
              <a:gd name="T14" fmla="*/ 2147483646 w 48"/>
              <a:gd name="T15" fmla="*/ 2147483646 h 72"/>
              <a:gd name="T16" fmla="*/ 2147483646 w 48"/>
              <a:gd name="T17" fmla="*/ 2147483646 h 72"/>
              <a:gd name="T18" fmla="*/ 2147483646 w 48"/>
              <a:gd name="T19" fmla="*/ 2147483646 h 72"/>
              <a:gd name="T20" fmla="*/ 2147483646 w 48"/>
              <a:gd name="T21" fmla="*/ 2147483646 h 72"/>
              <a:gd name="T22" fmla="*/ 2147483646 w 48"/>
              <a:gd name="T23" fmla="*/ 0 h 72"/>
              <a:gd name="T24" fmla="*/ 2147483646 w 48"/>
              <a:gd name="T25" fmla="*/ 2147483646 h 72"/>
              <a:gd name="T26" fmla="*/ 2147483646 w 48"/>
              <a:gd name="T27" fmla="*/ 2147483646 h 72"/>
              <a:gd name="T28" fmla="*/ 2147483646 w 48"/>
              <a:gd name="T29" fmla="*/ 2147483646 h 72"/>
              <a:gd name="T30" fmla="*/ 2147483646 w 48"/>
              <a:gd name="T31" fmla="*/ 2147483646 h 72"/>
              <a:gd name="T32" fmla="*/ 2147483646 w 48"/>
              <a:gd name="T33" fmla="*/ 2147483646 h 72"/>
              <a:gd name="T34" fmla="*/ 2147483646 w 48"/>
              <a:gd name="T35" fmla="*/ 2147483646 h 72"/>
              <a:gd name="T36" fmla="*/ 2147483646 w 48"/>
              <a:gd name="T37" fmla="*/ 2147483646 h 72"/>
              <a:gd name="T38" fmla="*/ 2147483646 w 48"/>
              <a:gd name="T39" fmla="*/ 2147483646 h 72"/>
              <a:gd name="T40" fmla="*/ 2147483646 w 48"/>
              <a:gd name="T41" fmla="*/ 2147483646 h 72"/>
              <a:gd name="T42" fmla="*/ 2147483646 w 48"/>
              <a:gd name="T43" fmla="*/ 2147483646 h 72"/>
              <a:gd name="T44" fmla="*/ 2147483646 w 48"/>
              <a:gd name="T45" fmla="*/ 2147483646 h 72"/>
              <a:gd name="T46" fmla="*/ 2147483646 w 48"/>
              <a:gd name="T47" fmla="*/ 2147483646 h 72"/>
              <a:gd name="T48" fmla="*/ 2147483646 w 48"/>
              <a:gd name="T49" fmla="*/ 2147483646 h 72"/>
              <a:gd name="T50" fmla="*/ 2147483646 w 48"/>
              <a:gd name="T51" fmla="*/ 2147483646 h 72"/>
              <a:gd name="T52" fmla="*/ 2147483646 w 48"/>
              <a:gd name="T53" fmla="*/ 2147483646 h 72"/>
              <a:gd name="T54" fmla="*/ 2147483646 w 48"/>
              <a:gd name="T55" fmla="*/ 2147483646 h 72"/>
              <a:gd name="T56" fmla="*/ 2147483646 w 48"/>
              <a:gd name="T57" fmla="*/ 2147483646 h 72"/>
              <a:gd name="T58" fmla="*/ 2147483646 w 48"/>
              <a:gd name="T59" fmla="*/ 2147483646 h 72"/>
              <a:gd name="T60" fmla="*/ 2147483646 w 48"/>
              <a:gd name="T61" fmla="*/ 2147483646 h 72"/>
              <a:gd name="T62" fmla="*/ 2147483646 w 48"/>
              <a:gd name="T63" fmla="*/ 2147483646 h 72"/>
              <a:gd name="T64" fmla="*/ 2147483646 w 48"/>
              <a:gd name="T65" fmla="*/ 2147483646 h 72"/>
              <a:gd name="T66" fmla="*/ 2147483646 w 48"/>
              <a:gd name="T67" fmla="*/ 2147483646 h 72"/>
              <a:gd name="T68" fmla="*/ 2147483646 w 48"/>
              <a:gd name="T69" fmla="*/ 2147483646 h 72"/>
              <a:gd name="T70" fmla="*/ 2147483646 w 48"/>
              <a:gd name="T71" fmla="*/ 2147483646 h 72"/>
              <a:gd name="T72" fmla="*/ 2147483646 w 48"/>
              <a:gd name="T73" fmla="*/ 2147483646 h 72"/>
              <a:gd name="T74" fmla="*/ 2147483646 w 48"/>
              <a:gd name="T75" fmla="*/ 2147483646 h 72"/>
              <a:gd name="T76" fmla="*/ 2147483646 w 48"/>
              <a:gd name="T77" fmla="*/ 2147483646 h 72"/>
              <a:gd name="T78" fmla="*/ 2147483646 w 48"/>
              <a:gd name="T79" fmla="*/ 2147483646 h 72"/>
              <a:gd name="T80" fmla="*/ 2147483646 w 48"/>
              <a:gd name="T81" fmla="*/ 2147483646 h 72"/>
              <a:gd name="T82" fmla="*/ 2147483646 w 48"/>
              <a:gd name="T83" fmla="*/ 2147483646 h 72"/>
              <a:gd name="T84" fmla="*/ 2147483646 w 48"/>
              <a:gd name="T85" fmla="*/ 2147483646 h 72"/>
              <a:gd name="T86" fmla="*/ 2147483646 w 48"/>
              <a:gd name="T87" fmla="*/ 2147483646 h 72"/>
              <a:gd name="T88" fmla="*/ 2147483646 w 48"/>
              <a:gd name="T89" fmla="*/ 2147483646 h 72"/>
              <a:gd name="T90" fmla="*/ 2147483646 w 48"/>
              <a:gd name="T91" fmla="*/ 2147483646 h 72"/>
              <a:gd name="T92" fmla="*/ 2147483646 w 48"/>
              <a:gd name="T93" fmla="*/ 2147483646 h 72"/>
              <a:gd name="T94" fmla="*/ 2147483646 w 48"/>
              <a:gd name="T95" fmla="*/ 2147483646 h 72"/>
              <a:gd name="T96" fmla="*/ 2147483646 w 48"/>
              <a:gd name="T97" fmla="*/ 2147483646 h 72"/>
              <a:gd name="T98" fmla="*/ 2147483646 w 48"/>
              <a:gd name="T99" fmla="*/ 2147483646 h 72"/>
              <a:gd name="T100" fmla="*/ 2147483646 w 48"/>
              <a:gd name="T101" fmla="*/ 2147483646 h 72"/>
              <a:gd name="T102" fmla="*/ 2147483646 w 48"/>
              <a:gd name="T103" fmla="*/ 2147483646 h 72"/>
              <a:gd name="T104" fmla="*/ 2147483646 w 48"/>
              <a:gd name="T105" fmla="*/ 2147483646 h 72"/>
              <a:gd name="T106" fmla="*/ 2147483646 w 48"/>
              <a:gd name="T107" fmla="*/ 2147483646 h 72"/>
              <a:gd name="T108" fmla="*/ 0 w 48"/>
              <a:gd name="T109" fmla="*/ 2147483646 h 72"/>
              <a:gd name="T110" fmla="*/ 0 w 48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8"/>
              <a:gd name="T169" fmla="*/ 0 h 72"/>
              <a:gd name="T170" fmla="*/ 48 w 48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8" h="72">
                <a:moveTo>
                  <a:pt x="0" y="43"/>
                </a:move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6"/>
                </a:lnTo>
                <a:lnTo>
                  <a:pt x="3" y="15"/>
                </a:lnTo>
                <a:lnTo>
                  <a:pt x="3" y="14"/>
                </a:lnTo>
                <a:lnTo>
                  <a:pt x="4" y="13"/>
                </a:lnTo>
                <a:lnTo>
                  <a:pt x="4" y="12"/>
                </a:lnTo>
                <a:lnTo>
                  <a:pt x="6" y="10"/>
                </a:lnTo>
                <a:lnTo>
                  <a:pt x="7" y="9"/>
                </a:lnTo>
                <a:lnTo>
                  <a:pt x="8" y="9"/>
                </a:lnTo>
                <a:lnTo>
                  <a:pt x="9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6" y="2"/>
                </a:lnTo>
                <a:lnTo>
                  <a:pt x="19" y="2"/>
                </a:lnTo>
                <a:lnTo>
                  <a:pt x="20" y="2"/>
                </a:lnTo>
                <a:lnTo>
                  <a:pt x="21" y="1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7" y="1"/>
                </a:lnTo>
                <a:lnTo>
                  <a:pt x="28" y="0"/>
                </a:lnTo>
                <a:lnTo>
                  <a:pt x="18" y="0"/>
                </a:lnTo>
                <a:lnTo>
                  <a:pt x="20" y="1"/>
                </a:lnTo>
                <a:lnTo>
                  <a:pt x="21" y="1"/>
                </a:lnTo>
                <a:lnTo>
                  <a:pt x="22" y="1"/>
                </a:lnTo>
                <a:lnTo>
                  <a:pt x="24" y="1"/>
                </a:lnTo>
                <a:lnTo>
                  <a:pt x="26" y="1"/>
                </a:lnTo>
                <a:lnTo>
                  <a:pt x="27" y="2"/>
                </a:lnTo>
                <a:lnTo>
                  <a:pt x="28" y="2"/>
                </a:lnTo>
                <a:lnTo>
                  <a:pt x="30" y="2"/>
                </a:lnTo>
                <a:lnTo>
                  <a:pt x="31" y="3"/>
                </a:lnTo>
                <a:lnTo>
                  <a:pt x="32" y="3"/>
                </a:lnTo>
                <a:lnTo>
                  <a:pt x="33" y="4"/>
                </a:lnTo>
                <a:lnTo>
                  <a:pt x="34" y="6"/>
                </a:lnTo>
                <a:lnTo>
                  <a:pt x="36" y="6"/>
                </a:lnTo>
                <a:lnTo>
                  <a:pt x="37" y="7"/>
                </a:lnTo>
                <a:lnTo>
                  <a:pt x="38" y="8"/>
                </a:lnTo>
                <a:lnTo>
                  <a:pt x="39" y="9"/>
                </a:lnTo>
                <a:lnTo>
                  <a:pt x="40" y="10"/>
                </a:lnTo>
                <a:lnTo>
                  <a:pt x="42" y="12"/>
                </a:lnTo>
                <a:lnTo>
                  <a:pt x="43" y="13"/>
                </a:lnTo>
                <a:lnTo>
                  <a:pt x="43" y="14"/>
                </a:lnTo>
                <a:lnTo>
                  <a:pt x="44" y="15"/>
                </a:lnTo>
                <a:lnTo>
                  <a:pt x="44" y="16"/>
                </a:lnTo>
                <a:lnTo>
                  <a:pt x="45" y="18"/>
                </a:lnTo>
                <a:lnTo>
                  <a:pt x="45" y="19"/>
                </a:lnTo>
                <a:lnTo>
                  <a:pt x="46" y="21"/>
                </a:lnTo>
                <a:lnTo>
                  <a:pt x="46" y="22"/>
                </a:lnTo>
                <a:lnTo>
                  <a:pt x="46" y="24"/>
                </a:lnTo>
                <a:lnTo>
                  <a:pt x="46" y="25"/>
                </a:lnTo>
                <a:lnTo>
                  <a:pt x="48" y="26"/>
                </a:lnTo>
                <a:lnTo>
                  <a:pt x="48" y="27"/>
                </a:lnTo>
                <a:lnTo>
                  <a:pt x="48" y="30"/>
                </a:lnTo>
                <a:lnTo>
                  <a:pt x="48" y="43"/>
                </a:lnTo>
                <a:lnTo>
                  <a:pt x="48" y="45"/>
                </a:lnTo>
                <a:lnTo>
                  <a:pt x="48" y="46"/>
                </a:lnTo>
                <a:lnTo>
                  <a:pt x="46" y="48"/>
                </a:lnTo>
                <a:lnTo>
                  <a:pt x="46" y="49"/>
                </a:lnTo>
                <a:lnTo>
                  <a:pt x="46" y="50"/>
                </a:lnTo>
                <a:lnTo>
                  <a:pt x="46" y="51"/>
                </a:lnTo>
                <a:lnTo>
                  <a:pt x="45" y="54"/>
                </a:lnTo>
                <a:lnTo>
                  <a:pt x="45" y="55"/>
                </a:lnTo>
                <a:lnTo>
                  <a:pt x="44" y="56"/>
                </a:lnTo>
                <a:lnTo>
                  <a:pt x="44" y="57"/>
                </a:lnTo>
                <a:lnTo>
                  <a:pt x="43" y="58"/>
                </a:lnTo>
                <a:lnTo>
                  <a:pt x="43" y="60"/>
                </a:lnTo>
                <a:lnTo>
                  <a:pt x="42" y="61"/>
                </a:lnTo>
                <a:lnTo>
                  <a:pt x="40" y="62"/>
                </a:lnTo>
                <a:lnTo>
                  <a:pt x="39" y="63"/>
                </a:lnTo>
                <a:lnTo>
                  <a:pt x="38" y="64"/>
                </a:lnTo>
                <a:lnTo>
                  <a:pt x="37" y="66"/>
                </a:lnTo>
                <a:lnTo>
                  <a:pt x="36" y="67"/>
                </a:lnTo>
                <a:lnTo>
                  <a:pt x="34" y="67"/>
                </a:lnTo>
                <a:lnTo>
                  <a:pt x="33" y="68"/>
                </a:lnTo>
                <a:lnTo>
                  <a:pt x="32" y="69"/>
                </a:lnTo>
                <a:lnTo>
                  <a:pt x="31" y="69"/>
                </a:lnTo>
                <a:lnTo>
                  <a:pt x="30" y="70"/>
                </a:lnTo>
                <a:lnTo>
                  <a:pt x="28" y="70"/>
                </a:lnTo>
                <a:lnTo>
                  <a:pt x="27" y="70"/>
                </a:lnTo>
                <a:lnTo>
                  <a:pt x="26" y="72"/>
                </a:lnTo>
                <a:lnTo>
                  <a:pt x="24" y="72"/>
                </a:lnTo>
                <a:lnTo>
                  <a:pt x="22" y="72"/>
                </a:lnTo>
                <a:lnTo>
                  <a:pt x="21" y="72"/>
                </a:lnTo>
                <a:lnTo>
                  <a:pt x="20" y="72"/>
                </a:lnTo>
                <a:lnTo>
                  <a:pt x="18" y="72"/>
                </a:lnTo>
                <a:lnTo>
                  <a:pt x="28" y="72"/>
                </a:lnTo>
                <a:lnTo>
                  <a:pt x="27" y="72"/>
                </a:lnTo>
                <a:lnTo>
                  <a:pt x="25" y="72"/>
                </a:lnTo>
                <a:lnTo>
                  <a:pt x="24" y="72"/>
                </a:lnTo>
                <a:lnTo>
                  <a:pt x="22" y="72"/>
                </a:lnTo>
                <a:lnTo>
                  <a:pt x="21" y="72"/>
                </a:lnTo>
                <a:lnTo>
                  <a:pt x="20" y="70"/>
                </a:lnTo>
                <a:lnTo>
                  <a:pt x="19" y="70"/>
                </a:lnTo>
                <a:lnTo>
                  <a:pt x="16" y="70"/>
                </a:lnTo>
                <a:lnTo>
                  <a:pt x="15" y="69"/>
                </a:lnTo>
                <a:lnTo>
                  <a:pt x="14" y="69"/>
                </a:lnTo>
                <a:lnTo>
                  <a:pt x="13" y="68"/>
                </a:lnTo>
                <a:lnTo>
                  <a:pt x="12" y="67"/>
                </a:lnTo>
                <a:lnTo>
                  <a:pt x="10" y="67"/>
                </a:lnTo>
                <a:lnTo>
                  <a:pt x="9" y="66"/>
                </a:lnTo>
                <a:lnTo>
                  <a:pt x="9" y="64"/>
                </a:lnTo>
                <a:lnTo>
                  <a:pt x="8" y="63"/>
                </a:lnTo>
                <a:lnTo>
                  <a:pt x="7" y="63"/>
                </a:lnTo>
                <a:lnTo>
                  <a:pt x="6" y="62"/>
                </a:lnTo>
                <a:lnTo>
                  <a:pt x="4" y="61"/>
                </a:lnTo>
                <a:lnTo>
                  <a:pt x="4" y="60"/>
                </a:lnTo>
                <a:lnTo>
                  <a:pt x="3" y="58"/>
                </a:lnTo>
                <a:lnTo>
                  <a:pt x="3" y="57"/>
                </a:lnTo>
                <a:lnTo>
                  <a:pt x="2" y="56"/>
                </a:lnTo>
                <a:lnTo>
                  <a:pt x="2" y="55"/>
                </a:lnTo>
                <a:lnTo>
                  <a:pt x="1" y="54"/>
                </a:lnTo>
                <a:lnTo>
                  <a:pt x="1" y="51"/>
                </a:lnTo>
                <a:lnTo>
                  <a:pt x="0" y="50"/>
                </a:lnTo>
                <a:lnTo>
                  <a:pt x="0" y="49"/>
                </a:lnTo>
                <a:lnTo>
                  <a:pt x="0" y="48"/>
                </a:lnTo>
                <a:lnTo>
                  <a:pt x="0" y="46"/>
                </a:lnTo>
                <a:lnTo>
                  <a:pt x="0" y="45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27" name="Line 12">
            <a:extLst>
              <a:ext uri="{FF2B5EF4-FFF2-40B4-BE49-F238E27FC236}">
                <a16:creationId xmlns:a16="http://schemas.microsoft.com/office/drawing/2014/main" id="{E146F661-033E-43C7-B08F-343B39A06E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5863" y="896938"/>
            <a:ext cx="603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28" name="Rectangle 13">
            <a:extLst>
              <a:ext uri="{FF2B5EF4-FFF2-40B4-BE49-F238E27FC236}">
                <a16:creationId xmlns:a16="http://schemas.microsoft.com/office/drawing/2014/main" id="{AA01EE4A-C8D2-4B3C-9F85-B6813034E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1881188"/>
            <a:ext cx="531812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29" name="Rectangle 14">
            <a:extLst>
              <a:ext uri="{FF2B5EF4-FFF2-40B4-BE49-F238E27FC236}">
                <a16:creationId xmlns:a16="http://schemas.microsoft.com/office/drawing/2014/main" id="{9A94692D-C919-4B52-ABCB-7FA929F57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4038" y="1163638"/>
            <a:ext cx="687387" cy="1087437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0" name="Rectangle 15">
            <a:extLst>
              <a:ext uri="{FF2B5EF4-FFF2-40B4-BE49-F238E27FC236}">
                <a16:creationId xmlns:a16="http://schemas.microsoft.com/office/drawing/2014/main" id="{DFEAB09D-7918-4ACE-8AB7-307D12350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763" y="2549525"/>
            <a:ext cx="546100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Resetn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1" name="Rectangle 16">
            <a:extLst>
              <a:ext uri="{FF2B5EF4-FFF2-40B4-BE49-F238E27FC236}">
                <a16:creationId xmlns:a16="http://schemas.microsoft.com/office/drawing/2014/main" id="{7B499687-81F7-4DBE-A377-51D44328B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1355725"/>
            <a:ext cx="244475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2" name="Rectangle 17">
            <a:extLst>
              <a:ext uri="{FF2B5EF4-FFF2-40B4-BE49-F238E27FC236}">
                <a16:creationId xmlns:a16="http://schemas.microsoft.com/office/drawing/2014/main" id="{B2F47595-8F19-4C34-A0CF-1F9F3D69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7113" y="1349375"/>
            <a:ext cx="244475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3" name="Line 18">
            <a:extLst>
              <a:ext uri="{FF2B5EF4-FFF2-40B4-BE49-F238E27FC236}">
                <a16:creationId xmlns:a16="http://schemas.microsoft.com/office/drawing/2014/main" id="{77539279-3950-4F93-9931-ABFF677CC0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60925" y="1889125"/>
            <a:ext cx="762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4" name="Freeform 19">
            <a:extLst>
              <a:ext uri="{FF2B5EF4-FFF2-40B4-BE49-F238E27FC236}">
                <a16:creationId xmlns:a16="http://schemas.microsoft.com/office/drawing/2014/main" id="{84D95BAB-6BDB-4962-834C-7ABE5D168DE6}"/>
              </a:ext>
            </a:extLst>
          </p:cNvPr>
          <p:cNvSpPr>
            <a:spLocks/>
          </p:cNvSpPr>
          <p:nvPr/>
        </p:nvSpPr>
        <p:spPr bwMode="auto">
          <a:xfrm>
            <a:off x="4364038" y="1908175"/>
            <a:ext cx="152400" cy="133350"/>
          </a:xfrm>
          <a:custGeom>
            <a:avLst/>
            <a:gdLst>
              <a:gd name="T0" fmla="*/ 0 w 192"/>
              <a:gd name="T1" fmla="*/ 2147483646 h 168"/>
              <a:gd name="T2" fmla="*/ 2147483646 w 192"/>
              <a:gd name="T3" fmla="*/ 2147483646 h 168"/>
              <a:gd name="T4" fmla="*/ 0 w 192"/>
              <a:gd name="T5" fmla="*/ 0 h 168"/>
              <a:gd name="T6" fmla="*/ 0 60000 65536"/>
              <a:gd name="T7" fmla="*/ 0 60000 65536"/>
              <a:gd name="T8" fmla="*/ 0 60000 65536"/>
              <a:gd name="T9" fmla="*/ 0 w 192"/>
              <a:gd name="T10" fmla="*/ 0 h 168"/>
              <a:gd name="T11" fmla="*/ 192 w 192"/>
              <a:gd name="T12" fmla="*/ 168 h 1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92" h="168">
                <a:moveTo>
                  <a:pt x="0" y="168"/>
                </a:moveTo>
                <a:lnTo>
                  <a:pt x="192" y="9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5" name="Line 20">
            <a:extLst>
              <a:ext uri="{FF2B5EF4-FFF2-40B4-BE49-F238E27FC236}">
                <a16:creationId xmlns:a16="http://schemas.microsoft.com/office/drawing/2014/main" id="{5E021B7D-36DB-49BA-BD58-20571AEA6C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95650" y="1984375"/>
            <a:ext cx="1068388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6" name="Line 21">
            <a:extLst>
              <a:ext uri="{FF2B5EF4-FFF2-40B4-BE49-F238E27FC236}">
                <a16:creationId xmlns:a16="http://schemas.microsoft.com/office/drawing/2014/main" id="{410FBB96-EB84-46C5-A524-88AA7862A5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95650" y="1449388"/>
            <a:ext cx="1068388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7" name="Freeform 22">
            <a:extLst>
              <a:ext uri="{FF2B5EF4-FFF2-40B4-BE49-F238E27FC236}">
                <a16:creationId xmlns:a16="http://schemas.microsoft.com/office/drawing/2014/main" id="{39CFCF16-F702-42EF-9B63-02502CB3323D}"/>
              </a:ext>
            </a:extLst>
          </p:cNvPr>
          <p:cNvSpPr>
            <a:spLocks/>
          </p:cNvSpPr>
          <p:nvPr/>
        </p:nvSpPr>
        <p:spPr bwMode="auto">
          <a:xfrm>
            <a:off x="5051425" y="1030288"/>
            <a:ext cx="671513" cy="419100"/>
          </a:xfrm>
          <a:custGeom>
            <a:avLst/>
            <a:gdLst>
              <a:gd name="T0" fmla="*/ 2147483646 w 423"/>
              <a:gd name="T1" fmla="*/ 0 h 264"/>
              <a:gd name="T2" fmla="*/ 2147483646 w 423"/>
              <a:gd name="T3" fmla="*/ 0 h 264"/>
              <a:gd name="T4" fmla="*/ 2147483646 w 423"/>
              <a:gd name="T5" fmla="*/ 2147483646 h 264"/>
              <a:gd name="T6" fmla="*/ 0 w 423"/>
              <a:gd name="T7" fmla="*/ 2147483646 h 264"/>
              <a:gd name="T8" fmla="*/ 0 60000 65536"/>
              <a:gd name="T9" fmla="*/ 0 60000 65536"/>
              <a:gd name="T10" fmla="*/ 0 60000 65536"/>
              <a:gd name="T11" fmla="*/ 0 60000 65536"/>
              <a:gd name="T12" fmla="*/ 0 w 423"/>
              <a:gd name="T13" fmla="*/ 0 h 264"/>
              <a:gd name="T14" fmla="*/ 423 w 423"/>
              <a:gd name="T15" fmla="*/ 264 h 26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3" h="264">
                <a:moveTo>
                  <a:pt x="423" y="0"/>
                </a:moveTo>
                <a:lnTo>
                  <a:pt x="216" y="0"/>
                </a:lnTo>
                <a:lnTo>
                  <a:pt x="216" y="264"/>
                </a:lnTo>
                <a:lnTo>
                  <a:pt x="0" y="264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8" name="Freeform 23">
            <a:extLst>
              <a:ext uri="{FF2B5EF4-FFF2-40B4-BE49-F238E27FC236}">
                <a16:creationId xmlns:a16="http://schemas.microsoft.com/office/drawing/2014/main" id="{B32CCDEB-873C-4F28-9459-9DCEDE3A983A}"/>
              </a:ext>
            </a:extLst>
          </p:cNvPr>
          <p:cNvSpPr>
            <a:spLocks/>
          </p:cNvSpPr>
          <p:nvPr/>
        </p:nvSpPr>
        <p:spPr bwMode="auto">
          <a:xfrm>
            <a:off x="3830638" y="763588"/>
            <a:ext cx="1887537" cy="685800"/>
          </a:xfrm>
          <a:custGeom>
            <a:avLst/>
            <a:gdLst>
              <a:gd name="T0" fmla="*/ 2147483646 w 1189"/>
              <a:gd name="T1" fmla="*/ 0 h 432"/>
              <a:gd name="T2" fmla="*/ 0 w 1189"/>
              <a:gd name="T3" fmla="*/ 0 h 432"/>
              <a:gd name="T4" fmla="*/ 0 w 1189"/>
              <a:gd name="T5" fmla="*/ 2147483646 h 432"/>
              <a:gd name="T6" fmla="*/ 0 60000 65536"/>
              <a:gd name="T7" fmla="*/ 0 60000 65536"/>
              <a:gd name="T8" fmla="*/ 0 60000 65536"/>
              <a:gd name="T9" fmla="*/ 0 w 1189"/>
              <a:gd name="T10" fmla="*/ 0 h 432"/>
              <a:gd name="T11" fmla="*/ 1189 w 1189"/>
              <a:gd name="T12" fmla="*/ 432 h 4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89" h="432">
                <a:moveTo>
                  <a:pt x="1189" y="0"/>
                </a:moveTo>
                <a:lnTo>
                  <a:pt x="0" y="0"/>
                </a:lnTo>
                <a:lnTo>
                  <a:pt x="0" y="43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39" name="Rectangle 25">
            <a:extLst>
              <a:ext uri="{FF2B5EF4-FFF2-40B4-BE49-F238E27FC236}">
                <a16:creationId xmlns:a16="http://schemas.microsoft.com/office/drawing/2014/main" id="{DDE9F901-CE97-4DAB-964C-F130B7068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8700" y="1895475"/>
            <a:ext cx="244475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Q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0" name="Rectangle 26">
            <a:extLst>
              <a:ext uri="{FF2B5EF4-FFF2-40B4-BE49-F238E27FC236}">
                <a16:creationId xmlns:a16="http://schemas.microsoft.com/office/drawing/2014/main" id="{041BCF33-66A8-4BAA-A70E-75B9AF78B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00" y="1349375"/>
            <a:ext cx="234950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1" name="Rectangle 27">
            <a:extLst>
              <a:ext uri="{FF2B5EF4-FFF2-40B4-BE49-F238E27FC236}">
                <a16:creationId xmlns:a16="http://schemas.microsoft.com/office/drawing/2014/main" id="{50162508-CC14-4FB4-A453-D1353D6AA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798513"/>
            <a:ext cx="18573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z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2" name="Rectangle 28">
            <a:extLst>
              <a:ext uri="{FF2B5EF4-FFF2-40B4-BE49-F238E27FC236}">
                <a16:creationId xmlns:a16="http://schemas.microsoft.com/office/drawing/2014/main" id="{F20CADB2-724F-4C6C-99EB-AD081E682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8338" y="2743200"/>
            <a:ext cx="895350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Circuit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3" name="Rectangle 29">
            <a:extLst>
              <a:ext uri="{FF2B5EF4-FFF2-40B4-BE49-F238E27FC236}">
                <a16:creationId xmlns:a16="http://schemas.microsoft.com/office/drawing/2014/main" id="{21D3E94B-4060-4B02-BE5C-F4E766FB3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300" y="3124200"/>
            <a:ext cx="16668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4" name="Rectangle 30">
            <a:extLst>
              <a:ext uri="{FF2B5EF4-FFF2-40B4-BE49-F238E27FC236}">
                <a16:creationId xmlns:a16="http://schemas.microsoft.com/office/drawing/2014/main" id="{604340BB-2919-4ECF-B8DA-3E9E21538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5450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5" name="Rectangle 31">
            <a:extLst>
              <a:ext uri="{FF2B5EF4-FFF2-40B4-BE49-F238E27FC236}">
                <a16:creationId xmlns:a16="http://schemas.microsoft.com/office/drawing/2014/main" id="{CEE2F5B2-B033-41B4-90C7-FA8A4513F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3288" y="3124200"/>
            <a:ext cx="166687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6" name="Rectangle 32">
            <a:extLst>
              <a:ext uri="{FF2B5EF4-FFF2-40B4-BE49-F238E27FC236}">
                <a16:creationId xmlns:a16="http://schemas.microsoft.com/office/drawing/2014/main" id="{99091967-30B4-41F9-9FF5-34FF014D8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0438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7" name="Rectangle 33">
            <a:extLst>
              <a:ext uri="{FF2B5EF4-FFF2-40B4-BE49-F238E27FC236}">
                <a16:creationId xmlns:a16="http://schemas.microsoft.com/office/drawing/2014/main" id="{8DC3EA06-39F4-48B7-9373-2BDB43B45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9388" y="3124200"/>
            <a:ext cx="166687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8" name="Rectangle 34">
            <a:extLst>
              <a:ext uri="{FF2B5EF4-FFF2-40B4-BE49-F238E27FC236}">
                <a16:creationId xmlns:a16="http://schemas.microsoft.com/office/drawing/2014/main" id="{98CDFFA3-DC94-4B6E-BD66-7B0FCB2DB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6538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49" name="Rectangle 35">
            <a:extLst>
              <a:ext uri="{FF2B5EF4-FFF2-40B4-BE49-F238E27FC236}">
                <a16:creationId xmlns:a16="http://schemas.microsoft.com/office/drawing/2014/main" id="{F35B48D5-235A-4D3A-8B7D-C4C3EBF4A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5963" y="3124200"/>
            <a:ext cx="166687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0" name="Rectangle 36">
            <a:extLst>
              <a:ext uri="{FF2B5EF4-FFF2-40B4-BE49-F238E27FC236}">
                <a16:creationId xmlns:a16="http://schemas.microsoft.com/office/drawing/2014/main" id="{C0840128-A511-4E64-A953-B2E508BAD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3113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1" name="Rectangle 37">
            <a:extLst>
              <a:ext uri="{FF2B5EF4-FFF2-40B4-BE49-F238E27FC236}">
                <a16:creationId xmlns:a16="http://schemas.microsoft.com/office/drawing/2014/main" id="{B301F026-7443-4F92-BE0C-AE4291077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0475" y="3124200"/>
            <a:ext cx="16668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2" name="Rectangle 38">
            <a:extLst>
              <a:ext uri="{FF2B5EF4-FFF2-40B4-BE49-F238E27FC236}">
                <a16:creationId xmlns:a16="http://schemas.microsoft.com/office/drawing/2014/main" id="{D6679C5D-8680-4095-A731-CEA7D35A7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7625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3" name="Rectangle 39">
            <a:extLst>
              <a:ext uri="{FF2B5EF4-FFF2-40B4-BE49-F238E27FC236}">
                <a16:creationId xmlns:a16="http://schemas.microsoft.com/office/drawing/2014/main" id="{34F57872-1A1D-4B61-AE64-B0CF0B248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7050" y="3124200"/>
            <a:ext cx="16668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4" name="Rectangle 40">
            <a:extLst>
              <a:ext uri="{FF2B5EF4-FFF2-40B4-BE49-F238E27FC236}">
                <a16:creationId xmlns:a16="http://schemas.microsoft.com/office/drawing/2014/main" id="{9986FD12-2F0E-4AF6-A5DF-A9EFBCD6E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4200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5" name="Rectangle 41">
            <a:extLst>
              <a:ext uri="{FF2B5EF4-FFF2-40B4-BE49-F238E27FC236}">
                <a16:creationId xmlns:a16="http://schemas.microsoft.com/office/drawing/2014/main" id="{E50C4D56-4715-4148-99E7-4641414C9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3124200"/>
            <a:ext cx="16668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6" name="Rectangle 42">
            <a:extLst>
              <a:ext uri="{FF2B5EF4-FFF2-40B4-BE49-F238E27FC236}">
                <a16:creationId xmlns:a16="http://schemas.microsoft.com/office/drawing/2014/main" id="{0883BE72-4D17-44D8-9D69-88BEAD247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0775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6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7" name="Rectangle 43">
            <a:extLst>
              <a:ext uri="{FF2B5EF4-FFF2-40B4-BE49-F238E27FC236}">
                <a16:creationId xmlns:a16="http://schemas.microsoft.com/office/drawing/2014/main" id="{D9F79208-BC37-4F48-B59F-90505CEEE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8613" y="3124200"/>
            <a:ext cx="166687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8" name="Rectangle 44">
            <a:extLst>
              <a:ext uri="{FF2B5EF4-FFF2-40B4-BE49-F238E27FC236}">
                <a16:creationId xmlns:a16="http://schemas.microsoft.com/office/drawing/2014/main" id="{866CBD8D-1DDD-408C-858B-B49819FED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5763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59" name="Rectangle 45">
            <a:extLst>
              <a:ext uri="{FF2B5EF4-FFF2-40B4-BE49-F238E27FC236}">
                <a16:creationId xmlns:a16="http://schemas.microsoft.com/office/drawing/2014/main" id="{96E6B329-10BD-4C90-B005-30A1244D2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3124200"/>
            <a:ext cx="16668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0" name="Rectangle 46">
            <a:extLst>
              <a:ext uri="{FF2B5EF4-FFF2-40B4-BE49-F238E27FC236}">
                <a16:creationId xmlns:a16="http://schemas.microsoft.com/office/drawing/2014/main" id="{D292D0AE-A931-4C53-BACF-29B3930D6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2975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1" name="Rectangle 47">
            <a:extLst>
              <a:ext uri="{FF2B5EF4-FFF2-40B4-BE49-F238E27FC236}">
                <a16:creationId xmlns:a16="http://schemas.microsoft.com/office/drawing/2014/main" id="{C8C6F8F4-41E8-49E1-9BCE-B00BBB603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0813" y="3124200"/>
            <a:ext cx="166687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2" name="Rectangle 48">
            <a:extLst>
              <a:ext uri="{FF2B5EF4-FFF2-40B4-BE49-F238E27FC236}">
                <a16:creationId xmlns:a16="http://schemas.microsoft.com/office/drawing/2014/main" id="{904864E6-5216-43AE-BA59-4594209A1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9550" y="3211513"/>
            <a:ext cx="16192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3" name="Rectangle 49">
            <a:extLst>
              <a:ext uri="{FF2B5EF4-FFF2-40B4-BE49-F238E27FC236}">
                <a16:creationId xmlns:a16="http://schemas.microsoft.com/office/drawing/2014/main" id="{D98005E3-2050-42D7-BEF6-306872927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1988" y="3124200"/>
            <a:ext cx="166687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t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4" name="Rectangle 50">
            <a:extLst>
              <a:ext uri="{FF2B5EF4-FFF2-40B4-BE49-F238E27FC236}">
                <a16:creationId xmlns:a16="http://schemas.microsoft.com/office/drawing/2014/main" id="{CEAC233B-40DC-4064-A397-E5460883D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9138" y="3211513"/>
            <a:ext cx="19526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5" name="Rectangle 51">
            <a:extLst>
              <a:ext uri="{FF2B5EF4-FFF2-40B4-BE49-F238E27FC236}">
                <a16:creationId xmlns:a16="http://schemas.microsoft.com/office/drawing/2014/main" id="{132D768E-6E00-4F0E-9E90-1EB84DAAD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3354388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6" name="Rectangle 52">
            <a:extLst>
              <a:ext uri="{FF2B5EF4-FFF2-40B4-BE49-F238E27FC236}">
                <a16:creationId xmlns:a16="http://schemas.microsoft.com/office/drawing/2014/main" id="{3D89B29A-EEE9-4075-87EE-7CA7FB4EE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3589338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7" name="Rectangle 53">
            <a:extLst>
              <a:ext uri="{FF2B5EF4-FFF2-40B4-BE49-F238E27FC236}">
                <a16:creationId xmlns:a16="http://schemas.microsoft.com/office/drawing/2014/main" id="{536D9FB1-C462-463E-AB50-0711BDB16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3879850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8" name="Rectangle 54">
            <a:extLst>
              <a:ext uri="{FF2B5EF4-FFF2-40B4-BE49-F238E27FC236}">
                <a16:creationId xmlns:a16="http://schemas.microsoft.com/office/drawing/2014/main" id="{EFDC3F3F-6E7A-4367-ACB8-9146792B5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4114800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69" name="Rectangle 55">
            <a:extLst>
              <a:ext uri="{FF2B5EF4-FFF2-40B4-BE49-F238E27FC236}">
                <a16:creationId xmlns:a16="http://schemas.microsoft.com/office/drawing/2014/main" id="{4343620B-BC42-4324-80A3-C96719C91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4427538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0" name="Rectangle 56">
            <a:extLst>
              <a:ext uri="{FF2B5EF4-FFF2-40B4-BE49-F238E27FC236}">
                <a16:creationId xmlns:a16="http://schemas.microsoft.com/office/drawing/2014/main" id="{D8F46B88-2A94-4A42-AE53-BE638C662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4662488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1" name="Rectangle 57">
            <a:extLst>
              <a:ext uri="{FF2B5EF4-FFF2-40B4-BE49-F238E27FC236}">
                <a16:creationId xmlns:a16="http://schemas.microsoft.com/office/drawing/2014/main" id="{04FE7AE3-7D4F-43A6-A776-0029EA57C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4965700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2" name="Rectangle 58">
            <a:extLst>
              <a:ext uri="{FF2B5EF4-FFF2-40B4-BE49-F238E27FC236}">
                <a16:creationId xmlns:a16="http://schemas.microsoft.com/office/drawing/2014/main" id="{96D21E5D-EFDC-4F5B-B120-C31BE560F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5200650"/>
            <a:ext cx="204787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3" name="Rectangle 59">
            <a:extLst>
              <a:ext uri="{FF2B5EF4-FFF2-40B4-BE49-F238E27FC236}">
                <a16:creationId xmlns:a16="http://schemas.microsoft.com/office/drawing/2014/main" id="{C8D5716F-EA44-4650-92DD-873E1800B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9425" y="3468688"/>
            <a:ext cx="531812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Clock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4" name="Rectangle 60">
            <a:extLst>
              <a:ext uri="{FF2B5EF4-FFF2-40B4-BE49-F238E27FC236}">
                <a16:creationId xmlns:a16="http://schemas.microsoft.com/office/drawing/2014/main" id="{9E77728C-BA86-400E-8E7A-83B97D123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4530725"/>
            <a:ext cx="195262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5" name="Rectangle 61">
            <a:extLst>
              <a:ext uri="{FF2B5EF4-FFF2-40B4-BE49-F238E27FC236}">
                <a16:creationId xmlns:a16="http://schemas.microsoft.com/office/drawing/2014/main" id="{8B502CA8-49F2-4363-9011-1C5D3D1A9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7" y="3994150"/>
            <a:ext cx="234950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w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6" name="Rectangle 62">
            <a:extLst>
              <a:ext uri="{FF2B5EF4-FFF2-40B4-BE49-F238E27FC236}">
                <a16:creationId xmlns:a16="http://schemas.microsoft.com/office/drawing/2014/main" id="{CDD8AD28-7295-494D-AEE8-CFC8FA8AC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8987" y="5057775"/>
            <a:ext cx="18573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z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7" name="Rectangle 63">
            <a:extLst>
              <a:ext uri="{FF2B5EF4-FFF2-40B4-BE49-F238E27FC236}">
                <a16:creationId xmlns:a16="http://schemas.microsoft.com/office/drawing/2014/main" id="{45A9FAF8-754F-4A90-A5CA-E5D083B18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8" y="1462088"/>
            <a:ext cx="195262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8" name="Freeform 64">
            <a:extLst>
              <a:ext uri="{FF2B5EF4-FFF2-40B4-BE49-F238E27FC236}">
                <a16:creationId xmlns:a16="http://schemas.microsoft.com/office/drawing/2014/main" id="{CB3D220A-5E6F-4430-9E5E-806CA9315733}"/>
              </a:ext>
            </a:extLst>
          </p:cNvPr>
          <p:cNvSpPr>
            <a:spLocks/>
          </p:cNvSpPr>
          <p:nvPr/>
        </p:nvSpPr>
        <p:spPr bwMode="auto">
          <a:xfrm>
            <a:off x="6702425" y="3768725"/>
            <a:ext cx="1587" cy="1679575"/>
          </a:xfrm>
          <a:custGeom>
            <a:avLst/>
            <a:gdLst>
              <a:gd name="T0" fmla="*/ 0 w 1587"/>
              <a:gd name="T1" fmla="*/ 2147483646 h 2116"/>
              <a:gd name="T2" fmla="*/ 0 w 1587"/>
              <a:gd name="T3" fmla="*/ 0 h 2116"/>
              <a:gd name="T4" fmla="*/ 0 w 1587"/>
              <a:gd name="T5" fmla="*/ 2147483646 h 2116"/>
              <a:gd name="T6" fmla="*/ 0 60000 65536"/>
              <a:gd name="T7" fmla="*/ 0 60000 65536"/>
              <a:gd name="T8" fmla="*/ 0 60000 65536"/>
              <a:gd name="T9" fmla="*/ 0 w 1587"/>
              <a:gd name="T10" fmla="*/ 0 h 2116"/>
              <a:gd name="T11" fmla="*/ 1587 w 1587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79" name="Line 65">
            <a:extLst>
              <a:ext uri="{FF2B5EF4-FFF2-40B4-BE49-F238E27FC236}">
                <a16:creationId xmlns:a16="http://schemas.microsoft.com/office/drawing/2014/main" id="{E5F1F510-2718-4DB0-B728-8A96632F71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02425" y="3768725"/>
            <a:ext cx="1587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0" name="Freeform 66">
            <a:extLst>
              <a:ext uri="{FF2B5EF4-FFF2-40B4-BE49-F238E27FC236}">
                <a16:creationId xmlns:a16="http://schemas.microsoft.com/office/drawing/2014/main" id="{33F912B2-BCB5-4B18-8FC2-6B9DF4D833A4}"/>
              </a:ext>
            </a:extLst>
          </p:cNvPr>
          <p:cNvSpPr>
            <a:spLocks/>
          </p:cNvSpPr>
          <p:nvPr/>
        </p:nvSpPr>
        <p:spPr bwMode="auto">
          <a:xfrm>
            <a:off x="7235825" y="3768725"/>
            <a:ext cx="1587" cy="1679575"/>
          </a:xfrm>
          <a:custGeom>
            <a:avLst/>
            <a:gdLst>
              <a:gd name="T0" fmla="*/ 0 w 1587"/>
              <a:gd name="T1" fmla="*/ 2147483646 h 2116"/>
              <a:gd name="T2" fmla="*/ 0 w 1587"/>
              <a:gd name="T3" fmla="*/ 0 h 2116"/>
              <a:gd name="T4" fmla="*/ 0 w 1587"/>
              <a:gd name="T5" fmla="*/ 2147483646 h 2116"/>
              <a:gd name="T6" fmla="*/ 0 60000 65536"/>
              <a:gd name="T7" fmla="*/ 0 60000 65536"/>
              <a:gd name="T8" fmla="*/ 0 60000 65536"/>
              <a:gd name="T9" fmla="*/ 0 w 1587"/>
              <a:gd name="T10" fmla="*/ 0 h 2116"/>
              <a:gd name="T11" fmla="*/ 1587 w 1587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1" name="Line 67">
            <a:extLst>
              <a:ext uri="{FF2B5EF4-FFF2-40B4-BE49-F238E27FC236}">
                <a16:creationId xmlns:a16="http://schemas.microsoft.com/office/drawing/2014/main" id="{7A26AB1A-78FC-4903-A819-EBF7F98B9A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35825" y="3768725"/>
            <a:ext cx="1587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2" name="Freeform 68">
            <a:extLst>
              <a:ext uri="{FF2B5EF4-FFF2-40B4-BE49-F238E27FC236}">
                <a16:creationId xmlns:a16="http://schemas.microsoft.com/office/drawing/2014/main" id="{33103856-7904-446E-87A7-9A44E7DFADBE}"/>
              </a:ext>
            </a:extLst>
          </p:cNvPr>
          <p:cNvSpPr>
            <a:spLocks/>
          </p:cNvSpPr>
          <p:nvPr/>
        </p:nvSpPr>
        <p:spPr bwMode="auto">
          <a:xfrm>
            <a:off x="7770812" y="3768725"/>
            <a:ext cx="1588" cy="1679575"/>
          </a:xfrm>
          <a:custGeom>
            <a:avLst/>
            <a:gdLst>
              <a:gd name="T0" fmla="*/ 0 w 1588"/>
              <a:gd name="T1" fmla="*/ 2147483646 h 2116"/>
              <a:gd name="T2" fmla="*/ 0 w 1588"/>
              <a:gd name="T3" fmla="*/ 0 h 2116"/>
              <a:gd name="T4" fmla="*/ 0 w 1588"/>
              <a:gd name="T5" fmla="*/ 2147483646 h 2116"/>
              <a:gd name="T6" fmla="*/ 0 60000 65536"/>
              <a:gd name="T7" fmla="*/ 0 60000 65536"/>
              <a:gd name="T8" fmla="*/ 0 60000 65536"/>
              <a:gd name="T9" fmla="*/ 0 w 1588"/>
              <a:gd name="T10" fmla="*/ 0 h 2116"/>
              <a:gd name="T11" fmla="*/ 1588 w 1588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3" name="Line 69">
            <a:extLst>
              <a:ext uri="{FF2B5EF4-FFF2-40B4-BE49-F238E27FC236}">
                <a16:creationId xmlns:a16="http://schemas.microsoft.com/office/drawing/2014/main" id="{D1489FEC-B458-4BEF-BE49-3B2B317D83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0812" y="3768725"/>
            <a:ext cx="1588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4" name="Freeform 70">
            <a:extLst>
              <a:ext uri="{FF2B5EF4-FFF2-40B4-BE49-F238E27FC236}">
                <a16:creationId xmlns:a16="http://schemas.microsoft.com/office/drawing/2014/main" id="{02437EFF-1278-4CAF-A260-ECC32931C229}"/>
              </a:ext>
            </a:extLst>
          </p:cNvPr>
          <p:cNvSpPr>
            <a:spLocks/>
          </p:cNvSpPr>
          <p:nvPr/>
        </p:nvSpPr>
        <p:spPr bwMode="auto">
          <a:xfrm>
            <a:off x="8323262" y="3768725"/>
            <a:ext cx="1588" cy="1679575"/>
          </a:xfrm>
          <a:custGeom>
            <a:avLst/>
            <a:gdLst>
              <a:gd name="T0" fmla="*/ 0 w 1588"/>
              <a:gd name="T1" fmla="*/ 2147483646 h 2116"/>
              <a:gd name="T2" fmla="*/ 0 w 1588"/>
              <a:gd name="T3" fmla="*/ 0 h 2116"/>
              <a:gd name="T4" fmla="*/ 0 w 1588"/>
              <a:gd name="T5" fmla="*/ 2147483646 h 2116"/>
              <a:gd name="T6" fmla="*/ 0 60000 65536"/>
              <a:gd name="T7" fmla="*/ 0 60000 65536"/>
              <a:gd name="T8" fmla="*/ 0 60000 65536"/>
              <a:gd name="T9" fmla="*/ 0 w 1588"/>
              <a:gd name="T10" fmla="*/ 0 h 2116"/>
              <a:gd name="T11" fmla="*/ 1588 w 1588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5" name="Line 71">
            <a:extLst>
              <a:ext uri="{FF2B5EF4-FFF2-40B4-BE49-F238E27FC236}">
                <a16:creationId xmlns:a16="http://schemas.microsoft.com/office/drawing/2014/main" id="{43C73657-1BF9-4EC0-8312-09ACECF0EF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23262" y="3768725"/>
            <a:ext cx="1588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6" name="Freeform 72">
            <a:extLst>
              <a:ext uri="{FF2B5EF4-FFF2-40B4-BE49-F238E27FC236}">
                <a16:creationId xmlns:a16="http://schemas.microsoft.com/office/drawing/2014/main" id="{B92F13D3-2D0C-44DB-A13C-E5160B5E208B}"/>
              </a:ext>
            </a:extLst>
          </p:cNvPr>
          <p:cNvSpPr>
            <a:spLocks/>
          </p:cNvSpPr>
          <p:nvPr/>
        </p:nvSpPr>
        <p:spPr bwMode="auto">
          <a:xfrm>
            <a:off x="4527550" y="3768725"/>
            <a:ext cx="1587" cy="1679575"/>
          </a:xfrm>
          <a:custGeom>
            <a:avLst/>
            <a:gdLst>
              <a:gd name="T0" fmla="*/ 0 w 1587"/>
              <a:gd name="T1" fmla="*/ 2147483646 h 2116"/>
              <a:gd name="T2" fmla="*/ 0 w 1587"/>
              <a:gd name="T3" fmla="*/ 0 h 2116"/>
              <a:gd name="T4" fmla="*/ 0 w 1587"/>
              <a:gd name="T5" fmla="*/ 2147483646 h 2116"/>
              <a:gd name="T6" fmla="*/ 0 60000 65536"/>
              <a:gd name="T7" fmla="*/ 0 60000 65536"/>
              <a:gd name="T8" fmla="*/ 0 60000 65536"/>
              <a:gd name="T9" fmla="*/ 0 w 1587"/>
              <a:gd name="T10" fmla="*/ 0 h 2116"/>
              <a:gd name="T11" fmla="*/ 1587 w 1587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7" name="Line 73">
            <a:extLst>
              <a:ext uri="{FF2B5EF4-FFF2-40B4-BE49-F238E27FC236}">
                <a16:creationId xmlns:a16="http://schemas.microsoft.com/office/drawing/2014/main" id="{08843516-C125-4CC8-99EB-78AFE5F4C0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7550" y="3768725"/>
            <a:ext cx="1587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8" name="Freeform 74">
            <a:extLst>
              <a:ext uri="{FF2B5EF4-FFF2-40B4-BE49-F238E27FC236}">
                <a16:creationId xmlns:a16="http://schemas.microsoft.com/office/drawing/2014/main" id="{0DD5D75D-088F-415F-94A7-714D8D6A1F9E}"/>
              </a:ext>
            </a:extLst>
          </p:cNvPr>
          <p:cNvSpPr>
            <a:spLocks/>
          </p:cNvSpPr>
          <p:nvPr/>
        </p:nvSpPr>
        <p:spPr bwMode="auto">
          <a:xfrm>
            <a:off x="5060950" y="3768725"/>
            <a:ext cx="1587" cy="1679575"/>
          </a:xfrm>
          <a:custGeom>
            <a:avLst/>
            <a:gdLst>
              <a:gd name="T0" fmla="*/ 0 w 1587"/>
              <a:gd name="T1" fmla="*/ 2147483646 h 2116"/>
              <a:gd name="T2" fmla="*/ 0 w 1587"/>
              <a:gd name="T3" fmla="*/ 0 h 2116"/>
              <a:gd name="T4" fmla="*/ 0 w 1587"/>
              <a:gd name="T5" fmla="*/ 2147483646 h 2116"/>
              <a:gd name="T6" fmla="*/ 0 60000 65536"/>
              <a:gd name="T7" fmla="*/ 0 60000 65536"/>
              <a:gd name="T8" fmla="*/ 0 60000 65536"/>
              <a:gd name="T9" fmla="*/ 0 w 1587"/>
              <a:gd name="T10" fmla="*/ 0 h 2116"/>
              <a:gd name="T11" fmla="*/ 1587 w 1587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89" name="Line 75">
            <a:extLst>
              <a:ext uri="{FF2B5EF4-FFF2-40B4-BE49-F238E27FC236}">
                <a16:creationId xmlns:a16="http://schemas.microsoft.com/office/drawing/2014/main" id="{30D6DF25-6645-414F-ADF2-7FFF843DD9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60950" y="3768725"/>
            <a:ext cx="1587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0" name="Freeform 76">
            <a:extLst>
              <a:ext uri="{FF2B5EF4-FFF2-40B4-BE49-F238E27FC236}">
                <a16:creationId xmlns:a16="http://schemas.microsoft.com/office/drawing/2014/main" id="{0E2A73E0-6452-4B1C-942B-7616B6D650F2}"/>
              </a:ext>
            </a:extLst>
          </p:cNvPr>
          <p:cNvSpPr>
            <a:spLocks/>
          </p:cNvSpPr>
          <p:nvPr/>
        </p:nvSpPr>
        <p:spPr bwMode="auto">
          <a:xfrm>
            <a:off x="5614987" y="3768725"/>
            <a:ext cx="1588" cy="1679575"/>
          </a:xfrm>
          <a:custGeom>
            <a:avLst/>
            <a:gdLst>
              <a:gd name="T0" fmla="*/ 0 w 1588"/>
              <a:gd name="T1" fmla="*/ 2147483646 h 2116"/>
              <a:gd name="T2" fmla="*/ 0 w 1588"/>
              <a:gd name="T3" fmla="*/ 0 h 2116"/>
              <a:gd name="T4" fmla="*/ 0 w 1588"/>
              <a:gd name="T5" fmla="*/ 2147483646 h 2116"/>
              <a:gd name="T6" fmla="*/ 0 60000 65536"/>
              <a:gd name="T7" fmla="*/ 0 60000 65536"/>
              <a:gd name="T8" fmla="*/ 0 60000 65536"/>
              <a:gd name="T9" fmla="*/ 0 w 1588"/>
              <a:gd name="T10" fmla="*/ 0 h 2116"/>
              <a:gd name="T11" fmla="*/ 1588 w 1588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1" name="Line 77">
            <a:extLst>
              <a:ext uri="{FF2B5EF4-FFF2-40B4-BE49-F238E27FC236}">
                <a16:creationId xmlns:a16="http://schemas.microsoft.com/office/drawing/2014/main" id="{2D89A340-30DA-499C-85FA-3D75519EA3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14987" y="3768725"/>
            <a:ext cx="1588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2" name="Freeform 78">
            <a:extLst>
              <a:ext uri="{FF2B5EF4-FFF2-40B4-BE49-F238E27FC236}">
                <a16:creationId xmlns:a16="http://schemas.microsoft.com/office/drawing/2014/main" id="{73E80639-B1F3-4744-95F1-D1282B5F96E6}"/>
              </a:ext>
            </a:extLst>
          </p:cNvPr>
          <p:cNvSpPr>
            <a:spLocks/>
          </p:cNvSpPr>
          <p:nvPr/>
        </p:nvSpPr>
        <p:spPr bwMode="auto">
          <a:xfrm>
            <a:off x="6148387" y="3768725"/>
            <a:ext cx="1588" cy="1679575"/>
          </a:xfrm>
          <a:custGeom>
            <a:avLst/>
            <a:gdLst>
              <a:gd name="T0" fmla="*/ 0 w 1588"/>
              <a:gd name="T1" fmla="*/ 2147483646 h 2116"/>
              <a:gd name="T2" fmla="*/ 0 w 1588"/>
              <a:gd name="T3" fmla="*/ 0 h 2116"/>
              <a:gd name="T4" fmla="*/ 0 w 1588"/>
              <a:gd name="T5" fmla="*/ 2147483646 h 2116"/>
              <a:gd name="T6" fmla="*/ 0 60000 65536"/>
              <a:gd name="T7" fmla="*/ 0 60000 65536"/>
              <a:gd name="T8" fmla="*/ 0 60000 65536"/>
              <a:gd name="T9" fmla="*/ 0 w 1588"/>
              <a:gd name="T10" fmla="*/ 0 h 2116"/>
              <a:gd name="T11" fmla="*/ 1588 w 1588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3" name="Line 79">
            <a:extLst>
              <a:ext uri="{FF2B5EF4-FFF2-40B4-BE49-F238E27FC236}">
                <a16:creationId xmlns:a16="http://schemas.microsoft.com/office/drawing/2014/main" id="{00EF59BA-2C38-497D-ABB3-A5B3B7E047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48387" y="3768725"/>
            <a:ext cx="1588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4" name="Freeform 80">
            <a:extLst>
              <a:ext uri="{FF2B5EF4-FFF2-40B4-BE49-F238E27FC236}">
                <a16:creationId xmlns:a16="http://schemas.microsoft.com/office/drawing/2014/main" id="{1D18897A-0A77-4D81-B57C-05DDF33D1882}"/>
              </a:ext>
            </a:extLst>
          </p:cNvPr>
          <p:cNvSpPr>
            <a:spLocks/>
          </p:cNvSpPr>
          <p:nvPr/>
        </p:nvSpPr>
        <p:spPr bwMode="auto">
          <a:xfrm>
            <a:off x="2905125" y="3768725"/>
            <a:ext cx="1587" cy="1679575"/>
          </a:xfrm>
          <a:custGeom>
            <a:avLst/>
            <a:gdLst>
              <a:gd name="T0" fmla="*/ 0 w 1587"/>
              <a:gd name="T1" fmla="*/ 2147483646 h 2116"/>
              <a:gd name="T2" fmla="*/ 0 w 1587"/>
              <a:gd name="T3" fmla="*/ 0 h 2116"/>
              <a:gd name="T4" fmla="*/ 0 w 1587"/>
              <a:gd name="T5" fmla="*/ 2147483646 h 2116"/>
              <a:gd name="T6" fmla="*/ 0 60000 65536"/>
              <a:gd name="T7" fmla="*/ 0 60000 65536"/>
              <a:gd name="T8" fmla="*/ 0 60000 65536"/>
              <a:gd name="T9" fmla="*/ 0 w 1587"/>
              <a:gd name="T10" fmla="*/ 0 h 2116"/>
              <a:gd name="T11" fmla="*/ 1587 w 1587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5" name="Line 81">
            <a:extLst>
              <a:ext uri="{FF2B5EF4-FFF2-40B4-BE49-F238E27FC236}">
                <a16:creationId xmlns:a16="http://schemas.microsoft.com/office/drawing/2014/main" id="{E6C6F25C-5045-4AA9-9B61-92931F6222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05125" y="3768725"/>
            <a:ext cx="1587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6" name="Freeform 82">
            <a:extLst>
              <a:ext uri="{FF2B5EF4-FFF2-40B4-BE49-F238E27FC236}">
                <a16:creationId xmlns:a16="http://schemas.microsoft.com/office/drawing/2014/main" id="{9257AF6B-EB1E-494E-87F4-92A2DC4007CF}"/>
              </a:ext>
            </a:extLst>
          </p:cNvPr>
          <p:cNvSpPr>
            <a:spLocks/>
          </p:cNvSpPr>
          <p:nvPr/>
        </p:nvSpPr>
        <p:spPr bwMode="auto">
          <a:xfrm>
            <a:off x="3440112" y="3768725"/>
            <a:ext cx="1588" cy="1679575"/>
          </a:xfrm>
          <a:custGeom>
            <a:avLst/>
            <a:gdLst>
              <a:gd name="T0" fmla="*/ 0 w 1588"/>
              <a:gd name="T1" fmla="*/ 2147483646 h 2116"/>
              <a:gd name="T2" fmla="*/ 0 w 1588"/>
              <a:gd name="T3" fmla="*/ 0 h 2116"/>
              <a:gd name="T4" fmla="*/ 0 w 1588"/>
              <a:gd name="T5" fmla="*/ 2147483646 h 2116"/>
              <a:gd name="T6" fmla="*/ 0 60000 65536"/>
              <a:gd name="T7" fmla="*/ 0 60000 65536"/>
              <a:gd name="T8" fmla="*/ 0 60000 65536"/>
              <a:gd name="T9" fmla="*/ 0 w 1588"/>
              <a:gd name="T10" fmla="*/ 0 h 2116"/>
              <a:gd name="T11" fmla="*/ 1588 w 1588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7" name="Line 83">
            <a:extLst>
              <a:ext uri="{FF2B5EF4-FFF2-40B4-BE49-F238E27FC236}">
                <a16:creationId xmlns:a16="http://schemas.microsoft.com/office/drawing/2014/main" id="{08897660-769C-45E0-A858-8F3711B706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0112" y="3768725"/>
            <a:ext cx="1588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8" name="Freeform 84">
            <a:extLst>
              <a:ext uri="{FF2B5EF4-FFF2-40B4-BE49-F238E27FC236}">
                <a16:creationId xmlns:a16="http://schemas.microsoft.com/office/drawing/2014/main" id="{288BDE3D-4FBF-4A63-AFFF-6A0AC2CB559B}"/>
              </a:ext>
            </a:extLst>
          </p:cNvPr>
          <p:cNvSpPr>
            <a:spLocks/>
          </p:cNvSpPr>
          <p:nvPr/>
        </p:nvSpPr>
        <p:spPr bwMode="auto">
          <a:xfrm>
            <a:off x="3992562" y="3768725"/>
            <a:ext cx="1588" cy="1679575"/>
          </a:xfrm>
          <a:custGeom>
            <a:avLst/>
            <a:gdLst>
              <a:gd name="T0" fmla="*/ 0 w 1588"/>
              <a:gd name="T1" fmla="*/ 2147483646 h 2116"/>
              <a:gd name="T2" fmla="*/ 0 w 1588"/>
              <a:gd name="T3" fmla="*/ 0 h 2116"/>
              <a:gd name="T4" fmla="*/ 0 w 1588"/>
              <a:gd name="T5" fmla="*/ 2147483646 h 2116"/>
              <a:gd name="T6" fmla="*/ 0 60000 65536"/>
              <a:gd name="T7" fmla="*/ 0 60000 65536"/>
              <a:gd name="T8" fmla="*/ 0 60000 65536"/>
              <a:gd name="T9" fmla="*/ 0 w 1588"/>
              <a:gd name="T10" fmla="*/ 0 h 2116"/>
              <a:gd name="T11" fmla="*/ 1588 w 1588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299" name="Line 85">
            <a:extLst>
              <a:ext uri="{FF2B5EF4-FFF2-40B4-BE49-F238E27FC236}">
                <a16:creationId xmlns:a16="http://schemas.microsoft.com/office/drawing/2014/main" id="{448928A2-F542-49D7-8804-E39CF0F902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92562" y="3768725"/>
            <a:ext cx="1588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0" name="Freeform 86">
            <a:extLst>
              <a:ext uri="{FF2B5EF4-FFF2-40B4-BE49-F238E27FC236}">
                <a16:creationId xmlns:a16="http://schemas.microsoft.com/office/drawing/2014/main" id="{85D4777E-C434-437A-8286-1E8806BF3594}"/>
              </a:ext>
            </a:extLst>
          </p:cNvPr>
          <p:cNvSpPr>
            <a:spLocks/>
          </p:cNvSpPr>
          <p:nvPr/>
        </p:nvSpPr>
        <p:spPr bwMode="auto">
          <a:xfrm>
            <a:off x="8858250" y="3768725"/>
            <a:ext cx="1587" cy="1679575"/>
          </a:xfrm>
          <a:custGeom>
            <a:avLst/>
            <a:gdLst>
              <a:gd name="T0" fmla="*/ 0 w 1587"/>
              <a:gd name="T1" fmla="*/ 2147483646 h 2116"/>
              <a:gd name="T2" fmla="*/ 0 w 1587"/>
              <a:gd name="T3" fmla="*/ 0 h 2116"/>
              <a:gd name="T4" fmla="*/ 0 w 1587"/>
              <a:gd name="T5" fmla="*/ 2147483646 h 2116"/>
              <a:gd name="T6" fmla="*/ 0 60000 65536"/>
              <a:gd name="T7" fmla="*/ 0 60000 65536"/>
              <a:gd name="T8" fmla="*/ 0 60000 65536"/>
              <a:gd name="T9" fmla="*/ 0 w 1587"/>
              <a:gd name="T10" fmla="*/ 0 h 2116"/>
              <a:gd name="T11" fmla="*/ 1587 w 1587"/>
              <a:gd name="T12" fmla="*/ 2116 h 2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116">
                <a:moveTo>
                  <a:pt x="0" y="2116"/>
                </a:moveTo>
                <a:lnTo>
                  <a:pt x="0" y="0"/>
                </a:lnTo>
                <a:lnTo>
                  <a:pt x="0" y="2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1" name="Line 87">
            <a:extLst>
              <a:ext uri="{FF2B5EF4-FFF2-40B4-BE49-F238E27FC236}">
                <a16:creationId xmlns:a16="http://schemas.microsoft.com/office/drawing/2014/main" id="{94B872B9-1D85-4BD1-A3D9-3B514B0F85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8250" y="3768725"/>
            <a:ext cx="1587" cy="1679575"/>
          </a:xfrm>
          <a:prstGeom prst="line">
            <a:avLst/>
          </a:prstGeom>
          <a:noFill/>
          <a:ln w="17463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2" name="Freeform 88">
            <a:extLst>
              <a:ext uri="{FF2B5EF4-FFF2-40B4-BE49-F238E27FC236}">
                <a16:creationId xmlns:a16="http://schemas.microsoft.com/office/drawing/2014/main" id="{1F553FAB-19E0-4878-BC69-903BA4E91FB0}"/>
              </a:ext>
            </a:extLst>
          </p:cNvPr>
          <p:cNvSpPr>
            <a:spLocks/>
          </p:cNvSpPr>
          <p:nvPr/>
        </p:nvSpPr>
        <p:spPr bwMode="auto">
          <a:xfrm>
            <a:off x="2638425" y="3425825"/>
            <a:ext cx="534987" cy="266700"/>
          </a:xfrm>
          <a:custGeom>
            <a:avLst/>
            <a:gdLst>
              <a:gd name="T0" fmla="*/ 2147483646 w 673"/>
              <a:gd name="T1" fmla="*/ 2147483646 h 337"/>
              <a:gd name="T2" fmla="*/ 2147483646 w 673"/>
              <a:gd name="T3" fmla="*/ 0 h 337"/>
              <a:gd name="T4" fmla="*/ 2147483646 w 673"/>
              <a:gd name="T5" fmla="*/ 0 h 337"/>
              <a:gd name="T6" fmla="*/ 2147483646 w 673"/>
              <a:gd name="T7" fmla="*/ 2147483646 h 337"/>
              <a:gd name="T8" fmla="*/ 0 w 673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337"/>
              <a:gd name="T17" fmla="*/ 673 w 673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337">
                <a:moveTo>
                  <a:pt x="673" y="337"/>
                </a:moveTo>
                <a:lnTo>
                  <a:pt x="673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3" name="Freeform 89">
            <a:extLst>
              <a:ext uri="{FF2B5EF4-FFF2-40B4-BE49-F238E27FC236}">
                <a16:creationId xmlns:a16="http://schemas.microsoft.com/office/drawing/2014/main" id="{D039A95F-2474-4211-A32B-34BF762F0218}"/>
              </a:ext>
            </a:extLst>
          </p:cNvPr>
          <p:cNvSpPr>
            <a:spLocks/>
          </p:cNvSpPr>
          <p:nvPr/>
        </p:nvSpPr>
        <p:spPr bwMode="auto">
          <a:xfrm>
            <a:off x="3173412" y="3425825"/>
            <a:ext cx="552450" cy="266700"/>
          </a:xfrm>
          <a:custGeom>
            <a:avLst/>
            <a:gdLst>
              <a:gd name="T0" fmla="*/ 2147483646 w 697"/>
              <a:gd name="T1" fmla="*/ 2147483646 h 337"/>
              <a:gd name="T2" fmla="*/ 2147483646 w 697"/>
              <a:gd name="T3" fmla="*/ 0 h 337"/>
              <a:gd name="T4" fmla="*/ 2147483646 w 697"/>
              <a:gd name="T5" fmla="*/ 0 h 337"/>
              <a:gd name="T6" fmla="*/ 2147483646 w 697"/>
              <a:gd name="T7" fmla="*/ 2147483646 h 337"/>
              <a:gd name="T8" fmla="*/ 0 w 697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97"/>
              <a:gd name="T16" fmla="*/ 0 h 337"/>
              <a:gd name="T17" fmla="*/ 697 w 697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97" h="337">
                <a:moveTo>
                  <a:pt x="697" y="337"/>
                </a:moveTo>
                <a:lnTo>
                  <a:pt x="697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4" name="Freeform 90">
            <a:extLst>
              <a:ext uri="{FF2B5EF4-FFF2-40B4-BE49-F238E27FC236}">
                <a16:creationId xmlns:a16="http://schemas.microsoft.com/office/drawing/2014/main" id="{0CAA2582-E970-408C-8164-8CCD286A567B}"/>
              </a:ext>
            </a:extLst>
          </p:cNvPr>
          <p:cNvSpPr>
            <a:spLocks/>
          </p:cNvSpPr>
          <p:nvPr/>
        </p:nvSpPr>
        <p:spPr bwMode="auto">
          <a:xfrm>
            <a:off x="3725862" y="3425825"/>
            <a:ext cx="534988" cy="266700"/>
          </a:xfrm>
          <a:custGeom>
            <a:avLst/>
            <a:gdLst>
              <a:gd name="T0" fmla="*/ 2147483646 w 673"/>
              <a:gd name="T1" fmla="*/ 2147483646 h 337"/>
              <a:gd name="T2" fmla="*/ 2147483646 w 673"/>
              <a:gd name="T3" fmla="*/ 0 h 337"/>
              <a:gd name="T4" fmla="*/ 2147483646 w 673"/>
              <a:gd name="T5" fmla="*/ 0 h 337"/>
              <a:gd name="T6" fmla="*/ 2147483646 w 673"/>
              <a:gd name="T7" fmla="*/ 2147483646 h 337"/>
              <a:gd name="T8" fmla="*/ 0 w 673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337"/>
              <a:gd name="T17" fmla="*/ 673 w 673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337">
                <a:moveTo>
                  <a:pt x="673" y="337"/>
                </a:moveTo>
                <a:lnTo>
                  <a:pt x="673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5" name="Freeform 91">
            <a:extLst>
              <a:ext uri="{FF2B5EF4-FFF2-40B4-BE49-F238E27FC236}">
                <a16:creationId xmlns:a16="http://schemas.microsoft.com/office/drawing/2014/main" id="{ED7056A0-9E96-42E3-BF4E-816D155E7608}"/>
              </a:ext>
            </a:extLst>
          </p:cNvPr>
          <p:cNvSpPr>
            <a:spLocks/>
          </p:cNvSpPr>
          <p:nvPr/>
        </p:nvSpPr>
        <p:spPr bwMode="auto">
          <a:xfrm>
            <a:off x="4260850" y="3425825"/>
            <a:ext cx="533400" cy="266700"/>
          </a:xfrm>
          <a:custGeom>
            <a:avLst/>
            <a:gdLst>
              <a:gd name="T0" fmla="*/ 2147483646 w 673"/>
              <a:gd name="T1" fmla="*/ 2147483646 h 337"/>
              <a:gd name="T2" fmla="*/ 2147483646 w 673"/>
              <a:gd name="T3" fmla="*/ 0 h 337"/>
              <a:gd name="T4" fmla="*/ 2147483646 w 673"/>
              <a:gd name="T5" fmla="*/ 0 h 337"/>
              <a:gd name="T6" fmla="*/ 2147483646 w 673"/>
              <a:gd name="T7" fmla="*/ 2147483646 h 337"/>
              <a:gd name="T8" fmla="*/ 0 w 673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337"/>
              <a:gd name="T17" fmla="*/ 673 w 673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337">
                <a:moveTo>
                  <a:pt x="673" y="337"/>
                </a:moveTo>
                <a:lnTo>
                  <a:pt x="673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6" name="Freeform 92">
            <a:extLst>
              <a:ext uri="{FF2B5EF4-FFF2-40B4-BE49-F238E27FC236}">
                <a16:creationId xmlns:a16="http://schemas.microsoft.com/office/drawing/2014/main" id="{6CAED277-BC5E-462E-B220-E7097664750F}"/>
              </a:ext>
            </a:extLst>
          </p:cNvPr>
          <p:cNvSpPr>
            <a:spLocks/>
          </p:cNvSpPr>
          <p:nvPr/>
        </p:nvSpPr>
        <p:spPr bwMode="auto">
          <a:xfrm>
            <a:off x="4794250" y="3425825"/>
            <a:ext cx="554037" cy="266700"/>
          </a:xfrm>
          <a:custGeom>
            <a:avLst/>
            <a:gdLst>
              <a:gd name="T0" fmla="*/ 2147483646 w 697"/>
              <a:gd name="T1" fmla="*/ 2147483646 h 337"/>
              <a:gd name="T2" fmla="*/ 2147483646 w 697"/>
              <a:gd name="T3" fmla="*/ 0 h 337"/>
              <a:gd name="T4" fmla="*/ 2147483646 w 697"/>
              <a:gd name="T5" fmla="*/ 0 h 337"/>
              <a:gd name="T6" fmla="*/ 2147483646 w 697"/>
              <a:gd name="T7" fmla="*/ 2147483646 h 337"/>
              <a:gd name="T8" fmla="*/ 0 w 697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97"/>
              <a:gd name="T16" fmla="*/ 0 h 337"/>
              <a:gd name="T17" fmla="*/ 697 w 697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97" h="337">
                <a:moveTo>
                  <a:pt x="697" y="337"/>
                </a:moveTo>
                <a:lnTo>
                  <a:pt x="697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7" name="Freeform 93">
            <a:extLst>
              <a:ext uri="{FF2B5EF4-FFF2-40B4-BE49-F238E27FC236}">
                <a16:creationId xmlns:a16="http://schemas.microsoft.com/office/drawing/2014/main" id="{73FEF1FF-9485-4F3E-AE43-A564CBEFA323}"/>
              </a:ext>
            </a:extLst>
          </p:cNvPr>
          <p:cNvSpPr>
            <a:spLocks/>
          </p:cNvSpPr>
          <p:nvPr/>
        </p:nvSpPr>
        <p:spPr bwMode="auto">
          <a:xfrm>
            <a:off x="5348287" y="3425825"/>
            <a:ext cx="533400" cy="266700"/>
          </a:xfrm>
          <a:custGeom>
            <a:avLst/>
            <a:gdLst>
              <a:gd name="T0" fmla="*/ 2147483646 w 673"/>
              <a:gd name="T1" fmla="*/ 2147483646 h 337"/>
              <a:gd name="T2" fmla="*/ 2147483646 w 673"/>
              <a:gd name="T3" fmla="*/ 0 h 337"/>
              <a:gd name="T4" fmla="*/ 2147483646 w 673"/>
              <a:gd name="T5" fmla="*/ 0 h 337"/>
              <a:gd name="T6" fmla="*/ 2147483646 w 673"/>
              <a:gd name="T7" fmla="*/ 2147483646 h 337"/>
              <a:gd name="T8" fmla="*/ 0 w 673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337"/>
              <a:gd name="T17" fmla="*/ 673 w 673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337">
                <a:moveTo>
                  <a:pt x="673" y="337"/>
                </a:moveTo>
                <a:lnTo>
                  <a:pt x="673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8" name="Freeform 94">
            <a:extLst>
              <a:ext uri="{FF2B5EF4-FFF2-40B4-BE49-F238E27FC236}">
                <a16:creationId xmlns:a16="http://schemas.microsoft.com/office/drawing/2014/main" id="{C43E7B0C-2546-4A82-97FC-BB0BD58398AE}"/>
              </a:ext>
            </a:extLst>
          </p:cNvPr>
          <p:cNvSpPr>
            <a:spLocks/>
          </p:cNvSpPr>
          <p:nvPr/>
        </p:nvSpPr>
        <p:spPr bwMode="auto">
          <a:xfrm>
            <a:off x="5881687" y="3425825"/>
            <a:ext cx="534988" cy="266700"/>
          </a:xfrm>
          <a:custGeom>
            <a:avLst/>
            <a:gdLst>
              <a:gd name="T0" fmla="*/ 2147483646 w 673"/>
              <a:gd name="T1" fmla="*/ 2147483646 h 337"/>
              <a:gd name="T2" fmla="*/ 2147483646 w 673"/>
              <a:gd name="T3" fmla="*/ 0 h 337"/>
              <a:gd name="T4" fmla="*/ 2147483646 w 673"/>
              <a:gd name="T5" fmla="*/ 0 h 337"/>
              <a:gd name="T6" fmla="*/ 2147483646 w 673"/>
              <a:gd name="T7" fmla="*/ 2147483646 h 337"/>
              <a:gd name="T8" fmla="*/ 0 w 673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337"/>
              <a:gd name="T17" fmla="*/ 673 w 673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337">
                <a:moveTo>
                  <a:pt x="673" y="337"/>
                </a:moveTo>
                <a:lnTo>
                  <a:pt x="673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09" name="Freeform 95">
            <a:extLst>
              <a:ext uri="{FF2B5EF4-FFF2-40B4-BE49-F238E27FC236}">
                <a16:creationId xmlns:a16="http://schemas.microsoft.com/office/drawing/2014/main" id="{3355D305-7AFF-47D9-90E3-81F1CCF6BC2D}"/>
              </a:ext>
            </a:extLst>
          </p:cNvPr>
          <p:cNvSpPr>
            <a:spLocks/>
          </p:cNvSpPr>
          <p:nvPr/>
        </p:nvSpPr>
        <p:spPr bwMode="auto">
          <a:xfrm>
            <a:off x="6416675" y="3425825"/>
            <a:ext cx="552450" cy="266700"/>
          </a:xfrm>
          <a:custGeom>
            <a:avLst/>
            <a:gdLst>
              <a:gd name="T0" fmla="*/ 2147483646 w 697"/>
              <a:gd name="T1" fmla="*/ 2147483646 h 337"/>
              <a:gd name="T2" fmla="*/ 2147483646 w 697"/>
              <a:gd name="T3" fmla="*/ 0 h 337"/>
              <a:gd name="T4" fmla="*/ 2147483646 w 697"/>
              <a:gd name="T5" fmla="*/ 0 h 337"/>
              <a:gd name="T6" fmla="*/ 2147483646 w 697"/>
              <a:gd name="T7" fmla="*/ 2147483646 h 337"/>
              <a:gd name="T8" fmla="*/ 0 w 697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97"/>
              <a:gd name="T16" fmla="*/ 0 h 337"/>
              <a:gd name="T17" fmla="*/ 697 w 697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97" h="337">
                <a:moveTo>
                  <a:pt x="697" y="337"/>
                </a:moveTo>
                <a:lnTo>
                  <a:pt x="697" y="0"/>
                </a:lnTo>
                <a:lnTo>
                  <a:pt x="361" y="0"/>
                </a:lnTo>
                <a:lnTo>
                  <a:pt x="361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0" name="Freeform 96">
            <a:extLst>
              <a:ext uri="{FF2B5EF4-FFF2-40B4-BE49-F238E27FC236}">
                <a16:creationId xmlns:a16="http://schemas.microsoft.com/office/drawing/2014/main" id="{7822FC9C-7158-4F80-BD2A-15FE13279923}"/>
              </a:ext>
            </a:extLst>
          </p:cNvPr>
          <p:cNvSpPr>
            <a:spLocks/>
          </p:cNvSpPr>
          <p:nvPr/>
        </p:nvSpPr>
        <p:spPr bwMode="auto">
          <a:xfrm>
            <a:off x="6969125" y="3425825"/>
            <a:ext cx="534987" cy="266700"/>
          </a:xfrm>
          <a:custGeom>
            <a:avLst/>
            <a:gdLst>
              <a:gd name="T0" fmla="*/ 2147483646 w 673"/>
              <a:gd name="T1" fmla="*/ 2147483646 h 337"/>
              <a:gd name="T2" fmla="*/ 2147483646 w 673"/>
              <a:gd name="T3" fmla="*/ 0 h 337"/>
              <a:gd name="T4" fmla="*/ 2147483646 w 673"/>
              <a:gd name="T5" fmla="*/ 0 h 337"/>
              <a:gd name="T6" fmla="*/ 2147483646 w 673"/>
              <a:gd name="T7" fmla="*/ 2147483646 h 337"/>
              <a:gd name="T8" fmla="*/ 0 w 673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337"/>
              <a:gd name="T17" fmla="*/ 673 w 673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337">
                <a:moveTo>
                  <a:pt x="673" y="337"/>
                </a:moveTo>
                <a:lnTo>
                  <a:pt x="673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1" name="Freeform 97">
            <a:extLst>
              <a:ext uri="{FF2B5EF4-FFF2-40B4-BE49-F238E27FC236}">
                <a16:creationId xmlns:a16="http://schemas.microsoft.com/office/drawing/2014/main" id="{940C398C-5C57-4EEE-A36B-3E2D2225116D}"/>
              </a:ext>
            </a:extLst>
          </p:cNvPr>
          <p:cNvSpPr>
            <a:spLocks/>
          </p:cNvSpPr>
          <p:nvPr/>
        </p:nvSpPr>
        <p:spPr bwMode="auto">
          <a:xfrm>
            <a:off x="7504112" y="3425825"/>
            <a:ext cx="533400" cy="266700"/>
          </a:xfrm>
          <a:custGeom>
            <a:avLst/>
            <a:gdLst>
              <a:gd name="T0" fmla="*/ 2147483646 w 673"/>
              <a:gd name="T1" fmla="*/ 2147483646 h 337"/>
              <a:gd name="T2" fmla="*/ 2147483646 w 673"/>
              <a:gd name="T3" fmla="*/ 0 h 337"/>
              <a:gd name="T4" fmla="*/ 2147483646 w 673"/>
              <a:gd name="T5" fmla="*/ 0 h 337"/>
              <a:gd name="T6" fmla="*/ 2147483646 w 673"/>
              <a:gd name="T7" fmla="*/ 2147483646 h 337"/>
              <a:gd name="T8" fmla="*/ 0 w 673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337"/>
              <a:gd name="T17" fmla="*/ 673 w 673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337">
                <a:moveTo>
                  <a:pt x="673" y="337"/>
                </a:moveTo>
                <a:lnTo>
                  <a:pt x="673" y="0"/>
                </a:ln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2" name="Freeform 98">
            <a:extLst>
              <a:ext uri="{FF2B5EF4-FFF2-40B4-BE49-F238E27FC236}">
                <a16:creationId xmlns:a16="http://schemas.microsoft.com/office/drawing/2014/main" id="{66DC2BFB-3F05-493F-B5B9-6724FDF78183}"/>
              </a:ext>
            </a:extLst>
          </p:cNvPr>
          <p:cNvSpPr>
            <a:spLocks/>
          </p:cNvSpPr>
          <p:nvPr/>
        </p:nvSpPr>
        <p:spPr bwMode="auto">
          <a:xfrm>
            <a:off x="2562225" y="3960813"/>
            <a:ext cx="6353175" cy="285750"/>
          </a:xfrm>
          <a:custGeom>
            <a:avLst/>
            <a:gdLst>
              <a:gd name="T0" fmla="*/ 2147483646 w 8004"/>
              <a:gd name="T1" fmla="*/ 0 h 361"/>
              <a:gd name="T2" fmla="*/ 2147483646 w 8004"/>
              <a:gd name="T3" fmla="*/ 0 h 361"/>
              <a:gd name="T4" fmla="*/ 2147483646 w 8004"/>
              <a:gd name="T5" fmla="*/ 2147483646 h 361"/>
              <a:gd name="T6" fmla="*/ 2147483646 w 8004"/>
              <a:gd name="T7" fmla="*/ 2147483646 h 361"/>
              <a:gd name="T8" fmla="*/ 2147483646 w 8004"/>
              <a:gd name="T9" fmla="*/ 0 h 361"/>
              <a:gd name="T10" fmla="*/ 2147483646 w 8004"/>
              <a:gd name="T11" fmla="*/ 0 h 361"/>
              <a:gd name="T12" fmla="*/ 2147483646 w 8004"/>
              <a:gd name="T13" fmla="*/ 2147483646 h 361"/>
              <a:gd name="T14" fmla="*/ 2147483646 w 8004"/>
              <a:gd name="T15" fmla="*/ 2147483646 h 361"/>
              <a:gd name="T16" fmla="*/ 2147483646 w 8004"/>
              <a:gd name="T17" fmla="*/ 0 h 361"/>
              <a:gd name="T18" fmla="*/ 2147483646 w 8004"/>
              <a:gd name="T19" fmla="*/ 0 h 361"/>
              <a:gd name="T20" fmla="*/ 2147483646 w 8004"/>
              <a:gd name="T21" fmla="*/ 2147483646 h 361"/>
              <a:gd name="T22" fmla="*/ 2147483646 w 8004"/>
              <a:gd name="T23" fmla="*/ 2147483646 h 361"/>
              <a:gd name="T24" fmla="*/ 2147483646 w 8004"/>
              <a:gd name="T25" fmla="*/ 0 h 361"/>
              <a:gd name="T26" fmla="*/ 2147483646 w 8004"/>
              <a:gd name="T27" fmla="*/ 0 h 361"/>
              <a:gd name="T28" fmla="*/ 2147483646 w 8004"/>
              <a:gd name="T29" fmla="*/ 2147483646 h 361"/>
              <a:gd name="T30" fmla="*/ 0 w 8004"/>
              <a:gd name="T31" fmla="*/ 2147483646 h 36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8004"/>
              <a:gd name="T49" fmla="*/ 0 h 361"/>
              <a:gd name="T50" fmla="*/ 8004 w 8004"/>
              <a:gd name="T51" fmla="*/ 361 h 36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8004" h="361">
                <a:moveTo>
                  <a:pt x="8004" y="0"/>
                </a:moveTo>
                <a:lnTo>
                  <a:pt x="7235" y="0"/>
                </a:lnTo>
                <a:lnTo>
                  <a:pt x="7235" y="361"/>
                </a:lnTo>
                <a:lnTo>
                  <a:pt x="6562" y="361"/>
                </a:lnTo>
                <a:lnTo>
                  <a:pt x="6562" y="0"/>
                </a:lnTo>
                <a:lnTo>
                  <a:pt x="4519" y="0"/>
                </a:lnTo>
                <a:lnTo>
                  <a:pt x="4519" y="361"/>
                </a:lnTo>
                <a:lnTo>
                  <a:pt x="3822" y="361"/>
                </a:lnTo>
                <a:lnTo>
                  <a:pt x="3822" y="0"/>
                </a:lnTo>
                <a:lnTo>
                  <a:pt x="2476" y="0"/>
                </a:lnTo>
                <a:lnTo>
                  <a:pt x="2476" y="361"/>
                </a:lnTo>
                <a:lnTo>
                  <a:pt x="1779" y="361"/>
                </a:lnTo>
                <a:lnTo>
                  <a:pt x="1779" y="0"/>
                </a:lnTo>
                <a:lnTo>
                  <a:pt x="1106" y="0"/>
                </a:lnTo>
                <a:lnTo>
                  <a:pt x="1106" y="361"/>
                </a:lnTo>
                <a:lnTo>
                  <a:pt x="0" y="361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3" name="Freeform 99">
            <a:extLst>
              <a:ext uri="{FF2B5EF4-FFF2-40B4-BE49-F238E27FC236}">
                <a16:creationId xmlns:a16="http://schemas.microsoft.com/office/drawing/2014/main" id="{0D2A5B4F-EB41-47B4-9B47-9D4EFDEBBD1C}"/>
              </a:ext>
            </a:extLst>
          </p:cNvPr>
          <p:cNvSpPr>
            <a:spLocks/>
          </p:cNvSpPr>
          <p:nvPr/>
        </p:nvSpPr>
        <p:spPr bwMode="auto">
          <a:xfrm>
            <a:off x="8037512" y="3425825"/>
            <a:ext cx="554038" cy="266700"/>
          </a:xfrm>
          <a:custGeom>
            <a:avLst/>
            <a:gdLst>
              <a:gd name="T0" fmla="*/ 2147483646 w 697"/>
              <a:gd name="T1" fmla="*/ 2147483646 h 337"/>
              <a:gd name="T2" fmla="*/ 2147483646 w 697"/>
              <a:gd name="T3" fmla="*/ 0 h 337"/>
              <a:gd name="T4" fmla="*/ 2147483646 w 697"/>
              <a:gd name="T5" fmla="*/ 0 h 337"/>
              <a:gd name="T6" fmla="*/ 2147483646 w 697"/>
              <a:gd name="T7" fmla="*/ 2147483646 h 337"/>
              <a:gd name="T8" fmla="*/ 0 w 697"/>
              <a:gd name="T9" fmla="*/ 2147483646 h 3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97"/>
              <a:gd name="T16" fmla="*/ 0 h 337"/>
              <a:gd name="T17" fmla="*/ 697 w 697"/>
              <a:gd name="T18" fmla="*/ 337 h 3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97" h="337">
                <a:moveTo>
                  <a:pt x="697" y="337"/>
                </a:moveTo>
                <a:lnTo>
                  <a:pt x="697" y="0"/>
                </a:lnTo>
                <a:lnTo>
                  <a:pt x="361" y="0"/>
                </a:lnTo>
                <a:lnTo>
                  <a:pt x="361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4" name="Freeform 100">
            <a:extLst>
              <a:ext uri="{FF2B5EF4-FFF2-40B4-BE49-F238E27FC236}">
                <a16:creationId xmlns:a16="http://schemas.microsoft.com/office/drawing/2014/main" id="{AE038B21-AF0D-40A0-8B75-E0EDF7B3EF21}"/>
              </a:ext>
            </a:extLst>
          </p:cNvPr>
          <p:cNvSpPr>
            <a:spLocks/>
          </p:cNvSpPr>
          <p:nvPr/>
        </p:nvSpPr>
        <p:spPr bwMode="auto">
          <a:xfrm>
            <a:off x="8591550" y="3425825"/>
            <a:ext cx="400050" cy="266700"/>
          </a:xfrm>
          <a:custGeom>
            <a:avLst/>
            <a:gdLst>
              <a:gd name="T0" fmla="*/ 2147483646 w 505"/>
              <a:gd name="T1" fmla="*/ 0 h 337"/>
              <a:gd name="T2" fmla="*/ 2147483646 w 505"/>
              <a:gd name="T3" fmla="*/ 0 h 337"/>
              <a:gd name="T4" fmla="*/ 2147483646 w 505"/>
              <a:gd name="T5" fmla="*/ 2147483646 h 337"/>
              <a:gd name="T6" fmla="*/ 0 w 505"/>
              <a:gd name="T7" fmla="*/ 2147483646 h 337"/>
              <a:gd name="T8" fmla="*/ 0 60000 65536"/>
              <a:gd name="T9" fmla="*/ 0 60000 65536"/>
              <a:gd name="T10" fmla="*/ 0 60000 65536"/>
              <a:gd name="T11" fmla="*/ 0 60000 65536"/>
              <a:gd name="T12" fmla="*/ 0 w 505"/>
              <a:gd name="T13" fmla="*/ 0 h 337"/>
              <a:gd name="T14" fmla="*/ 505 w 505"/>
              <a:gd name="T15" fmla="*/ 337 h 3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05" h="337">
                <a:moveTo>
                  <a:pt x="505" y="0"/>
                </a:moveTo>
                <a:lnTo>
                  <a:pt x="337" y="0"/>
                </a:lnTo>
                <a:lnTo>
                  <a:pt x="337" y="337"/>
                </a:lnTo>
                <a:lnTo>
                  <a:pt x="0" y="337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5" name="Freeform 101">
            <a:extLst>
              <a:ext uri="{FF2B5EF4-FFF2-40B4-BE49-F238E27FC236}">
                <a16:creationId xmlns:a16="http://schemas.microsoft.com/office/drawing/2014/main" id="{9D0B311C-50FD-4B8F-800D-C15099F5CB05}"/>
              </a:ext>
            </a:extLst>
          </p:cNvPr>
          <p:cNvSpPr>
            <a:spLocks/>
          </p:cNvSpPr>
          <p:nvPr/>
        </p:nvSpPr>
        <p:spPr bwMode="auto">
          <a:xfrm>
            <a:off x="2638425" y="4513263"/>
            <a:ext cx="6353175" cy="268287"/>
          </a:xfrm>
          <a:custGeom>
            <a:avLst/>
            <a:gdLst>
              <a:gd name="T0" fmla="*/ 2147483646 w 8004"/>
              <a:gd name="T1" fmla="*/ 2147483646 h 336"/>
              <a:gd name="T2" fmla="*/ 2147483646 w 8004"/>
              <a:gd name="T3" fmla="*/ 2147483646 h 336"/>
              <a:gd name="T4" fmla="*/ 2147483646 w 8004"/>
              <a:gd name="T5" fmla="*/ 0 h 336"/>
              <a:gd name="T6" fmla="*/ 2147483646 w 8004"/>
              <a:gd name="T7" fmla="*/ 0 h 336"/>
              <a:gd name="T8" fmla="*/ 2147483646 w 8004"/>
              <a:gd name="T9" fmla="*/ 2147483646 h 336"/>
              <a:gd name="T10" fmla="*/ 2147483646 w 8004"/>
              <a:gd name="T11" fmla="*/ 2147483646 h 336"/>
              <a:gd name="T12" fmla="*/ 2147483646 w 8004"/>
              <a:gd name="T13" fmla="*/ 0 h 336"/>
              <a:gd name="T14" fmla="*/ 2147483646 w 8004"/>
              <a:gd name="T15" fmla="*/ 0 h 336"/>
              <a:gd name="T16" fmla="*/ 2147483646 w 8004"/>
              <a:gd name="T17" fmla="*/ 2147483646 h 336"/>
              <a:gd name="T18" fmla="*/ 2147483646 w 8004"/>
              <a:gd name="T19" fmla="*/ 2147483646 h 336"/>
              <a:gd name="T20" fmla="*/ 2147483646 w 8004"/>
              <a:gd name="T21" fmla="*/ 0 h 336"/>
              <a:gd name="T22" fmla="*/ 2147483646 w 8004"/>
              <a:gd name="T23" fmla="*/ 0 h 336"/>
              <a:gd name="T24" fmla="*/ 2147483646 w 8004"/>
              <a:gd name="T25" fmla="*/ 2147483646 h 336"/>
              <a:gd name="T26" fmla="*/ 0 w 8004"/>
              <a:gd name="T27" fmla="*/ 2147483646 h 3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8004"/>
              <a:gd name="T43" fmla="*/ 0 h 336"/>
              <a:gd name="T44" fmla="*/ 8004 w 8004"/>
              <a:gd name="T45" fmla="*/ 336 h 3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8004" h="336">
                <a:moveTo>
                  <a:pt x="8004" y="336"/>
                </a:moveTo>
                <a:lnTo>
                  <a:pt x="7235" y="336"/>
                </a:lnTo>
                <a:lnTo>
                  <a:pt x="7235" y="0"/>
                </a:lnTo>
                <a:lnTo>
                  <a:pt x="5192" y="0"/>
                </a:lnTo>
                <a:lnTo>
                  <a:pt x="5192" y="336"/>
                </a:lnTo>
                <a:lnTo>
                  <a:pt x="4519" y="336"/>
                </a:lnTo>
                <a:lnTo>
                  <a:pt x="4519" y="0"/>
                </a:lnTo>
                <a:lnTo>
                  <a:pt x="3149" y="0"/>
                </a:lnTo>
                <a:lnTo>
                  <a:pt x="3149" y="336"/>
                </a:lnTo>
                <a:lnTo>
                  <a:pt x="2476" y="336"/>
                </a:lnTo>
                <a:lnTo>
                  <a:pt x="2476" y="0"/>
                </a:lnTo>
                <a:lnTo>
                  <a:pt x="1779" y="0"/>
                </a:lnTo>
                <a:lnTo>
                  <a:pt x="1779" y="336"/>
                </a:lnTo>
                <a:lnTo>
                  <a:pt x="0" y="336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6" name="Freeform 102">
            <a:extLst>
              <a:ext uri="{FF2B5EF4-FFF2-40B4-BE49-F238E27FC236}">
                <a16:creationId xmlns:a16="http://schemas.microsoft.com/office/drawing/2014/main" id="{D639E5A1-D784-4C16-9A62-140D0CEACAF6}"/>
              </a:ext>
            </a:extLst>
          </p:cNvPr>
          <p:cNvSpPr>
            <a:spLocks/>
          </p:cNvSpPr>
          <p:nvPr/>
        </p:nvSpPr>
        <p:spPr bwMode="auto">
          <a:xfrm>
            <a:off x="2638425" y="5048250"/>
            <a:ext cx="6353175" cy="266700"/>
          </a:xfrm>
          <a:custGeom>
            <a:avLst/>
            <a:gdLst>
              <a:gd name="T0" fmla="*/ 2147483646 w 8004"/>
              <a:gd name="T1" fmla="*/ 2147483646 h 336"/>
              <a:gd name="T2" fmla="*/ 2147483646 w 8004"/>
              <a:gd name="T3" fmla="*/ 2147483646 h 336"/>
              <a:gd name="T4" fmla="*/ 2147483646 w 8004"/>
              <a:gd name="T5" fmla="*/ 0 h 336"/>
              <a:gd name="T6" fmla="*/ 2147483646 w 8004"/>
              <a:gd name="T7" fmla="*/ 0 h 336"/>
              <a:gd name="T8" fmla="*/ 2147483646 w 8004"/>
              <a:gd name="T9" fmla="*/ 2147483646 h 336"/>
              <a:gd name="T10" fmla="*/ 2147483646 w 8004"/>
              <a:gd name="T11" fmla="*/ 2147483646 h 336"/>
              <a:gd name="T12" fmla="*/ 2147483646 w 8004"/>
              <a:gd name="T13" fmla="*/ 0 h 336"/>
              <a:gd name="T14" fmla="*/ 2147483646 w 8004"/>
              <a:gd name="T15" fmla="*/ 0 h 336"/>
              <a:gd name="T16" fmla="*/ 2147483646 w 8004"/>
              <a:gd name="T17" fmla="*/ 2147483646 h 336"/>
              <a:gd name="T18" fmla="*/ 0 w 8004"/>
              <a:gd name="T19" fmla="*/ 2147483646 h 3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8004"/>
              <a:gd name="T31" fmla="*/ 0 h 336"/>
              <a:gd name="T32" fmla="*/ 8004 w 8004"/>
              <a:gd name="T33" fmla="*/ 336 h 3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8004" h="336">
                <a:moveTo>
                  <a:pt x="8004" y="336"/>
                </a:moveTo>
                <a:lnTo>
                  <a:pt x="6634" y="336"/>
                </a:lnTo>
                <a:lnTo>
                  <a:pt x="6634" y="0"/>
                </a:lnTo>
                <a:lnTo>
                  <a:pt x="5288" y="0"/>
                </a:lnTo>
                <a:lnTo>
                  <a:pt x="5288" y="336"/>
                </a:lnTo>
                <a:lnTo>
                  <a:pt x="3918" y="336"/>
                </a:lnTo>
                <a:lnTo>
                  <a:pt x="3918" y="0"/>
                </a:lnTo>
                <a:lnTo>
                  <a:pt x="3245" y="0"/>
                </a:lnTo>
                <a:lnTo>
                  <a:pt x="3245" y="336"/>
                </a:lnTo>
                <a:lnTo>
                  <a:pt x="0" y="336"/>
                </a:lnTo>
              </a:path>
            </a:pathLst>
          </a:custGeom>
          <a:noFill/>
          <a:ln w="28575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7" name="Freeform 104">
            <a:extLst>
              <a:ext uri="{FF2B5EF4-FFF2-40B4-BE49-F238E27FC236}">
                <a16:creationId xmlns:a16="http://schemas.microsoft.com/office/drawing/2014/main" id="{8C1CDACF-DC27-41C1-8BAF-A6B89226C6B0}"/>
              </a:ext>
            </a:extLst>
          </p:cNvPr>
          <p:cNvSpPr>
            <a:spLocks/>
          </p:cNvSpPr>
          <p:nvPr/>
        </p:nvSpPr>
        <p:spPr bwMode="auto">
          <a:xfrm>
            <a:off x="4667250" y="2268538"/>
            <a:ext cx="85725" cy="87312"/>
          </a:xfrm>
          <a:custGeom>
            <a:avLst/>
            <a:gdLst>
              <a:gd name="T0" fmla="*/ 2147483646 w 109"/>
              <a:gd name="T1" fmla="*/ 0 h 109"/>
              <a:gd name="T2" fmla="*/ 2147483646 w 109"/>
              <a:gd name="T3" fmla="*/ 2147483646 h 109"/>
              <a:gd name="T4" fmla="*/ 2147483646 w 109"/>
              <a:gd name="T5" fmla="*/ 2147483646 h 109"/>
              <a:gd name="T6" fmla="*/ 2147483646 w 109"/>
              <a:gd name="T7" fmla="*/ 2147483646 h 109"/>
              <a:gd name="T8" fmla="*/ 2147483646 w 109"/>
              <a:gd name="T9" fmla="*/ 2147483646 h 109"/>
              <a:gd name="T10" fmla="*/ 2147483646 w 109"/>
              <a:gd name="T11" fmla="*/ 2147483646 h 109"/>
              <a:gd name="T12" fmla="*/ 2147483646 w 109"/>
              <a:gd name="T13" fmla="*/ 2147483646 h 109"/>
              <a:gd name="T14" fmla="*/ 2147483646 w 109"/>
              <a:gd name="T15" fmla="*/ 2147483646 h 109"/>
              <a:gd name="T16" fmla="*/ 2147483646 w 109"/>
              <a:gd name="T17" fmla="*/ 2147483646 h 109"/>
              <a:gd name="T18" fmla="*/ 2147483646 w 109"/>
              <a:gd name="T19" fmla="*/ 2147483646 h 109"/>
              <a:gd name="T20" fmla="*/ 0 w 109"/>
              <a:gd name="T21" fmla="*/ 2147483646 h 109"/>
              <a:gd name="T22" fmla="*/ 0 w 109"/>
              <a:gd name="T23" fmla="*/ 2147483646 h 109"/>
              <a:gd name="T24" fmla="*/ 2147483646 w 109"/>
              <a:gd name="T25" fmla="*/ 2147483646 h 109"/>
              <a:gd name="T26" fmla="*/ 2147483646 w 109"/>
              <a:gd name="T27" fmla="*/ 2147483646 h 109"/>
              <a:gd name="T28" fmla="*/ 2147483646 w 109"/>
              <a:gd name="T29" fmla="*/ 2147483646 h 109"/>
              <a:gd name="T30" fmla="*/ 2147483646 w 109"/>
              <a:gd name="T31" fmla="*/ 2147483646 h 109"/>
              <a:gd name="T32" fmla="*/ 2147483646 w 109"/>
              <a:gd name="T33" fmla="*/ 2147483646 h 109"/>
              <a:gd name="T34" fmla="*/ 2147483646 w 109"/>
              <a:gd name="T35" fmla="*/ 2147483646 h 109"/>
              <a:gd name="T36" fmla="*/ 2147483646 w 109"/>
              <a:gd name="T37" fmla="*/ 2147483646 h 109"/>
              <a:gd name="T38" fmla="*/ 2147483646 w 109"/>
              <a:gd name="T39" fmla="*/ 2147483646 h 109"/>
              <a:gd name="T40" fmla="*/ 2147483646 w 109"/>
              <a:gd name="T41" fmla="*/ 2147483646 h 109"/>
              <a:gd name="T42" fmla="*/ 2147483646 w 109"/>
              <a:gd name="T43" fmla="*/ 2147483646 h 109"/>
              <a:gd name="T44" fmla="*/ 2147483646 w 109"/>
              <a:gd name="T45" fmla="*/ 2147483646 h 109"/>
              <a:gd name="T46" fmla="*/ 2147483646 w 109"/>
              <a:gd name="T47" fmla="*/ 2147483646 h 109"/>
              <a:gd name="T48" fmla="*/ 2147483646 w 109"/>
              <a:gd name="T49" fmla="*/ 2147483646 h 109"/>
              <a:gd name="T50" fmla="*/ 2147483646 w 109"/>
              <a:gd name="T51" fmla="*/ 2147483646 h 109"/>
              <a:gd name="T52" fmla="*/ 2147483646 w 109"/>
              <a:gd name="T53" fmla="*/ 2147483646 h 109"/>
              <a:gd name="T54" fmla="*/ 2147483646 w 109"/>
              <a:gd name="T55" fmla="*/ 2147483646 h 109"/>
              <a:gd name="T56" fmla="*/ 2147483646 w 109"/>
              <a:gd name="T57" fmla="*/ 2147483646 h 109"/>
              <a:gd name="T58" fmla="*/ 2147483646 w 109"/>
              <a:gd name="T59" fmla="*/ 2147483646 h 109"/>
              <a:gd name="T60" fmla="*/ 2147483646 w 109"/>
              <a:gd name="T61" fmla="*/ 2147483646 h 109"/>
              <a:gd name="T62" fmla="*/ 2147483646 w 109"/>
              <a:gd name="T63" fmla="*/ 2147483646 h 109"/>
              <a:gd name="T64" fmla="*/ 2147483646 w 109"/>
              <a:gd name="T65" fmla="*/ 2147483646 h 109"/>
              <a:gd name="T66" fmla="*/ 2147483646 w 109"/>
              <a:gd name="T67" fmla="*/ 2147483646 h 109"/>
              <a:gd name="T68" fmla="*/ 2147483646 w 109"/>
              <a:gd name="T69" fmla="*/ 2147483646 h 109"/>
              <a:gd name="T70" fmla="*/ 2147483646 w 109"/>
              <a:gd name="T71" fmla="*/ 2147483646 h 109"/>
              <a:gd name="T72" fmla="*/ 2147483646 w 109"/>
              <a:gd name="T73" fmla="*/ 2147483646 h 109"/>
              <a:gd name="T74" fmla="*/ 2147483646 w 109"/>
              <a:gd name="T75" fmla="*/ 2147483646 h 109"/>
              <a:gd name="T76" fmla="*/ 2147483646 w 109"/>
              <a:gd name="T77" fmla="*/ 2147483646 h 109"/>
              <a:gd name="T78" fmla="*/ 2147483646 w 109"/>
              <a:gd name="T79" fmla="*/ 2147483646 h 109"/>
              <a:gd name="T80" fmla="*/ 2147483646 w 109"/>
              <a:gd name="T81" fmla="*/ 2147483646 h 109"/>
              <a:gd name="T82" fmla="*/ 2147483646 w 109"/>
              <a:gd name="T83" fmla="*/ 2147483646 h 109"/>
              <a:gd name="T84" fmla="*/ 2147483646 w 109"/>
              <a:gd name="T85" fmla="*/ 0 h 109"/>
              <a:gd name="T86" fmla="*/ 2147483646 w 109"/>
              <a:gd name="T87" fmla="*/ 0 h 10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09"/>
              <a:gd name="T133" fmla="*/ 0 h 109"/>
              <a:gd name="T134" fmla="*/ 109 w 109"/>
              <a:gd name="T135" fmla="*/ 109 h 109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09" h="109">
                <a:moveTo>
                  <a:pt x="54" y="0"/>
                </a:moveTo>
                <a:lnTo>
                  <a:pt x="51" y="0"/>
                </a:lnTo>
                <a:lnTo>
                  <a:pt x="49" y="0"/>
                </a:lnTo>
                <a:lnTo>
                  <a:pt x="45" y="0"/>
                </a:lnTo>
                <a:lnTo>
                  <a:pt x="43" y="1"/>
                </a:lnTo>
                <a:lnTo>
                  <a:pt x="40" y="1"/>
                </a:lnTo>
                <a:lnTo>
                  <a:pt x="38" y="2"/>
                </a:lnTo>
                <a:lnTo>
                  <a:pt x="36" y="4"/>
                </a:lnTo>
                <a:lnTo>
                  <a:pt x="33" y="4"/>
                </a:lnTo>
                <a:lnTo>
                  <a:pt x="31" y="5"/>
                </a:lnTo>
                <a:lnTo>
                  <a:pt x="28" y="6"/>
                </a:lnTo>
                <a:lnTo>
                  <a:pt x="26" y="7"/>
                </a:lnTo>
                <a:lnTo>
                  <a:pt x="24" y="10"/>
                </a:lnTo>
                <a:lnTo>
                  <a:pt x="21" y="11"/>
                </a:lnTo>
                <a:lnTo>
                  <a:pt x="20" y="12"/>
                </a:lnTo>
                <a:lnTo>
                  <a:pt x="18" y="14"/>
                </a:lnTo>
                <a:lnTo>
                  <a:pt x="15" y="16"/>
                </a:lnTo>
                <a:lnTo>
                  <a:pt x="14" y="18"/>
                </a:lnTo>
                <a:lnTo>
                  <a:pt x="12" y="19"/>
                </a:lnTo>
                <a:lnTo>
                  <a:pt x="10" y="22"/>
                </a:lnTo>
                <a:lnTo>
                  <a:pt x="9" y="24"/>
                </a:lnTo>
                <a:lnTo>
                  <a:pt x="8" y="26"/>
                </a:lnTo>
                <a:lnTo>
                  <a:pt x="6" y="29"/>
                </a:lnTo>
                <a:lnTo>
                  <a:pt x="4" y="31"/>
                </a:lnTo>
                <a:lnTo>
                  <a:pt x="4" y="34"/>
                </a:lnTo>
                <a:lnTo>
                  <a:pt x="3" y="36"/>
                </a:lnTo>
                <a:lnTo>
                  <a:pt x="2" y="39"/>
                </a:lnTo>
                <a:lnTo>
                  <a:pt x="1" y="41"/>
                </a:lnTo>
                <a:lnTo>
                  <a:pt x="1" y="43"/>
                </a:lnTo>
                <a:lnTo>
                  <a:pt x="1" y="46"/>
                </a:lnTo>
                <a:lnTo>
                  <a:pt x="0" y="49"/>
                </a:lnTo>
                <a:lnTo>
                  <a:pt x="0" y="52"/>
                </a:lnTo>
                <a:lnTo>
                  <a:pt x="0" y="54"/>
                </a:lnTo>
                <a:lnTo>
                  <a:pt x="0" y="58"/>
                </a:lnTo>
                <a:lnTo>
                  <a:pt x="0" y="60"/>
                </a:lnTo>
                <a:lnTo>
                  <a:pt x="1" y="63"/>
                </a:lnTo>
                <a:lnTo>
                  <a:pt x="1" y="65"/>
                </a:lnTo>
                <a:lnTo>
                  <a:pt x="1" y="69"/>
                </a:lnTo>
                <a:lnTo>
                  <a:pt x="2" y="71"/>
                </a:lnTo>
                <a:lnTo>
                  <a:pt x="3" y="73"/>
                </a:lnTo>
                <a:lnTo>
                  <a:pt x="4" y="76"/>
                </a:lnTo>
                <a:lnTo>
                  <a:pt x="4" y="78"/>
                </a:lnTo>
                <a:lnTo>
                  <a:pt x="6" y="81"/>
                </a:lnTo>
                <a:lnTo>
                  <a:pt x="8" y="83"/>
                </a:lnTo>
                <a:lnTo>
                  <a:pt x="9" y="85"/>
                </a:lnTo>
                <a:lnTo>
                  <a:pt x="10" y="87"/>
                </a:lnTo>
                <a:lnTo>
                  <a:pt x="12" y="89"/>
                </a:lnTo>
                <a:lnTo>
                  <a:pt x="14" y="91"/>
                </a:lnTo>
                <a:lnTo>
                  <a:pt x="15" y="93"/>
                </a:lnTo>
                <a:lnTo>
                  <a:pt x="18" y="95"/>
                </a:lnTo>
                <a:lnTo>
                  <a:pt x="20" y="96"/>
                </a:lnTo>
                <a:lnTo>
                  <a:pt x="21" y="99"/>
                </a:lnTo>
                <a:lnTo>
                  <a:pt x="24" y="100"/>
                </a:lnTo>
                <a:lnTo>
                  <a:pt x="26" y="101"/>
                </a:lnTo>
                <a:lnTo>
                  <a:pt x="28" y="102"/>
                </a:lnTo>
                <a:lnTo>
                  <a:pt x="31" y="103"/>
                </a:lnTo>
                <a:lnTo>
                  <a:pt x="33" y="105"/>
                </a:lnTo>
                <a:lnTo>
                  <a:pt x="36" y="106"/>
                </a:lnTo>
                <a:lnTo>
                  <a:pt x="38" y="107"/>
                </a:lnTo>
                <a:lnTo>
                  <a:pt x="40" y="107"/>
                </a:lnTo>
                <a:lnTo>
                  <a:pt x="43" y="108"/>
                </a:lnTo>
                <a:lnTo>
                  <a:pt x="45" y="108"/>
                </a:lnTo>
                <a:lnTo>
                  <a:pt x="49" y="108"/>
                </a:lnTo>
                <a:lnTo>
                  <a:pt x="51" y="109"/>
                </a:lnTo>
                <a:lnTo>
                  <a:pt x="54" y="109"/>
                </a:lnTo>
                <a:lnTo>
                  <a:pt x="57" y="109"/>
                </a:lnTo>
                <a:lnTo>
                  <a:pt x="60" y="108"/>
                </a:lnTo>
                <a:lnTo>
                  <a:pt x="62" y="108"/>
                </a:lnTo>
                <a:lnTo>
                  <a:pt x="66" y="108"/>
                </a:lnTo>
                <a:lnTo>
                  <a:pt x="68" y="107"/>
                </a:lnTo>
                <a:lnTo>
                  <a:pt x="71" y="107"/>
                </a:lnTo>
                <a:lnTo>
                  <a:pt x="73" y="106"/>
                </a:lnTo>
                <a:lnTo>
                  <a:pt x="75" y="105"/>
                </a:lnTo>
                <a:lnTo>
                  <a:pt x="78" y="103"/>
                </a:lnTo>
                <a:lnTo>
                  <a:pt x="80" y="102"/>
                </a:lnTo>
                <a:lnTo>
                  <a:pt x="83" y="101"/>
                </a:lnTo>
                <a:lnTo>
                  <a:pt x="85" y="100"/>
                </a:lnTo>
                <a:lnTo>
                  <a:pt x="87" y="99"/>
                </a:lnTo>
                <a:lnTo>
                  <a:pt x="89" y="96"/>
                </a:lnTo>
                <a:lnTo>
                  <a:pt x="91" y="95"/>
                </a:lnTo>
                <a:lnTo>
                  <a:pt x="92" y="93"/>
                </a:lnTo>
                <a:lnTo>
                  <a:pt x="95" y="91"/>
                </a:lnTo>
                <a:lnTo>
                  <a:pt x="96" y="89"/>
                </a:lnTo>
                <a:lnTo>
                  <a:pt x="98" y="87"/>
                </a:lnTo>
                <a:lnTo>
                  <a:pt x="99" y="85"/>
                </a:lnTo>
                <a:lnTo>
                  <a:pt x="101" y="83"/>
                </a:lnTo>
                <a:lnTo>
                  <a:pt x="102" y="81"/>
                </a:lnTo>
                <a:lnTo>
                  <a:pt x="103" y="78"/>
                </a:lnTo>
                <a:lnTo>
                  <a:pt x="104" y="76"/>
                </a:lnTo>
                <a:lnTo>
                  <a:pt x="105" y="73"/>
                </a:lnTo>
                <a:lnTo>
                  <a:pt x="107" y="71"/>
                </a:lnTo>
                <a:lnTo>
                  <a:pt x="107" y="69"/>
                </a:lnTo>
                <a:lnTo>
                  <a:pt x="108" y="65"/>
                </a:lnTo>
                <a:lnTo>
                  <a:pt x="108" y="63"/>
                </a:lnTo>
                <a:lnTo>
                  <a:pt x="109" y="60"/>
                </a:lnTo>
                <a:lnTo>
                  <a:pt x="109" y="58"/>
                </a:lnTo>
                <a:lnTo>
                  <a:pt x="109" y="54"/>
                </a:lnTo>
                <a:lnTo>
                  <a:pt x="109" y="52"/>
                </a:lnTo>
                <a:lnTo>
                  <a:pt x="109" y="49"/>
                </a:lnTo>
                <a:lnTo>
                  <a:pt x="108" y="46"/>
                </a:lnTo>
                <a:lnTo>
                  <a:pt x="108" y="43"/>
                </a:lnTo>
                <a:lnTo>
                  <a:pt x="107" y="41"/>
                </a:lnTo>
                <a:lnTo>
                  <a:pt x="107" y="39"/>
                </a:lnTo>
                <a:lnTo>
                  <a:pt x="105" y="36"/>
                </a:lnTo>
                <a:lnTo>
                  <a:pt x="104" y="34"/>
                </a:lnTo>
                <a:lnTo>
                  <a:pt x="103" y="31"/>
                </a:lnTo>
                <a:lnTo>
                  <a:pt x="102" y="29"/>
                </a:lnTo>
                <a:lnTo>
                  <a:pt x="101" y="26"/>
                </a:lnTo>
                <a:lnTo>
                  <a:pt x="99" y="24"/>
                </a:lnTo>
                <a:lnTo>
                  <a:pt x="98" y="22"/>
                </a:lnTo>
                <a:lnTo>
                  <a:pt x="96" y="19"/>
                </a:lnTo>
                <a:lnTo>
                  <a:pt x="95" y="18"/>
                </a:lnTo>
                <a:lnTo>
                  <a:pt x="92" y="16"/>
                </a:lnTo>
                <a:lnTo>
                  <a:pt x="91" y="14"/>
                </a:lnTo>
                <a:lnTo>
                  <a:pt x="89" y="12"/>
                </a:lnTo>
                <a:lnTo>
                  <a:pt x="87" y="11"/>
                </a:lnTo>
                <a:lnTo>
                  <a:pt x="85" y="10"/>
                </a:lnTo>
                <a:lnTo>
                  <a:pt x="83" y="7"/>
                </a:lnTo>
                <a:lnTo>
                  <a:pt x="80" y="6"/>
                </a:lnTo>
                <a:lnTo>
                  <a:pt x="78" y="5"/>
                </a:lnTo>
                <a:lnTo>
                  <a:pt x="75" y="4"/>
                </a:lnTo>
                <a:lnTo>
                  <a:pt x="73" y="4"/>
                </a:lnTo>
                <a:lnTo>
                  <a:pt x="71" y="2"/>
                </a:lnTo>
                <a:lnTo>
                  <a:pt x="68" y="1"/>
                </a:lnTo>
                <a:lnTo>
                  <a:pt x="66" y="1"/>
                </a:lnTo>
                <a:lnTo>
                  <a:pt x="62" y="0"/>
                </a:lnTo>
                <a:lnTo>
                  <a:pt x="60" y="0"/>
                </a:lnTo>
                <a:lnTo>
                  <a:pt x="57" y="0"/>
                </a:lnTo>
                <a:lnTo>
                  <a:pt x="54" y="0"/>
                </a:lnTo>
              </a:path>
            </a:pathLst>
          </a:custGeom>
          <a:solidFill>
            <a:schemeClr val="bg1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8" name="Rectangle 105">
            <a:extLst>
              <a:ext uri="{FF2B5EF4-FFF2-40B4-BE49-F238E27FC236}">
                <a16:creationId xmlns:a16="http://schemas.microsoft.com/office/drawing/2014/main" id="{5950600D-FA8C-4754-A85A-2D0DF3D1A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7" y="5692775"/>
            <a:ext cx="1563688" cy="23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Timing diagram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19" name="AutoShape 107">
            <a:extLst>
              <a:ext uri="{FF2B5EF4-FFF2-40B4-BE49-F238E27FC236}">
                <a16:creationId xmlns:a16="http://schemas.microsoft.com/office/drawing/2014/main" id="{A9B81EFB-264E-4717-B199-A578287BC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7700" y="685800"/>
            <a:ext cx="519113" cy="431800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2320" name="TextBox 125">
            <a:extLst>
              <a:ext uri="{FF2B5EF4-FFF2-40B4-BE49-F238E27FC236}">
                <a16:creationId xmlns:a16="http://schemas.microsoft.com/office/drawing/2014/main" id="{CE92778F-4F45-4955-9122-7E77563BA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6.26 from the textbook ]</a:t>
            </a:r>
          </a:p>
        </p:txBody>
      </p:sp>
      <p:sp>
        <p:nvSpPr>
          <p:cNvPr id="52321" name="Title 1">
            <a:extLst>
              <a:ext uri="{FF2B5EF4-FFF2-40B4-BE49-F238E27FC236}">
                <a16:creationId xmlns:a16="http://schemas.microsoft.com/office/drawing/2014/main" id="{423463AE-6BB8-490B-8FF5-CB8B55527B5C}"/>
              </a:ext>
            </a:extLst>
          </p:cNvPr>
          <p:cNvSpPr txBox="1">
            <a:spLocks/>
          </p:cNvSpPr>
          <p:nvPr/>
        </p:nvSpPr>
        <p:spPr bwMode="auto">
          <a:xfrm>
            <a:off x="0" y="28576"/>
            <a:ext cx="9144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&amp; Timing Diagram 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8A758EA-11CD-4554-A7C2-490D0B7EB830}"/>
                  </a:ext>
                </a:extLst>
              </p14:cNvPr>
              <p14:cNvContentPartPr/>
              <p14:nvPr/>
            </p14:nvContentPartPr>
            <p14:xfrm>
              <a:off x="4777920" y="3425400"/>
              <a:ext cx="557640" cy="18968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8A758EA-11CD-4554-A7C2-490D0B7EB83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768560" y="3416040"/>
                <a:ext cx="576360" cy="19155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Title 1">
            <a:extLst>
              <a:ext uri="{FF2B5EF4-FFF2-40B4-BE49-F238E27FC236}">
                <a16:creationId xmlns:a16="http://schemas.microsoft.com/office/drawing/2014/main" id="{B90837A7-DF8D-4068-ADC2-05C4E133BD23}"/>
              </a:ext>
            </a:extLst>
          </p:cNvPr>
          <p:cNvSpPr txBox="1">
            <a:spLocks/>
          </p:cNvSpPr>
          <p:nvPr/>
        </p:nvSpPr>
        <p:spPr bwMode="auto">
          <a:xfrm>
            <a:off x="0" y="2286000"/>
            <a:ext cx="9144000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What if we wanted the output signal to be delayed by 1 clock cycle?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TextBox 125">
            <a:extLst>
              <a:ext uri="{FF2B5EF4-FFF2-40B4-BE49-F238E27FC236}">
                <a16:creationId xmlns:a16="http://schemas.microsoft.com/office/drawing/2014/main" id="{E036458A-5D43-4D88-A2C0-EBFFF3CF2E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6.27a from the textbook ]</a:t>
            </a:r>
          </a:p>
        </p:txBody>
      </p:sp>
      <p:sp>
        <p:nvSpPr>
          <p:cNvPr id="54274" name="Title 1">
            <a:extLst>
              <a:ext uri="{FF2B5EF4-FFF2-40B4-BE49-F238E27FC236}">
                <a16:creationId xmlns:a16="http://schemas.microsoft.com/office/drawing/2014/main" id="{90864E13-6DE9-4663-94DA-FE6DA81324A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Implementation of the Modified FSM</a:t>
            </a:r>
          </a:p>
        </p:txBody>
      </p:sp>
      <p:pic>
        <p:nvPicPr>
          <p:cNvPr id="54275" name="Picture 2" descr="Screen shot 2013-11-18 at 3.49.53 PM.png">
            <a:extLst>
              <a:ext uri="{FF2B5EF4-FFF2-40B4-BE49-F238E27FC236}">
                <a16:creationId xmlns:a16="http://schemas.microsoft.com/office/drawing/2014/main" id="{3C6F412C-2ED1-4A99-B912-2A19E82D8B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905000"/>
            <a:ext cx="8145463" cy="342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TextBox 125">
            <a:extLst>
              <a:ext uri="{FF2B5EF4-FFF2-40B4-BE49-F238E27FC236}">
                <a16:creationId xmlns:a16="http://schemas.microsoft.com/office/drawing/2014/main" id="{D259F7E8-B166-4A94-9197-B0E8446F3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6.27a from the textbook ]</a:t>
            </a:r>
          </a:p>
        </p:txBody>
      </p:sp>
      <p:sp>
        <p:nvSpPr>
          <p:cNvPr id="55298" name="Title 1">
            <a:extLst>
              <a:ext uri="{FF2B5EF4-FFF2-40B4-BE49-F238E27FC236}">
                <a16:creationId xmlns:a16="http://schemas.microsoft.com/office/drawing/2014/main" id="{F6982D84-B399-461E-9286-0D14D48789D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Implementation of the Modified FSM</a:t>
            </a:r>
          </a:p>
        </p:txBody>
      </p:sp>
      <p:pic>
        <p:nvPicPr>
          <p:cNvPr id="55299" name="Picture 2" descr="Screen shot 2013-11-18 at 3.49.53 PM.png">
            <a:extLst>
              <a:ext uri="{FF2B5EF4-FFF2-40B4-BE49-F238E27FC236}">
                <a16:creationId xmlns:a16="http://schemas.microsoft.com/office/drawing/2014/main" id="{ADA79C2F-8F9D-400D-92CB-15BDEF8A128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905000"/>
            <a:ext cx="8145463" cy="342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0" name="Oval 4">
            <a:extLst>
              <a:ext uri="{FF2B5EF4-FFF2-40B4-BE49-F238E27FC236}">
                <a16:creationId xmlns:a16="http://schemas.microsoft.com/office/drawing/2014/main" id="{40C210ED-36AC-4ED0-8803-70AED115E4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1828800"/>
            <a:ext cx="1955800" cy="24193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5301" name="TextBox 1">
            <a:extLst>
              <a:ext uri="{FF2B5EF4-FFF2-40B4-BE49-F238E27FC236}">
                <a16:creationId xmlns:a16="http://schemas.microsoft.com/office/drawing/2014/main" id="{B139B1F7-A21F-4688-ADF7-D18D496BA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486400"/>
            <a:ext cx="41592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This flip-flop delays the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output signal by one clock cycle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Shape 1884">
            <a:extLst>
              <a:ext uri="{FF2B5EF4-FFF2-40B4-BE49-F238E27FC236}">
                <a16:creationId xmlns:a16="http://schemas.microsoft.com/office/drawing/2014/main" id="{8584DFBD-BAF8-45B7-8297-838D8046EBFD}"/>
              </a:ext>
            </a:extLst>
          </p:cNvPr>
          <p:cNvSpPr>
            <a:spLocks/>
          </p:cNvSpPr>
          <p:nvPr/>
        </p:nvSpPr>
        <p:spPr bwMode="auto">
          <a:xfrm>
            <a:off x="3592513" y="3303588"/>
            <a:ext cx="4365625" cy="2581275"/>
          </a:xfrm>
          <a:custGeom>
            <a:avLst/>
            <a:gdLst>
              <a:gd name="T0" fmla="*/ 0 w 5499"/>
              <a:gd name="T1" fmla="*/ 2147483646 h 3253"/>
              <a:gd name="T2" fmla="*/ 2147483646 w 5499"/>
              <a:gd name="T3" fmla="*/ 2147483646 h 3253"/>
              <a:gd name="T4" fmla="*/ 2147483646 w 5499"/>
              <a:gd name="T5" fmla="*/ 2147483646 h 3253"/>
              <a:gd name="T6" fmla="*/ 2147483646 w 5499"/>
              <a:gd name="T7" fmla="*/ 2147483646 h 3253"/>
              <a:gd name="T8" fmla="*/ 2147483646 w 5499"/>
              <a:gd name="T9" fmla="*/ 0 h 32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499"/>
              <a:gd name="T16" fmla="*/ 0 h 3253"/>
              <a:gd name="T17" fmla="*/ 5499 w 5499"/>
              <a:gd name="T18" fmla="*/ 3253 h 32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499" h="3253" extrusionOk="0">
                <a:moveTo>
                  <a:pt x="0" y="3253"/>
                </a:moveTo>
                <a:lnTo>
                  <a:pt x="5499" y="3253"/>
                </a:lnTo>
                <a:lnTo>
                  <a:pt x="5499" y="403"/>
                </a:lnTo>
                <a:lnTo>
                  <a:pt x="3771" y="403"/>
                </a:lnTo>
                <a:lnTo>
                  <a:pt x="3771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56322" name="Shape 1885">
            <a:extLst>
              <a:ext uri="{FF2B5EF4-FFF2-40B4-BE49-F238E27FC236}">
                <a16:creationId xmlns:a16="http://schemas.microsoft.com/office/drawing/2014/main" id="{5EB77D04-4F66-413C-A1CC-8E02D7179533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6586538" y="5564188"/>
            <a:ext cx="1587" cy="320675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323" name="Shape 1886">
            <a:extLst>
              <a:ext uri="{FF2B5EF4-FFF2-40B4-BE49-F238E27FC236}">
                <a16:creationId xmlns:a16="http://schemas.microsoft.com/office/drawing/2014/main" id="{009B9AFD-F2C9-4D5D-8577-F28A6151DB3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33863" y="2160588"/>
            <a:ext cx="3190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324" name="Shape 1887">
            <a:extLst>
              <a:ext uri="{FF2B5EF4-FFF2-40B4-BE49-F238E27FC236}">
                <a16:creationId xmlns:a16="http://schemas.microsoft.com/office/drawing/2014/main" id="{4E91FA3E-9CA9-4479-8355-3A1A7FB10B3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33863" y="2481263"/>
            <a:ext cx="3190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325" name="Shape 1888">
            <a:extLst>
              <a:ext uri="{FF2B5EF4-FFF2-40B4-BE49-F238E27FC236}">
                <a16:creationId xmlns:a16="http://schemas.microsoft.com/office/drawing/2014/main" id="{EF87D3FC-1356-4449-B789-D0FB834A854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40325" y="2320925"/>
            <a:ext cx="395288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326" name="Shape 1889">
            <a:extLst>
              <a:ext uri="{FF2B5EF4-FFF2-40B4-BE49-F238E27FC236}">
                <a16:creationId xmlns:a16="http://schemas.microsoft.com/office/drawing/2014/main" id="{4298CF73-86A0-4C30-A09B-80A2CA6944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2000250"/>
            <a:ext cx="800100" cy="130333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56327" name="Shape 1890">
            <a:extLst>
              <a:ext uri="{FF2B5EF4-FFF2-40B4-BE49-F238E27FC236}">
                <a16:creationId xmlns:a16="http://schemas.microsoft.com/office/drawing/2014/main" id="{305380EA-5EA4-421B-8697-C03CCB4C30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4750" y="222408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56328" name="Shape 1891">
            <a:extLst>
              <a:ext uri="{FF2B5EF4-FFF2-40B4-BE49-F238E27FC236}">
                <a16:creationId xmlns:a16="http://schemas.microsoft.com/office/drawing/2014/main" id="{C32169A8-6C11-4B34-804C-D0B96A56C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221615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cxnSp>
        <p:nvCxnSpPr>
          <p:cNvPr id="56329" name="Shape 1892">
            <a:extLst>
              <a:ext uri="{FF2B5EF4-FFF2-40B4-BE49-F238E27FC236}">
                <a16:creationId xmlns:a16="http://schemas.microsoft.com/office/drawing/2014/main" id="{BF56218B-95DB-4ECC-AC5E-4C461B97883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746875" y="2846388"/>
            <a:ext cx="114300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330" name="Shape 1893">
            <a:extLst>
              <a:ext uri="{FF2B5EF4-FFF2-40B4-BE49-F238E27FC236}">
                <a16:creationId xmlns:a16="http://schemas.microsoft.com/office/drawing/2014/main" id="{8193D11B-36BB-416F-B994-A05D511A3838}"/>
              </a:ext>
            </a:extLst>
          </p:cNvPr>
          <p:cNvSpPr>
            <a:spLocks/>
          </p:cNvSpPr>
          <p:nvPr/>
        </p:nvSpPr>
        <p:spPr bwMode="auto">
          <a:xfrm>
            <a:off x="6175375" y="2892425"/>
            <a:ext cx="160338" cy="158750"/>
          </a:xfrm>
          <a:custGeom>
            <a:avLst/>
            <a:gdLst>
              <a:gd name="T0" fmla="*/ 0 w 202"/>
              <a:gd name="T1" fmla="*/ 2147483646 h 202"/>
              <a:gd name="T2" fmla="*/ 2147483646 w 202"/>
              <a:gd name="T3" fmla="*/ 2147483646 h 202"/>
              <a:gd name="T4" fmla="*/ 0 w 202"/>
              <a:gd name="T5" fmla="*/ 0 h 202"/>
              <a:gd name="T6" fmla="*/ 0 60000 65536"/>
              <a:gd name="T7" fmla="*/ 0 60000 65536"/>
              <a:gd name="T8" fmla="*/ 0 60000 65536"/>
              <a:gd name="T9" fmla="*/ 0 w 202"/>
              <a:gd name="T10" fmla="*/ 0 h 202"/>
              <a:gd name="T11" fmla="*/ 202 w 202"/>
              <a:gd name="T12" fmla="*/ 202 h 2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2" extrusionOk="0">
                <a:moveTo>
                  <a:pt x="0" y="202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331" name="Shape 1894">
            <a:extLst>
              <a:ext uri="{FF2B5EF4-FFF2-40B4-BE49-F238E27FC236}">
                <a16:creationId xmlns:a16="http://schemas.microsoft.com/office/drawing/2014/main" id="{19F4336A-4DD9-4E78-BF64-6BA1953C40EF}"/>
              </a:ext>
            </a:extLst>
          </p:cNvPr>
          <p:cNvSpPr>
            <a:spLocks/>
          </p:cNvSpPr>
          <p:nvPr/>
        </p:nvSpPr>
        <p:spPr bwMode="auto">
          <a:xfrm>
            <a:off x="6534150" y="3306763"/>
            <a:ext cx="104775" cy="103187"/>
          </a:xfrm>
          <a:custGeom>
            <a:avLst/>
            <a:gdLst>
              <a:gd name="T0" fmla="*/ 2147483646 w 131"/>
              <a:gd name="T1" fmla="*/ 2147483646 h 131"/>
              <a:gd name="T2" fmla="*/ 2147483646 w 131"/>
              <a:gd name="T3" fmla="*/ 2147483646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2147483646 w 131"/>
              <a:gd name="T9" fmla="*/ 2147483646 h 131"/>
              <a:gd name="T10" fmla="*/ 2147483646 w 131"/>
              <a:gd name="T11" fmla="*/ 2147483646 h 131"/>
              <a:gd name="T12" fmla="*/ 2147483646 w 131"/>
              <a:gd name="T13" fmla="*/ 2147483646 h 131"/>
              <a:gd name="T14" fmla="*/ 2147483646 w 131"/>
              <a:gd name="T15" fmla="*/ 2147483646 h 131"/>
              <a:gd name="T16" fmla="*/ 2147483646 w 131"/>
              <a:gd name="T17" fmla="*/ 2147483646 h 131"/>
              <a:gd name="T18" fmla="*/ 2147483646 w 131"/>
              <a:gd name="T19" fmla="*/ 2147483646 h 131"/>
              <a:gd name="T20" fmla="*/ 0 w 131"/>
              <a:gd name="T21" fmla="*/ 2147483646 h 131"/>
              <a:gd name="T22" fmla="*/ 2147483646 w 131"/>
              <a:gd name="T23" fmla="*/ 2147483646 h 131"/>
              <a:gd name="T24" fmla="*/ 2147483646 w 131"/>
              <a:gd name="T25" fmla="*/ 2147483646 h 131"/>
              <a:gd name="T26" fmla="*/ 2147483646 w 131"/>
              <a:gd name="T27" fmla="*/ 2147483646 h 131"/>
              <a:gd name="T28" fmla="*/ 2147483646 w 131"/>
              <a:gd name="T29" fmla="*/ 2147483646 h 131"/>
              <a:gd name="T30" fmla="*/ 2147483646 w 131"/>
              <a:gd name="T31" fmla="*/ 2147483646 h 131"/>
              <a:gd name="T32" fmla="*/ 2147483646 w 131"/>
              <a:gd name="T33" fmla="*/ 2147483646 h 131"/>
              <a:gd name="T34" fmla="*/ 2147483646 w 131"/>
              <a:gd name="T35" fmla="*/ 2147483646 h 131"/>
              <a:gd name="T36" fmla="*/ 2147483646 w 131"/>
              <a:gd name="T37" fmla="*/ 2147483646 h 131"/>
              <a:gd name="T38" fmla="*/ 2147483646 w 131"/>
              <a:gd name="T39" fmla="*/ 2147483646 h 131"/>
              <a:gd name="T40" fmla="*/ 2147483646 w 131"/>
              <a:gd name="T41" fmla="*/ 2147483646 h 131"/>
              <a:gd name="T42" fmla="*/ 2147483646 w 131"/>
              <a:gd name="T43" fmla="*/ 2147483646 h 131"/>
              <a:gd name="T44" fmla="*/ 2147483646 w 131"/>
              <a:gd name="T45" fmla="*/ 2147483646 h 131"/>
              <a:gd name="T46" fmla="*/ 2147483646 w 131"/>
              <a:gd name="T47" fmla="*/ 2147483646 h 131"/>
              <a:gd name="T48" fmla="*/ 2147483646 w 131"/>
              <a:gd name="T49" fmla="*/ 2147483646 h 131"/>
              <a:gd name="T50" fmla="*/ 2147483646 w 131"/>
              <a:gd name="T51" fmla="*/ 2147483646 h 131"/>
              <a:gd name="T52" fmla="*/ 2147483646 w 131"/>
              <a:gd name="T53" fmla="*/ 2147483646 h 131"/>
              <a:gd name="T54" fmla="*/ 2147483646 w 131"/>
              <a:gd name="T55" fmla="*/ 2147483646 h 131"/>
              <a:gd name="T56" fmla="*/ 2147483646 w 131"/>
              <a:gd name="T57" fmla="*/ 2147483646 h 131"/>
              <a:gd name="T58" fmla="*/ 2147483646 w 131"/>
              <a:gd name="T59" fmla="*/ 2147483646 h 131"/>
              <a:gd name="T60" fmla="*/ 2147483646 w 131"/>
              <a:gd name="T61" fmla="*/ 2147483646 h 131"/>
              <a:gd name="T62" fmla="*/ 2147483646 w 131"/>
              <a:gd name="T63" fmla="*/ 2147483646 h 131"/>
              <a:gd name="T64" fmla="*/ 2147483646 w 131"/>
              <a:gd name="T65" fmla="*/ 2147483646 h 131"/>
              <a:gd name="T66" fmla="*/ 2147483646 w 131"/>
              <a:gd name="T67" fmla="*/ 2147483646 h 131"/>
              <a:gd name="T68" fmla="*/ 2147483646 w 131"/>
              <a:gd name="T69" fmla="*/ 2147483646 h 131"/>
              <a:gd name="T70" fmla="*/ 2147483646 w 131"/>
              <a:gd name="T71" fmla="*/ 2147483646 h 131"/>
              <a:gd name="T72" fmla="*/ 2147483646 w 131"/>
              <a:gd name="T73" fmla="*/ 2147483646 h 131"/>
              <a:gd name="T74" fmla="*/ 2147483646 w 131"/>
              <a:gd name="T75" fmla="*/ 2147483646 h 131"/>
              <a:gd name="T76" fmla="*/ 2147483646 w 131"/>
              <a:gd name="T77" fmla="*/ 2147483646 h 131"/>
              <a:gd name="T78" fmla="*/ 2147483646 w 131"/>
              <a:gd name="T79" fmla="*/ 2147483646 h 131"/>
              <a:gd name="T80" fmla="*/ 2147483646 w 131"/>
              <a:gd name="T81" fmla="*/ 2147483646 h 131"/>
              <a:gd name="T82" fmla="*/ 2147483646 w 131"/>
              <a:gd name="T83" fmla="*/ 2147483646 h 131"/>
              <a:gd name="T84" fmla="*/ 2147483646 w 131"/>
              <a:gd name="T85" fmla="*/ 0 h 1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31"/>
              <a:gd name="T130" fmla="*/ 0 h 131"/>
              <a:gd name="T131" fmla="*/ 131 w 131"/>
              <a:gd name="T132" fmla="*/ 131 h 1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31" h="131" extrusionOk="0">
                <a:moveTo>
                  <a:pt x="65" y="0"/>
                </a:moveTo>
                <a:lnTo>
                  <a:pt x="62" y="0"/>
                </a:lnTo>
                <a:lnTo>
                  <a:pt x="59" y="2"/>
                </a:lnTo>
                <a:lnTo>
                  <a:pt x="55" y="2"/>
                </a:lnTo>
                <a:lnTo>
                  <a:pt x="52" y="2"/>
                </a:lnTo>
                <a:lnTo>
                  <a:pt x="49" y="3"/>
                </a:lnTo>
                <a:lnTo>
                  <a:pt x="46" y="3"/>
                </a:lnTo>
                <a:lnTo>
                  <a:pt x="44" y="4"/>
                </a:lnTo>
                <a:lnTo>
                  <a:pt x="41" y="6"/>
                </a:lnTo>
                <a:lnTo>
                  <a:pt x="38" y="7"/>
                </a:lnTo>
                <a:lnTo>
                  <a:pt x="35" y="9"/>
                </a:lnTo>
                <a:lnTo>
                  <a:pt x="32" y="10"/>
                </a:lnTo>
                <a:lnTo>
                  <a:pt x="29" y="12"/>
                </a:lnTo>
                <a:lnTo>
                  <a:pt x="26" y="13"/>
                </a:lnTo>
                <a:lnTo>
                  <a:pt x="25" y="16"/>
                </a:lnTo>
                <a:lnTo>
                  <a:pt x="22" y="17"/>
                </a:lnTo>
                <a:lnTo>
                  <a:pt x="19" y="20"/>
                </a:lnTo>
                <a:lnTo>
                  <a:pt x="18" y="22"/>
                </a:lnTo>
                <a:lnTo>
                  <a:pt x="15" y="25"/>
                </a:lnTo>
                <a:lnTo>
                  <a:pt x="13" y="27"/>
                </a:lnTo>
                <a:lnTo>
                  <a:pt x="12" y="29"/>
                </a:lnTo>
                <a:lnTo>
                  <a:pt x="10" y="32"/>
                </a:lnTo>
                <a:lnTo>
                  <a:pt x="8" y="35"/>
                </a:lnTo>
                <a:lnTo>
                  <a:pt x="6" y="37"/>
                </a:lnTo>
                <a:lnTo>
                  <a:pt x="6" y="40"/>
                </a:lnTo>
                <a:lnTo>
                  <a:pt x="5" y="43"/>
                </a:lnTo>
                <a:lnTo>
                  <a:pt x="3" y="46"/>
                </a:lnTo>
                <a:lnTo>
                  <a:pt x="2" y="49"/>
                </a:lnTo>
                <a:lnTo>
                  <a:pt x="2" y="53"/>
                </a:lnTo>
                <a:lnTo>
                  <a:pt x="2" y="56"/>
                </a:lnTo>
                <a:lnTo>
                  <a:pt x="0" y="59"/>
                </a:lnTo>
                <a:lnTo>
                  <a:pt x="0" y="62"/>
                </a:lnTo>
                <a:lnTo>
                  <a:pt x="0" y="66"/>
                </a:lnTo>
                <a:lnTo>
                  <a:pt x="0" y="69"/>
                </a:lnTo>
                <a:lnTo>
                  <a:pt x="0" y="72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3" y="85"/>
                </a:lnTo>
                <a:lnTo>
                  <a:pt x="5" y="88"/>
                </a:lnTo>
                <a:lnTo>
                  <a:pt x="6" y="91"/>
                </a:lnTo>
                <a:lnTo>
                  <a:pt x="6" y="94"/>
                </a:lnTo>
                <a:lnTo>
                  <a:pt x="8" y="96"/>
                </a:lnTo>
                <a:lnTo>
                  <a:pt x="10" y="99"/>
                </a:lnTo>
                <a:lnTo>
                  <a:pt x="12" y="102"/>
                </a:lnTo>
                <a:lnTo>
                  <a:pt x="13" y="105"/>
                </a:lnTo>
                <a:lnTo>
                  <a:pt x="15" y="108"/>
                </a:lnTo>
                <a:lnTo>
                  <a:pt x="18" y="109"/>
                </a:lnTo>
                <a:lnTo>
                  <a:pt x="19" y="112"/>
                </a:lnTo>
                <a:lnTo>
                  <a:pt x="22" y="114"/>
                </a:lnTo>
                <a:lnTo>
                  <a:pt x="25" y="117"/>
                </a:lnTo>
                <a:lnTo>
                  <a:pt x="26" y="118"/>
                </a:lnTo>
                <a:lnTo>
                  <a:pt x="29" y="120"/>
                </a:lnTo>
                <a:lnTo>
                  <a:pt x="32" y="122"/>
                </a:lnTo>
                <a:lnTo>
                  <a:pt x="35" y="124"/>
                </a:lnTo>
                <a:lnTo>
                  <a:pt x="38" y="125"/>
                </a:lnTo>
                <a:lnTo>
                  <a:pt x="41" y="127"/>
                </a:lnTo>
                <a:lnTo>
                  <a:pt x="44" y="127"/>
                </a:lnTo>
                <a:lnTo>
                  <a:pt x="46" y="128"/>
                </a:lnTo>
                <a:lnTo>
                  <a:pt x="49" y="130"/>
                </a:lnTo>
                <a:lnTo>
                  <a:pt x="52" y="130"/>
                </a:lnTo>
                <a:lnTo>
                  <a:pt x="55" y="131"/>
                </a:lnTo>
                <a:lnTo>
                  <a:pt x="59" y="131"/>
                </a:lnTo>
                <a:lnTo>
                  <a:pt x="62" y="131"/>
                </a:lnTo>
                <a:lnTo>
                  <a:pt x="65" y="131"/>
                </a:lnTo>
                <a:lnTo>
                  <a:pt x="69" y="131"/>
                </a:lnTo>
                <a:lnTo>
                  <a:pt x="72" y="131"/>
                </a:lnTo>
                <a:lnTo>
                  <a:pt x="75" y="131"/>
                </a:lnTo>
                <a:lnTo>
                  <a:pt x="79" y="130"/>
                </a:lnTo>
                <a:lnTo>
                  <a:pt x="82" y="130"/>
                </a:lnTo>
                <a:lnTo>
                  <a:pt x="85" y="128"/>
                </a:lnTo>
                <a:lnTo>
                  <a:pt x="88" y="127"/>
                </a:lnTo>
                <a:lnTo>
                  <a:pt x="91" y="127"/>
                </a:lnTo>
                <a:lnTo>
                  <a:pt x="94" y="125"/>
                </a:lnTo>
                <a:lnTo>
                  <a:pt x="97" y="124"/>
                </a:lnTo>
                <a:lnTo>
                  <a:pt x="100" y="122"/>
                </a:lnTo>
                <a:lnTo>
                  <a:pt x="103" y="120"/>
                </a:lnTo>
                <a:lnTo>
                  <a:pt x="105" y="118"/>
                </a:lnTo>
                <a:lnTo>
                  <a:pt x="107" y="117"/>
                </a:lnTo>
                <a:lnTo>
                  <a:pt x="110" y="114"/>
                </a:lnTo>
                <a:lnTo>
                  <a:pt x="111" y="112"/>
                </a:lnTo>
                <a:lnTo>
                  <a:pt x="114" y="109"/>
                </a:lnTo>
                <a:lnTo>
                  <a:pt x="115" y="108"/>
                </a:lnTo>
                <a:lnTo>
                  <a:pt x="118" y="105"/>
                </a:lnTo>
                <a:lnTo>
                  <a:pt x="120" y="102"/>
                </a:lnTo>
                <a:lnTo>
                  <a:pt x="121" y="99"/>
                </a:lnTo>
                <a:lnTo>
                  <a:pt x="123" y="96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8" y="85"/>
                </a:lnTo>
                <a:lnTo>
                  <a:pt x="128" y="82"/>
                </a:lnTo>
                <a:lnTo>
                  <a:pt x="130" y="79"/>
                </a:lnTo>
                <a:lnTo>
                  <a:pt x="130" y="76"/>
                </a:lnTo>
                <a:lnTo>
                  <a:pt x="131" y="72"/>
                </a:lnTo>
                <a:lnTo>
                  <a:pt x="131" y="69"/>
                </a:lnTo>
                <a:lnTo>
                  <a:pt x="131" y="66"/>
                </a:lnTo>
                <a:lnTo>
                  <a:pt x="131" y="62"/>
                </a:lnTo>
                <a:lnTo>
                  <a:pt x="131" y="59"/>
                </a:lnTo>
                <a:lnTo>
                  <a:pt x="130" y="56"/>
                </a:lnTo>
                <a:lnTo>
                  <a:pt x="130" y="53"/>
                </a:lnTo>
                <a:lnTo>
                  <a:pt x="128" y="49"/>
                </a:lnTo>
                <a:lnTo>
                  <a:pt x="128" y="46"/>
                </a:lnTo>
                <a:lnTo>
                  <a:pt x="127" y="43"/>
                </a:lnTo>
                <a:lnTo>
                  <a:pt x="126" y="40"/>
                </a:lnTo>
                <a:lnTo>
                  <a:pt x="124" y="37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8" y="27"/>
                </a:lnTo>
                <a:lnTo>
                  <a:pt x="115" y="25"/>
                </a:lnTo>
                <a:lnTo>
                  <a:pt x="114" y="22"/>
                </a:lnTo>
                <a:lnTo>
                  <a:pt x="111" y="20"/>
                </a:lnTo>
                <a:lnTo>
                  <a:pt x="110" y="17"/>
                </a:lnTo>
                <a:lnTo>
                  <a:pt x="107" y="16"/>
                </a:lnTo>
                <a:lnTo>
                  <a:pt x="105" y="13"/>
                </a:lnTo>
                <a:lnTo>
                  <a:pt x="103" y="12"/>
                </a:lnTo>
                <a:lnTo>
                  <a:pt x="100" y="10"/>
                </a:lnTo>
                <a:lnTo>
                  <a:pt x="97" y="9"/>
                </a:lnTo>
                <a:lnTo>
                  <a:pt x="94" y="7"/>
                </a:lnTo>
                <a:lnTo>
                  <a:pt x="91" y="6"/>
                </a:lnTo>
                <a:lnTo>
                  <a:pt x="88" y="4"/>
                </a:lnTo>
                <a:lnTo>
                  <a:pt x="85" y="3"/>
                </a:lnTo>
                <a:lnTo>
                  <a:pt x="82" y="3"/>
                </a:lnTo>
                <a:lnTo>
                  <a:pt x="79" y="2"/>
                </a:lnTo>
                <a:lnTo>
                  <a:pt x="75" y="2"/>
                </a:lnTo>
                <a:lnTo>
                  <a:pt x="72" y="2"/>
                </a:lnTo>
                <a:lnTo>
                  <a:pt x="69" y="0"/>
                </a:lnTo>
                <a:lnTo>
                  <a:pt x="65" y="0"/>
                </a:lnTo>
              </a:path>
            </a:pathLst>
          </a:custGeom>
          <a:solidFill>
            <a:schemeClr val="bg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56332" name="Shape 1895">
            <a:extLst>
              <a:ext uri="{FF2B5EF4-FFF2-40B4-BE49-F238E27FC236}">
                <a16:creationId xmlns:a16="http://schemas.microsoft.com/office/drawing/2014/main" id="{388B6183-D828-4179-AFBE-D10F26ADA9D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35613" y="2320925"/>
            <a:ext cx="639762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333" name="Shape 1896">
            <a:extLst>
              <a:ext uri="{FF2B5EF4-FFF2-40B4-BE49-F238E27FC236}">
                <a16:creationId xmlns:a16="http://schemas.microsoft.com/office/drawing/2014/main" id="{3C0469F7-5D76-495A-9B17-D50BC1F7566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92513" y="4583113"/>
            <a:ext cx="2582862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334" name="Shape 1897">
            <a:extLst>
              <a:ext uri="{FF2B5EF4-FFF2-40B4-BE49-F238E27FC236}">
                <a16:creationId xmlns:a16="http://schemas.microsoft.com/office/drawing/2014/main" id="{0E0B0462-A6A1-4BA2-AC5D-6DB96E2A31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4262438"/>
            <a:ext cx="800100" cy="130175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56335" name="Shape 1898">
            <a:extLst>
              <a:ext uri="{FF2B5EF4-FFF2-40B4-BE49-F238E27FC236}">
                <a16:creationId xmlns:a16="http://schemas.microsoft.com/office/drawing/2014/main" id="{2CE65F86-94A6-45B9-803D-7D915813E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286861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sp>
        <p:nvSpPr>
          <p:cNvPr id="56336" name="Shape 1899">
            <a:extLst>
              <a:ext uri="{FF2B5EF4-FFF2-40B4-BE49-F238E27FC236}">
                <a16:creationId xmlns:a16="http://schemas.microsoft.com/office/drawing/2014/main" id="{DF70E03C-02D2-4ED0-8547-2A59209A7F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4750" y="448945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56337" name="Shape 1900">
            <a:extLst>
              <a:ext uri="{FF2B5EF4-FFF2-40B4-BE49-F238E27FC236}">
                <a16:creationId xmlns:a16="http://schemas.microsoft.com/office/drawing/2014/main" id="{B5E1B4E3-4677-4D10-986B-CD651FA9A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448151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cxnSp>
        <p:nvCxnSpPr>
          <p:cNvPr id="56338" name="Shape 1901">
            <a:extLst>
              <a:ext uri="{FF2B5EF4-FFF2-40B4-BE49-F238E27FC236}">
                <a16:creationId xmlns:a16="http://schemas.microsoft.com/office/drawing/2014/main" id="{F8EE8BE0-643C-4479-9B18-7E7E8146103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746875" y="5130800"/>
            <a:ext cx="114300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339" name="Shape 1902">
            <a:extLst>
              <a:ext uri="{FF2B5EF4-FFF2-40B4-BE49-F238E27FC236}">
                <a16:creationId xmlns:a16="http://schemas.microsoft.com/office/drawing/2014/main" id="{0B1259B9-7102-452F-9BA7-7EEBF5C8C7C5}"/>
              </a:ext>
            </a:extLst>
          </p:cNvPr>
          <p:cNvSpPr>
            <a:spLocks/>
          </p:cNvSpPr>
          <p:nvPr/>
        </p:nvSpPr>
        <p:spPr bwMode="auto">
          <a:xfrm>
            <a:off x="6175375" y="5153025"/>
            <a:ext cx="160338" cy="160338"/>
          </a:xfrm>
          <a:custGeom>
            <a:avLst/>
            <a:gdLst>
              <a:gd name="T0" fmla="*/ 0 w 202"/>
              <a:gd name="T1" fmla="*/ 2147483646 h 201"/>
              <a:gd name="T2" fmla="*/ 2147483646 w 202"/>
              <a:gd name="T3" fmla="*/ 2147483646 h 201"/>
              <a:gd name="T4" fmla="*/ 0 w 202"/>
              <a:gd name="T5" fmla="*/ 0 h 201"/>
              <a:gd name="T6" fmla="*/ 0 60000 65536"/>
              <a:gd name="T7" fmla="*/ 0 60000 65536"/>
              <a:gd name="T8" fmla="*/ 0 60000 65536"/>
              <a:gd name="T9" fmla="*/ 0 w 202"/>
              <a:gd name="T10" fmla="*/ 0 h 201"/>
              <a:gd name="T11" fmla="*/ 202 w 202"/>
              <a:gd name="T12" fmla="*/ 201 h 2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1" extrusionOk="0">
                <a:moveTo>
                  <a:pt x="0" y="201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340" name="Shape 1903">
            <a:extLst>
              <a:ext uri="{FF2B5EF4-FFF2-40B4-BE49-F238E27FC236}">
                <a16:creationId xmlns:a16="http://schemas.microsoft.com/office/drawing/2014/main" id="{4F1DD630-021C-404B-8C5C-0E9DC0AADB2B}"/>
              </a:ext>
            </a:extLst>
          </p:cNvPr>
          <p:cNvSpPr>
            <a:spLocks/>
          </p:cNvSpPr>
          <p:nvPr/>
        </p:nvSpPr>
        <p:spPr bwMode="auto">
          <a:xfrm>
            <a:off x="6537325" y="5575300"/>
            <a:ext cx="104775" cy="103188"/>
          </a:xfrm>
          <a:custGeom>
            <a:avLst/>
            <a:gdLst>
              <a:gd name="T0" fmla="*/ 2147483646 w 131"/>
              <a:gd name="T1" fmla="*/ 2147483646 h 131"/>
              <a:gd name="T2" fmla="*/ 2147483646 w 131"/>
              <a:gd name="T3" fmla="*/ 2147483646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2147483646 w 131"/>
              <a:gd name="T9" fmla="*/ 2147483646 h 131"/>
              <a:gd name="T10" fmla="*/ 2147483646 w 131"/>
              <a:gd name="T11" fmla="*/ 2147483646 h 131"/>
              <a:gd name="T12" fmla="*/ 2147483646 w 131"/>
              <a:gd name="T13" fmla="*/ 2147483646 h 131"/>
              <a:gd name="T14" fmla="*/ 2147483646 w 131"/>
              <a:gd name="T15" fmla="*/ 2147483646 h 131"/>
              <a:gd name="T16" fmla="*/ 2147483646 w 131"/>
              <a:gd name="T17" fmla="*/ 2147483646 h 131"/>
              <a:gd name="T18" fmla="*/ 2147483646 w 131"/>
              <a:gd name="T19" fmla="*/ 2147483646 h 131"/>
              <a:gd name="T20" fmla="*/ 0 w 131"/>
              <a:gd name="T21" fmla="*/ 2147483646 h 131"/>
              <a:gd name="T22" fmla="*/ 2147483646 w 131"/>
              <a:gd name="T23" fmla="*/ 2147483646 h 131"/>
              <a:gd name="T24" fmla="*/ 2147483646 w 131"/>
              <a:gd name="T25" fmla="*/ 2147483646 h 131"/>
              <a:gd name="T26" fmla="*/ 2147483646 w 131"/>
              <a:gd name="T27" fmla="*/ 2147483646 h 131"/>
              <a:gd name="T28" fmla="*/ 2147483646 w 131"/>
              <a:gd name="T29" fmla="*/ 2147483646 h 131"/>
              <a:gd name="T30" fmla="*/ 2147483646 w 131"/>
              <a:gd name="T31" fmla="*/ 2147483646 h 131"/>
              <a:gd name="T32" fmla="*/ 2147483646 w 131"/>
              <a:gd name="T33" fmla="*/ 2147483646 h 131"/>
              <a:gd name="T34" fmla="*/ 2147483646 w 131"/>
              <a:gd name="T35" fmla="*/ 2147483646 h 131"/>
              <a:gd name="T36" fmla="*/ 2147483646 w 131"/>
              <a:gd name="T37" fmla="*/ 2147483646 h 131"/>
              <a:gd name="T38" fmla="*/ 2147483646 w 131"/>
              <a:gd name="T39" fmla="*/ 2147483646 h 131"/>
              <a:gd name="T40" fmla="*/ 2147483646 w 131"/>
              <a:gd name="T41" fmla="*/ 2147483646 h 131"/>
              <a:gd name="T42" fmla="*/ 2147483646 w 131"/>
              <a:gd name="T43" fmla="*/ 2147483646 h 131"/>
              <a:gd name="T44" fmla="*/ 2147483646 w 131"/>
              <a:gd name="T45" fmla="*/ 2147483646 h 131"/>
              <a:gd name="T46" fmla="*/ 2147483646 w 131"/>
              <a:gd name="T47" fmla="*/ 2147483646 h 131"/>
              <a:gd name="T48" fmla="*/ 2147483646 w 131"/>
              <a:gd name="T49" fmla="*/ 2147483646 h 131"/>
              <a:gd name="T50" fmla="*/ 2147483646 w 131"/>
              <a:gd name="T51" fmla="*/ 2147483646 h 131"/>
              <a:gd name="T52" fmla="*/ 2147483646 w 131"/>
              <a:gd name="T53" fmla="*/ 2147483646 h 131"/>
              <a:gd name="T54" fmla="*/ 2147483646 w 131"/>
              <a:gd name="T55" fmla="*/ 2147483646 h 131"/>
              <a:gd name="T56" fmla="*/ 2147483646 w 131"/>
              <a:gd name="T57" fmla="*/ 2147483646 h 131"/>
              <a:gd name="T58" fmla="*/ 2147483646 w 131"/>
              <a:gd name="T59" fmla="*/ 2147483646 h 131"/>
              <a:gd name="T60" fmla="*/ 2147483646 w 131"/>
              <a:gd name="T61" fmla="*/ 2147483646 h 131"/>
              <a:gd name="T62" fmla="*/ 2147483646 w 131"/>
              <a:gd name="T63" fmla="*/ 2147483646 h 131"/>
              <a:gd name="T64" fmla="*/ 2147483646 w 131"/>
              <a:gd name="T65" fmla="*/ 2147483646 h 131"/>
              <a:gd name="T66" fmla="*/ 2147483646 w 131"/>
              <a:gd name="T67" fmla="*/ 2147483646 h 131"/>
              <a:gd name="T68" fmla="*/ 2147483646 w 131"/>
              <a:gd name="T69" fmla="*/ 2147483646 h 131"/>
              <a:gd name="T70" fmla="*/ 2147483646 w 131"/>
              <a:gd name="T71" fmla="*/ 2147483646 h 131"/>
              <a:gd name="T72" fmla="*/ 2147483646 w 131"/>
              <a:gd name="T73" fmla="*/ 2147483646 h 131"/>
              <a:gd name="T74" fmla="*/ 2147483646 w 131"/>
              <a:gd name="T75" fmla="*/ 2147483646 h 131"/>
              <a:gd name="T76" fmla="*/ 2147483646 w 131"/>
              <a:gd name="T77" fmla="*/ 2147483646 h 131"/>
              <a:gd name="T78" fmla="*/ 2147483646 w 131"/>
              <a:gd name="T79" fmla="*/ 2147483646 h 131"/>
              <a:gd name="T80" fmla="*/ 2147483646 w 131"/>
              <a:gd name="T81" fmla="*/ 2147483646 h 131"/>
              <a:gd name="T82" fmla="*/ 2147483646 w 131"/>
              <a:gd name="T83" fmla="*/ 2147483646 h 131"/>
              <a:gd name="T84" fmla="*/ 2147483646 w 131"/>
              <a:gd name="T85" fmla="*/ 0 h 1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31"/>
              <a:gd name="T130" fmla="*/ 0 h 131"/>
              <a:gd name="T131" fmla="*/ 131 w 131"/>
              <a:gd name="T132" fmla="*/ 131 h 1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31" h="131" extrusionOk="0">
                <a:moveTo>
                  <a:pt x="65" y="0"/>
                </a:moveTo>
                <a:lnTo>
                  <a:pt x="62" y="0"/>
                </a:lnTo>
                <a:lnTo>
                  <a:pt x="59" y="2"/>
                </a:lnTo>
                <a:lnTo>
                  <a:pt x="55" y="2"/>
                </a:lnTo>
                <a:lnTo>
                  <a:pt x="52" y="2"/>
                </a:lnTo>
                <a:lnTo>
                  <a:pt x="49" y="3"/>
                </a:lnTo>
                <a:lnTo>
                  <a:pt x="46" y="3"/>
                </a:lnTo>
                <a:lnTo>
                  <a:pt x="44" y="5"/>
                </a:lnTo>
                <a:lnTo>
                  <a:pt x="41" y="6"/>
                </a:lnTo>
                <a:lnTo>
                  <a:pt x="38" y="7"/>
                </a:lnTo>
                <a:lnTo>
                  <a:pt x="35" y="9"/>
                </a:lnTo>
                <a:lnTo>
                  <a:pt x="32" y="10"/>
                </a:lnTo>
                <a:lnTo>
                  <a:pt x="29" y="12"/>
                </a:lnTo>
                <a:lnTo>
                  <a:pt x="26" y="13"/>
                </a:lnTo>
                <a:lnTo>
                  <a:pt x="25" y="16"/>
                </a:lnTo>
                <a:lnTo>
                  <a:pt x="22" y="17"/>
                </a:lnTo>
                <a:lnTo>
                  <a:pt x="19" y="20"/>
                </a:lnTo>
                <a:lnTo>
                  <a:pt x="18" y="22"/>
                </a:lnTo>
                <a:lnTo>
                  <a:pt x="15" y="25"/>
                </a:lnTo>
                <a:lnTo>
                  <a:pt x="13" y="28"/>
                </a:lnTo>
                <a:lnTo>
                  <a:pt x="12" y="29"/>
                </a:lnTo>
                <a:lnTo>
                  <a:pt x="10" y="32"/>
                </a:lnTo>
                <a:lnTo>
                  <a:pt x="8" y="35"/>
                </a:lnTo>
                <a:lnTo>
                  <a:pt x="6" y="38"/>
                </a:lnTo>
                <a:lnTo>
                  <a:pt x="6" y="40"/>
                </a:lnTo>
                <a:lnTo>
                  <a:pt x="5" y="43"/>
                </a:lnTo>
                <a:lnTo>
                  <a:pt x="3" y="46"/>
                </a:lnTo>
                <a:lnTo>
                  <a:pt x="2" y="49"/>
                </a:lnTo>
                <a:lnTo>
                  <a:pt x="2" y="53"/>
                </a:lnTo>
                <a:lnTo>
                  <a:pt x="2" y="56"/>
                </a:lnTo>
                <a:lnTo>
                  <a:pt x="0" y="59"/>
                </a:lnTo>
                <a:lnTo>
                  <a:pt x="0" y="62"/>
                </a:lnTo>
                <a:lnTo>
                  <a:pt x="0" y="66"/>
                </a:lnTo>
                <a:lnTo>
                  <a:pt x="0" y="69"/>
                </a:lnTo>
                <a:lnTo>
                  <a:pt x="0" y="72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3" y="85"/>
                </a:lnTo>
                <a:lnTo>
                  <a:pt x="5" y="88"/>
                </a:lnTo>
                <a:lnTo>
                  <a:pt x="6" y="91"/>
                </a:lnTo>
                <a:lnTo>
                  <a:pt x="6" y="94"/>
                </a:lnTo>
                <a:lnTo>
                  <a:pt x="8" y="97"/>
                </a:lnTo>
                <a:lnTo>
                  <a:pt x="10" y="100"/>
                </a:lnTo>
                <a:lnTo>
                  <a:pt x="12" y="102"/>
                </a:lnTo>
                <a:lnTo>
                  <a:pt x="13" y="105"/>
                </a:lnTo>
                <a:lnTo>
                  <a:pt x="15" y="108"/>
                </a:lnTo>
                <a:lnTo>
                  <a:pt x="18" y="110"/>
                </a:lnTo>
                <a:lnTo>
                  <a:pt x="19" y="112"/>
                </a:lnTo>
                <a:lnTo>
                  <a:pt x="22" y="114"/>
                </a:lnTo>
                <a:lnTo>
                  <a:pt x="25" y="117"/>
                </a:lnTo>
                <a:lnTo>
                  <a:pt x="26" y="118"/>
                </a:lnTo>
                <a:lnTo>
                  <a:pt x="29" y="120"/>
                </a:lnTo>
                <a:lnTo>
                  <a:pt x="32" y="123"/>
                </a:lnTo>
                <a:lnTo>
                  <a:pt x="35" y="124"/>
                </a:lnTo>
                <a:lnTo>
                  <a:pt x="38" y="125"/>
                </a:lnTo>
                <a:lnTo>
                  <a:pt x="41" y="127"/>
                </a:lnTo>
                <a:lnTo>
                  <a:pt x="44" y="127"/>
                </a:lnTo>
                <a:lnTo>
                  <a:pt x="46" y="128"/>
                </a:lnTo>
                <a:lnTo>
                  <a:pt x="49" y="130"/>
                </a:lnTo>
                <a:lnTo>
                  <a:pt x="52" y="130"/>
                </a:lnTo>
                <a:lnTo>
                  <a:pt x="55" y="131"/>
                </a:lnTo>
                <a:lnTo>
                  <a:pt x="59" y="131"/>
                </a:lnTo>
                <a:lnTo>
                  <a:pt x="62" y="131"/>
                </a:lnTo>
                <a:lnTo>
                  <a:pt x="65" y="131"/>
                </a:lnTo>
                <a:lnTo>
                  <a:pt x="69" y="131"/>
                </a:lnTo>
                <a:lnTo>
                  <a:pt x="72" y="131"/>
                </a:lnTo>
                <a:lnTo>
                  <a:pt x="75" y="131"/>
                </a:lnTo>
                <a:lnTo>
                  <a:pt x="79" y="130"/>
                </a:lnTo>
                <a:lnTo>
                  <a:pt x="82" y="130"/>
                </a:lnTo>
                <a:lnTo>
                  <a:pt x="85" y="128"/>
                </a:lnTo>
                <a:lnTo>
                  <a:pt x="88" y="127"/>
                </a:lnTo>
                <a:lnTo>
                  <a:pt x="91" y="127"/>
                </a:lnTo>
                <a:lnTo>
                  <a:pt x="94" y="125"/>
                </a:lnTo>
                <a:lnTo>
                  <a:pt x="97" y="124"/>
                </a:lnTo>
                <a:lnTo>
                  <a:pt x="100" y="123"/>
                </a:lnTo>
                <a:lnTo>
                  <a:pt x="103" y="120"/>
                </a:lnTo>
                <a:lnTo>
                  <a:pt x="105" y="118"/>
                </a:lnTo>
                <a:lnTo>
                  <a:pt x="107" y="117"/>
                </a:lnTo>
                <a:lnTo>
                  <a:pt x="110" y="114"/>
                </a:lnTo>
                <a:lnTo>
                  <a:pt x="111" y="112"/>
                </a:lnTo>
                <a:lnTo>
                  <a:pt x="114" y="110"/>
                </a:lnTo>
                <a:lnTo>
                  <a:pt x="115" y="108"/>
                </a:lnTo>
                <a:lnTo>
                  <a:pt x="118" y="105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8" y="85"/>
                </a:lnTo>
                <a:lnTo>
                  <a:pt x="128" y="82"/>
                </a:lnTo>
                <a:lnTo>
                  <a:pt x="130" y="79"/>
                </a:lnTo>
                <a:lnTo>
                  <a:pt x="130" y="76"/>
                </a:lnTo>
                <a:lnTo>
                  <a:pt x="131" y="72"/>
                </a:lnTo>
                <a:lnTo>
                  <a:pt x="131" y="69"/>
                </a:lnTo>
                <a:lnTo>
                  <a:pt x="131" y="66"/>
                </a:lnTo>
                <a:lnTo>
                  <a:pt x="131" y="62"/>
                </a:lnTo>
                <a:lnTo>
                  <a:pt x="131" y="59"/>
                </a:lnTo>
                <a:lnTo>
                  <a:pt x="130" y="56"/>
                </a:lnTo>
                <a:lnTo>
                  <a:pt x="130" y="53"/>
                </a:lnTo>
                <a:lnTo>
                  <a:pt x="128" y="49"/>
                </a:lnTo>
                <a:lnTo>
                  <a:pt x="128" y="46"/>
                </a:lnTo>
                <a:lnTo>
                  <a:pt x="127" y="43"/>
                </a:lnTo>
                <a:lnTo>
                  <a:pt x="126" y="40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8" y="28"/>
                </a:lnTo>
                <a:lnTo>
                  <a:pt x="115" y="25"/>
                </a:lnTo>
                <a:lnTo>
                  <a:pt x="114" y="22"/>
                </a:lnTo>
                <a:lnTo>
                  <a:pt x="111" y="20"/>
                </a:lnTo>
                <a:lnTo>
                  <a:pt x="110" y="17"/>
                </a:lnTo>
                <a:lnTo>
                  <a:pt x="107" y="16"/>
                </a:lnTo>
                <a:lnTo>
                  <a:pt x="105" y="13"/>
                </a:lnTo>
                <a:lnTo>
                  <a:pt x="103" y="12"/>
                </a:lnTo>
                <a:lnTo>
                  <a:pt x="100" y="10"/>
                </a:lnTo>
                <a:lnTo>
                  <a:pt x="97" y="9"/>
                </a:lnTo>
                <a:lnTo>
                  <a:pt x="94" y="7"/>
                </a:lnTo>
                <a:lnTo>
                  <a:pt x="91" y="6"/>
                </a:lnTo>
                <a:lnTo>
                  <a:pt x="88" y="5"/>
                </a:lnTo>
                <a:lnTo>
                  <a:pt x="85" y="3"/>
                </a:lnTo>
                <a:lnTo>
                  <a:pt x="82" y="3"/>
                </a:lnTo>
                <a:lnTo>
                  <a:pt x="79" y="2"/>
                </a:lnTo>
                <a:lnTo>
                  <a:pt x="75" y="2"/>
                </a:lnTo>
                <a:lnTo>
                  <a:pt x="72" y="2"/>
                </a:lnTo>
                <a:lnTo>
                  <a:pt x="69" y="0"/>
                </a:lnTo>
                <a:lnTo>
                  <a:pt x="65" y="0"/>
                </a:lnTo>
              </a:path>
            </a:pathLst>
          </a:custGeom>
          <a:solidFill>
            <a:schemeClr val="bg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341" name="Shape 1904">
            <a:extLst>
              <a:ext uri="{FF2B5EF4-FFF2-40B4-BE49-F238E27FC236}">
                <a16:creationId xmlns:a16="http://schemas.microsoft.com/office/drawing/2014/main" id="{C377CC99-A32E-4DFA-9493-2458A07EBB44}"/>
              </a:ext>
            </a:extLst>
          </p:cNvPr>
          <p:cNvSpPr>
            <a:spLocks/>
          </p:cNvSpPr>
          <p:nvPr/>
        </p:nvSpPr>
        <p:spPr bwMode="auto">
          <a:xfrm>
            <a:off x="3890963" y="4546600"/>
            <a:ext cx="44450" cy="68263"/>
          </a:xfrm>
          <a:custGeom>
            <a:avLst/>
            <a:gdLst>
              <a:gd name="T0" fmla="*/ 0 w 58"/>
              <a:gd name="T1" fmla="*/ 2147483646 h 87"/>
              <a:gd name="T2" fmla="*/ 0 w 58"/>
              <a:gd name="T3" fmla="*/ 2147483646 h 87"/>
              <a:gd name="T4" fmla="*/ 2147483646 w 58"/>
              <a:gd name="T5" fmla="*/ 2147483646 h 87"/>
              <a:gd name="T6" fmla="*/ 2147483646 w 58"/>
              <a:gd name="T7" fmla="*/ 2147483646 h 87"/>
              <a:gd name="T8" fmla="*/ 2147483646 w 58"/>
              <a:gd name="T9" fmla="*/ 2147483646 h 87"/>
              <a:gd name="T10" fmla="*/ 2147483646 w 58"/>
              <a:gd name="T11" fmla="*/ 2147483646 h 87"/>
              <a:gd name="T12" fmla="*/ 2147483646 w 58"/>
              <a:gd name="T13" fmla="*/ 2147483646 h 87"/>
              <a:gd name="T14" fmla="*/ 2147483646 w 58"/>
              <a:gd name="T15" fmla="*/ 2147483646 h 87"/>
              <a:gd name="T16" fmla="*/ 2147483646 w 58"/>
              <a:gd name="T17" fmla="*/ 2147483646 h 87"/>
              <a:gd name="T18" fmla="*/ 2147483646 w 58"/>
              <a:gd name="T19" fmla="*/ 0 h 87"/>
              <a:gd name="T20" fmla="*/ 2147483646 w 58"/>
              <a:gd name="T21" fmla="*/ 0 h 87"/>
              <a:gd name="T22" fmla="*/ 2147483646 w 58"/>
              <a:gd name="T23" fmla="*/ 0 h 87"/>
              <a:gd name="T24" fmla="*/ 2147483646 w 58"/>
              <a:gd name="T25" fmla="*/ 2147483646 h 87"/>
              <a:gd name="T26" fmla="*/ 2147483646 w 58"/>
              <a:gd name="T27" fmla="*/ 2147483646 h 87"/>
              <a:gd name="T28" fmla="*/ 2147483646 w 58"/>
              <a:gd name="T29" fmla="*/ 2147483646 h 87"/>
              <a:gd name="T30" fmla="*/ 2147483646 w 58"/>
              <a:gd name="T31" fmla="*/ 2147483646 h 87"/>
              <a:gd name="T32" fmla="*/ 2147483646 w 58"/>
              <a:gd name="T33" fmla="*/ 2147483646 h 87"/>
              <a:gd name="T34" fmla="*/ 2147483646 w 58"/>
              <a:gd name="T35" fmla="*/ 2147483646 h 87"/>
              <a:gd name="T36" fmla="*/ 2147483646 w 58"/>
              <a:gd name="T37" fmla="*/ 2147483646 h 87"/>
              <a:gd name="T38" fmla="*/ 2147483646 w 58"/>
              <a:gd name="T39" fmla="*/ 2147483646 h 87"/>
              <a:gd name="T40" fmla="*/ 2147483646 w 58"/>
              <a:gd name="T41" fmla="*/ 2147483646 h 87"/>
              <a:gd name="T42" fmla="*/ 2147483646 w 58"/>
              <a:gd name="T43" fmla="*/ 2147483646 h 87"/>
              <a:gd name="T44" fmla="*/ 2147483646 w 58"/>
              <a:gd name="T45" fmla="*/ 2147483646 h 87"/>
              <a:gd name="T46" fmla="*/ 2147483646 w 58"/>
              <a:gd name="T47" fmla="*/ 2147483646 h 87"/>
              <a:gd name="T48" fmla="*/ 2147483646 w 58"/>
              <a:gd name="T49" fmla="*/ 2147483646 h 87"/>
              <a:gd name="T50" fmla="*/ 2147483646 w 58"/>
              <a:gd name="T51" fmla="*/ 2147483646 h 87"/>
              <a:gd name="T52" fmla="*/ 2147483646 w 58"/>
              <a:gd name="T53" fmla="*/ 2147483646 h 87"/>
              <a:gd name="T54" fmla="*/ 2147483646 w 58"/>
              <a:gd name="T55" fmla="*/ 2147483646 h 87"/>
              <a:gd name="T56" fmla="*/ 2147483646 w 58"/>
              <a:gd name="T57" fmla="*/ 2147483646 h 87"/>
              <a:gd name="T58" fmla="*/ 2147483646 w 58"/>
              <a:gd name="T59" fmla="*/ 2147483646 h 87"/>
              <a:gd name="T60" fmla="*/ 2147483646 w 58"/>
              <a:gd name="T61" fmla="*/ 2147483646 h 87"/>
              <a:gd name="T62" fmla="*/ 2147483646 w 58"/>
              <a:gd name="T63" fmla="*/ 2147483646 h 87"/>
              <a:gd name="T64" fmla="*/ 2147483646 w 58"/>
              <a:gd name="T65" fmla="*/ 2147483646 h 87"/>
              <a:gd name="T66" fmla="*/ 2147483646 w 58"/>
              <a:gd name="T67" fmla="*/ 2147483646 h 87"/>
              <a:gd name="T68" fmla="*/ 2147483646 w 58"/>
              <a:gd name="T69" fmla="*/ 2147483646 h 87"/>
              <a:gd name="T70" fmla="*/ 2147483646 w 58"/>
              <a:gd name="T71" fmla="*/ 2147483646 h 87"/>
              <a:gd name="T72" fmla="*/ 2147483646 w 58"/>
              <a:gd name="T73" fmla="*/ 2147483646 h 87"/>
              <a:gd name="T74" fmla="*/ 2147483646 w 58"/>
              <a:gd name="T75" fmla="*/ 2147483646 h 87"/>
              <a:gd name="T76" fmla="*/ 2147483646 w 58"/>
              <a:gd name="T77" fmla="*/ 2147483646 h 87"/>
              <a:gd name="T78" fmla="*/ 2147483646 w 58"/>
              <a:gd name="T79" fmla="*/ 2147483646 h 87"/>
              <a:gd name="T80" fmla="*/ 2147483646 w 58"/>
              <a:gd name="T81" fmla="*/ 2147483646 h 87"/>
              <a:gd name="T82" fmla="*/ 2147483646 w 58"/>
              <a:gd name="T83" fmla="*/ 2147483646 h 87"/>
              <a:gd name="T84" fmla="*/ 0 w 58"/>
              <a:gd name="T85" fmla="*/ 2147483646 h 87"/>
              <a:gd name="T86" fmla="*/ 0 w 58"/>
              <a:gd name="T87" fmla="*/ 2147483646 h 8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8"/>
              <a:gd name="T133" fmla="*/ 0 h 87"/>
              <a:gd name="T134" fmla="*/ 58 w 58"/>
              <a:gd name="T135" fmla="*/ 87 h 8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8" h="87" extrusionOk="0">
                <a:moveTo>
                  <a:pt x="0" y="52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1"/>
                </a:lnTo>
                <a:lnTo>
                  <a:pt x="0" y="28"/>
                </a:lnTo>
                <a:lnTo>
                  <a:pt x="0" y="26"/>
                </a:lnTo>
                <a:lnTo>
                  <a:pt x="2" y="25"/>
                </a:lnTo>
                <a:lnTo>
                  <a:pt x="2" y="23"/>
                </a:lnTo>
                <a:lnTo>
                  <a:pt x="3" y="22"/>
                </a:lnTo>
                <a:lnTo>
                  <a:pt x="3" y="21"/>
                </a:lnTo>
                <a:lnTo>
                  <a:pt x="5" y="19"/>
                </a:lnTo>
                <a:lnTo>
                  <a:pt x="5" y="18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8"/>
                </a:lnTo>
                <a:lnTo>
                  <a:pt x="15" y="6"/>
                </a:lnTo>
                <a:lnTo>
                  <a:pt x="16" y="6"/>
                </a:lnTo>
                <a:lnTo>
                  <a:pt x="17" y="5"/>
                </a:lnTo>
                <a:lnTo>
                  <a:pt x="19" y="3"/>
                </a:lnTo>
                <a:lnTo>
                  <a:pt x="20" y="3"/>
                </a:lnTo>
                <a:lnTo>
                  <a:pt x="23" y="3"/>
                </a:lnTo>
                <a:lnTo>
                  <a:pt x="25" y="2"/>
                </a:lnTo>
                <a:lnTo>
                  <a:pt x="26" y="2"/>
                </a:lnTo>
                <a:lnTo>
                  <a:pt x="28" y="2"/>
                </a:lnTo>
                <a:lnTo>
                  <a:pt x="29" y="0"/>
                </a:lnTo>
                <a:lnTo>
                  <a:pt x="30" y="0"/>
                </a:lnTo>
                <a:lnTo>
                  <a:pt x="33" y="0"/>
                </a:lnTo>
                <a:lnTo>
                  <a:pt x="35" y="0"/>
                </a:lnTo>
                <a:lnTo>
                  <a:pt x="22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2"/>
                </a:lnTo>
                <a:lnTo>
                  <a:pt x="32" y="2"/>
                </a:lnTo>
                <a:lnTo>
                  <a:pt x="33" y="2"/>
                </a:lnTo>
                <a:lnTo>
                  <a:pt x="35" y="3"/>
                </a:lnTo>
                <a:lnTo>
                  <a:pt x="36" y="3"/>
                </a:lnTo>
                <a:lnTo>
                  <a:pt x="38" y="3"/>
                </a:lnTo>
                <a:lnTo>
                  <a:pt x="39" y="5"/>
                </a:lnTo>
                <a:lnTo>
                  <a:pt x="41" y="6"/>
                </a:lnTo>
                <a:lnTo>
                  <a:pt x="42" y="6"/>
                </a:lnTo>
                <a:lnTo>
                  <a:pt x="43" y="8"/>
                </a:lnTo>
                <a:lnTo>
                  <a:pt x="45" y="9"/>
                </a:lnTo>
                <a:lnTo>
                  <a:pt x="46" y="9"/>
                </a:lnTo>
                <a:lnTo>
                  <a:pt x="48" y="10"/>
                </a:lnTo>
                <a:lnTo>
                  <a:pt x="48" y="12"/>
                </a:lnTo>
                <a:lnTo>
                  <a:pt x="49" y="13"/>
                </a:lnTo>
                <a:lnTo>
                  <a:pt x="51" y="15"/>
                </a:lnTo>
                <a:lnTo>
                  <a:pt x="52" y="16"/>
                </a:lnTo>
                <a:lnTo>
                  <a:pt x="52" y="18"/>
                </a:lnTo>
                <a:lnTo>
                  <a:pt x="53" y="19"/>
                </a:lnTo>
                <a:lnTo>
                  <a:pt x="53" y="21"/>
                </a:lnTo>
                <a:lnTo>
                  <a:pt x="55" y="22"/>
                </a:lnTo>
                <a:lnTo>
                  <a:pt x="55" y="23"/>
                </a:lnTo>
                <a:lnTo>
                  <a:pt x="56" y="25"/>
                </a:lnTo>
                <a:lnTo>
                  <a:pt x="56" y="26"/>
                </a:lnTo>
                <a:lnTo>
                  <a:pt x="56" y="28"/>
                </a:lnTo>
                <a:lnTo>
                  <a:pt x="56" y="31"/>
                </a:lnTo>
                <a:lnTo>
                  <a:pt x="58" y="32"/>
                </a:lnTo>
                <a:lnTo>
                  <a:pt x="58" y="33"/>
                </a:lnTo>
                <a:lnTo>
                  <a:pt x="58" y="35"/>
                </a:lnTo>
                <a:lnTo>
                  <a:pt x="58" y="52"/>
                </a:lnTo>
                <a:lnTo>
                  <a:pt x="58" y="54"/>
                </a:lnTo>
                <a:lnTo>
                  <a:pt x="58" y="55"/>
                </a:lnTo>
                <a:lnTo>
                  <a:pt x="56" y="58"/>
                </a:lnTo>
                <a:lnTo>
                  <a:pt x="56" y="59"/>
                </a:lnTo>
                <a:lnTo>
                  <a:pt x="56" y="61"/>
                </a:lnTo>
                <a:lnTo>
                  <a:pt x="56" y="62"/>
                </a:lnTo>
                <a:lnTo>
                  <a:pt x="55" y="64"/>
                </a:lnTo>
                <a:lnTo>
                  <a:pt x="55" y="65"/>
                </a:lnTo>
                <a:lnTo>
                  <a:pt x="53" y="67"/>
                </a:lnTo>
                <a:lnTo>
                  <a:pt x="53" y="68"/>
                </a:lnTo>
                <a:lnTo>
                  <a:pt x="52" y="69"/>
                </a:lnTo>
                <a:lnTo>
                  <a:pt x="52" y="71"/>
                </a:lnTo>
                <a:lnTo>
                  <a:pt x="51" y="72"/>
                </a:lnTo>
                <a:lnTo>
                  <a:pt x="49" y="74"/>
                </a:lnTo>
                <a:lnTo>
                  <a:pt x="48" y="75"/>
                </a:lnTo>
                <a:lnTo>
                  <a:pt x="48" y="77"/>
                </a:lnTo>
                <a:lnTo>
                  <a:pt x="46" y="78"/>
                </a:lnTo>
                <a:lnTo>
                  <a:pt x="45" y="80"/>
                </a:lnTo>
                <a:lnTo>
                  <a:pt x="43" y="80"/>
                </a:lnTo>
                <a:lnTo>
                  <a:pt x="42" y="81"/>
                </a:lnTo>
                <a:lnTo>
                  <a:pt x="41" y="82"/>
                </a:lnTo>
                <a:lnTo>
                  <a:pt x="39" y="82"/>
                </a:lnTo>
                <a:lnTo>
                  <a:pt x="38" y="84"/>
                </a:lnTo>
                <a:lnTo>
                  <a:pt x="36" y="84"/>
                </a:lnTo>
                <a:lnTo>
                  <a:pt x="35" y="85"/>
                </a:lnTo>
                <a:lnTo>
                  <a:pt x="33" y="85"/>
                </a:lnTo>
                <a:lnTo>
                  <a:pt x="32" y="85"/>
                </a:lnTo>
                <a:lnTo>
                  <a:pt x="29" y="87"/>
                </a:lnTo>
                <a:lnTo>
                  <a:pt x="28" y="87"/>
                </a:lnTo>
                <a:lnTo>
                  <a:pt x="26" y="87"/>
                </a:lnTo>
                <a:lnTo>
                  <a:pt x="25" y="87"/>
                </a:lnTo>
                <a:lnTo>
                  <a:pt x="22" y="87"/>
                </a:lnTo>
                <a:lnTo>
                  <a:pt x="35" y="87"/>
                </a:lnTo>
                <a:lnTo>
                  <a:pt x="33" y="87"/>
                </a:lnTo>
                <a:lnTo>
                  <a:pt x="30" y="87"/>
                </a:lnTo>
                <a:lnTo>
                  <a:pt x="29" y="87"/>
                </a:lnTo>
                <a:lnTo>
                  <a:pt x="28" y="87"/>
                </a:lnTo>
                <a:lnTo>
                  <a:pt x="26" y="85"/>
                </a:lnTo>
                <a:lnTo>
                  <a:pt x="25" y="85"/>
                </a:lnTo>
                <a:lnTo>
                  <a:pt x="23" y="85"/>
                </a:lnTo>
                <a:lnTo>
                  <a:pt x="20" y="84"/>
                </a:lnTo>
                <a:lnTo>
                  <a:pt x="19" y="84"/>
                </a:lnTo>
                <a:lnTo>
                  <a:pt x="17" y="82"/>
                </a:lnTo>
                <a:lnTo>
                  <a:pt x="16" y="82"/>
                </a:lnTo>
                <a:lnTo>
                  <a:pt x="15" y="81"/>
                </a:lnTo>
                <a:lnTo>
                  <a:pt x="13" y="80"/>
                </a:lnTo>
                <a:lnTo>
                  <a:pt x="12" y="80"/>
                </a:lnTo>
                <a:lnTo>
                  <a:pt x="12" y="78"/>
                </a:lnTo>
                <a:lnTo>
                  <a:pt x="10" y="77"/>
                </a:lnTo>
                <a:lnTo>
                  <a:pt x="9" y="75"/>
                </a:lnTo>
                <a:lnTo>
                  <a:pt x="7" y="74"/>
                </a:lnTo>
                <a:lnTo>
                  <a:pt x="6" y="72"/>
                </a:lnTo>
                <a:lnTo>
                  <a:pt x="6" y="71"/>
                </a:lnTo>
                <a:lnTo>
                  <a:pt x="5" y="69"/>
                </a:lnTo>
                <a:lnTo>
                  <a:pt x="5" y="68"/>
                </a:lnTo>
                <a:lnTo>
                  <a:pt x="3" y="67"/>
                </a:lnTo>
                <a:lnTo>
                  <a:pt x="3" y="65"/>
                </a:lnTo>
                <a:lnTo>
                  <a:pt x="2" y="64"/>
                </a:lnTo>
                <a:lnTo>
                  <a:pt x="2" y="62"/>
                </a:lnTo>
                <a:lnTo>
                  <a:pt x="0" y="61"/>
                </a:lnTo>
                <a:lnTo>
                  <a:pt x="0" y="59"/>
                </a:lnTo>
                <a:lnTo>
                  <a:pt x="0" y="58"/>
                </a:lnTo>
                <a:lnTo>
                  <a:pt x="0" y="55"/>
                </a:lnTo>
                <a:lnTo>
                  <a:pt x="0" y="54"/>
                </a:lnTo>
                <a:lnTo>
                  <a:pt x="0" y="52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56342" name="Shape 1905">
            <a:extLst>
              <a:ext uri="{FF2B5EF4-FFF2-40B4-BE49-F238E27FC236}">
                <a16:creationId xmlns:a16="http://schemas.microsoft.com/office/drawing/2014/main" id="{4B21EF8C-826C-48DB-9B74-5666191B0AB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975475" y="2320925"/>
            <a:ext cx="1301750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343" name="Shape 1906">
            <a:extLst>
              <a:ext uri="{FF2B5EF4-FFF2-40B4-BE49-F238E27FC236}">
                <a16:creationId xmlns:a16="http://schemas.microsoft.com/office/drawing/2014/main" id="{6C309D7C-E483-4B15-B228-613B95B29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513556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sp>
        <p:nvSpPr>
          <p:cNvPr id="56344" name="Shape 1907">
            <a:extLst>
              <a:ext uri="{FF2B5EF4-FFF2-40B4-BE49-F238E27FC236}">
                <a16:creationId xmlns:a16="http://schemas.microsoft.com/office/drawing/2014/main" id="{50F7BB5D-C54E-43FA-A020-AD4B6C369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4688" y="1987550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56345" name="Shape 1908">
            <a:extLst>
              <a:ext uri="{FF2B5EF4-FFF2-40B4-BE49-F238E27FC236}">
                <a16:creationId xmlns:a16="http://schemas.microsoft.com/office/drawing/2014/main" id="{6B053A79-D4F9-4A7C-9E16-09A7993A4A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8988" y="2074863"/>
            <a:ext cx="20637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2 </a:t>
            </a:r>
          </a:p>
        </p:txBody>
      </p:sp>
      <p:sp>
        <p:nvSpPr>
          <p:cNvPr id="56346" name="Shape 1909">
            <a:extLst>
              <a:ext uri="{FF2B5EF4-FFF2-40B4-BE49-F238E27FC236}">
                <a16:creationId xmlns:a16="http://schemas.microsoft.com/office/drawing/2014/main" id="{AE7943DC-5E8C-430B-ADF8-99C48E90A1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4688" y="4254500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56347" name="Shape 1910">
            <a:extLst>
              <a:ext uri="{FF2B5EF4-FFF2-40B4-BE49-F238E27FC236}">
                <a16:creationId xmlns:a16="http://schemas.microsoft.com/office/drawing/2014/main" id="{29B1EC0E-6CAC-414D-8AD5-2C3438475E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8988" y="4340225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56348" name="Shape 1911">
            <a:extLst>
              <a:ext uri="{FF2B5EF4-FFF2-40B4-BE49-F238E27FC236}">
                <a16:creationId xmlns:a16="http://schemas.microsoft.com/office/drawing/2014/main" id="{990DDAB7-37B9-43EF-AADB-43E06F9E3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9300" y="4467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56349" name="Shape 1912">
            <a:extLst>
              <a:ext uri="{FF2B5EF4-FFF2-40B4-BE49-F238E27FC236}">
                <a16:creationId xmlns:a16="http://schemas.microsoft.com/office/drawing/2014/main" id="{AC121E0C-2914-436B-84E3-8E396E906B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4813" y="5137150"/>
            <a:ext cx="646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Clock </a:t>
            </a:r>
          </a:p>
        </p:txBody>
      </p:sp>
      <p:sp>
        <p:nvSpPr>
          <p:cNvPr id="56350" name="Shape 1913">
            <a:extLst>
              <a:ext uri="{FF2B5EF4-FFF2-40B4-BE49-F238E27FC236}">
                <a16:creationId xmlns:a16="http://schemas.microsoft.com/office/drawing/2014/main" id="{9B5A93A0-1435-44B3-882D-BEF1F905D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1213" y="2195513"/>
            <a:ext cx="2254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z </a:t>
            </a:r>
          </a:p>
        </p:txBody>
      </p:sp>
      <p:sp>
        <p:nvSpPr>
          <p:cNvPr id="56351" name="Shape 1914">
            <a:extLst>
              <a:ext uri="{FF2B5EF4-FFF2-40B4-BE49-F238E27FC236}">
                <a16:creationId xmlns:a16="http://schemas.microsoft.com/office/drawing/2014/main" id="{47074E82-E449-43F5-9146-232E73D21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4254500"/>
            <a:ext cx="2365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56352" name="Shape 1915">
            <a:extLst>
              <a:ext uri="{FF2B5EF4-FFF2-40B4-BE49-F238E27FC236}">
                <a16:creationId xmlns:a16="http://schemas.microsoft.com/office/drawing/2014/main" id="{FF3DD2D4-BA08-4B4D-B18D-0AE833CC0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7425" y="4340225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56353" name="Shape 1916">
            <a:extLst>
              <a:ext uri="{FF2B5EF4-FFF2-40B4-BE49-F238E27FC236}">
                <a16:creationId xmlns:a16="http://schemas.microsoft.com/office/drawing/2014/main" id="{695BA9AF-CD63-4F79-8A29-512D70CB26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1987550"/>
            <a:ext cx="2365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56354" name="Shape 1917">
            <a:extLst>
              <a:ext uri="{FF2B5EF4-FFF2-40B4-BE49-F238E27FC236}">
                <a16:creationId xmlns:a16="http://schemas.microsoft.com/office/drawing/2014/main" id="{6601626A-52FB-4855-8893-8BEE29A2A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7425" y="2074863"/>
            <a:ext cx="20637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2 </a:t>
            </a:r>
          </a:p>
        </p:txBody>
      </p:sp>
      <p:sp>
        <p:nvSpPr>
          <p:cNvPr id="56355" name="Shape 1918">
            <a:extLst>
              <a:ext uri="{FF2B5EF4-FFF2-40B4-BE49-F238E27FC236}">
                <a16:creationId xmlns:a16="http://schemas.microsoft.com/office/drawing/2014/main" id="{71C904DF-70B7-415E-BDDB-1B0913669A4C}"/>
              </a:ext>
            </a:extLst>
          </p:cNvPr>
          <p:cNvSpPr>
            <a:spLocks/>
          </p:cNvSpPr>
          <p:nvPr/>
        </p:nvSpPr>
        <p:spPr bwMode="auto">
          <a:xfrm>
            <a:off x="4233863" y="2481263"/>
            <a:ext cx="3403600" cy="2101850"/>
          </a:xfrm>
          <a:custGeom>
            <a:avLst/>
            <a:gdLst>
              <a:gd name="T0" fmla="*/ 0 w 4289"/>
              <a:gd name="T1" fmla="*/ 0 h 2648"/>
              <a:gd name="T2" fmla="*/ 0 w 4289"/>
              <a:gd name="T3" fmla="*/ 2147483646 h 2648"/>
              <a:gd name="T4" fmla="*/ 2147483646 w 4289"/>
              <a:gd name="T5" fmla="*/ 2147483646 h 2648"/>
              <a:gd name="T6" fmla="*/ 2147483646 w 4289"/>
              <a:gd name="T7" fmla="*/ 2147483646 h 2648"/>
              <a:gd name="T8" fmla="*/ 2147483646 w 4289"/>
              <a:gd name="T9" fmla="*/ 2147483646 h 26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89"/>
              <a:gd name="T16" fmla="*/ 0 h 2648"/>
              <a:gd name="T17" fmla="*/ 4289 w 4289"/>
              <a:gd name="T18" fmla="*/ 2648 h 26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89" h="2648" extrusionOk="0">
                <a:moveTo>
                  <a:pt x="0" y="0"/>
                </a:moveTo>
                <a:lnTo>
                  <a:pt x="0" y="1842"/>
                </a:lnTo>
                <a:lnTo>
                  <a:pt x="4289" y="1842"/>
                </a:lnTo>
                <a:lnTo>
                  <a:pt x="4289" y="2648"/>
                </a:lnTo>
                <a:lnTo>
                  <a:pt x="3455" y="2648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356" name="Shape 1919">
            <a:extLst>
              <a:ext uri="{FF2B5EF4-FFF2-40B4-BE49-F238E27FC236}">
                <a16:creationId xmlns:a16="http://schemas.microsoft.com/office/drawing/2014/main" id="{1624AB7A-B5E1-4F62-804E-92D32C59E1E2}"/>
              </a:ext>
            </a:extLst>
          </p:cNvPr>
          <p:cNvSpPr>
            <a:spLocks/>
          </p:cNvSpPr>
          <p:nvPr/>
        </p:nvSpPr>
        <p:spPr bwMode="auto">
          <a:xfrm>
            <a:off x="3592513" y="2982913"/>
            <a:ext cx="2582862" cy="2262187"/>
          </a:xfrm>
          <a:custGeom>
            <a:avLst/>
            <a:gdLst>
              <a:gd name="T0" fmla="*/ 0 w 3253"/>
              <a:gd name="T1" fmla="*/ 2147483646 h 2850"/>
              <a:gd name="T2" fmla="*/ 2147483646 w 3253"/>
              <a:gd name="T3" fmla="*/ 2147483646 h 2850"/>
              <a:gd name="T4" fmla="*/ 2147483646 w 3253"/>
              <a:gd name="T5" fmla="*/ 0 h 2850"/>
              <a:gd name="T6" fmla="*/ 2147483646 w 3253"/>
              <a:gd name="T7" fmla="*/ 0 h 2850"/>
              <a:gd name="T8" fmla="*/ 0 60000 65536"/>
              <a:gd name="T9" fmla="*/ 0 60000 65536"/>
              <a:gd name="T10" fmla="*/ 0 60000 65536"/>
              <a:gd name="T11" fmla="*/ 0 60000 65536"/>
              <a:gd name="T12" fmla="*/ 0 w 3253"/>
              <a:gd name="T13" fmla="*/ 0 h 2850"/>
              <a:gd name="T14" fmla="*/ 3253 w 3253"/>
              <a:gd name="T15" fmla="*/ 2850 h 28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253" h="2850" extrusionOk="0">
                <a:moveTo>
                  <a:pt x="0" y="2850"/>
                </a:moveTo>
                <a:lnTo>
                  <a:pt x="2447" y="2850"/>
                </a:lnTo>
                <a:lnTo>
                  <a:pt x="2447" y="0"/>
                </a:lnTo>
                <a:lnTo>
                  <a:pt x="325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56357" name="Shape 1920">
            <a:extLst>
              <a:ext uri="{FF2B5EF4-FFF2-40B4-BE49-F238E27FC236}">
                <a16:creationId xmlns:a16="http://schemas.microsoft.com/office/drawing/2014/main" id="{4CE493A2-19B2-4E7D-B637-AE196A15AE2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535613" y="5245100"/>
            <a:ext cx="639762" cy="0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358" name="Shape 1921">
            <a:extLst>
              <a:ext uri="{FF2B5EF4-FFF2-40B4-BE49-F238E27FC236}">
                <a16:creationId xmlns:a16="http://schemas.microsoft.com/office/drawing/2014/main" id="{3A48FA07-A02D-4696-B443-79F5FFC0E9EF}"/>
              </a:ext>
            </a:extLst>
          </p:cNvPr>
          <p:cNvSpPr>
            <a:spLocks/>
          </p:cNvSpPr>
          <p:nvPr/>
        </p:nvSpPr>
        <p:spPr bwMode="auto">
          <a:xfrm>
            <a:off x="3913188" y="2160588"/>
            <a:ext cx="320675" cy="2422525"/>
          </a:xfrm>
          <a:custGeom>
            <a:avLst/>
            <a:gdLst>
              <a:gd name="T0" fmla="*/ 0 w 403"/>
              <a:gd name="T1" fmla="*/ 2147483646 h 3051"/>
              <a:gd name="T2" fmla="*/ 0 w 403"/>
              <a:gd name="T3" fmla="*/ 0 h 3051"/>
              <a:gd name="T4" fmla="*/ 2147483646 w 403"/>
              <a:gd name="T5" fmla="*/ 0 h 3051"/>
              <a:gd name="T6" fmla="*/ 0 60000 65536"/>
              <a:gd name="T7" fmla="*/ 0 60000 65536"/>
              <a:gd name="T8" fmla="*/ 0 60000 65536"/>
              <a:gd name="T9" fmla="*/ 0 w 403"/>
              <a:gd name="T10" fmla="*/ 0 h 3051"/>
              <a:gd name="T11" fmla="*/ 403 w 403"/>
              <a:gd name="T12" fmla="*/ 3051 h 30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03" h="3051" extrusionOk="0">
                <a:moveTo>
                  <a:pt x="0" y="3051"/>
                </a:moveTo>
                <a:lnTo>
                  <a:pt x="0" y="0"/>
                </a:lnTo>
                <a:lnTo>
                  <a:pt x="40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359" name="Shape 1922">
            <a:extLst>
              <a:ext uri="{FF2B5EF4-FFF2-40B4-BE49-F238E27FC236}">
                <a16:creationId xmlns:a16="http://schemas.microsoft.com/office/drawing/2014/main" id="{ECE31848-91E1-4015-B887-AAACBDA9FAD2}"/>
              </a:ext>
            </a:extLst>
          </p:cNvPr>
          <p:cNvSpPr>
            <a:spLocks/>
          </p:cNvSpPr>
          <p:nvPr/>
        </p:nvSpPr>
        <p:spPr bwMode="auto">
          <a:xfrm>
            <a:off x="5489575" y="5210175"/>
            <a:ext cx="68263" cy="44450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0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2147483646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0 w 87"/>
              <a:gd name="T85" fmla="*/ 2147483646 h 58"/>
              <a:gd name="T86" fmla="*/ 0 w 87"/>
              <a:gd name="T87" fmla="*/ 2147483646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87"/>
              <a:gd name="T133" fmla="*/ 0 h 58"/>
              <a:gd name="T134" fmla="*/ 87 w 87"/>
              <a:gd name="T135" fmla="*/ 58 h 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87" h="58" extrusionOk="0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360" name="Shape 1923">
            <a:extLst>
              <a:ext uri="{FF2B5EF4-FFF2-40B4-BE49-F238E27FC236}">
                <a16:creationId xmlns:a16="http://schemas.microsoft.com/office/drawing/2014/main" id="{D946EB2B-43C7-43D5-B5ED-6960E2392656}"/>
              </a:ext>
            </a:extLst>
          </p:cNvPr>
          <p:cNvSpPr>
            <a:spLocks/>
          </p:cNvSpPr>
          <p:nvPr/>
        </p:nvSpPr>
        <p:spPr bwMode="auto">
          <a:xfrm>
            <a:off x="6564313" y="5861050"/>
            <a:ext cx="46037" cy="46038"/>
          </a:xfrm>
          <a:custGeom>
            <a:avLst/>
            <a:gdLst>
              <a:gd name="T0" fmla="*/ 0 w 58"/>
              <a:gd name="T1" fmla="*/ 2147483646 h 57"/>
              <a:gd name="T2" fmla="*/ 0 w 58"/>
              <a:gd name="T3" fmla="*/ 2147483646 h 57"/>
              <a:gd name="T4" fmla="*/ 2147483646 w 58"/>
              <a:gd name="T5" fmla="*/ 2147483646 h 57"/>
              <a:gd name="T6" fmla="*/ 2147483646 w 58"/>
              <a:gd name="T7" fmla="*/ 2147483646 h 57"/>
              <a:gd name="T8" fmla="*/ 2147483646 w 58"/>
              <a:gd name="T9" fmla="*/ 2147483646 h 57"/>
              <a:gd name="T10" fmla="*/ 2147483646 w 58"/>
              <a:gd name="T11" fmla="*/ 2147483646 h 57"/>
              <a:gd name="T12" fmla="*/ 2147483646 w 58"/>
              <a:gd name="T13" fmla="*/ 2147483646 h 57"/>
              <a:gd name="T14" fmla="*/ 2147483646 w 58"/>
              <a:gd name="T15" fmla="*/ 2147483646 h 57"/>
              <a:gd name="T16" fmla="*/ 2147483646 w 58"/>
              <a:gd name="T17" fmla="*/ 2147483646 h 57"/>
              <a:gd name="T18" fmla="*/ 2147483646 w 58"/>
              <a:gd name="T19" fmla="*/ 0 h 57"/>
              <a:gd name="T20" fmla="*/ 2147483646 w 58"/>
              <a:gd name="T21" fmla="*/ 0 h 57"/>
              <a:gd name="T22" fmla="*/ 2147483646 w 58"/>
              <a:gd name="T23" fmla="*/ 0 h 57"/>
              <a:gd name="T24" fmla="*/ 2147483646 w 58"/>
              <a:gd name="T25" fmla="*/ 2147483646 h 57"/>
              <a:gd name="T26" fmla="*/ 2147483646 w 58"/>
              <a:gd name="T27" fmla="*/ 2147483646 h 57"/>
              <a:gd name="T28" fmla="*/ 2147483646 w 58"/>
              <a:gd name="T29" fmla="*/ 2147483646 h 57"/>
              <a:gd name="T30" fmla="*/ 2147483646 w 58"/>
              <a:gd name="T31" fmla="*/ 2147483646 h 57"/>
              <a:gd name="T32" fmla="*/ 2147483646 w 58"/>
              <a:gd name="T33" fmla="*/ 2147483646 h 57"/>
              <a:gd name="T34" fmla="*/ 2147483646 w 58"/>
              <a:gd name="T35" fmla="*/ 2147483646 h 57"/>
              <a:gd name="T36" fmla="*/ 2147483646 w 58"/>
              <a:gd name="T37" fmla="*/ 2147483646 h 57"/>
              <a:gd name="T38" fmla="*/ 2147483646 w 58"/>
              <a:gd name="T39" fmla="*/ 2147483646 h 57"/>
              <a:gd name="T40" fmla="*/ 2147483646 w 58"/>
              <a:gd name="T41" fmla="*/ 2147483646 h 57"/>
              <a:gd name="T42" fmla="*/ 2147483646 w 58"/>
              <a:gd name="T43" fmla="*/ 2147483646 h 57"/>
              <a:gd name="T44" fmla="*/ 2147483646 w 58"/>
              <a:gd name="T45" fmla="*/ 2147483646 h 57"/>
              <a:gd name="T46" fmla="*/ 2147483646 w 58"/>
              <a:gd name="T47" fmla="*/ 2147483646 h 57"/>
              <a:gd name="T48" fmla="*/ 2147483646 w 58"/>
              <a:gd name="T49" fmla="*/ 2147483646 h 57"/>
              <a:gd name="T50" fmla="*/ 2147483646 w 58"/>
              <a:gd name="T51" fmla="*/ 2147483646 h 57"/>
              <a:gd name="T52" fmla="*/ 2147483646 w 58"/>
              <a:gd name="T53" fmla="*/ 2147483646 h 57"/>
              <a:gd name="T54" fmla="*/ 2147483646 w 58"/>
              <a:gd name="T55" fmla="*/ 2147483646 h 57"/>
              <a:gd name="T56" fmla="*/ 2147483646 w 58"/>
              <a:gd name="T57" fmla="*/ 2147483646 h 57"/>
              <a:gd name="T58" fmla="*/ 2147483646 w 58"/>
              <a:gd name="T59" fmla="*/ 2147483646 h 57"/>
              <a:gd name="T60" fmla="*/ 2147483646 w 58"/>
              <a:gd name="T61" fmla="*/ 2147483646 h 57"/>
              <a:gd name="T62" fmla="*/ 2147483646 w 58"/>
              <a:gd name="T63" fmla="*/ 2147483646 h 57"/>
              <a:gd name="T64" fmla="*/ 2147483646 w 58"/>
              <a:gd name="T65" fmla="*/ 2147483646 h 57"/>
              <a:gd name="T66" fmla="*/ 2147483646 w 58"/>
              <a:gd name="T67" fmla="*/ 2147483646 h 57"/>
              <a:gd name="T68" fmla="*/ 2147483646 w 58"/>
              <a:gd name="T69" fmla="*/ 2147483646 h 57"/>
              <a:gd name="T70" fmla="*/ 2147483646 w 58"/>
              <a:gd name="T71" fmla="*/ 2147483646 h 57"/>
              <a:gd name="T72" fmla="*/ 2147483646 w 58"/>
              <a:gd name="T73" fmla="*/ 2147483646 h 57"/>
              <a:gd name="T74" fmla="*/ 2147483646 w 58"/>
              <a:gd name="T75" fmla="*/ 2147483646 h 57"/>
              <a:gd name="T76" fmla="*/ 2147483646 w 58"/>
              <a:gd name="T77" fmla="*/ 2147483646 h 57"/>
              <a:gd name="T78" fmla="*/ 2147483646 w 58"/>
              <a:gd name="T79" fmla="*/ 2147483646 h 57"/>
              <a:gd name="T80" fmla="*/ 2147483646 w 58"/>
              <a:gd name="T81" fmla="*/ 2147483646 h 57"/>
              <a:gd name="T82" fmla="*/ 2147483646 w 58"/>
              <a:gd name="T83" fmla="*/ 2147483646 h 57"/>
              <a:gd name="T84" fmla="*/ 0 w 58"/>
              <a:gd name="T85" fmla="*/ 2147483646 h 57"/>
              <a:gd name="T86" fmla="*/ 0 w 58"/>
              <a:gd name="T87" fmla="*/ 2147483646 h 5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8"/>
              <a:gd name="T133" fmla="*/ 0 h 57"/>
              <a:gd name="T134" fmla="*/ 58 w 58"/>
              <a:gd name="T135" fmla="*/ 57 h 5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8" h="57" extrusionOk="0">
                <a:moveTo>
                  <a:pt x="0" y="23"/>
                </a:moveTo>
                <a:lnTo>
                  <a:pt x="0" y="34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1"/>
                </a:lnTo>
                <a:lnTo>
                  <a:pt x="11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22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1"/>
                </a:lnTo>
                <a:lnTo>
                  <a:pt x="32" y="1"/>
                </a:lnTo>
                <a:lnTo>
                  <a:pt x="34" y="1"/>
                </a:lnTo>
                <a:lnTo>
                  <a:pt x="35" y="3"/>
                </a:lnTo>
                <a:lnTo>
                  <a:pt x="36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4" y="7"/>
                </a:lnTo>
                <a:lnTo>
                  <a:pt x="45" y="9"/>
                </a:lnTo>
                <a:lnTo>
                  <a:pt x="46" y="9"/>
                </a:lnTo>
                <a:lnTo>
                  <a:pt x="48" y="10"/>
                </a:lnTo>
                <a:lnTo>
                  <a:pt x="48" y="11"/>
                </a:lnTo>
                <a:lnTo>
                  <a:pt x="49" y="13"/>
                </a:lnTo>
                <a:lnTo>
                  <a:pt x="51" y="14"/>
                </a:lnTo>
                <a:lnTo>
                  <a:pt x="52" y="16"/>
                </a:lnTo>
                <a:lnTo>
                  <a:pt x="52" y="17"/>
                </a:lnTo>
                <a:lnTo>
                  <a:pt x="54" y="19"/>
                </a:lnTo>
                <a:lnTo>
                  <a:pt x="54" y="20"/>
                </a:lnTo>
                <a:lnTo>
                  <a:pt x="55" y="21"/>
                </a:lnTo>
                <a:lnTo>
                  <a:pt x="55" y="23"/>
                </a:lnTo>
                <a:lnTo>
                  <a:pt x="57" y="24"/>
                </a:lnTo>
                <a:lnTo>
                  <a:pt x="57" y="26"/>
                </a:lnTo>
                <a:lnTo>
                  <a:pt x="57" y="27"/>
                </a:lnTo>
                <a:lnTo>
                  <a:pt x="57" y="30"/>
                </a:lnTo>
                <a:lnTo>
                  <a:pt x="58" y="32"/>
                </a:lnTo>
                <a:lnTo>
                  <a:pt x="58" y="33"/>
                </a:lnTo>
                <a:lnTo>
                  <a:pt x="58" y="34"/>
                </a:lnTo>
                <a:lnTo>
                  <a:pt x="58" y="23"/>
                </a:lnTo>
                <a:lnTo>
                  <a:pt x="58" y="24"/>
                </a:lnTo>
                <a:lnTo>
                  <a:pt x="58" y="26"/>
                </a:lnTo>
                <a:lnTo>
                  <a:pt x="57" y="29"/>
                </a:lnTo>
                <a:lnTo>
                  <a:pt x="57" y="30"/>
                </a:lnTo>
                <a:lnTo>
                  <a:pt x="57" y="32"/>
                </a:lnTo>
                <a:lnTo>
                  <a:pt x="57" y="33"/>
                </a:lnTo>
                <a:lnTo>
                  <a:pt x="55" y="34"/>
                </a:lnTo>
                <a:lnTo>
                  <a:pt x="55" y="36"/>
                </a:lnTo>
                <a:lnTo>
                  <a:pt x="54" y="37"/>
                </a:lnTo>
                <a:lnTo>
                  <a:pt x="54" y="39"/>
                </a:lnTo>
                <a:lnTo>
                  <a:pt x="52" y="40"/>
                </a:lnTo>
                <a:lnTo>
                  <a:pt x="52" y="42"/>
                </a:lnTo>
                <a:lnTo>
                  <a:pt x="51" y="43"/>
                </a:lnTo>
                <a:lnTo>
                  <a:pt x="49" y="45"/>
                </a:lnTo>
                <a:lnTo>
                  <a:pt x="48" y="46"/>
                </a:lnTo>
                <a:lnTo>
                  <a:pt x="48" y="47"/>
                </a:lnTo>
                <a:lnTo>
                  <a:pt x="46" y="49"/>
                </a:lnTo>
                <a:lnTo>
                  <a:pt x="45" y="50"/>
                </a:lnTo>
                <a:lnTo>
                  <a:pt x="44" y="50"/>
                </a:lnTo>
                <a:lnTo>
                  <a:pt x="42" y="52"/>
                </a:lnTo>
                <a:lnTo>
                  <a:pt x="41" y="53"/>
                </a:lnTo>
                <a:lnTo>
                  <a:pt x="39" y="53"/>
                </a:lnTo>
                <a:lnTo>
                  <a:pt x="38" y="55"/>
                </a:lnTo>
                <a:lnTo>
                  <a:pt x="36" y="55"/>
                </a:lnTo>
                <a:lnTo>
                  <a:pt x="35" y="56"/>
                </a:lnTo>
                <a:lnTo>
                  <a:pt x="34" y="56"/>
                </a:lnTo>
                <a:lnTo>
                  <a:pt x="32" y="56"/>
                </a:lnTo>
                <a:lnTo>
                  <a:pt x="29" y="57"/>
                </a:lnTo>
                <a:lnTo>
                  <a:pt x="28" y="57"/>
                </a:lnTo>
                <a:lnTo>
                  <a:pt x="26" y="57"/>
                </a:lnTo>
                <a:lnTo>
                  <a:pt x="25" y="57"/>
                </a:lnTo>
                <a:lnTo>
                  <a:pt x="22" y="57"/>
                </a:lnTo>
                <a:lnTo>
                  <a:pt x="35" y="57"/>
                </a:lnTo>
                <a:lnTo>
                  <a:pt x="34" y="57"/>
                </a:lnTo>
                <a:lnTo>
                  <a:pt x="31" y="57"/>
                </a:lnTo>
                <a:lnTo>
                  <a:pt x="29" y="57"/>
                </a:lnTo>
                <a:lnTo>
                  <a:pt x="28" y="57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1" y="47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4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361" name="Shape 1924">
            <a:extLst>
              <a:ext uri="{FF2B5EF4-FFF2-40B4-BE49-F238E27FC236}">
                <a16:creationId xmlns:a16="http://schemas.microsoft.com/office/drawing/2014/main" id="{9FD0F225-8594-46BA-B63F-0079F812FC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8613" y="576580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Resetn</a:t>
            </a:r>
          </a:p>
        </p:txBody>
      </p:sp>
      <p:sp>
        <p:nvSpPr>
          <p:cNvPr id="56362" name="Shape 1925">
            <a:extLst>
              <a:ext uri="{FF2B5EF4-FFF2-40B4-BE49-F238E27FC236}">
                <a16:creationId xmlns:a16="http://schemas.microsoft.com/office/drawing/2014/main" id="{E76407B9-8D0D-4186-991A-BD2800C5A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2950" y="2074863"/>
            <a:ext cx="587375" cy="509587"/>
          </a:xfrm>
          <a:prstGeom prst="flowChartDelay">
            <a:avLst/>
          </a:prstGeom>
          <a:solidFill>
            <a:schemeClr val="bg1"/>
          </a:solidFill>
          <a:ln w="28575" cap="rnd">
            <a:solidFill>
              <a:schemeClr val="tx1"/>
            </a:solidFill>
            <a:miter lim="800000"/>
            <a:headEnd/>
            <a:tailEnd/>
          </a:ln>
        </p:spPr>
        <p:txBody>
          <a:bodyPr lIns="91425" tIns="45700" rIns="91425" bIns="45700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6603" name="Shape 1926">
            <a:extLst>
              <a:ext uri="{FF2B5EF4-FFF2-40B4-BE49-F238E27FC236}">
                <a16:creationId xmlns:a16="http://schemas.microsoft.com/office/drawing/2014/main" id="{D7C171B0-598B-984C-9EDE-D363DFD3693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101601"/>
            <a:ext cx="9144000" cy="507999"/>
          </a:xfrm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400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We Have Seen This Diagram Before</a:t>
            </a:r>
          </a:p>
        </p:txBody>
      </p:sp>
      <p:sp>
        <p:nvSpPr>
          <p:cNvPr id="56364" name="Shape 1927">
            <a:extLst>
              <a:ext uri="{FF2B5EF4-FFF2-40B4-BE49-F238E27FC236}">
                <a16:creationId xmlns:a16="http://schemas.microsoft.com/office/drawing/2014/main" id="{96A42120-D401-4C10-B704-A606AC5D8A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175" y="2179638"/>
            <a:ext cx="2614613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)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= w</a:t>
            </a:r>
          </a:p>
        </p:txBody>
      </p:sp>
      <p:sp>
        <p:nvSpPr>
          <p:cNvPr id="56365" name="Shape 1928">
            <a:extLst>
              <a:ext uri="{FF2B5EF4-FFF2-40B4-BE49-F238E27FC236}">
                <a16:creationId xmlns:a16="http://schemas.microsoft.com/office/drawing/2014/main" id="{D49F4457-AB1C-451B-A04F-FC2FB054FE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798763"/>
            <a:ext cx="2379663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)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56366" name="Shape 1929">
            <a:extLst>
              <a:ext uri="{FF2B5EF4-FFF2-40B4-BE49-F238E27FC236}">
                <a16:creationId xmlns:a16="http://schemas.microsoft.com/office/drawing/2014/main" id="{484A4A76-8A04-4ABE-9ACB-54E9ED327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363" y="3452813"/>
            <a:ext cx="2381250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z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(y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)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  <a:sym typeface="Times New Roman" panose="02020603050405020304" pitchFamily="18" charset="0"/>
              </a:rPr>
              <a:t>2</a:t>
            </a:r>
          </a:p>
        </p:txBody>
      </p:sp>
      <p:sp>
        <p:nvSpPr>
          <p:cNvPr id="56367" name="TextBox 125">
            <a:extLst>
              <a:ext uri="{FF2B5EF4-FFF2-40B4-BE49-F238E27FC236}">
                <a16:creationId xmlns:a16="http://schemas.microsoft.com/office/drawing/2014/main" id="{8EDCF236-0D99-404B-9791-92504E650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  <a:sym typeface="Arial" panose="020B0604020202020204" pitchFamily="34" charset="0"/>
              </a:rPr>
              <a:t>[ Figure 6.17 from the textbook ]</a:t>
            </a:r>
          </a:p>
        </p:txBody>
      </p: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69" name="Picture 4">
            <a:extLst>
              <a:ext uri="{FF2B5EF4-FFF2-40B4-BE49-F238E27FC236}">
                <a16:creationId xmlns:a16="http://schemas.microsoft.com/office/drawing/2014/main" id="{2E11EE07-0AFB-4B5A-A156-4BBDBA68D5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00" y="609600"/>
            <a:ext cx="66040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0" name="Title 1">
            <a:extLst>
              <a:ext uri="{FF2B5EF4-FFF2-40B4-BE49-F238E27FC236}">
                <a16:creationId xmlns:a16="http://schemas.microsoft.com/office/drawing/2014/main" id="{8BE7FD62-5305-46D0-B879-5DB0DCDBA3EC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Circuit &amp; Timing Diagram </a:t>
            </a:r>
          </a:p>
        </p:txBody>
      </p:sp>
      <p:sp>
        <p:nvSpPr>
          <p:cNvPr id="58371" name="TextBox 125">
            <a:extLst>
              <a:ext uri="{FF2B5EF4-FFF2-40B4-BE49-F238E27FC236}">
                <a16:creationId xmlns:a16="http://schemas.microsoft.com/office/drawing/2014/main" id="{451983D9-F611-409D-9F91-5811C5F40C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6.27 from the textbook 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E104F83-A864-41AD-ACAF-6012CD5A3436}"/>
                  </a:ext>
                </a:extLst>
              </p14:cNvPr>
              <p14:cNvContentPartPr/>
              <p14:nvPr/>
            </p14:nvContentPartPr>
            <p14:xfrm>
              <a:off x="4035240" y="3728160"/>
              <a:ext cx="934920" cy="2191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E104F83-A864-41AD-ACAF-6012CD5A3436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025880" y="3718800"/>
                <a:ext cx="953640" cy="22100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465" name="Picture 1" descr="Screen shot 2013-11-18 at 3.47.02 PM.png">
            <a:extLst>
              <a:ext uri="{FF2B5EF4-FFF2-40B4-BE49-F238E27FC236}">
                <a16:creationId xmlns:a16="http://schemas.microsoft.com/office/drawing/2014/main" id="{0CC27995-15E1-4871-B311-7A7A7430E6B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828800"/>
            <a:ext cx="4572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466" name="Picture 2" descr="Screen shot 2013-11-18 at 3.47.17 PM.png">
            <a:extLst>
              <a:ext uri="{FF2B5EF4-FFF2-40B4-BE49-F238E27FC236}">
                <a16:creationId xmlns:a16="http://schemas.microsoft.com/office/drawing/2014/main" id="{9947E41E-BFDC-4859-A127-F17790D928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7138" y="1752600"/>
            <a:ext cx="4106862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7" name="Title 1">
            <a:extLst>
              <a:ext uri="{FF2B5EF4-FFF2-40B4-BE49-F238E27FC236}">
                <a16:creationId xmlns:a16="http://schemas.microsoft.com/office/drawing/2014/main" id="{6CFD563B-FE9A-4BB5-AEF0-9D5DA6F06210}"/>
              </a:ext>
            </a:extLst>
          </p:cNvPr>
          <p:cNvSpPr txBox="1">
            <a:spLocks/>
          </p:cNvSpPr>
          <p:nvPr/>
        </p:nvSpPr>
        <p:spPr bwMode="auto">
          <a:xfrm>
            <a:off x="0" y="914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 					Mealy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3677183-D2AB-49C8-AA58-39C13624EF36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>
              <a:spcBef>
                <a:spcPct val="0"/>
              </a:spcBef>
              <a:buNone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 vs Mealy </a:t>
            </a:r>
            <a:r>
              <a:rPr lang="en-US" altLang="en-US" sz="3200" dirty="0">
                <a:solidFill>
                  <a:schemeClr val="accent2"/>
                </a:solidFill>
              </a:rPr>
              <a:t>Machine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 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489" name="Picture 1" descr="Screen shot 2013-11-18 at 3.47.02 PM.png">
            <a:extLst>
              <a:ext uri="{FF2B5EF4-FFF2-40B4-BE49-F238E27FC236}">
                <a16:creationId xmlns:a16="http://schemas.microsoft.com/office/drawing/2014/main" id="{8A83FE46-F1EA-4268-8D7F-349BCF31859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752600"/>
            <a:ext cx="4805606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490" name="Picture 2" descr="Screen shot 2013-11-18 at 3.47.17 PM.png">
            <a:extLst>
              <a:ext uri="{FF2B5EF4-FFF2-40B4-BE49-F238E27FC236}">
                <a16:creationId xmlns:a16="http://schemas.microsoft.com/office/drawing/2014/main" id="{E51F45A6-6B20-44DB-9FA2-421147AA37E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8979" y="1676400"/>
            <a:ext cx="4335021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1" name="Title 1">
            <a:extLst>
              <a:ext uri="{FF2B5EF4-FFF2-40B4-BE49-F238E27FC236}">
                <a16:creationId xmlns:a16="http://schemas.microsoft.com/office/drawing/2014/main" id="{09FE359F-C7E4-41EA-9C71-39E25E739E9C}"/>
              </a:ext>
            </a:extLst>
          </p:cNvPr>
          <p:cNvSpPr txBox="1">
            <a:spLocks/>
          </p:cNvSpPr>
          <p:nvPr/>
        </p:nvSpPr>
        <p:spPr bwMode="auto">
          <a:xfrm>
            <a:off x="0" y="914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 					Mealy</a:t>
            </a:r>
          </a:p>
        </p:txBody>
      </p:sp>
      <p:pic>
        <p:nvPicPr>
          <p:cNvPr id="63492" name="Picture 4" descr="Screen shot 2013-11-18 at 3.49.42 PM.png">
            <a:extLst>
              <a:ext uri="{FF2B5EF4-FFF2-40B4-BE49-F238E27FC236}">
                <a16:creationId xmlns:a16="http://schemas.microsoft.com/office/drawing/2014/main" id="{B44E77E7-9591-4A8C-9BB1-F5F04021CC8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5400" y="3581400"/>
            <a:ext cx="3932238" cy="2036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493" name="Picture 5" descr="Screen shot 2013-11-18 at 3.49.53 PM.png">
            <a:extLst>
              <a:ext uri="{FF2B5EF4-FFF2-40B4-BE49-F238E27FC236}">
                <a16:creationId xmlns:a16="http://schemas.microsoft.com/office/drawing/2014/main" id="{9C8B0032-9A31-48A6-B07F-E2D6A7C211E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3657600"/>
            <a:ext cx="4648200" cy="195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848FF9D5-79F3-416D-B9D7-2F8556A2FC8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>
              <a:spcBef>
                <a:spcPct val="0"/>
              </a:spcBef>
              <a:buNone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 vs Mealy </a:t>
            </a:r>
            <a:r>
              <a:rPr lang="en-US" altLang="en-US" sz="3200" dirty="0">
                <a:solidFill>
                  <a:schemeClr val="accent2"/>
                </a:solidFill>
              </a:rPr>
              <a:t>Machine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 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13" name="Picture 7" descr="Screen shot 2013-11-18 at 3.56.29 PM.png">
            <a:extLst>
              <a:ext uri="{FF2B5EF4-FFF2-40B4-BE49-F238E27FC236}">
                <a16:creationId xmlns:a16="http://schemas.microsoft.com/office/drawing/2014/main" id="{69D1B5E2-4DDD-4E64-B477-F9FBED11B9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1475" y="3352800"/>
            <a:ext cx="7388225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4" name="Title 1">
            <a:extLst>
              <a:ext uri="{FF2B5EF4-FFF2-40B4-BE49-F238E27FC236}">
                <a16:creationId xmlns:a16="http://schemas.microsoft.com/office/drawing/2014/main" id="{D851BF52-64DF-4CCA-9334-B525F09664FC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1752600" cy="609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Mealy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</a:t>
            </a:r>
          </a:p>
        </p:txBody>
      </p:sp>
      <p:pic>
        <p:nvPicPr>
          <p:cNvPr id="64515" name="Picture 6" descr="Screen shot 2013-11-18 at 3.56.18 PM.png">
            <a:extLst>
              <a:ext uri="{FF2B5EF4-FFF2-40B4-BE49-F238E27FC236}">
                <a16:creationId xmlns:a16="http://schemas.microsoft.com/office/drawing/2014/main" id="{9E017859-181E-4190-9998-48BD329215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838200"/>
            <a:ext cx="743585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ED3F330E-A6D1-4B4D-A537-2A514F6B9821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>
              <a:spcBef>
                <a:spcPct val="0"/>
              </a:spcBef>
              <a:buNone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 </a:t>
            </a:r>
            <a:r>
              <a:rPr lang="en-US" altLang="en-US" sz="3200" dirty="0">
                <a:solidFill>
                  <a:schemeClr val="accent2"/>
                </a:solidFill>
              </a:rPr>
              <a:t>vs Mealy Machine 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7" name="Picture 7" descr="Screen shot 2013-11-18 at 3.56.29 PM.png">
            <a:extLst>
              <a:ext uri="{FF2B5EF4-FFF2-40B4-BE49-F238E27FC236}">
                <a16:creationId xmlns:a16="http://schemas.microsoft.com/office/drawing/2014/main" id="{3E83054B-92A9-4407-B3C4-07406184A72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1475" y="3602038"/>
            <a:ext cx="7388225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38" name="Title 1">
            <a:extLst>
              <a:ext uri="{FF2B5EF4-FFF2-40B4-BE49-F238E27FC236}">
                <a16:creationId xmlns:a16="http://schemas.microsoft.com/office/drawing/2014/main" id="{C67F0810-B501-42EE-9599-C3C702770D34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1752600" cy="609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Mealy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Moore</a:t>
            </a:r>
          </a:p>
        </p:txBody>
      </p:sp>
      <p:pic>
        <p:nvPicPr>
          <p:cNvPr id="65539" name="Picture 6" descr="Screen shot 2013-11-18 at 3.56.18 PM.png">
            <a:extLst>
              <a:ext uri="{FF2B5EF4-FFF2-40B4-BE49-F238E27FC236}">
                <a16:creationId xmlns:a16="http://schemas.microsoft.com/office/drawing/2014/main" id="{F19278D1-4BB6-46FD-8E63-5442A7D44C0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609600"/>
            <a:ext cx="743585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5540" name="Straight Arrow Connector 2">
            <a:extLst>
              <a:ext uri="{FF2B5EF4-FFF2-40B4-BE49-F238E27FC236}">
                <a16:creationId xmlns:a16="http://schemas.microsoft.com/office/drawing/2014/main" id="{8DA739EA-D224-420E-AFCA-2C6CB889166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81600" y="2514600"/>
            <a:ext cx="609600" cy="3733800"/>
          </a:xfrm>
          <a:prstGeom prst="straightConnector1">
            <a:avLst/>
          </a:prstGeom>
          <a:noFill/>
          <a:ln w="381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541" name="Straight Arrow Connector 6">
            <a:extLst>
              <a:ext uri="{FF2B5EF4-FFF2-40B4-BE49-F238E27FC236}">
                <a16:creationId xmlns:a16="http://schemas.microsoft.com/office/drawing/2014/main" id="{676F3F1E-FDDF-4EE7-B2F4-6127EF946D2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629400" y="2514600"/>
            <a:ext cx="609600" cy="3733800"/>
          </a:xfrm>
          <a:prstGeom prst="straightConnector1">
            <a:avLst/>
          </a:prstGeom>
          <a:noFill/>
          <a:ln w="381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542" name="TextBox 3">
            <a:extLst>
              <a:ext uri="{FF2B5EF4-FFF2-40B4-BE49-F238E27FC236}">
                <a16:creationId xmlns:a16="http://schemas.microsoft.com/office/drawing/2014/main" id="{A341885A-6080-4C73-AAC7-FD0C30B2DF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58738" y="147637"/>
            <a:ext cx="9286876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Notice that the output of the Moore machine is delayed by one clock cycle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Shape 979">
            <a:extLst>
              <a:ext uri="{FF2B5EF4-FFF2-40B4-BE49-F238E27FC236}">
                <a16:creationId xmlns:a16="http://schemas.microsoft.com/office/drawing/2014/main" id="{4B979CB2-CE39-4C2B-BEB1-FDD4BB993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88900"/>
            <a:ext cx="91440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3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Summary: Designing a Mealy Machine</a:t>
            </a:r>
          </a:p>
        </p:txBody>
      </p:sp>
      <p:sp>
        <p:nvSpPr>
          <p:cNvPr id="139266" name="Shape 980">
            <a:extLst>
              <a:ext uri="{FF2B5EF4-FFF2-40B4-BE49-F238E27FC236}">
                <a16:creationId xmlns:a16="http://schemas.microsoft.com/office/drawing/2014/main" id="{E05A3078-FB84-4716-8B0F-42E61E1BC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898525"/>
            <a:ext cx="7802562" cy="496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 marL="457200" indent="-3937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Obtain the circuit specification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a state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Decide on a state encoding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Encode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output logic and next-state logic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Draw the Circuit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Add a reset signal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F220172-1EA0-4731-95B2-806B9B596064}"/>
                  </a:ext>
                </a:extLst>
              </p14:cNvPr>
              <p14:cNvContentPartPr/>
              <p14:nvPr/>
            </p14:nvContentPartPr>
            <p14:xfrm>
              <a:off x="2649960" y="1476360"/>
              <a:ext cx="2284920" cy="5911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F220172-1EA0-4731-95B2-806B9B596064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640600" y="1467000"/>
                <a:ext cx="2303640" cy="609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6892904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Shape 1945">
            <a:extLst>
              <a:ext uri="{FF2B5EF4-FFF2-40B4-BE49-F238E27FC236}">
                <a16:creationId xmlns:a16="http://schemas.microsoft.com/office/drawing/2014/main" id="{F55FEF63-51B9-4FC6-86EB-5136E1BFC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" y="838200"/>
            <a:ext cx="7258050" cy="373380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29378" name="TextBox 125">
            <a:extLst>
              <a:ext uri="{FF2B5EF4-FFF2-40B4-BE49-F238E27FC236}">
                <a16:creationId xmlns:a16="http://schemas.microsoft.com/office/drawing/2014/main" id="{DB99B111-3831-4021-9A42-F7889E18B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6.10 from the textbook ]</a:t>
            </a:r>
          </a:p>
        </p:txBody>
      </p:sp>
      <p:sp>
        <p:nvSpPr>
          <p:cNvPr id="5" name="Shape 1952">
            <a:extLst>
              <a:ext uri="{FF2B5EF4-FFF2-40B4-BE49-F238E27FC236}">
                <a16:creationId xmlns:a16="http://schemas.microsoft.com/office/drawing/2014/main" id="{61F3BE6D-B82C-2844-9176-30F2EE575B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029200"/>
            <a:ext cx="9159875" cy="1063625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 lIns="91425" tIns="45700" rIns="91425" bIns="45700" anchor="ctr"/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9pPr>
          </a:lstStyle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Times New Roman" charset="0"/>
                <a:sym typeface="Times New Roman" charset="0"/>
              </a:rPr>
              <a:t>Design a Moore machine control circuit for swapping the contents of registers R1 and R2 by using R3 as a temporary.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48937980-BA74-4515-A52F-16BDF501357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altLang="en-US" sz="3600" b="1" dirty="0"/>
              <a:t>Example #2: Register </a:t>
            </a: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Swap Controller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4E1C229-1852-419B-A75C-C8467D775C66}"/>
                  </a:ext>
                </a:extLst>
              </p14:cNvPr>
              <p14:cNvContentPartPr/>
              <p14:nvPr/>
            </p14:nvContentPartPr>
            <p14:xfrm>
              <a:off x="7633800" y="1739520"/>
              <a:ext cx="1414800" cy="24710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4E1C229-1852-419B-A75C-C8467D775C6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624440" y="1730160"/>
                <a:ext cx="1433520" cy="248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0A721C8-F5E1-4D89-A332-037A507B73D3}"/>
                  </a:ext>
                </a:extLst>
              </p14:cNvPr>
              <p14:cNvContentPartPr/>
              <p14:nvPr/>
            </p14:nvContentPartPr>
            <p14:xfrm>
              <a:off x="7841520" y="1590840"/>
              <a:ext cx="1315440" cy="6804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0A721C8-F5E1-4D89-A332-037A507B73D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832160" y="1581480"/>
                <a:ext cx="1334160" cy="6991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9" name="TextBox 125">
            <a:extLst>
              <a:ext uri="{FF2B5EF4-FFF2-40B4-BE49-F238E27FC236}">
                <a16:creationId xmlns:a16="http://schemas.microsoft.com/office/drawing/2014/main" id="{69348A8C-EA56-449F-A7C1-1BC20AA6BF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6.11 from the textbook ]</a:t>
            </a:r>
          </a:p>
        </p:txBody>
      </p:sp>
      <p:sp>
        <p:nvSpPr>
          <p:cNvPr id="260100" name="Title 1">
            <a:extLst>
              <a:ext uri="{FF2B5EF4-FFF2-40B4-BE49-F238E27FC236}">
                <a16:creationId xmlns:a16="http://schemas.microsoft.com/office/drawing/2014/main" id="{DC81A062-066A-4205-842E-E201D4E3CDAA}"/>
              </a:ext>
            </a:extLst>
          </p:cNvPr>
          <p:cNvSpPr txBox="1">
            <a:spLocks/>
          </p:cNvSpPr>
          <p:nvPr/>
        </p:nvSpPr>
        <p:spPr bwMode="auto">
          <a:xfrm>
            <a:off x="0" y="168275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Diagram</a:t>
            </a:r>
          </a:p>
        </p:txBody>
      </p:sp>
      <p:sp>
        <p:nvSpPr>
          <p:cNvPr id="89" name="Shape 1945">
            <a:extLst>
              <a:ext uri="{FF2B5EF4-FFF2-40B4-BE49-F238E27FC236}">
                <a16:creationId xmlns:a16="http://schemas.microsoft.com/office/drawing/2014/main" id="{67A46BA2-E72C-45C2-81C1-0151401C5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762000"/>
            <a:ext cx="4191000" cy="274320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F9AD3CA5-0FFB-47D0-9ADD-694789DAC71A}"/>
                  </a:ext>
                </a:extLst>
              </p14:cNvPr>
              <p14:cNvContentPartPr/>
              <p14:nvPr/>
            </p14:nvContentPartPr>
            <p14:xfrm>
              <a:off x="1219200" y="3733800"/>
              <a:ext cx="1414800" cy="247104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F9AD3CA5-0FFB-47D0-9ADD-694789DAC71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209840" y="3724440"/>
                <a:ext cx="1433520" cy="248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758C13B7-C11D-43F8-B066-7B66F7825B05}"/>
                  </a:ext>
                </a:extLst>
              </p14:cNvPr>
              <p14:cNvContentPartPr/>
              <p14:nvPr/>
            </p14:nvContentPartPr>
            <p14:xfrm>
              <a:off x="1426920" y="3585120"/>
              <a:ext cx="1315440" cy="6804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758C13B7-C11D-43F8-B066-7B66F7825B0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417560" y="3575760"/>
                <a:ext cx="1334160" cy="69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3360947-86B4-431F-9B49-235BFEC051D6}"/>
                  </a:ext>
                </a:extLst>
              </p14:cNvPr>
              <p14:cNvContentPartPr/>
              <p14:nvPr/>
            </p14:nvContentPartPr>
            <p14:xfrm>
              <a:off x="4634280" y="579960"/>
              <a:ext cx="4179600" cy="5438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3360947-86B4-431F-9B49-235BFEC051D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624920" y="570600"/>
                <a:ext cx="4198320" cy="5457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9" name="TextBox 125">
            <a:extLst>
              <a:ext uri="{FF2B5EF4-FFF2-40B4-BE49-F238E27FC236}">
                <a16:creationId xmlns:a16="http://schemas.microsoft.com/office/drawing/2014/main" id="{69348A8C-EA56-449F-A7C1-1BC20AA6BF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069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6.28 from the textbook ]</a:t>
            </a:r>
          </a:p>
        </p:txBody>
      </p:sp>
      <p:sp>
        <p:nvSpPr>
          <p:cNvPr id="260100" name="Title 1">
            <a:extLst>
              <a:ext uri="{FF2B5EF4-FFF2-40B4-BE49-F238E27FC236}">
                <a16:creationId xmlns:a16="http://schemas.microsoft.com/office/drawing/2014/main" id="{DC81A062-066A-4205-842E-E201D4E3CDAA}"/>
              </a:ext>
            </a:extLst>
          </p:cNvPr>
          <p:cNvSpPr txBox="1">
            <a:spLocks/>
          </p:cNvSpPr>
          <p:nvPr/>
        </p:nvSpPr>
        <p:spPr bwMode="auto">
          <a:xfrm>
            <a:off x="0" y="168275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Diagram</a:t>
            </a:r>
          </a:p>
        </p:txBody>
      </p:sp>
      <p:sp>
        <p:nvSpPr>
          <p:cNvPr id="89" name="Shape 1945">
            <a:extLst>
              <a:ext uri="{FF2B5EF4-FFF2-40B4-BE49-F238E27FC236}">
                <a16:creationId xmlns:a16="http://schemas.microsoft.com/office/drawing/2014/main" id="{67A46BA2-E72C-45C2-81C1-0151401C5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1156622"/>
            <a:ext cx="4538293" cy="3339178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309F2AA9-9558-4D0C-B968-1CCB02DA28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5400" y="990600"/>
            <a:ext cx="3906982" cy="3581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182074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751E5D7-38DF-403A-87CE-F459881D63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B5EF053-F1FE-41F1-A068-8B4ACEE51EBA}"/>
              </a:ext>
            </a:extLst>
          </p:cNvPr>
          <p:cNvSpPr/>
          <p:nvPr/>
        </p:nvSpPr>
        <p:spPr>
          <a:xfrm>
            <a:off x="76200" y="304800"/>
            <a:ext cx="89916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Example 3: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Design a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Mealy FSM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that has one-bit input W and one-bit output Z, where Z=1 if the last three bits of W are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101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(from earliest to latest). </a:t>
            </a:r>
            <a:r>
              <a:rPr kumimoji="0" lang="en-US" sz="2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Draw the state diagram for this FSM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. </a:t>
            </a:r>
            <a:endParaRPr kumimoji="0" lang="en-US" sz="24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360244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751E5D7-38DF-403A-87CE-F459881D63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B5EF053-F1FE-41F1-A068-8B4ACEE51EBA}"/>
              </a:ext>
            </a:extLst>
          </p:cNvPr>
          <p:cNvSpPr/>
          <p:nvPr/>
        </p:nvSpPr>
        <p:spPr>
          <a:xfrm>
            <a:off x="76200" y="304800"/>
            <a:ext cx="89916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Example 3: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Design a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Mealy FSM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that has one-bit input W and one-bit output Z, where Z=1 if the last three bits of W are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101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(from earliest to latest). </a:t>
            </a:r>
            <a:r>
              <a:rPr kumimoji="0" lang="en-US" sz="24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Draw the state diagram for this FSM.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E8D7EB0-0D7C-4459-BD68-D99A237C790A}"/>
                  </a:ext>
                </a:extLst>
              </p14:cNvPr>
              <p14:cNvContentPartPr/>
              <p14:nvPr/>
            </p14:nvContentPartPr>
            <p14:xfrm>
              <a:off x="2779560" y="699120"/>
              <a:ext cx="6105960" cy="48452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E8D7EB0-0D7C-4459-BD68-D99A237C790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70200" y="689760"/>
                <a:ext cx="6124680" cy="4863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2289119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 dirty="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3982849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9D90360-3B21-4048-9E84-CD66033C6025}">
  <ds:schemaRefs>
    <ds:schemaRef ds:uri="http://schemas.openxmlformats.org/package/2006/metadata/core-properties"/>
    <ds:schemaRef ds:uri="2545ccdc-34fc-4cec-a48d-ba29d7877a97"/>
    <ds:schemaRef ds:uri="http://www.w3.org/XML/1998/namespace"/>
    <ds:schemaRef ds:uri="http://schemas.microsoft.com/office/2006/metadata/properties"/>
    <ds:schemaRef ds:uri="http://schemas.microsoft.com/office/2006/documentManagement/types"/>
    <ds:schemaRef ds:uri="http://purl.org/dc/dcmitype/"/>
    <ds:schemaRef ds:uri="http://purl.org/dc/elements/1.1/"/>
    <ds:schemaRef ds:uri="http://schemas.microsoft.com/office/infopath/2007/PartnerControls"/>
    <ds:schemaRef ds:uri="http://purl.org/dc/terms/"/>
  </ds:schemaRefs>
</ds:datastoreItem>
</file>

<file path=customXml/itemProps2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11713</TotalTime>
  <Words>3000</Words>
  <Application>Microsoft Office PowerPoint</Application>
  <PresentationFormat>On-screen Show (4:3)</PresentationFormat>
  <Paragraphs>1939</Paragraphs>
  <Slides>57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57</vt:i4>
      </vt:variant>
    </vt:vector>
  </HeadingPairs>
  <TitlesOfParts>
    <vt:vector size="69" baseType="lpstr">
      <vt:lpstr>MS PGothic</vt:lpstr>
      <vt:lpstr>MS PGothic</vt:lpstr>
      <vt:lpstr>Arial</vt:lpstr>
      <vt:lpstr>Calibri</vt:lpstr>
      <vt:lpstr>Helvetica</vt:lpstr>
      <vt:lpstr>MTSYN</vt:lpstr>
      <vt:lpstr>Symbol</vt:lpstr>
      <vt:lpstr>Times</vt:lpstr>
      <vt:lpstr>Times New Roman</vt:lpstr>
      <vt:lpstr>Times-Italic</vt:lpstr>
      <vt:lpstr>Times-Roman</vt:lpstr>
      <vt:lpstr>Default Design</vt:lpstr>
      <vt:lpstr>PowerPoint Presentation</vt:lpstr>
      <vt:lpstr>29-Moore and Mealy Machines </vt:lpstr>
      <vt:lpstr>Administrative Stuff</vt:lpstr>
      <vt:lpstr>PowerPoint Presentation</vt:lpstr>
      <vt:lpstr>PowerPoint Presentation</vt:lpstr>
      <vt:lpstr>PowerPoint Presentation</vt:lpstr>
      <vt:lpstr>PowerPoint Presentation</vt:lpstr>
      <vt:lpstr>Sample Problem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We Have Seen This Diagram Before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239</cp:revision>
  <dcterms:created xsi:type="dcterms:W3CDTF">2003-05-23T15:49:24Z</dcterms:created>
  <dcterms:modified xsi:type="dcterms:W3CDTF">2022-04-11T22:08:00Z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