
<file path=[Content_Types].xml><?xml version="1.0" encoding="utf-8"?>
<Types xmlns="http://schemas.openxmlformats.org/package/2006/content-types">
  <Default Extension="png" ContentType="image/png"/>
  <Default Extension="wmf" ContentType="image/x-wmf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 autoCompressPictures="0">
  <p:sldMasterIdLst>
    <p:sldMasterId id="2147483660" r:id="rId4"/>
  </p:sldMasterIdLst>
  <p:notesMasterIdLst>
    <p:notesMasterId r:id="rId140"/>
  </p:notesMasterIdLst>
  <p:handoutMasterIdLst>
    <p:handoutMasterId r:id="rId141"/>
  </p:handoutMasterIdLst>
  <p:sldIdLst>
    <p:sldId id="788" r:id="rId5"/>
    <p:sldId id="2148" r:id="rId6"/>
    <p:sldId id="774" r:id="rId7"/>
    <p:sldId id="1362" r:id="rId8"/>
    <p:sldId id="311" r:id="rId9"/>
    <p:sldId id="299" r:id="rId10"/>
    <p:sldId id="312" r:id="rId11"/>
    <p:sldId id="313" r:id="rId12"/>
    <p:sldId id="314" r:id="rId13"/>
    <p:sldId id="315" r:id="rId14"/>
    <p:sldId id="316" r:id="rId15"/>
    <p:sldId id="317" r:id="rId16"/>
    <p:sldId id="318" r:id="rId17"/>
    <p:sldId id="319" r:id="rId18"/>
    <p:sldId id="320" r:id="rId19"/>
    <p:sldId id="321" r:id="rId20"/>
    <p:sldId id="322" r:id="rId21"/>
    <p:sldId id="323" r:id="rId22"/>
    <p:sldId id="324" r:id="rId23"/>
    <p:sldId id="325" r:id="rId24"/>
    <p:sldId id="326" r:id="rId25"/>
    <p:sldId id="327" r:id="rId26"/>
    <p:sldId id="328" r:id="rId27"/>
    <p:sldId id="329" r:id="rId28"/>
    <p:sldId id="330" r:id="rId29"/>
    <p:sldId id="331" r:id="rId30"/>
    <p:sldId id="332" r:id="rId31"/>
    <p:sldId id="335" r:id="rId32"/>
    <p:sldId id="336" r:id="rId33"/>
    <p:sldId id="340" r:id="rId34"/>
    <p:sldId id="338" r:id="rId35"/>
    <p:sldId id="341" r:id="rId36"/>
    <p:sldId id="342" r:id="rId37"/>
    <p:sldId id="343" r:id="rId38"/>
    <p:sldId id="339" r:id="rId39"/>
    <p:sldId id="345" r:id="rId40"/>
    <p:sldId id="346" r:id="rId41"/>
    <p:sldId id="347" r:id="rId42"/>
    <p:sldId id="350" r:id="rId43"/>
    <p:sldId id="351" r:id="rId44"/>
    <p:sldId id="352" r:id="rId45"/>
    <p:sldId id="353" r:id="rId46"/>
    <p:sldId id="354" r:id="rId47"/>
    <p:sldId id="355" r:id="rId48"/>
    <p:sldId id="356" r:id="rId49"/>
    <p:sldId id="357" r:id="rId50"/>
    <p:sldId id="344" r:id="rId51"/>
    <p:sldId id="358" r:id="rId52"/>
    <p:sldId id="359" r:id="rId53"/>
    <p:sldId id="361" r:id="rId54"/>
    <p:sldId id="363" r:id="rId55"/>
    <p:sldId id="365" r:id="rId56"/>
    <p:sldId id="362" r:id="rId57"/>
    <p:sldId id="366" r:id="rId58"/>
    <p:sldId id="364" r:id="rId59"/>
    <p:sldId id="367" r:id="rId60"/>
    <p:sldId id="368" r:id="rId61"/>
    <p:sldId id="369" r:id="rId62"/>
    <p:sldId id="333" r:id="rId63"/>
    <p:sldId id="370" r:id="rId64"/>
    <p:sldId id="371" r:id="rId65"/>
    <p:sldId id="372" r:id="rId66"/>
    <p:sldId id="376" r:id="rId67"/>
    <p:sldId id="377" r:id="rId68"/>
    <p:sldId id="380" r:id="rId69"/>
    <p:sldId id="381" r:id="rId70"/>
    <p:sldId id="382" r:id="rId71"/>
    <p:sldId id="383" r:id="rId72"/>
    <p:sldId id="384" r:id="rId73"/>
    <p:sldId id="385" r:id="rId74"/>
    <p:sldId id="386" r:id="rId75"/>
    <p:sldId id="387" r:id="rId76"/>
    <p:sldId id="388" r:id="rId77"/>
    <p:sldId id="378" r:id="rId78"/>
    <p:sldId id="379" r:id="rId79"/>
    <p:sldId id="389" r:id="rId80"/>
    <p:sldId id="390" r:id="rId81"/>
    <p:sldId id="393" r:id="rId82"/>
    <p:sldId id="392" r:id="rId83"/>
    <p:sldId id="394" r:id="rId84"/>
    <p:sldId id="391" r:id="rId85"/>
    <p:sldId id="396" r:id="rId86"/>
    <p:sldId id="395" r:id="rId87"/>
    <p:sldId id="397" r:id="rId88"/>
    <p:sldId id="398" r:id="rId89"/>
    <p:sldId id="399" r:id="rId90"/>
    <p:sldId id="406" r:id="rId91"/>
    <p:sldId id="407" r:id="rId92"/>
    <p:sldId id="408" r:id="rId93"/>
    <p:sldId id="415" r:id="rId94"/>
    <p:sldId id="412" r:id="rId95"/>
    <p:sldId id="414" r:id="rId96"/>
    <p:sldId id="416" r:id="rId97"/>
    <p:sldId id="417" r:id="rId98"/>
    <p:sldId id="453" r:id="rId99"/>
    <p:sldId id="418" r:id="rId100"/>
    <p:sldId id="452" r:id="rId101"/>
    <p:sldId id="454" r:id="rId102"/>
    <p:sldId id="451" r:id="rId103"/>
    <p:sldId id="403" r:id="rId104"/>
    <p:sldId id="404" r:id="rId105"/>
    <p:sldId id="405" r:id="rId106"/>
    <p:sldId id="334" r:id="rId107"/>
    <p:sldId id="373" r:id="rId108"/>
    <p:sldId id="374" r:id="rId109"/>
    <p:sldId id="375" r:id="rId110"/>
    <p:sldId id="422" r:id="rId111"/>
    <p:sldId id="423" r:id="rId112"/>
    <p:sldId id="2149" r:id="rId113"/>
    <p:sldId id="2150" r:id="rId114"/>
    <p:sldId id="421" r:id="rId115"/>
    <p:sldId id="428" r:id="rId116"/>
    <p:sldId id="430" r:id="rId117"/>
    <p:sldId id="431" r:id="rId118"/>
    <p:sldId id="432" r:id="rId119"/>
    <p:sldId id="433" r:id="rId120"/>
    <p:sldId id="434" r:id="rId121"/>
    <p:sldId id="435" r:id="rId122"/>
    <p:sldId id="438" r:id="rId123"/>
    <p:sldId id="439" r:id="rId124"/>
    <p:sldId id="440" r:id="rId125"/>
    <p:sldId id="441" r:id="rId126"/>
    <p:sldId id="442" r:id="rId127"/>
    <p:sldId id="443" r:id="rId128"/>
    <p:sldId id="444" r:id="rId129"/>
    <p:sldId id="445" r:id="rId130"/>
    <p:sldId id="446" r:id="rId131"/>
    <p:sldId id="447" r:id="rId132"/>
    <p:sldId id="448" r:id="rId133"/>
    <p:sldId id="449" r:id="rId134"/>
    <p:sldId id="427" r:id="rId135"/>
    <p:sldId id="450" r:id="rId136"/>
    <p:sldId id="419" r:id="rId137"/>
    <p:sldId id="420" r:id="rId138"/>
    <p:sldId id="2146" r:id="rId139"/>
  </p:sldIdLst>
  <p:sldSz cx="9144000" cy="6858000" type="screen4x3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12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FF"/>
    <a:srgbClr val="0066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3260" autoAdjust="0"/>
    <p:restoredTop sz="94660"/>
  </p:normalViewPr>
  <p:slideViewPr>
    <p:cSldViewPr snapToGrid="0">
      <p:cViewPr varScale="1">
        <p:scale>
          <a:sx n="83" d="100"/>
          <a:sy n="83" d="100"/>
        </p:scale>
        <p:origin x="1027" y="69"/>
      </p:cViewPr>
      <p:guideLst>
        <p:guide orient="horz" pos="912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63" Type="http://schemas.openxmlformats.org/officeDocument/2006/relationships/slide" Target="slides/slide59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107" Type="http://schemas.openxmlformats.org/officeDocument/2006/relationships/slide" Target="slides/slide103.xml"/><Relationship Id="rId11" Type="http://schemas.openxmlformats.org/officeDocument/2006/relationships/slide" Target="slides/slide7.xml"/><Relationship Id="rId32" Type="http://schemas.openxmlformats.org/officeDocument/2006/relationships/slide" Target="slides/slide28.xml"/><Relationship Id="rId53" Type="http://schemas.openxmlformats.org/officeDocument/2006/relationships/slide" Target="slides/slide49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5" Type="http://schemas.openxmlformats.org/officeDocument/2006/relationships/slide" Target="slides/slide1.xml"/><Relationship Id="rId90" Type="http://schemas.openxmlformats.org/officeDocument/2006/relationships/slide" Target="slides/slide86.xml"/><Relationship Id="rId95" Type="http://schemas.openxmlformats.org/officeDocument/2006/relationships/slide" Target="slides/slide91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64" Type="http://schemas.openxmlformats.org/officeDocument/2006/relationships/slide" Target="slides/slide60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18" Type="http://schemas.openxmlformats.org/officeDocument/2006/relationships/slide" Target="slides/slide114.xml"/><Relationship Id="rId134" Type="http://schemas.openxmlformats.org/officeDocument/2006/relationships/slide" Target="slides/slide130.xml"/><Relationship Id="rId139" Type="http://schemas.openxmlformats.org/officeDocument/2006/relationships/slide" Target="slides/slide135.xml"/><Relationship Id="rId80" Type="http://schemas.openxmlformats.org/officeDocument/2006/relationships/slide" Target="slides/slide76.xml"/><Relationship Id="rId85" Type="http://schemas.openxmlformats.org/officeDocument/2006/relationships/slide" Target="slides/slide81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08" Type="http://schemas.openxmlformats.org/officeDocument/2006/relationships/slide" Target="slides/slide104.xml"/><Relationship Id="rId124" Type="http://schemas.openxmlformats.org/officeDocument/2006/relationships/slide" Target="slides/slide120.xml"/><Relationship Id="rId129" Type="http://schemas.openxmlformats.org/officeDocument/2006/relationships/slide" Target="slides/slide125.xml"/><Relationship Id="rId54" Type="http://schemas.openxmlformats.org/officeDocument/2006/relationships/slide" Target="slides/slide50.xml"/><Relationship Id="rId70" Type="http://schemas.openxmlformats.org/officeDocument/2006/relationships/slide" Target="slides/slide66.xml"/><Relationship Id="rId75" Type="http://schemas.openxmlformats.org/officeDocument/2006/relationships/slide" Target="slides/slide71.xml"/><Relationship Id="rId91" Type="http://schemas.openxmlformats.org/officeDocument/2006/relationships/slide" Target="slides/slide87.xml"/><Relationship Id="rId96" Type="http://schemas.openxmlformats.org/officeDocument/2006/relationships/slide" Target="slides/slide92.xml"/><Relationship Id="rId140" Type="http://schemas.openxmlformats.org/officeDocument/2006/relationships/notesMaster" Target="notesMasters/notesMaster1.xml"/><Relationship Id="rId145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119" Type="http://schemas.openxmlformats.org/officeDocument/2006/relationships/slide" Target="slides/slide115.xml"/><Relationship Id="rId44" Type="http://schemas.openxmlformats.org/officeDocument/2006/relationships/slide" Target="slides/slide40.xml"/><Relationship Id="rId60" Type="http://schemas.openxmlformats.org/officeDocument/2006/relationships/slide" Target="slides/slide56.xml"/><Relationship Id="rId65" Type="http://schemas.openxmlformats.org/officeDocument/2006/relationships/slide" Target="slides/slide61.xml"/><Relationship Id="rId81" Type="http://schemas.openxmlformats.org/officeDocument/2006/relationships/slide" Target="slides/slide77.xml"/><Relationship Id="rId86" Type="http://schemas.openxmlformats.org/officeDocument/2006/relationships/slide" Target="slides/slide82.xml"/><Relationship Id="rId130" Type="http://schemas.openxmlformats.org/officeDocument/2006/relationships/slide" Target="slides/slide126.xml"/><Relationship Id="rId135" Type="http://schemas.openxmlformats.org/officeDocument/2006/relationships/slide" Target="slides/slide131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109" Type="http://schemas.openxmlformats.org/officeDocument/2006/relationships/slide" Target="slides/slide105.xml"/><Relationship Id="rId34" Type="http://schemas.openxmlformats.org/officeDocument/2006/relationships/slide" Target="slides/slide30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04" Type="http://schemas.openxmlformats.org/officeDocument/2006/relationships/slide" Target="slides/slide100.xml"/><Relationship Id="rId120" Type="http://schemas.openxmlformats.org/officeDocument/2006/relationships/slide" Target="slides/slide116.xml"/><Relationship Id="rId125" Type="http://schemas.openxmlformats.org/officeDocument/2006/relationships/slide" Target="slides/slide121.xml"/><Relationship Id="rId141" Type="http://schemas.openxmlformats.org/officeDocument/2006/relationships/handoutMaster" Target="handoutMasters/handoutMaster1.xml"/><Relationship Id="rId146" Type="http://schemas.microsoft.com/office/2016/11/relationships/changesInfo" Target="changesInfos/changesInfo1.xml"/><Relationship Id="rId7" Type="http://schemas.openxmlformats.org/officeDocument/2006/relationships/slide" Target="slides/slide3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4" Type="http://schemas.openxmlformats.org/officeDocument/2006/relationships/slide" Target="slides/slide20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115" Type="http://schemas.openxmlformats.org/officeDocument/2006/relationships/slide" Target="slides/slide111.xml"/><Relationship Id="rId131" Type="http://schemas.openxmlformats.org/officeDocument/2006/relationships/slide" Target="slides/slide127.xml"/><Relationship Id="rId136" Type="http://schemas.openxmlformats.org/officeDocument/2006/relationships/slide" Target="slides/slide132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42" Type="http://schemas.openxmlformats.org/officeDocument/2006/relationships/presProps" Target="presProps.xml"/><Relationship Id="rId3" Type="http://schemas.openxmlformats.org/officeDocument/2006/relationships/customXml" Target="../customXml/item3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32" Type="http://schemas.openxmlformats.org/officeDocument/2006/relationships/slide" Target="slides/slide128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78" Type="http://schemas.openxmlformats.org/officeDocument/2006/relationships/slide" Target="slides/slide74.xml"/><Relationship Id="rId94" Type="http://schemas.openxmlformats.org/officeDocument/2006/relationships/slide" Target="slides/slide90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43" Type="http://schemas.openxmlformats.org/officeDocument/2006/relationships/viewProps" Target="view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26" Type="http://schemas.openxmlformats.org/officeDocument/2006/relationships/slide" Target="slides/slide22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slide" Target="slides/slide129.xml"/><Relationship Id="rId16" Type="http://schemas.openxmlformats.org/officeDocument/2006/relationships/slide" Target="slides/slide12.xml"/><Relationship Id="rId37" Type="http://schemas.openxmlformats.org/officeDocument/2006/relationships/slide" Target="slides/slide33.xml"/><Relationship Id="rId58" Type="http://schemas.openxmlformats.org/officeDocument/2006/relationships/slide" Target="slides/slide54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44" Type="http://schemas.openxmlformats.org/officeDocument/2006/relationships/theme" Target="theme/theme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Ahamed, Md Maruf [E CPE]" userId="6f647de5-aeca-43cd-b76c-e84c6089bcf4" providerId="ADAL" clId="{6D190E58-B167-405C-ABB8-5D41EA448B31}"/>
  </pc:docChgLst>
  <pc:docChgLst>
    <pc:chgData name="Ahamed, Md Maruf [E CPE]" userId="6f647de5-aeca-43cd-b76c-e84c6089bcf4" providerId="ADAL" clId="{6F7228B0-B978-4612-AEFA-A3F61784D205}"/>
    <pc:docChg chg="custSel modSld">
      <pc:chgData name="Ahamed, Md Maruf [E CPE]" userId="6f647de5-aeca-43cd-b76c-e84c6089bcf4" providerId="ADAL" clId="{6F7228B0-B978-4612-AEFA-A3F61784D205}" dt="2022-04-20T22:12:15.234" v="44"/>
      <pc:docMkLst>
        <pc:docMk/>
      </pc:docMkLst>
      <pc:sldChg chg="delSp">
        <pc:chgData name="Ahamed, Md Maruf [E CPE]" userId="6f647de5-aeca-43cd-b76c-e84c6089bcf4" providerId="ADAL" clId="{6F7228B0-B978-4612-AEFA-A3F61784D205}" dt="2022-04-19T09:47:23.389" v="34" actId="478"/>
        <pc:sldMkLst>
          <pc:docMk/>
          <pc:sldMk cId="0" sldId="299"/>
        </pc:sldMkLst>
        <pc:inkChg chg="del">
          <ac:chgData name="Ahamed, Md Maruf [E CPE]" userId="6f647de5-aeca-43cd-b76c-e84c6089bcf4" providerId="ADAL" clId="{6F7228B0-B978-4612-AEFA-A3F61784D205}" dt="2022-04-19T09:47:23.389" v="34" actId="478"/>
          <ac:inkMkLst>
            <pc:docMk/>
            <pc:sldMk cId="0" sldId="299"/>
            <ac:inkMk id="2" creationId="{A5F81B45-1452-44BA-AF29-03E975508FD3}"/>
          </ac:inkMkLst>
        </pc:inkChg>
      </pc:sldChg>
      <pc:sldChg chg="addSp">
        <pc:chgData name="Ahamed, Md Maruf [E CPE]" userId="6f647de5-aeca-43cd-b76c-e84c6089bcf4" providerId="ADAL" clId="{6F7228B0-B978-4612-AEFA-A3F61784D205}" dt="2022-04-20T22:12:15.234" v="44"/>
        <pc:sldMkLst>
          <pc:docMk/>
          <pc:sldMk cId="0" sldId="327"/>
        </pc:sldMkLst>
        <pc:inkChg chg="add">
          <ac:chgData name="Ahamed, Md Maruf [E CPE]" userId="6f647de5-aeca-43cd-b76c-e84c6089bcf4" providerId="ADAL" clId="{6F7228B0-B978-4612-AEFA-A3F61784D205}" dt="2022-04-20T22:12:15.234" v="44"/>
          <ac:inkMkLst>
            <pc:docMk/>
            <pc:sldMk cId="0" sldId="327"/>
            <ac:inkMk id="2" creationId="{EBC08010-6A89-4E2A-8F84-412B038FF548}"/>
          </ac:inkMkLst>
        </pc:inkChg>
      </pc:sldChg>
      <pc:sldChg chg="addSp delSp">
        <pc:chgData name="Ahamed, Md Maruf [E CPE]" userId="6f647de5-aeca-43cd-b76c-e84c6089bcf4" providerId="ADAL" clId="{6F7228B0-B978-4612-AEFA-A3F61784D205}" dt="2022-04-20T22:12:15.234" v="44"/>
        <pc:sldMkLst>
          <pc:docMk/>
          <pc:sldMk cId="0" sldId="336"/>
        </pc:sldMkLst>
        <pc:inkChg chg="add">
          <ac:chgData name="Ahamed, Md Maruf [E CPE]" userId="6f647de5-aeca-43cd-b76c-e84c6089bcf4" providerId="ADAL" clId="{6F7228B0-B978-4612-AEFA-A3F61784D205}" dt="2022-04-20T22:12:15.234" v="44"/>
          <ac:inkMkLst>
            <pc:docMk/>
            <pc:sldMk cId="0" sldId="336"/>
            <ac:inkMk id="3" creationId="{1EBEC950-5ED2-4493-89F3-BB011C202C12}"/>
          </ac:inkMkLst>
        </pc:inkChg>
        <pc:inkChg chg="del">
          <ac:chgData name="Ahamed, Md Maruf [E CPE]" userId="6f647de5-aeca-43cd-b76c-e84c6089bcf4" providerId="ADAL" clId="{6F7228B0-B978-4612-AEFA-A3F61784D205}" dt="2022-04-19T09:48:06.255" v="35" actId="478"/>
          <ac:inkMkLst>
            <pc:docMk/>
            <pc:sldMk cId="0" sldId="336"/>
            <ac:inkMk id="3" creationId="{805B910C-DA71-4840-A4DE-464EB4D549D6}"/>
          </ac:inkMkLst>
        </pc:inkChg>
      </pc:sldChg>
      <pc:sldChg chg="addSp delSp">
        <pc:chgData name="Ahamed, Md Maruf [E CPE]" userId="6f647de5-aeca-43cd-b76c-e84c6089bcf4" providerId="ADAL" clId="{6F7228B0-B978-4612-AEFA-A3F61784D205}" dt="2022-04-20T22:12:15.234" v="44"/>
        <pc:sldMkLst>
          <pc:docMk/>
          <pc:sldMk cId="0" sldId="346"/>
        </pc:sldMkLst>
        <pc:inkChg chg="add">
          <ac:chgData name="Ahamed, Md Maruf [E CPE]" userId="6f647de5-aeca-43cd-b76c-e84c6089bcf4" providerId="ADAL" clId="{6F7228B0-B978-4612-AEFA-A3F61784D205}" dt="2022-04-20T22:12:15.234" v="44"/>
          <ac:inkMkLst>
            <pc:docMk/>
            <pc:sldMk cId="0" sldId="346"/>
            <ac:inkMk id="2" creationId="{2D3145A3-D0CE-41BF-AFA5-DDD7E84157A8}"/>
          </ac:inkMkLst>
        </pc:inkChg>
        <pc:inkChg chg="del">
          <ac:chgData name="Ahamed, Md Maruf [E CPE]" userId="6f647de5-aeca-43cd-b76c-e84c6089bcf4" providerId="ADAL" clId="{6F7228B0-B978-4612-AEFA-A3F61784D205}" dt="2022-04-19T09:48:20.479" v="36" actId="478"/>
          <ac:inkMkLst>
            <pc:docMk/>
            <pc:sldMk cId="0" sldId="346"/>
            <ac:inkMk id="2" creationId="{36C23114-C7F8-4632-9614-095A531725EF}"/>
          </ac:inkMkLst>
        </pc:inkChg>
      </pc:sldChg>
      <pc:sldChg chg="addSp delSp">
        <pc:chgData name="Ahamed, Md Maruf [E CPE]" userId="6f647de5-aeca-43cd-b76c-e84c6089bcf4" providerId="ADAL" clId="{6F7228B0-B978-4612-AEFA-A3F61784D205}" dt="2022-04-20T22:12:15.234" v="44"/>
        <pc:sldMkLst>
          <pc:docMk/>
          <pc:sldMk cId="0" sldId="361"/>
        </pc:sldMkLst>
        <pc:inkChg chg="del">
          <ac:chgData name="Ahamed, Md Maruf [E CPE]" userId="6f647de5-aeca-43cd-b76c-e84c6089bcf4" providerId="ADAL" clId="{6F7228B0-B978-4612-AEFA-A3F61784D205}" dt="2022-04-19T09:48:34.925" v="37" actId="478"/>
          <ac:inkMkLst>
            <pc:docMk/>
            <pc:sldMk cId="0" sldId="361"/>
            <ac:inkMk id="2" creationId="{741DBC86-4986-4AD9-AAB2-009C5ECE3248}"/>
          </ac:inkMkLst>
        </pc:inkChg>
        <pc:inkChg chg="add">
          <ac:chgData name="Ahamed, Md Maruf [E CPE]" userId="6f647de5-aeca-43cd-b76c-e84c6089bcf4" providerId="ADAL" clId="{6F7228B0-B978-4612-AEFA-A3F61784D205}" dt="2022-04-20T22:12:15.234" v="44"/>
          <ac:inkMkLst>
            <pc:docMk/>
            <pc:sldMk cId="0" sldId="361"/>
            <ac:inkMk id="2" creationId="{A8A71D6F-DFA5-439C-A009-63891415934F}"/>
          </ac:inkMkLst>
        </pc:inkChg>
      </pc:sldChg>
      <pc:sldChg chg="delSp">
        <pc:chgData name="Ahamed, Md Maruf [E CPE]" userId="6f647de5-aeca-43cd-b76c-e84c6089bcf4" providerId="ADAL" clId="{6F7228B0-B978-4612-AEFA-A3F61784D205}" dt="2022-04-19T09:48:56.588" v="38" actId="478"/>
        <pc:sldMkLst>
          <pc:docMk/>
          <pc:sldMk cId="0" sldId="370"/>
        </pc:sldMkLst>
        <pc:inkChg chg="del">
          <ac:chgData name="Ahamed, Md Maruf [E CPE]" userId="6f647de5-aeca-43cd-b76c-e84c6089bcf4" providerId="ADAL" clId="{6F7228B0-B978-4612-AEFA-A3F61784D205}" dt="2022-04-19T09:48:56.588" v="38" actId="478"/>
          <ac:inkMkLst>
            <pc:docMk/>
            <pc:sldMk cId="0" sldId="370"/>
            <ac:inkMk id="2" creationId="{6106E9D5-B3EB-40A7-A39B-6DE5226A4147}"/>
          </ac:inkMkLst>
        </pc:inkChg>
      </pc:sldChg>
      <pc:sldChg chg="delSp">
        <pc:chgData name="Ahamed, Md Maruf [E CPE]" userId="6f647de5-aeca-43cd-b76c-e84c6089bcf4" providerId="ADAL" clId="{6F7228B0-B978-4612-AEFA-A3F61784D205}" dt="2022-04-19T09:49:49.912" v="41" actId="478"/>
        <pc:sldMkLst>
          <pc:docMk/>
          <pc:sldMk cId="0" sldId="373"/>
        </pc:sldMkLst>
        <pc:inkChg chg="del">
          <ac:chgData name="Ahamed, Md Maruf [E CPE]" userId="6f647de5-aeca-43cd-b76c-e84c6089bcf4" providerId="ADAL" clId="{6F7228B0-B978-4612-AEFA-A3F61784D205}" dt="2022-04-19T09:49:49.912" v="41" actId="478"/>
          <ac:inkMkLst>
            <pc:docMk/>
            <pc:sldMk cId="0" sldId="373"/>
            <ac:inkMk id="2" creationId="{09DD0BC9-BB71-4F4A-BBFD-542DB7373715}"/>
          </ac:inkMkLst>
        </pc:inkChg>
      </pc:sldChg>
      <pc:sldChg chg="addSp">
        <pc:chgData name="Ahamed, Md Maruf [E CPE]" userId="6f647de5-aeca-43cd-b76c-e84c6089bcf4" providerId="ADAL" clId="{6F7228B0-B978-4612-AEFA-A3F61784D205}" dt="2022-04-20T22:12:15.234" v="44"/>
        <pc:sldMkLst>
          <pc:docMk/>
          <pc:sldMk cId="0" sldId="377"/>
        </pc:sldMkLst>
        <pc:inkChg chg="add">
          <ac:chgData name="Ahamed, Md Maruf [E CPE]" userId="6f647de5-aeca-43cd-b76c-e84c6089bcf4" providerId="ADAL" clId="{6F7228B0-B978-4612-AEFA-A3F61784D205}" dt="2022-04-20T22:12:15.234" v="44"/>
          <ac:inkMkLst>
            <pc:docMk/>
            <pc:sldMk cId="0" sldId="377"/>
            <ac:inkMk id="2" creationId="{62C1EB8F-14D5-4D19-BEEB-89398855EB2A}"/>
          </ac:inkMkLst>
        </pc:inkChg>
      </pc:sldChg>
      <pc:sldChg chg="addSp">
        <pc:chgData name="Ahamed, Md Maruf [E CPE]" userId="6f647de5-aeca-43cd-b76c-e84c6089bcf4" providerId="ADAL" clId="{6F7228B0-B978-4612-AEFA-A3F61784D205}" dt="2022-04-20T22:12:15.234" v="44"/>
        <pc:sldMkLst>
          <pc:docMk/>
          <pc:sldMk cId="0" sldId="386"/>
        </pc:sldMkLst>
        <pc:inkChg chg="add">
          <ac:chgData name="Ahamed, Md Maruf [E CPE]" userId="6f647de5-aeca-43cd-b76c-e84c6089bcf4" providerId="ADAL" clId="{6F7228B0-B978-4612-AEFA-A3F61784D205}" dt="2022-04-20T22:12:15.234" v="44"/>
          <ac:inkMkLst>
            <pc:docMk/>
            <pc:sldMk cId="0" sldId="386"/>
            <ac:inkMk id="2" creationId="{1BEF50AD-F50E-4475-B2DE-AA084E751AD9}"/>
          </ac:inkMkLst>
        </pc:inkChg>
      </pc:sldChg>
      <pc:sldChg chg="addSp delSp">
        <pc:chgData name="Ahamed, Md Maruf [E CPE]" userId="6f647de5-aeca-43cd-b76c-e84c6089bcf4" providerId="ADAL" clId="{6F7228B0-B978-4612-AEFA-A3F61784D205}" dt="2022-04-20T22:12:15.234" v="44"/>
        <pc:sldMkLst>
          <pc:docMk/>
          <pc:sldMk cId="0" sldId="390"/>
        </pc:sldMkLst>
        <pc:inkChg chg="del">
          <ac:chgData name="Ahamed, Md Maruf [E CPE]" userId="6f647de5-aeca-43cd-b76c-e84c6089bcf4" providerId="ADAL" clId="{6F7228B0-B978-4612-AEFA-A3F61784D205}" dt="2022-04-19T09:49:18.095" v="39" actId="478"/>
          <ac:inkMkLst>
            <pc:docMk/>
            <pc:sldMk cId="0" sldId="390"/>
            <ac:inkMk id="2" creationId="{BA0D9B38-D525-46FC-9EC6-0AFFB45E1D39}"/>
          </ac:inkMkLst>
        </pc:inkChg>
        <pc:inkChg chg="add">
          <ac:chgData name="Ahamed, Md Maruf [E CPE]" userId="6f647de5-aeca-43cd-b76c-e84c6089bcf4" providerId="ADAL" clId="{6F7228B0-B978-4612-AEFA-A3F61784D205}" dt="2022-04-20T22:12:15.234" v="44"/>
          <ac:inkMkLst>
            <pc:docMk/>
            <pc:sldMk cId="0" sldId="390"/>
            <ac:inkMk id="2" creationId="{F2551D68-1363-4642-9BE0-CB11274404D9}"/>
          </ac:inkMkLst>
        </pc:inkChg>
      </pc:sldChg>
      <pc:sldChg chg="addSp delSp">
        <pc:chgData name="Ahamed, Md Maruf [E CPE]" userId="6f647de5-aeca-43cd-b76c-e84c6089bcf4" providerId="ADAL" clId="{6F7228B0-B978-4612-AEFA-A3F61784D205}" dt="2022-04-20T22:12:15.234" v="44"/>
        <pc:sldMkLst>
          <pc:docMk/>
          <pc:sldMk cId="0" sldId="398"/>
        </pc:sldMkLst>
        <pc:inkChg chg="del">
          <ac:chgData name="Ahamed, Md Maruf [E CPE]" userId="6f647de5-aeca-43cd-b76c-e84c6089bcf4" providerId="ADAL" clId="{6F7228B0-B978-4612-AEFA-A3F61784D205}" dt="2022-04-19T09:49:29.910" v="40" actId="478"/>
          <ac:inkMkLst>
            <pc:docMk/>
            <pc:sldMk cId="0" sldId="398"/>
            <ac:inkMk id="3" creationId="{7164EB15-546E-42DA-A59C-A951B512EA8F}"/>
          </ac:inkMkLst>
        </pc:inkChg>
        <pc:inkChg chg="add">
          <ac:chgData name="Ahamed, Md Maruf [E CPE]" userId="6f647de5-aeca-43cd-b76c-e84c6089bcf4" providerId="ADAL" clId="{6F7228B0-B978-4612-AEFA-A3F61784D205}" dt="2022-04-20T22:12:15.234" v="44"/>
          <ac:inkMkLst>
            <pc:docMk/>
            <pc:sldMk cId="0" sldId="398"/>
            <ac:inkMk id="3" creationId="{A1BB62AB-467C-48AA-B4FF-7DB8C638FAA9}"/>
          </ac:inkMkLst>
        </pc:inkChg>
      </pc:sldChg>
      <pc:sldChg chg="addSp delSp">
        <pc:chgData name="Ahamed, Md Maruf [E CPE]" userId="6f647de5-aeca-43cd-b76c-e84c6089bcf4" providerId="ADAL" clId="{6F7228B0-B978-4612-AEFA-A3F61784D205}" dt="2022-04-20T22:12:15.234" v="44"/>
        <pc:sldMkLst>
          <pc:docMk/>
          <pc:sldMk cId="0" sldId="421"/>
        </pc:sldMkLst>
        <pc:inkChg chg="add">
          <ac:chgData name="Ahamed, Md Maruf [E CPE]" userId="6f647de5-aeca-43cd-b76c-e84c6089bcf4" providerId="ADAL" clId="{6F7228B0-B978-4612-AEFA-A3F61784D205}" dt="2022-04-20T22:12:15.234" v="44"/>
          <ac:inkMkLst>
            <pc:docMk/>
            <pc:sldMk cId="0" sldId="421"/>
            <ac:inkMk id="2" creationId="{04BE4739-D4E4-49E9-A832-EEE883EEFCF2}"/>
          </ac:inkMkLst>
        </pc:inkChg>
        <pc:inkChg chg="del">
          <ac:chgData name="Ahamed, Md Maruf [E CPE]" userId="6f647de5-aeca-43cd-b76c-e84c6089bcf4" providerId="ADAL" clId="{6F7228B0-B978-4612-AEFA-A3F61784D205}" dt="2022-04-19T09:50:06.799" v="43" actId="478"/>
          <ac:inkMkLst>
            <pc:docMk/>
            <pc:sldMk cId="0" sldId="421"/>
            <ac:inkMk id="2" creationId="{0D1E882E-031A-4FFB-80A1-BA2399C3B741}"/>
          </ac:inkMkLst>
        </pc:inkChg>
      </pc:sldChg>
      <pc:sldChg chg="modSp">
        <pc:chgData name="Ahamed, Md Maruf [E CPE]" userId="6f647de5-aeca-43cd-b76c-e84c6089bcf4" providerId="ADAL" clId="{6F7228B0-B978-4612-AEFA-A3F61784D205}" dt="2022-04-19T09:44:58.012" v="33" actId="20577"/>
        <pc:sldMkLst>
          <pc:docMk/>
          <pc:sldMk cId="1865281566" sldId="774"/>
        </pc:sldMkLst>
        <pc:spChg chg="mod">
          <ac:chgData name="Ahamed, Md Maruf [E CPE]" userId="6f647de5-aeca-43cd-b76c-e84c6089bcf4" providerId="ADAL" clId="{6F7228B0-B978-4612-AEFA-A3F61784D205}" dt="2022-04-19T09:44:58.012" v="33" actId="20577"/>
          <ac:spMkLst>
            <pc:docMk/>
            <pc:sldMk cId="1865281566" sldId="774"/>
            <ac:spMk id="207875" creationId="{D583FDE5-0A59-BD41-A182-AC71C16B0812}"/>
          </ac:spMkLst>
        </pc:spChg>
      </pc:sldChg>
      <pc:sldChg chg="addSp delSp">
        <pc:chgData name="Ahamed, Md Maruf [E CPE]" userId="6f647de5-aeca-43cd-b76c-e84c6089bcf4" providerId="ADAL" clId="{6F7228B0-B978-4612-AEFA-A3F61784D205}" dt="2022-04-20T22:12:15.234" v="44"/>
        <pc:sldMkLst>
          <pc:docMk/>
          <pc:sldMk cId="3806350756" sldId="2149"/>
        </pc:sldMkLst>
        <pc:inkChg chg="add">
          <ac:chgData name="Ahamed, Md Maruf [E CPE]" userId="6f647de5-aeca-43cd-b76c-e84c6089bcf4" providerId="ADAL" clId="{6F7228B0-B978-4612-AEFA-A3F61784D205}" dt="2022-04-20T22:12:15.234" v="44"/>
          <ac:inkMkLst>
            <pc:docMk/>
            <pc:sldMk cId="3806350756" sldId="2149"/>
            <ac:inkMk id="3" creationId="{5F7A176C-0DA9-4E73-BEB9-92607CD0EEA7}"/>
          </ac:inkMkLst>
        </pc:inkChg>
        <pc:inkChg chg="del">
          <ac:chgData name="Ahamed, Md Maruf [E CPE]" userId="6f647de5-aeca-43cd-b76c-e84c6089bcf4" providerId="ADAL" clId="{6F7228B0-B978-4612-AEFA-A3F61784D205}" dt="2022-04-19T09:50:02.454" v="42" actId="478"/>
          <ac:inkMkLst>
            <pc:docMk/>
            <pc:sldMk cId="3806350756" sldId="2149"/>
            <ac:inkMk id="3" creationId="{CD3E68EA-6921-4964-85DC-FCED1A820964}"/>
          </ac:inkMkLst>
        </pc:inkChg>
      </pc:sldChg>
    </pc:docChg>
  </pc:docChgLst>
  <pc:docChgLst>
    <pc:chgData name="Md Maruf Ahamed" userId="6f647de5-aeca-43cd-b76c-e84c6089bcf4" providerId="ADAL" clId="{2D9AE297-9380-4106-8AC5-18D3F0A6D0C7}"/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>
            <a:extLst>
              <a:ext uri="{FF2B5EF4-FFF2-40B4-BE49-F238E27FC236}">
                <a16:creationId xmlns:a16="http://schemas.microsoft.com/office/drawing/2014/main" id="{F16A246E-1165-E245-A7EB-0772963E03C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2440F699-AA4E-4A4F-915B-4E190BCFD039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4" name="Rectangle 4">
            <a:extLst>
              <a:ext uri="{FF2B5EF4-FFF2-40B4-BE49-F238E27FC236}">
                <a16:creationId xmlns:a16="http://schemas.microsoft.com/office/drawing/2014/main" id="{EA62CF11-F0EA-0848-BA90-DDCC4F4E76E9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5" name="Rectangle 5">
            <a:extLst>
              <a:ext uri="{FF2B5EF4-FFF2-40B4-BE49-F238E27FC236}">
                <a16:creationId xmlns:a16="http://schemas.microsoft.com/office/drawing/2014/main" id="{ABB4707E-3172-FE4D-BE44-CD82F8236D0E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85064E9-D108-4958-BC0A-32345D0A6B4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0T21:32:57.12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17249 4220 889 0,'0'0'37'0,"0"0"-29"15,0 0 56-15,0 0 11 0,-6 3 2 0,6-3 1 16,0 0-5-16,0 0-1 0,0 0 0 0,0 0 0 16,0 0-5-16,0 0-2 0,0 0 0 0,0 0 0 15,0 0-7-15,6 3-2 0,0-1 0 0,0-2 0 16,0 3-14-16,0-3-3 0,3 3-1 0,-3-3 0 15,3 0-15-15,-1 0-3 0,4 0-1 0,-3 0 0 16,0 0-7-16,0 0 0 0,0 0-1 0,0 0 0 16,0 0-11-16,0-3 8 0,3 3-8 0,0 0 8 15,0-3 1-15,-1 3 0 0,4 0 0 0,0 0 0 16,0-2-1-16,3 2-8 0,3-3 12 0,-3 3-4 0,3-3 0 0,-1 3-8 0,1 0 12 16,-3-2-4-16,3 2-8 15,0-3 10-15,-3 3-10 0,-1 0 10 0,1 0-10 0,-3 0 10 0,0 0-10 0,0 0 10 16,0 0-10-16,0 0 10 0,0 0-10 0,-1 0 10 31,1 0-10-31,3 0 0 0,-3 0 0 0,0 0 8 0,3 0-8 16,0 0 0-16,0 0 0 0,-1 0 0 0,1 0 0 15,0 0 0-15,-3 0 0 0,3 0 0 16,0 0 0-16,-3 0 8 0,2 0-8 0,1 0 0 0,-3 0 0 0,0 0 0 16,-3 0 0-16,3 0 0 0,-3 0 0 0,3 0 8 0,-3-3-8 15,0 3 0-15,-1 0 0 0,1-2 0 0,0 2 8 0,0 0-8 16,3 0 0-16,0 0 0 0,-3-6 0 15,3 6 8-15,0 0-8 0,-1 0 0 0,1 0 0 0,0 0 8 16,0 0-8-16,0 0 0 0,0 6 0 0,0-6 8 16,0 0-8-16,0 0 0 0,-4 0 0 0,1 0 0 15,3 2 0-15,-3-2 0 0,3 0 0 0,-3 3 0 16,3-3 0-16,-3 0 0 0,0 0 0 0,0 0 0 16,2-3 0-16,-2 3 0 0,3 0 0 0,-3-2 0 15,6 2 0-15,-3 0 0 0,3 0 0 16,3 0 0-16,-4-6 8 0,4 6-8 0,0 0 8 0,0-2-8 15,3 2 9-15,-3 0-9 0,2 0 10 16,-2 0-10-16,0 0 0 0,0 2 8 0,-3-2-8 0,0 0 0 16,-1 0 0-16,1 0 0 0,0 0 8 0,0 0-8 15,0-2 0-15,3 2 0 0,0 0 8 0,-1 0-8 16,4 0 0-16,0 0 8 0,0 0-8 0,0 0 0 16,-1 0 0-16,1 0 8 0,0 0-8 0,0 2 0 15,-3-2 0-15,0 0 0 0,-4 0 8 0,1 0-8 16,3 0 0-16,-3 0 0 0,3 0 8 0,0 0-8 15,2-2 0-15,-2 2 0 0,3 0 0 0,3 0 0 16,-3 0 8-16,3 0-8 0,-4 0 0 0,4 0 0 0,0 0 8 0,-6 2-8 0,3-2 0 16,-4 0 9-16,-2 0-9 0,3 0 0 15,-3 0 0-15,0 0 8 0,0-2-8 0,0 2 0 0,2 0 9 0,1 0-9 16,3 0 0-16,-3-5 0 0,3 5 0 0,-1 0 0 16,1 0 8-16,-3 0-8 15,3 0 10-15,-3 5-10 0,0-5 10 16,-4 0-10-16,1 0 10 0,0 0-10 0,0 2 13 15,0-2-3-15,-3 0-1 0,3 0 0 0,-3 0-1 0,2 0-8 16,1 0 12-16,3 0-4 0,-3 0-8 0,3 0 0 0,-3 0 0 16,2 6 0-16,1-6 0 0,3 0 8 0,-3 0-8 0,0 0 0 15,0 2 8-15,-3-2-8 0,2 0 8 0,-2 0-8 16,-3 0 8-16,3 0-8 0,-3 0 8 16,0 0-8-16,0 0 8 0,-4 0-8 0,4-2 0 0,0 2 8 15,0 0-8-15,0 0 0 0,3 0 9 0,0-6-9 16,-3 6 9-16,2 0-9 0,1 0 12 0,0 0-12 15,0 0 10-15,0 0-10 0,-3 0 8 0,3-2-8 16,-3 2 8-16,-1 2-8 0,1-2 0 0,-3 0 8 16,3 6-8-16,-3-6 0 0,0 0 9 0,0 0-9 15,0 0 0-15,-3 0 8 0,0 0-8 16,3 0 0-16,-4 0 0 0,1 0 9 0,6 2-9 16,-6-4 0-16,3 2 10 0,-3 0-10 0,3 0 8 0,0-6-8 0,0 6 10 15,0 0-10-15,0-2 12 0,-1 2-12 16,4 0 12-16,-3 0-12 0,3-5 12 0,0 5-12 0,-3-3 12 15,0 3-12-15,3-3 12 0,-3 3-12 16,0 0 13-16,-1-2-4 0,1 2-1 0,0-3 0 0,-3 3-8 0,3 0 0 0,-3 0 0 16,3 0 8-16,-3 0-8 15,3-3 8-15,-3 3-8 0,0 0 8 0,0 0-8 16,-4 0 0-16,1-2 0 0,3 2 8 16,-3 0-8-16,0-3 0 0,3 3 0 0,-3 0 0 0,0 0 8 0,0-3-8 0,3 3 0 0,-3 0 8 15,3-2-8-15,-3 2 0 0,3 0 9 16,-3 0-9-16,3 0 8 15,-3 0-8-15,3 0 8 0,-4 0-8 16,1 0 0-16,3 0 0 0,-3 0 0 0,3 2 8 0,-3-2-8 0,3 0 0 16,0 3 0-16,-3-3 8 15,0 0-8-15,0 3 0 0,0-1 0 0,0 1 0 0,0-3 0 0,0 3 0 16,0-1 0-16,0-2 8 0,-6 0-8 0,6 3 0 0,-3-3 0 16,3 3 0-16,-1-3 0 0,-2 5-13 0,3-5 3 0,0 0 1 15,0 0-87-15,-3 0-16 0,3-5-4 16</inkml:trace>
  <inkml:trace contextRef="#ctx0" brushRef="#br0" timeOffset="4368.154">19181 10481 850 0,'0'0'17'0,"0"0"6"0,0 0-23 0,-6-3 0 0,6 3 0 16,-6 0 0-16,0 0 60 0,6 0 8 0,-6 0 2 15,6 0 0 1,-3 0-4-16,3 0-1 0,-6 3 0 0,6-3 0 0,-6 0-21 0,6 0-5 16,0 0-1-16,0 0 0 0,0 0 3 15,0 0 1-15,0 0 0 0,0 0 0 0,0 0-8 0,0 0-2 0,0 0 0 0,0 0 0 16,0 0-18-16,6 2-4 15,0 1-1-15,0 0 0 0,0-1-9 0,3-2 0 0,0 3 0 0,0-3 0 32,0 3 18-32,2-3 2 0,1 0 0 0,0-3 0 0,3 3-32 0,-3 0-7 0,3-3-1 0,-3 1 0 15,0 2 20-15,3-3 0 0,-3 0 0 0,2 1 0 16,-2 2 0-16,0-3 0 0,0 1 0 16,0 2 0-16,0-3 0 0,0 3 0 0,3 0 0 0,-3 0 0 15,0-3 0-15,2 3 0 0,1 0 0 0,0 0 0 16,0-2 14-16,3 2 6 0,-3 0 2 0,3 0 0 15,0 0-22-15,-4 0 0 0,4 0 0 0,0 0 0 16,0 0 0-16,-3 0 0 0,3 0 0 0,-3 0 0 16,0 0 0-16,-4 2 0 0,1-2 0 0,0 0 8 15,0 0-8-15,-3 3 0 0,0 0 0 16,3-3 0-16,-3 0 0 0,0 2 8 0,0-2-8 0,0 3 8 16,0-3-28-16,-1 0-6 0,4 2-1 0,-3-2 0 15,0 0 27-15,3 0 0 0,-3 0 0 0,3 0 0 16,0 0 24-16,0 0 11 0,0 0 1 0,0 0 1 15,0 0-15-15,-1-2-3 0,1 2-1 0,0-3 0 16,0 1 0-16,0-1 0 0,3 0 0 0,-3 3 0 16,3-2-18-16,-3-1-11 0,3 0 2 0,-4 3 0 15,1-2 29-15,0-1 5 0,0 0 2 0,0 1 0 16,0-1-19-16,-3 0-8 0,3 3 8 0,-3-2-8 0,0 2 8 0,0 0-8 0,0-3 8 0,2 3-8 31,-2 0 28-31,0 0 1 0,3 0 0 0,-3 0 0 0,3 0-29 0,-3 0-21 16,0-3 3-16,3 3 1 15,0 0 27-15,-3 0 6 0,3 0 0 0,-1 0 1 0,1 0-17 16,0 0 0-16,0-2 0 0,0 2 0 16,0 0 0-16,0-3 0 0,0 3 0 15,-3 0 0-15,0 0 0 0,3 0 0 0,-4-2 0 0,4 2 0 0,-3 0 0 0,0-3 0 0,3 3 0 0,-3-3 0 16,-3 3 0-16,3 0 0 0,0-2 0 0,-3 2 0 16,3 0 0-16,-3 0 0 0,0-3 0 0,0 3 0 15,0 0 0-15,0 0 0 16,-1 0 0-16,1 0 0 0,-3 0 0 15,3 0 0-15,0 0 0 0,-3 0 0 0,3 0 0 0,0 0 0 0,-3 0 0 16,3 3 0-16,0-3 32 0,-3 0 4 0,3 0 0 16,-3 0 0-16,3 2-28 0,-6-2-8 0,6 0 0 0,-3 3 0 15,3 0 0-15,-6-3 0 0,6 0 0 0,0 2 0 16,0-2 28-16,-3 0-2 0,3 3 0 0,-6-3 0 16,6 2-26-16,0-2 0 0,-1 3 0 0,1 0 0 15,-3-3 0-15,-3 0 0 0,6 2 0 0,0 1 0 16,0-3 0-16,0 3 0 0,0-3 0 0,-3 2 0 15,3-2 0-15,0 3 0 0,-3-3 0 0,3 3 0 16,-3-1 0-16,3-2 0 0,-3 3 0 0,-3-3 0 16,6 3 0-16,-6-3 0 0,3 2 0 0,-3-2 0 0,6 0 0 0,-6 0 0 15,6 3 0-15,-6-3 0 16,3 3-46-16,-3-3-14 0,0 0-4 0,6 2 0 0,-6-2 103 0,0 0 20 0,6 0 4 16,-6 0 1-16,3 0-52 0,-3 0-12 0,6 0 0 0,-6 0 0 15,0 0 0-15,6 0 0 0,-6 0 0 0,0 0 0 16,2 0 0-16,-2 0 0 15,6-2 0-15,-6 2 0 0,3 0 0 0,-3 0 0 16,0 0 0-16,0 0 0 0,0 0 0 0,0 0 0 16,6 0 0-16,-6 0 0 0,3-3 0 0,-3 3 0 15,3-3 0-15,-3 3 0 0,0 0 0 0,3-2 0 16,0-1 0-16,-3 3 0 0,3-5 0 16,-3 2 0-16,0-2 0 0,3 2 0 0,-3-2 54 0,0-1 8 15,0 1 2-15,0-3 0 0,0 0-52 16,0 0-12-16,3 0 0 0,-6-5 0 0,3 3 0 0,0-4 0 0,-3 1 0 0,3-3 0 15,-3 3 0-15,3 0 0 0,0-3 0 0,-3 3 0 16,3-1 54-16,0-1 8 0,0 1 2 0,-3 1 0 16,3 0-52-16,0 2-12 0,-3 1 0 0,0-3 0 15,3 2 0-15,0-2 0 0,-3-1 0 0,3 1 0 16,-3 0 0-16,3 0 0 0,0-3 0 16,-3 0 0-16,3-2 0 0,0-1 0 0,0-5 0 0,3 0 0 15,-3 1 0-15,0-1 0 0,3-3 0 0,-3 1 0 16,3 2 0-16,-3 0 0 0,3 0 0 0,-3 1 0 15,3 1 0-15,-3-1 0 0,0 1 0 0,3-1 0 16,-3-4 0-16,0 3 0 0,0-5 0 0,0 0 0 16,0 0 0-16,0 3 0 0,0-1 0 0,0 1 0 0,0 2 0 15,0 0 0-15,0 3 0 0,-3 0 0 16,3-1 0-16,0 4 0 0,-3-3 0 0,3 2 0 0,-3-2 0 16,0-3 0-16,3 3 0 0,-3-3 0 15,0 0 0-15,3 1 0 0,-3-6 0 0,0 2 0 0,1 3 36 16,-1 0 4-16,0 3 0 0,0 0 1 15,3 3-14-15,-3-1-3 0,0 3-1 16,0 0 0-16,3 0-23 0,-3 3-16 0,0-5 2 0,0 4 1 16,3-1 13-16,0-1 0 0,-3 0 9 0,3 0-9 15,0-3 8-15,0-2-8 0,0 0 0 0,0-3 0 0,0 1 8 0,3 1-8 16,-3-1 0-16,0-1 0 0,0 3 0 0,0-1 0 0,3 4 0 0,-3-1 0 31,0 3 0-31,0-2 8 0,3 2-8 0,-3-2 0 0,0 2 0 0,0-3 0 0,0 3 0 0,0-5 0 16,0 0 0-16,0 0 0 0,0-6 0 15,0 1 0-15,0 2 0 0,0-2 0 0,-3-1 0 0,3 1 0 16,0 4 0-16,0 1 0 0,0 0 0 0,0 3 0 16,0-1 0-16,3 1 0 0,-3 2 0 15,0-3 0-15,3 1 0 0,-3-4 0 0,0 4 0 16,0-6 0-16,3 3 0 0,-3-3 0 0,0-2 0 0,0-1 0 16,0 3 0-16,0-2 8 15,0 5-8-15,0-3 0 16,3 3 0-16,-3 5 0 0,0-3 0 15,0 4 0-15,3 1 0 0,-3-2 0 0,0 1 0 0,0-1 0 0,0 2 0 16,0-1 0-16,0-1 0 0,-3 0 0 0,3-3 0 0,0 1 8 0,-3-3-8 16,3-1 0-16,-3-1 0 0,3 1 0 0,-3-1 0 0,3-1 0 15,-3 3 0-15,3 2 0 0,0 1 8 0,-3-1-8 0,3 1 0 16,0 2 0-16,0 0 0 0,0 3 0 0,3-3 0 16,-3 0 9-16,0 0-9 0,3 0 8 15,-3-5-8-15,0 2 0 0,3-2 0 0,-3-5-11 0,0 2 11 16,3 0 0-16,-3-2 0 0,3-1 0 0,0 3 0 15,-3 1 0-15,3 4 0 0,0-2 0 0,0 5 0 16,-3-2 0-16,2 2 0 0,1 0 0 0,0 0 0 16,-3 3 0-16,3-3 0 0,-3 0 0 0,3 0 0 0,-3-2 0 0,0 2 0 15,3-3 0 1,-3-2 0-16,0 0 0 0,3 0 0 0,-3-3 0 0,0 0 0 0,3 3 0 0,-3 0 0 16,3 2 0-16,-3-2 0 0,0 5 0 0,0 0 0 0,3 0 0 15,-3 0 0-15,0 1 0 0,0 1 0 0,0-2 0 16,0 3 0-16,3 0 0 15,-3-3 0-15,0 0 0 0,3-2 0 0,-3-1 0 0,0-2 0 0,3 0 0 16,-3 0 0-16,3 0 0 16,-3-3 0-16,3 3 0 0,-3-1 0 0,3 1 0 15,0 3 0-15,-3-1 0 0,0 3 0 0,3 0 0 0,-3 3 0 16,0-3 0-16,0 3 0 0,0 0 0 0,0-3 0 0,3 3 0 16,-3-3 0-16,0 0 0 0,3 0 0 0,-3-2 0 15,0-1 0-15,3-2 0 0,-3-3 0 0,0 3 0 16,3 0 0-16,-3 0 0 0,3-1 0 0,-3 1 0 15,3 3 0-15,-3-1 0 0,3 1 0 0,-3 2 0 16,3 3 0-16,-3-1 0 0,3-2 0 0,-3 6 0 16,3-3 0-16,-3-1 0 0,0 1 0 0,0 3 0 15,0-4 0-15,0 4 0 0,0-3 0 0,0-1 0 16,0 1 0-16,0 0 0 0,0-3 0 0,0 0 0 16,0 3 0-16,0-3 0 0,0-2 0 15,0 2 0-15,0 0 0 0,0 0 0 0,0 0 0 0,0 3 0 16,3 0 0-16,-3-1 0 0,0 1 0 0,3 3 0 0,-3-1 0 0,0 3 0 15,3 0 0-15,-3 0 0 0,0 0 0 0,3 0 0 16,-3 3 0-16,0 0 0 0,0-3 0 0,3 5 0 0,-3-2 0 16,0-1 0-16,0 1 0 15,3 3 0-15,-3-4 0 0,0 4 0 0,3-4 0 16,-3 4 0-16,0-4 0 0,0 6 0 0,3-5 0 0,-3 5 0 0,0-3 0 16,0-2 0-16,0 2 0 0,0 3 0 0,3-5 0 0,-3 0 0 15,0 5 0-15,0-3 0 0,0-2 0 0,0 5 0 16,-3-3 0-16,3-2 0 0,0 5 0 0,0-3 0 15,-3-2 0-15,3 2 0 0,-3-2 0 0,3 5 0 16,-3-2 0-16,3-4 0 0,-3 1 0 0,3 5 0 16,0 0 0-16,-3-3 0 0,3 3 0 0,0 0 0 15,-3-5 0-15,3 5 0 0,-3-3 0 0,3 3-8 16,0 0 8-16,0 0 0 0,0 0 0 0,-3-5 0 16,3 5 0-16,0 0 0 0,0 0 0 0,0 0-8 15,3-3 8-15,-3 3 0 0,3-5 0 0,0 2-8 16,0 1 8-16,0 2 0 0,0-3 0 0,3 1 0 15,-3 2 0-15,0 0 0 0,3 0 0 0,0 0 0 16,-3 0 0-16,2 0 0 0,1 0 0 0,3 2 0 16,-3-2 0-16,3 3-10 0,0-3 10 15,0 0 0-15,0 2 0 0,0-2 0 0,0 3 0 0,3 2 0 16,0-5 0-16,0 0 0 0,0 0 0 0,2 3 0 0,-2-3 0 0,3 3 0 16,0-3 0-16,0 0 0 0,0 0 0 0,-3 0 0 15,3 0 0-15,-1 2 0 0,-2-2 0 16,3 0 0-16,-3 0 0 0,0 3 0 15,0-3 0-15,-3 3-8 0,0-3 8 0,0 0 0 16,0 0 0-16,-3 2 0 0,3-2 0 0,-3 0 0 16,0 3 0-16,-1-3 0 0,1 0 0 0,-3 3 0 0,3-3 0 0,0 0 0 0,0 2 0 0,-3-2 0 15,3 3 0-15,0-3 0 16,0 0 0-16,-3 0 0 0,3 0 0 0,3 0 0 16,-3 0 0-16,-3 0 0 0,3 0 0 0,0 0 0 0,0 0 0 15,0 0 0-15,0 0 0 0,0 0 0 0,0 0 0 16,0 0 0-16,-1 0 0 15,1 0 0-15,0 0 0 0,3 0 0 0,-3-3 0 0,3 3 0 0,0-2 0 0,0 2 0 16,0 0 0 0,0-3 0-16,0 3 0 0,0 0 0 0,0-3 0 15,0 3 0-15,0-2 0 0,-1-1 0 16,1 3 0-16,0-3 0 0,0 1 0 0,-3-1 0 0,3 3 0 16,0-3 0-16,-3 3 0 0,3-5 0 0,-3 2 0 0,0 3 0 0,0-2 0 0,0-1 0 15,0 3 0-15,0-2 0 0,0 2 0 0,0-3 0 16,0 3 0-16,-3-3 0 0,2 1 0 0,1 2 0 15,-3 0 0-15,0-3 0 0,3 3 0 0,-3 0 0 16,0 0 0-16,3 0 0 0,-3-3 0 0,0 3 0 16,3-2 0-16,-3 2 0 0,3 0 0 0,-3-3 0 15,3 3 0-15,0 0 0 0,-3-3 0 0,3 3 0 16,3 0-10-16,-3-5-2 0,3 2 0 0,0 1 0 31,0-4-75-31,2-1-15 0,4-1-3 0</inkml:trace>
  <inkml:trace contextRef="#ctx0" brushRef="#br0" timeOffset="5937.819">21413 6782 1337 0,'-6'2'56'0,"0"4"-44"16,3-4 41-16,-3 1 9 0,3 0 2 0,-3 2 0 16,6-5 51-16,-3 3 10 0,3-3 3 0,0 0 0 15,0 0-52-15,0 0-9 0,0 0-3 0,0 0 0 31,0 0 0-31,0 0 0 0,0 0 0 0,0 0 0 16,0 0-24-16,3-3-4 0,3-2-2 0,0 2 0 0,3-2-2 0,3 2-1 0,0-2 0 0,3-1 0 16,0 1-8-16,0 0-2 0,3 2 0 0,2-2 0 15,-2 0-10-15,6 2-3 0,-3-2 0 0,0 2 0 16,-3 0-8-16,-1 3 0 16,1 0 0-16,-3 0 0 0,0 3 0 0,-3 0 8 15,0-1-8-15,-6 4 0 0,0 2 30 0,0-1 1 0,-3 1 0 0,0 0 0 16,-3 3-31-16,-3 2 0 0,0 0 0 0,-6 1 0 15,3-1 0-15,-6-3 0 0,0 4 0 0,-3 2 0 16,-3-1-45-16,-3-1-15 0,4 2-4 16,-4 2 0-16,0 1 52 0,3 2 12 0,-3 0 0 0,3 0 0 15,1-2 0-15,5 2 0 0,-3-3 0 16,6 1 0 0,0-6-54-16,0 0-8 0,3 0-2 0,3-2 0 0,0 0 52 0,0-6 12 0,3 3 0 0,0-3 0 0,0 0 0 15,3-2 0-15,0 2 0 0,3-2 0 0,0 0 0 0,0-1 0 16,0-2 0-16,3 0 0 0,0 0 48 15,0 0 13-15,3 0 3 0,-1 0 0 0,1 0-64 0,0 0-24 16,3-2 0-16,0 2 1 0,0-3 23 16,0 3 0-16,0 0 0 0,0 0 0 15,-1-3-13-15,4 3-5 0,-3 0-1 0</inkml:trace>
  <inkml:trace contextRef="#ctx0" brushRef="#br0" timeOffset="6541.485">21979 6835 1552 0,'0'0'44'0,"0"0"10"0,0 0-43 16,0 0-11-16,0 0 0 0,6 2 0 0,0 4 53 0,0-4 9 0,0 1 2 0,2-3 0 15,1 2 13-15,3 1 3 0,0-3 1 0,0 3 0 32,0-3-21-32,3 0-5 0,0 0-1 0,0 0 0 0,0-3-22 0,-1 0-4 0,1 3 0 0,3-2-1 15,-3 2-17-15,0 0-10 0,3-3 12 0,-3 1-12 16,0 2 26-16,2-3-2 0,-2 0 0 0,0 3 0 16,0-2-34-1,0 2-7-15,-3 0-2 0,0 0 0 0,0 0 19 0,-3 0 0 16,0 0 0-16,-4 2 0 0,-5-2-16 0,0 0-5 0,0 0-2 0,0 0 0 31,0 0-37-31,-2 6-8 0,-4 1-2 0,0-1 0 16,-3-1-153-16,-3 0-30 0</inkml:trace>
  <inkml:trace contextRef="#ctx0" brushRef="#br0" timeOffset="6810.81">22083 7009 1337 0,'3'-2'56'0,"-3"2"-44"0,6-3 144 0,-3 3 28 16,3-3 7-16,-3 1 1 0,3-1-52 0,0 3-9 16,-3-3-3-16,3 3 0 0,0-2-51 0,-1 2-10 15,1 0-3-15,0-3 0 16,3 3-37-16,-3 0-8 0,3-3-2 0,0 1 0 0,0 2 2 16,0-3 0-16,0 0 0 0,3 1 0 0,0-3-11 15,0 2-8-15,3 0 9 0,-1 1-9 16,4-1 0-16,-3 0 0 0,0 1 0 0,3 2 0 0,0-3 0 15,0 0 0-15,-1 1 0 0,1 2 0 0,0-3 0 16,-3 3-21-16,3-3 3 0,-3 3 1 0,0 0-91 16,3 0-17-16,-4 0-4 0,-2 0-1 0,-3 0-101 0,0 0-20 15</inkml:trace>
  <inkml:trace contextRef="#ctx0" brushRef="#br0" timeOffset="8750.561">22833 6536 1583 0,'3'-3'32'0,"0"0"10"0,0-2-34 0,0 2-8 0,0 1 0 0,-3 2 0 31,3-3 83-31,-3 3 14 0,3-5 3 0,-3 5 1 15,3-3-32-15,-3 3-6 0,3 0-2 0,-3 0 0 0,6-2-25 0,-6 2-6 16,3-3-1-16,-3 3 0 0,3 0-5 0,3 3-2 0,-3-3 0 0,0 2 0 16,0 1-8-16,0-1-2 0,0 1 0 0,2 0 0 15,-2 2-12-15,3 3 11 0,-3-3-11 0,3 3 10 16,0 0-10-16,0 3 0 0,0-1 0 0,0 1 0 16,3-1 0-16,-3 1 8 0,3-3-8 0,-3 3 0 15,0-3-15-15,3-1-8 0,-3-1-1 0,3-1-1 16,-3-2-3-1,3-1 0-15,-3 1 0 0,2-3 0 0,1-3 18 0,-3 1 10 0,3-4-12 0,0 1 12 16,-3 0 0-16,3 0 0 0,0-6 0 0,-3 3 0 16,0 0 0-16,0 0 0 0,-3 0 8 0,0 3-8 15,0-3 15-15,0 0-3 0,0 3-1 0,-3-3 0 16,0 2 42-16,-3 1 9 0,3 0 2 0,-6 0 0 16,3-1 0-16,0 1 0 15,-3 0 0-15,0 2 0 0,0 0-52 0,3 1-12 0,-3 2 0 0,6 0 0 16,-6-3 13-16,6 3 0 0,0 0 0 0,0 0 0 15,0 0-13-15,0 0-18 0,0 0 4 0,0 0 1 16,0 0 13-16,0 0 0 0,3 8 0 0,3-3 0 16,-3 3 0-16,6 3 0 0,-3-1 0 0,3 1 0 0,0 5 0 15,-3 0 0-15,6 0 0 0,-6 2 0 0,0 3 0 16,2 1 0-16,-2-4 0 0,0 6 0 0,-3-6 0 0,0 4 0 16,0-4 0-16,-3-2 0 0,-3 0 0 15,3-3 15-15,-6 0-3 0,3 1-1 16,-6-1-11-16,4-3-16 0,-4 1 4 0,-3 0 1 0,0-1 11 15,-3 1 0-15,3-3 0 0,-3 2 0 16,0 1 0-16,0-3 0 0,0 0 0 0,-2 2 0 0,-1-4 0 0,0 1 0 0,-3-1 0 16,0-4 0-1,-3 1 0-15,4-3 0 0,-4-3 0 0,3 3 8 0,3-2-8 0,0-4 0 16,0 4 0-16,3-3 0 0,4-1 0 0,2 1 0 0,3 0 0 16,0-3-8-16,6 2-20 0,0 1-3 0,0 0-1 15,6-3 0-15,3 3-100 0,2-3-21 16,4 2-4-16</inkml:trace>
  <inkml:trace contextRef="#ctx0" brushRef="#br0" timeOffset="9134.649">23455 6636 2269 0,'3'-2'64'0,"0"-4"15"0,-3 6-63 16,0 0-16-16,0-5 0 0,0 5 0 0,0 0 54 15,0 0 8-15,0 0 2 0,0 0 0 0,3 8 0 0,-3 0 0 0,0 2 0 0,0 1 0 16,0 5-52-16,0 0-12 16,-3 0 0-16,3 2 0 0,0 1 0 15,-3-1 0-15,3-2 0 0,-3 3 0 0,3-4 0 0,0-1 0 0,-3 2 0 0,3-3 0 16,0 0 0-16,0 0 0 0,0 0 0 0,0-2 0 16,0 0 0-16,0 2-15 0,0-5 3 0,0 2 1 31,0 1-136-31,0-3-27 0,3-3-6 0</inkml:trace>
  <inkml:trace contextRef="#ctx0" brushRef="#br0" timeOffset="9977.172">23762 6411 1824 0,'0'0'38'0,"0"0"8"0,3-5-37 0,0 0-9 0,-3 2 0 0,3-2 0 16,-3 5 104-16,3-6 20 15,-3 6 3-15,3-5 1 0,-3 5-52 0,0 0-9 0,3-2-3 0,-3 2 0 16,0 0-51-16,0 0-13 0,3-3 0 0,-3 3 0 31,5 3 0-31,-2 2 0 0,3 3 0 0,-3 0 0 0,3 0 0 0,-3 0 0 0,3 2 0 16,0 1 0-16,-3 2 0 0,3-5 0 0,0 2 0 0,3 1 0 15,-3-3 0-15,3 0 0 0,0 0 0 0,0-3 0 16,3 0-100-16,0 1-22 0,0-4-5 16,2 1-1-16,-2-3 96 0,3 0 18 0,3-3 4 15,0 1 1-15,-3-1-37 0,3-2-7 0,-3 2-2 0,2-2 0 16,-2-3 44-16,0 0 11 0,-3 0 0 0,0 0 0 0,0-2 0 16,-3-1 0-16,-3 3 0 0,0-5 0 15,0 2 49-15,-3 1 12 0,-3-1 3 16,-3 0 0-16,3 1 29 0,-3-3 7 0,0 2 0 0,-3 3 1 0,3-2-33 0,-3 4-8 15,3-2 0-15,-3 3-1 0,3 2-22 16,-3 1-4-16,6 2-1 0,0 0 0 0,0 0-32 0,0 0 0 0,-3 2 0 0,-3 4 0 16,3 2 0-1,0 0 0-15,0 5 0 0,3-3 0 0,-3 4 58 0,3-1 5 0,3 3 1 0,-3 0 0 16,0-1-52-16,0-1-12 16,0-1 0-16,0 3 0 0,0 0 0 0,-3 2 0 0,3-2 0 15,-3 3 0-15,0 4 0 16,0-1 0-16,-3 1 0 0,0 1 0 0,0 3 0 0,-3-4 0 15,3 4 0-15,-5-3 0 0,-1-3 0 0,0 0 0 16,0-2 0-16,0-4 0 0,-3 1 0 0,3-2 0 0,-3-1 0 0,0-3 0 16,3 1 0-16,1 0 0 0,-1-1 0 15,0-2 0 1,3 0-48-16,0 0-13 0,0-3-3 0,0 1 0 16,3-4-71-16,0 1-14 0,6-3-3 0</inkml:trace>
  <inkml:trace contextRef="#ctx0" brushRef="#br0" timeOffset="10403.655">24223 6792 1552 0,'0'0'44'0,"0"0"10"0,0 0-43 0,0 0-11 0,3-5 0 0,-3 0 0 15,3-1 104-15,-3 4 20 0,3-4 3 0,0 1 1 0,0 0-52 16,0 0-9-16,3-1-3 0,0 1 0 16,0-3 28-16,0 3 6 0,0-1 1 0,3 1 0 15,-3 0-56-15,3 0-11 0,-1-1-3 0,1 4 0 16,0-1-29-16,-3 3 0 0,3-3 0 0,-3 6 0 0,3-3 0 16,-3 5 0-16,0 1 0 0,-3 2 0 0,0-1 0 0,-3 4 0 0,0 0 0 0,-3 2 0 15,0 3 0-15,-3-3 0 16,0 3 0-16,-3 2 0 0,0-2-20 15,0 0-9-15,-3 0-3 0,0 3 0 0,1-4-20 16,2 4-4-16,0-3 0 0,-3 0-1 0,6 0 14 0,-3 2 3 16,3-2 1-16,3-3 0 0,0 0 39 0,3 1 12 0,0-6 0 15,3 2 0-15,0-2-12 0,0-5-17 0,3 2 4 0,3-2 1 16,0-3 39 0,0-3 8-16,6 0 1 0,-1 1 1 0,1-6-8 0,0 3-1 0,3-3-1 0,0 2 0 15,0-2-27-15,3 3 0 16,-4-3 0-16,1 3 0 0,-3 0 0 0,0-1 0 0,0 4 0 0,-3-1 0 15,3-2-20-15,-3 2-10 0,0 0-2 16</inkml:trace>
  <inkml:trace contextRef="#ctx0" brushRef="#br0" timeOffset="18274.418">8024 3257 1465 0,'0'0'30'0,"-3"-8"9"0,0 8-31 0,3-8-8 16,-3 3 0-16,3 5 0 0,-3-5 106 0,3 2 20 0,0 3 4 0,0-8 1 16,0 3-46-1,0 5-9-15,0-3-1 0,0 3-1 0,0 0-29 0,0 0-5 0,0 0-2 0,0 0 0 16,0 0-22-16,0 0-5 16,3 8-1-16,0 0 0 0,3 0-10 0,-3 5 0 0,0 3 0 15,3-5 0-15,-3 7 0 0,0 1 8 0,0-1-8 0,0 3 0 31,0-2-22-31,0 0-10 0,3-4-1 0,-3 1-1 0,0 0 34 0,3-5 0 0,0-1 0 0,-3 4 0 16,0-9-25-16,3 3 1 0,-3 0 1 0,0-8 0 16,-3 0-14-16,3 2-3 15,-3-2-1-15,0 0 0 0,6 0 33 0,-3-2 8 0,3-6 0 0,-3 2 0 16,0-1 0-16,0-1 0 0,0-6 0 0,0 6 0 16,0-7 32-16,0 1 9 0,-1 1 2 15,1 3 0-15,-3-6-18 0,0 2-3 0,0-4-1 0,0 7 0 16,0-2 19-16,-3 2 4 0,3 1 1 0,0 2 0 15,0 0-21-15,0 0-4 0,0 3 0 16,0 2-1-16,0 3-19 0,0 0 0 0,0 0 0 0,0 0 0 16,0 0 0-16,0 5 0 0,3 1 0 0,0 4 0 15,0-2 0-15,0 3 0 0,3 2 0 0,-3 3 0 16,3-3 12-16,3 0-2 0,0 1 0 0,0 2 0 16,-3-1-10-16,6-7-16 0,-3 6 4 0,3-4 1 15,-3-2 2-15,3 0 0 0,-3-3 0 0,2 1 0 16,-2-6 9-16,0 2 0 0,-3-2 0 0,3 0-8 15,0 0 8-15,-3-2 0 0,0-4 0 0,0 1 0 16,0 0 8-16,0-1 3 0,0-1 1 0,0-1 0 16,-3-3 28-16,0 0 5 0,3 3 2 15,-3-7 0-15,0 1-24 0,-3 1-5 0,3 0-1 0,-3-3 0 16,0 3 37-16,0 2 7 0,-3-5 2 0,3 0 0 0,-3 6-50 0,3-1-13 16,-3-5 0-16,0 6 0 0,0-1 0 0,0 1 0 0,0 2 0 15,-3 5 0-15,3-5 0 16,0 0 0-16,3 3 0 0,-3 0 0 0,3 5-46 15,0 0-14-15,0 0-4 0</inkml:trace>
  <inkml:trace contextRef="#ctx0" brushRef="#br0" timeOffset="19906.239">8510 3098 1451 0,'-3'-5'61'0,"0"0"-49"16,3-3 106-16,-3 0 21 0,3 0 4 0,-3 3 1 16,3-1-50-16,0-1-10 0,0 4-1 0,0-5-1 15,0 3-14-15,0 5-4 0,0-6 0 0,0 6 0 16,0 0-51-16,0 0-13 0,0 0 0 0,0 0 0 15,0 0 0-15,6 3 0 0,-3 5 0 0,0-5 0 16,0 5 0-16,2-1 0 0,1 1 0 0,0 3 0 16,0-3 0-16,0 3 0 0,0-4 0 0,0 4 0 15,3-3 0-15,-3 0-12 0,3-5 3 0,-3 5 0 16,3-6-16-16,-3 1-3 0,3 2-1 0,-3-5 0 31,3 3 2-31,-3-3 1 0,0-3 0 0,-6 3 0 0,6 0 26 16,-3 0 0-16,2-5 0 0,-5 5 0 0,0 0 0 0,3-5 0 0,-3-1 0 0,0 1 0 15,0 5 0-15,0-5 0 0,-3 2 0 0,0-5 0 16,1 3 46-16,-1-3 14 0,0 3 4 0,-3 2 0 16,3-5-52-16,0 3-12 0,0 2 0 0,0-5 0 0,3 8 54 15,0 0 8-15,-3-5 2 0,3 5 0 16,0 0-52-16,0 0-12 0,0 0 0 0,0 0 0 16,0 0-9-16,0 0-5 0,6 0-1 0,0 2 0 0,3 4 24 0,-3-1 5 0,2 3 1 0,-2 0 0 15,3 2-26-15,0 1-5 16,-3 0 0-16,3-1-1 0,-3 6 17 0,0-8 0 0,0 5 0 0,0 3 0 15,-3-8 0-15,-3 5 0 16,0 3 0-16,-3-5 0 0,0 2 0 16,0 0 8-16,0 0-8 0,-6 6 0 0,3-3 0 0,-3 2 8 0,-3-4-8 0,3 4 0 15,-3-2 0 1,1 3 0-16,-1-4 8 0,0 1-8 0,3-2 0 0,-3-4 0 16,0 3 0-16,3-5 0 0,-3 3 12 0,3-6-3 0,0 6-1 0,3-9 0 15,-3 4-8-15,3-6 0 16,6 0 0-16,0 0 0 0,0 0 0 0,0 0 0 0,-3-6 0 0,1 4 0 15,2-9-152-15,2 3-32 16,4 0-6-16</inkml:trace>
  <inkml:trace contextRef="#ctx0" brushRef="#br0" timeOffset="20175.599">8831 3196 1968 0,'0'0'41'0,"0"0"9"0,0 0-40 0,0 0-10 0,0 0 0 0,0 0 0 0,0 0 106 16,0 0 19-16,0 0 4 0,0 0 1 0,0 0-62 16,0 0-12-16,0 0-2 0,0 0-1 0,0 0-25 15,0 0-6-15,0 0-1 0,0 0 0 16,3 6-9-16,0 4-3 0,0-2 0 0,0 0 0 16,0 0-9-16,-3 5 10 0,3-2-10 0,0 5 10 0,0-3-10 15,-3 3 0-15,0 2 0 0,3-4 0 16,-3 4 0-16,0-2-11 0,3 3 11 0,0-4-8 15,-3-4-27-15,0 8-5 0,3-9 0 0,-3 3-1 16,0 1-94-16,0-9-18 16,0 3-4-16</inkml:trace>
  <inkml:trace contextRef="#ctx0" brushRef="#br0" timeOffset="20594.931">8477 2807 1337 0,'0'0'56'16,"0"0"-44"-16,0 0 110 15,0 0 22-15,0 0 5 0,0 0 1 16,0 0-60-16,0 0-12 0,0 0-2 0,6 0-1 16,0-5-35-16,3 2-8 0,3 3 0 0,-1-7-1 15,7 1 26-15,0-2 6 0,3 0 1 0,3 3 0 0,0-6-26 0,2 4-5 0,1-4-1 0,0 0 0 31,-3 3-14-31,0-5-3 0,-4 5-1 0,1-5 0 16,-6 5-6-16,0 0-8 0,-3 0 11 0,-3 3-11 16,0 2 9-16,0-5-9 0,-3 3 0 0,-3 5 9 15,-3 0-1-15,0 0-8 0,0 0 12 0,0 0-4 16,0 0-8-16,0 0 0 0,0 0 0 0,0 0-11 0,0 5-37 0,-3 3-8 16,0 0-2-16</inkml:trace>
  <inkml:trace contextRef="#ctx0" brushRef="#br0" timeOffset="23653.227">7870 6768 1668 0,'-6'-13'35'0,"6"11"7"0,-3-4-34 0,0-2-8 0,3 3 0 0,-3 0 0 15,3-1 100-15,0 1 19 0,-3 0 3 0,3 5 1 16,0 0-51-16,0 0-9 0,0 0-3 0,0 0 0 15,0 0-28-15,0 0-5 0,0 0-2 0,0 5 0 32,3 3 0-32,-3 0 0 0,3 3 0 0,0 2 0 0,3-3-25 0,3 4 0 0,-4-4 0 0,4 4 0 15,0-1 0-15,0-3 0 0,-3 4 0 0,3-1 0 16,0-3-46-16,0 1-14 0,3 0-4 0,-3-4 0 16,0 1 0-1,0-2 0-15,0-4 0 0,-3 1 0 0,3 0 0 0,-4-3 0 16,1-3 0-16,0 3 0 0,0-5 64 0,-3 2 12 0,0-2 2 0,0-1 1 15,0-1 7-15,-3-1 2 0,3 0 0 0,-3 0 0 16,0 0 0-16,0-3 1 0,0 3 0 16,-3-2 0-16,3 2 31 0,-3 0 7 0,3-3 1 0,-3 3 0 15,3-2-6-15,0 2-1 0,-3 0 0 16,3 0 0-16,0 3-40 0,-3-1-8 0,3 6-1 0,0 0-8 16,0 0 18-16,0 0-3 0,0 0-1 0,6 3 0 15,-3 2-14-15,0 1 0 0,3 1 0 0,0 4 0 0,-3 0-8 0,3-3-5 16,0 2-1-16,0 1 0 0,0-1 14 0,0-2 0 0,0 3 0 15,0-3 0 1,0-3-54-16,0 0-8 0,0 1-2 0,-3-4 0 16,-3-2 52-16,0 0 12 0,0 0 0 0,6 0 0 0,-6 0 0 15,0 0 0-15,3-2 0 0,0-4 0 0,0 4 48 16,-3-4 13-16,0 1 3 0,-3-3 0 0,3 0 0 16,-3 0 0-16,3 0 0 0,-3 0 0 0,0-5-52 0,0 3-12 0,0-4 0 15,-3-1 0-15,6-4 0 0,-3 0 0 16,0-2 0-16,3 0 0 0,0 3 0 0,-3-1 0 0,3 3 0 15,0 0 0-15,0 3-21 16,3 3-7-16,-3-1-2 0</inkml:trace>
  <inkml:trace contextRef="#ctx0" brushRef="#br0" timeOffset="24233.448">8215 6443 2053 0,'-6'-5'58'0,"3"2"13"16,3 3-57-16,-6-3-14 0,3 1 0 0,3 2 0 16,0 0 81-16,0 0 14 0,-6-3 2 0,6 3 1 15,0 0-37-15,0 0-7 0,0 0-2 0,0 0 0 16,0 0-12-16,0 0-4 0,0 0 0 0,0 0 0 15,0 0-28-15,3 8-8 0,0 0 0 0,3 0 0 16,0 0 0-16,0 0 0 0,3 0 0 0,0 0 0 16,3-3-50-16,-3 3-11 0,2-3-3 0,4-2 0 15,-3 2 0-15,0-5 0 0,3 3 0 0,-3-3 0 16,0 0 0-16,0-3 0 0,0 1 0 0,-3-1 0 16,0-2 52-16,-1-1 12 0,-2-2 0 0,0 0 0 0,-3 3 28 0,0-3 9 0,3 0 2 15,-6 3 0 1,0-3 25-16,0 0 4 0,-3 3 2 0,3-3 0 15,-3 3-10-15,0-1-3 0,0 1 0 16,-3 0 0-16,0-3-7 0,3 5-2 0,-2-5 0 0,-1 3 0 0,3 0-17 16,-3 2-4-16,6 3-1 0,-3-5 0 0,3 5-14 0,0 0-4 0,0 0 0 15,0 0 0-15,0 0-8 0,0 0 0 0,0 0 0 16,0 0 0-16,0 0 0 0,6 5 0 0,-3 0 0 0,3 1 0 16,0 4 0-16,-1-2 0 0,4 0 0 0,-3 3 0 15,3-1 0-15,-3 1 0 0,0 2 0 0,0 0 0 16,-3 3 0-16,3-3 0 15,-3 3 0-15,0 0 0 0,-3 3-9 0,3-1 9 0,-3 3 0 0,0 0 0 16,-3 3 0-16,3-3 0 0,-3 1 0 0,0-4 0 16,0 3 0-16,0-5 16 0,0 3-4 0,0-3 0 15,-3-3-45-15,3-3-10 0,0 1-1 0,0-3-1 16,0 0-3-16,3-3-1 0,0-5 0 0,0 0 0 16,0 0-142-16,0 0-28 0</inkml:trace>
  <inkml:trace contextRef="#ctx0" brushRef="#br0" timeOffset="24598.355">8557 6528 1789 0,'0'0'37'0,"0"0"9"16,-3-6-37-16,3 1-9 0,-3 0 0 0,3 2 0 0,0 3 113 0,0-5 21 0,0 2 4 0,0 3 1 15,3-5-62-15,0 0-12 0,0 2-2 16,0-2-1-16,-3 5-10 0,3-3-1 0,-3 3-1 0,3-3 0 15,0 1-31-15,-3 2-7 0,6 0 0 0,0 0-1 16,-3 0-11-16,3 2 0 0,0 1 9 0,-3 2-9 31,0 3 0-31,0 0 0 0,0 3 0 0,-3-1 0 0,3 6-22 0,-3 0-2 0,0 5-1 0,0 0 0 16,0 3-11 0,-3 0-3-16,3 3 0 0,-3-4 0 0,0 1-18 0,3-3-4 15,-3 1-1-15,0-7 0 0,3 1 62 0,-3-2 10 16,3-1 3-16,0-3 1 0,0-2-14 0,3 0 0 0,0-3 0 15,0-2 0-15,3 0 0 0,0-3 0 0,0 0 0 0,3-6 0 16,-3 4 0-16,2-3 11 0,4-1-2 16,-3 1 0-16,0 0 7 0,3-3 2 0,-3-3 0 0,3 3 0 15,-3-2-10-15,0-1-8 0,3 0 9 0,-3-2-9 16,0 3 0-16,0-4 0 0,-1 1 0 0</inkml:trace>
  <inkml:trace contextRef="#ctx0" brushRef="#br0" timeOffset="26755.089">20782 11232 1451 0,'0'0'61'0,"0"0"-49"15,-6 3 116 1,6-3 24-16,0 0 4 0,-6 0 0 15,6 0-52-15,0 0-12 0,0 0-1 0,-6 3-1 16,6-3-38-16,0 0-7 0,-3 5-1 0,-3 0-1 16,3 0-3-16,3 1 0 0,0-6 0 0,-3 5 0 0,0 3-19 0,0 0-4 15,0 0-1-15,-3 0 0 0,4 0-16 0,-4 0 8 0,3 0-8 0,-6 2 0 16,3-2 0-16,0 0 0 0,0 3 0 0,-3-1 0 16,0 1 0-16,0 2-14 0,0 0 1 0,0-2 0 31,3 2-43-31,-3 0-8 0,3-2-1 0</inkml:trace>
  <inkml:trace contextRef="#ctx0" brushRef="#br0" timeOffset="27519.679">20654 11396 1824 0,'0'0'38'0,"0"0"8"0,-6 0-37 0,6 0-9 0,-6 0 0 0,6 0 0 0,-6 3 104 16,0 0 20-16,6-3 3 0,-6 2 1 15,6-2-52-15,-6 6-9 0,0-1-3 16,3 0 0-16,0 3 0 0,1 0 0 0,2 0 0 0,-3 5 0 15,3 0-51-15,0 3-13 0,3 5 0 0,-3 1 0 0,2-1 0 16,1 3 0-16,3 2 0 0,-3-2 0 0,0 0 0 0,3-3 0 16,-3 0 0-16,0-2 0 0,3 2-11 0,-3-3-5 15,-3 1 0-15,3 2-1 16,0-3 17-16,0 1 0 0,-3 2 0 0,0 0 0 0,-3 0 0 0,3 1 0 0,0-1 0 16,0-3 0-16,0 1-18 0,-3-6 3 15,3 3 1-15,0-3 0 0,0-5-22 16,0 0-5-16,0-3-1 0,0-5 0 15,0 0-126-15,0 0-24 0,0 0-6 0</inkml:trace>
  <inkml:trace contextRef="#ctx0" brushRef="#br0" timeOffset="27867.059">20877 11780 1758 0,'0'0'36'0,"0"0"10"0,0-5-37 0,0 5-9 0,3-6 0 0,-3 6 0 16,0 0 109-16,0 0 20 0,0 0 4 0,0 0 1 15,0 0-48-15,0 0-10 0,0 0-1 0,0 0-1 0,0 0-24 0,0 0-5 0,3 6-1 16,0-1 0-1,0 3-18-15,-3 0-4 0,3 0-1 0,0 2 0 0,-3 4-12 0,3 1-9 0,-3 4 12 0,0 0-12 32,3-1 0-32,-3 6 0 0,0-3 0 0,3 3 0 15,-3-3 0-15,0 0 0 0,3-2 0 0,0-1-9 16,-3-5-15-16,0 1-2 0,3-1-1 0,-3-2 0 16,0-1-9-16,3-5-1 0,-3 3-1 0,0-5 0 15,0-3-265-15</inkml:trace>
  <inkml:trace contextRef="#ctx0" brushRef="#br0" timeOffset="28300.062">21145 11627 1314 0,'0'0'56'15,"0"0"-45"-15,0 0 91 16,0 0 18-16,0 0 4 0,3 0 1 0,3 2-25 16,0-2-6-16,0 3-1 0,0-3 0 0,3 0-31 0,-3 0-6 15,3 0-2-15,3-3 0 0,0 3-22 16,0-2-4-16,2-1 0 0,-2 0-1 16,3 1-11-16,0-4-3 0,0 1 0 15,3 0 0-15,-3-1-13 0,-3 1 9 0,3-3-9 0,-4 3 8 16,4-3 2-16,0 0 0 0,0 3 0 0,-3-1 0 0,3 1-10 0,0 0-12 0,-3 2 2 0,0 1 1 15,0 2-7-15,-4 0-2 0,1 0 0 0,-3 2 0 16,-6-2-38-16,6 5-8 16,-6-5-2-16</inkml:trace>
  <inkml:trace contextRef="#ctx0" brushRef="#br0" timeOffset="28586.675">21288 11793 1584 0,'0'0'67'15,"0"0"-54"1,3-2 91-16,3-1 19 0,0-2 3 0,0 2 1 16,0 0 1-16,3 1 0 0,-3-4 0 0,3 4 0 15,-3-1-103-15,0 0-25 0,3-2 0 0,-3 3 0 16,2-1 0-16,-2-2 0 0,3-1 0 0,0 4 0 15,0-4 32-15,0 4 2 0,3-4 0 0,0 4 0 16,0-4-34-16,0 1 0 0,3 0 0 0,-3-3-9 16,5 3-85-16,-2-3-17 15,0 0-3-15</inkml:trace>
  <inkml:trace contextRef="#ctx0" brushRef="#br0" timeOffset="29373.278">21815 11283 1337 0,'0'0'56'0,"0"0"-44"0,0 0 136 0,0 0 28 16,0 0 6-16,0 0 1 0,0 0-69 0,0 0-14 15,0 0-2-15,0 0-1 16,0 0-45-16,-3 5-10 0,-3 0-2 0,3 0 0 0,3 3 20 0,-3 0 3 0,0 0 1 16,3 3 0-16,0 2-52 0,0 0-12 15,0 3 0-15,0 0 0 16,0 3-18-16,0-1-6 0,3 3-2 0,-3 0 0 15,3-2-10-15,0 2-3 0,0 0 0 0,3 0 0 16,0-5-34-16,0 0-7 0,0-3-2 0,0 1 0 16,3-6-43-16,-3 0-9 0,3-3-2 0,0-3 0 0,-1 1-23 15,1-6-5-15,0 3 0 0,0-5-1 0,-3-3 133 0,3 0 32 0,-3-5 0 0,3 2 0 16,-3-2 36-16,0 0 8 0,0-3 1 0,0 0 1 16,-3 3 62-16,0-3 12 0,-3 3 2 0,0 2 1 15,-3-2-31-15,0 3-5 0,0-1-2 16,-3 3 0-16,3-3 15 0,-3 6 2 0,0 0 1 15,3 2 0-15,-3-2-63 0,3 2-12 0,3 3-2 0,0 0-1 16,0 0-3-16,0 0-1 0,0 0 0 0,0 0 0 16,-3 8-21-1,3 0 8-15,3 0-8 16,-3 3 0-16,6 2 0 0,-3 0 0 0,3 3-10 0,3-3 10 0,0 3-20 0,3-3 2 16,0 1 1-16,0-1 0 0,2-3-38 0,1 1-7 0,0-3-2 0,3-3 0 15,-3 0-16-15,0-2-4 0,0 0-1 0,-3-3 0 0,0 0 68 0,-3-3 17 16,-1 0 0-16,1-2 0 15,-3 0 31-15,-3-3 9 0,3 0 3 0,0-3 0 16,-3-2 24-16,0 0 5 0,-3 0 0 0,3-3 1 16,-3 3-32-16,0-3-6 0,-3 0-2 0,3 3 0 0,-3-3 21 0,0 0 4 15,3 3 1-15,-3-1 0 0,0 1-38 16,0 0-7-16,0 0-2 0,0 2 0 0,0 1-12 16,-3-1 0-16,3-2 0 0,0 5 0 15,0-3-28-15,0 1-9 0,1 2-2 16</inkml:trace>
  <inkml:trace contextRef="#ctx0" brushRef="#br0" timeOffset="30217.215">22342 11198 1250 0,'0'0'52'15,"0"0"-41"-15,-6-5 111 0,6 5 22 0,-3-3 5 0,3 3 1 31,-6-3-17-31,6 3-3 0,0 0-1 0,0 0 0 0,0 0-60 0,0 0-12 0,0 0-2 0,0 0-1 32,0 0-35-32,0 0-7 0,0 0-2 0,0 0 0 15,0 0 19-15,3 6 4 0,3-1 1 0,-3 0 0 0,3 0-25 0,0 6-9 0,0-3 0 0,0 3 9 16,3-4-9-16,0 4 0 0,2-3 0 0,1 0 0 16,3 0 0-16,-3 0-17 0,3 0 2 15,0 0 1-15,0-3-51 0,0 0-11 16,3-2-1-16,-1 2-1 0,-2-2-50 15,-3-3-11-15,0 3-1 0,0-3-1 0,-3 0 53 0,3-3 12 16,-3 0 1-16,0 1 1 0,-3-1 74 0,3-2 0 0,-3-1 16 16,-3 1-2-16,2 0-14 0,-2-1 0 0,-3-1 0 0,0 1 0 15,0 1 95-15,-3 0 16 0,0-3 3 16,1 5 1-16,-1-5-31 0,-3 3-5 0,0-3-2 0,0 3 0 16,0-1-11-1,0 1-2-15,3 2-1 0,-3 1 0 0,6 2-23 16,0 0-5-16,-6-3-1 0,6 3 0 0,0 0-11 0,0 0-3 0,0 0 0 0,0 0 0 0,-6 5-7 15,6 1-1-15,0 2-1 0,0-3 0 16,0 3-11-16,0 0 0 0,3 2 0 0,-3 1 0 16,3-3 0-16,0 2 8 0,3 1-8 0,0 2 8 15,-3-2-8-15,0 2 0 0,0 3 0 0,0-3-11 16,-3 3 3-16,0 0 0 0,0 0 0 0,0 2 0 16,0 1-12-16,-3 2-1 0,3-2-1 15,-6 2 0-15,3 0-2 0,0-3 0 16,-3 4 0-16,0-4 0 0,0-2 6 0,-3 0 1 15,3 0 0-15,0-3 0 0,-3 0 17 0,-3-2 0 0,3-1-8 0,-3-2 8 16,1 0 0-16,-1 0 0 0,0-3 0 16,0 1 0-16,3-4 0 0,-3 1-8 0,3-3 8 15,0 0 0-15,0-3-28 0,3 1 2 0,0-4 0 16,0 1 0-16,3-3-37 0,3-2-7 16,3-1-2-16</inkml:trace>
  <inkml:trace contextRef="#ctx0" brushRef="#br0" timeOffset="30462.097">22773 11357 1554 0,'0'0'65'16,"0"0"-52"-1,0 0 130-15,-3 5 25 0,3-5 6 0,-2 5 1 16,-1 1-63-16,3-6-12 0,-3 5-2 0,0 0-1 16,3-5-41-16,-3 8-8 0,0-3-1 0,0 3-1 31,3 0-25-31,-3 0-5 0,3 0 0 0,-3 3-1 0,3-1-15 0,-3 3 8 0,3 1-8 0,0 2 0 15,-3-1 0-15,3 1 8 16,0 0-8-16,-3 3 0 0,3-3 0 0,-3-1 0 0,3 1 0 0,-3 0 0 16,3-3-17-16,0 1-3 0,-3-4-1 0,3 1 0 15,0-3-35-15,0 0-6 0,0 0-2 16,0-3 0-16,0-5-128 0,0 0-27 0,0 0-5 0</inkml:trace>
  <inkml:trace contextRef="#ctx0" brushRef="#br0" timeOffset="30849.306">22261 10984 1792 0,'0'0'51'0,"0"0"10"0,0 0-49 0,6 0-12 0,0 0 0 0,0-3 0 15,3 0 79-15,0 3 13 0,3-2 2 0,0-1 1 16,3 0-44-16,0 3-9 0,0-2-2 0,6-1 0 16,-1 0-28-16,4 1-12 0,3-1 11 0,-3 0-11 15,3 1 8-15,-4-4-8 0,1 1 0 0,0 0 0 16,0 0-28-16,3-1-12 0,-1-2-3 0</inkml:trace>
  <inkml:trace contextRef="#ctx0" brushRef="#br0" timeOffset="31357.668">23071 11333 1541 0,'0'0'44'16,"0"0"9"-16,0 0-42 0,0 0-11 0,0 0 0 0,0 0 0 0,6 0 88 15,0 2 15-15,3 1 3 0,-3-3 1 16,3 0-29-16,3 0-6 0,0 0 0 0,3 0-1 15,-1 0-28-15,1-3-6 0,6 1-1 0,-3-1 0 16,3-2-20-16,0 0-5 0,2-1-1 0,-2 1 0 0,-3 0-10 16,0-1 0-16,0 1 0 0,0-3 8 0,-6 3-8 0,3 0 0 0,-4-1 0 0,1 1 8 31,0 0-32-31,-3 2-8 0,0-2 0 0,0 2-1 16,-3 0-96-16,-3 1-19 0,3-3-4 15</inkml:trace>
  <inkml:trace contextRef="#ctx0" brushRef="#br0" timeOffset="31658.363">23169 11087 2128 0,'-3'-8'60'0,"3"3"13"0,-3-3-58 0,3 2-15 0,0 6 0 16,0-2 0-16,0 2 65 0,0 0 11 0,0 0 1 0,0 0 1 16,0 0-30-16,0 0-5 0,0 0-2 0,0 0 0 0,0 0-13 15,3 5-4-15,0 3 0 0,3 2 0 0,0 4-12 16,-3 2-4-16,3 2 0 0,0 1 0 16,0 2-8-16,0 0 0 0,0 0 0 0,3 0 0 0,-3 0 0 0,3-2 8 0,-3-1-8 15,3 1 0 1,-3-3 0-16,0 2-14 0,3-2 2 0,-4 3 0 15,1-3-28-15,0 0-4 0,0-1-2 0,3 1 0 16,-6-2-101-16,3-1-20 0,-3-3-4 0</inkml:trace>
  <inkml:trace contextRef="#ctx0" brushRef="#br0" timeOffset="32410.816">23693 10973 2030 0,'0'0'57'0,"0"0"14"0,0 0-57 0,0 0-14 16,0 0 0-16,0 0 0 0,0 0 54 15,0 0 8-15,0 0 2 0,0 0 0 16,0 0-12-16,0 0-1 0,0 0-1 0,0 0 0 15,0 0-29-15,0 8-5 0,-3 0-2 0,3 2 0 0,0 4-14 0,0 2 0 16,3-1 0-16,-3 7 0 16,3-4 8-16,0 3-8 0,0 0 11 0,0 3-11 15,3-3-21-15,0-2-11 0,0-3-3 0,0 0 0 16,0-3-13-16,0 0-4 0,3-2 0 0,-3-3 0 16,0-3-8-16,0 0-1 0,0-2-1 15,0 0 0-15,-3-3 10 0,0 0 3 0,2 0 0 0,-2-3 0 0,0 0 30 16,3 1 7-16,-3-6 0 0,0 2 1 0,-3-2 11 0,3 0 16 0,0-2-4 0,-3-1-1 15,0 1 41-15,0-3 9 0,0 2 2 0,0-2 0 16,0-1 0-16,-3 1 0 0,3 0 0 0,-3 0 0 16,3 2-7-16,-3 1 0 0,3 2-1 15,-3 0 0-15,3 0-35 0,-3 3-8 0,3-1 0 0,0 6-1 16,0 0-11-16,0 0 0 16,0 0 0-16,0 0 0 0,0 0 0 0,0 0 0 0,3 8 0 0,3 3 0 15,-3-3 0-15,3 2 0 0,-3 3 0 0,3 1 0 16,0-1-18-16,3 0-6 0,-3 0 0 0,3 1-1 15,0-1-31-15,3-3-7 0,0 1-1 0,0 0 0 16,-3-6 2-16,2 3 0 0,1-6 0 0,-3 4 0 16,3-4 42-16,-3-2 8 0,0 0 1 0,0 0 1 15,-3-2 26-15,0-1 4 0,0-2 2 0,-3 0 0 16,0-1 27-16,0-4 6 0,-3 2 1 0,3-5 0 16,-3-1 1-16,-3-2 1 0,3 1 0 0,-3-1 0 15,0-3-26-15,0 1-6 0,0-1-1 0,0 1 0 0,0 2-25 16,0 2 0-16,0-1 0 0,0 1 0 0,3 1 0 15,-3 0 0-15,0 0 0 0,0 2 0 16,3 0-97-16,3-2-25 0,0 5-5 0</inkml:trace>
  <inkml:trace contextRef="#ctx0" brushRef="#br0" timeOffset="32800.879">24190 10793 1824 0,'0'0'38'0,"0"0"8"0,0 0-37 0,-9-3-9 0,9 3 0 0,0 0 0 0,0 0 104 0,0 0 20 0,0 0 3 16,0 0 1-16,-3-2-52 0,3 2-9 0,0 0-3 0,0 0 0 16,0 0-51-16,0 0-13 0,0 0 0 0,0 0 0 15,0 0 0-15,-3 8 0 0,3-3 0 0,0 3 0 16,0 0 0-16,3 0 0 0,0 2 0 0,3-2 0 15,0 3 0-15,0-1 0 0,0 1 0 0,3-3 0 16,0 3-100-16,0-1-24 0,0-2-4 0</inkml:trace>
  <inkml:trace contextRef="#ctx0" brushRef="#br0" timeOffset="33131.476">24482 10902 1579 0,'0'-8'32'0,"0"0"10"0,-3 0-34 0,0 0-8 0,0 0 0 0,-3 0 0 0,0-3 113 0,0 3 21 0,-3-2 4 0,0 2 1 0,0 0-33 0,4 0-6 0,-4 0-2 0,0 0 0 16,3 3-36-16,0 2-7 0,0 1-2 0,0-1 0 16,0 3-21-16,6 0-4 0,0 0 0 0,-3 3-1 31,0 2-11-31,0 0-3 0,0 3 0 0,3 0 0 0,0 3-5 0,0 2 0 0,3-3-8 0,0 4 12 16,0-1-12-16,0 0 0 0,3 0 8 0,0 3-8 15,-3-3-12-15,3-2-6 0,0 2-1 0,-3 3 0 16,0-3 19-16,0 3 0 0,0 0 0 0,0 3 0 15,-3-1 0-15,-3 3 0 0,3 0 0 0,-6 1 0 16,3 1 0-16,-6-1 0 0,3-1 0 0,-3 0 0 16,0-3 0-16,0 1 0 0,-3-3 0 0,3 0 0 15,-3-3 0-15,0-2 0 0,0 2 0 0,1-5 0 16,-1 0 0-16,0-3 0 0,3-2 0 0,0 2 0 16,3-5-57-16,0 3-5 0,6-3-1 0,0 0 0 15,0 0-1-15,0 0 0 0,0 0 0 0,-3-6 0 16,0 1-122-16,6-3-25 0,0 3-5 15</inkml:trace>
  <inkml:trace contextRef="#ctx0" brushRef="#br0" timeOffset="33519.799">24551 11111 1941 0,'0'0'55'0,"0"0"12"15,0 0-54-15,0 0-13 0,0 0 0 0,0 0 0 0,0 0 90 0,0 0 15 0,0 0 3 0,0 0 1 16,2-6-53-16,1 4-10 0,0-1-2 0,0 0-1 15,0 1 17-15,0-4 3 0,0 4 1 0,0-1 0 16,3 0-52-16,-3 3-12 0,3-2 0 0,-3-1 0 16,0 1 0-16,-3 2 0 0,6-3 0 0,-6 3 0 15,0 0 0-15,0 0 0 0,0 0 0 0,6 5 0 16,-3 0 54-16,0 3 8 0,0 0 2 0,-3 3 0 16,0 2-73-16,0 0-15 0,0 3-2 0,-3 3-1 15,0-3 4-15,0 2 1 0,3 1 0 0,-3-3 0 16,0 2-10-1,0-2-3-15,0 2 0 0,0-2 0 0,0-2-7 0,3-1-2 0,-3 0 0 16,3 0 0-16,0-5 52 0,0 0 11 0,3 0 1 16,0-3 1-16,0 1-33 0,3-4-8 0,-3 1 0 0,6 0-1 15,-3-3 21-15,0 0 0 0,0-3 0 0,3 0 0 16,0 1 0-16,0-4 0 0,3 4 0 0,-1-4 0 16,1 1 18-16,0 0 8 0,6 2 2 0,-3-5 0 15,-3 3-45-15,3 0-9 16,0-3-2-16,0 2 0 0,-1-1 28 0,1-1-8 0,-3 0 8 15,0 0 0-15,-3 0-208 0,0 0-36 0</inkml:trace>
  <inkml:trace contextRef="#ctx0" brushRef="#br0" timeOffset="37306.57">20261 11163 1094 0,'0'0'46'0,"0"0"-37"15,0 0 69-15,0 0 14 16,0 0 2-16,-6 0 1 0,6 0-7 0,0 0-2 15,0 0 0-15,0 0 0 0,-6-2-22 0,6 2-4 0,0 0 0 16,0 0-1-16,0 0-5 16,0 0-1-16,0 0 0 0,0 0 0 0,0 0-21 0,0 0-4 0,0 0 0 0,0 0-1 15,0 0-27-15,0 0 0 0,0 0 0 0,0 0 0 16,0 0 56-16,3 8 7 0,0-3 1 16,3 0 0-16,0 1-55 0,0-1-9 0,3 0 0 0,-3 1 0 15,3 1 0-15,0-1 0 0,0-1 12 0,3 3-4 16,-3-3-8-16,3 3 10 15,-1-3-10-15,1 3 10 0,3-2-10 0,-3-1-12 16,3 3 2-16,-3-3 1 0,3 1 17 0,0-1 3 0,0 0 1 0,-1 0 0 16,-2-2-12-16,3 2 0 0,0 1 0 0,-3-1 0 15,0-2 0-15,0 2 0 0,-3 0 0 0,0 0 0 16,0 1 0-16,0-4-17 0,-3 4 4 0,-1-1 1 16,1 0 12-16,0-2 0 0,-3 2 0 0,0 1 0 15,0-1 0-15,0 0 0 0,0-2 12 0,-3-3-12 16,3 5-17-16,-3-5-11 0,0 0-1 0,0 5-1 15,0-5-25-15,3 6-5 0,-3-6 0 0,0 0-1 16,0 0-191-16</inkml:trace>
  <inkml:trace contextRef="#ctx0" brushRef="#br0" timeOffset="37782.393">20827 10954 1534 0,'0'0'44'0,"0"0"8"0,0 0-41 0,0 0-11 0,0 0 0 0,0 0 0 15,0 0 57-15,0 0 10 0,0 0 1 0,-3 6 1 16,3-1-5-16,-3 0 0 0,3-5-1 0,-3 8 0 15,0-2-19-15,0-1-3 0,0 0-1 0,0 0 0 16,0 1-9-16,-3 2-3 0,3 0 0 0,0 0 0 16,-3-1-28-16,3 1 0 0,0 3 0 0,-3 0 0 15,0 2 13-15,3 0 7 0,-3 0 0 0,0 3 1 16,3-3-21-16,-3 3 0 0,3 0 0 0,-3 0 8 16,4 0-8-16,-1 0 0 0,-3-3 0 0,3 3 0 15,0-3 0-15,0-2 0 0,0-3 0 0,0 2 8 16,0-2-8-16,0 0 0 0,3 0 0 0,0 0-8 15,-3 0-15-15,3-3-2 0,0 0-1 0,0-5 0 16,3 6-129-16,-3-6-25 0</inkml:trace>
  <inkml:trace contextRef="#ctx0" brushRef="#br0" timeOffset="42327.293">7977 10449 1227 0,'0'0'52'0,"0"0"-42"31,0 0 66-31,0 0 14 0,0 0 2 0,0 0 1 16,0 0 7-16,0 0 0 0,0 0 1 0,0 0 0 15,0 0-54-15,0 0-11 0,0 0-3 0,0 5 0 16,3 3-33-16,0 0 0 0,0 3 0 0,0-3-12 0,3 2 24 0,0 4 4 0,0-1 2 0,-1 0 0 16,1 0-18-16,0 0 0 0,0 1 0 0,0 2 0 31,0-6-20-31,-3 3-7 0,3-2-1 0,0 0-1 15,0-4-23-15,0-1-5 0,0-1-1 0,0 0 0 16,0-2-1-16,-3-3 0 0,3-3 0 0,0 1 0 0,-3-1 47 0,0 0 12 0,0-5 0 0,3 3 0 16,-3 0 0-16,0-3 0 0,-3 0 0 0,3 0 0 15,-3 0 49 1,0 0 12-16,3 3 3 0,-3-3 0 0,0 0 0 16,0 3 0-16,0-3 0 0,-3 3 0 0,3-3 0 0,-3 2 0 0,3 1 0 15,-3 0 0-15,3-1 0 0,0 6 0 16,0 0 0-16,0 0 0 0,0 0-52 0,0 0-12 0,0 0 0 0,0 0 0 15,0 0-8-15,0 0-5 0,3 6-1 0,-3 2 0 16,6-3 14-16,-3 3 0 0,2-3 0 0,1 3 0 16,3-3 0-16,-3 3 18 15,0-2-2-15,3-1-1 0,0 0-46 0,0-2-9 0,0 0-1 16,0-3-1-16,0 0 30 0,-3 0 12 0,0 0-11 0,3-3 11 16,-3 0 0-16,-3-2 0 0,3 2 0 0,0-2 0 15,-3 0 24-15,-1-1 5 0,4-2 1 0,-3 1 0 16,-3 1 18-16,3-2 4 0,-3 0 1 0,0 0 0 15,0 0-11-15,-3 1-2 0,3-1-1 0,-3 0 0 16,3-3-23-16,-3 1-4 0,0-4 0 0,-2 4-1 16,5-4-11-16,-3 1 0 0,3-3 0 0,0 3 8 15,0-3-93-15,3 3-19 0,0 2-4 16</inkml:trace>
  <inkml:trace contextRef="#ctx0" brushRef="#br0" timeOffset="45008.25">8495 10288 1444 0,'0'0'60'0,"0"0"-48"31,0 0 89-31,-3-6 18 0,3 6 3 0,0 0 1 0,0 0-28 16,0 0-6-16,0 0-1 0,0 0 0 15,0 0-39-15,0 0-8 0,-6 6-1 0,0-1-1 0,3 3-20 0,3 0-4 0,-3 2-1 0,3 1 0 31,0 0-14-31,3 2 0 0,-3 0 0 0,3 0 0 0,0-2 0 0,3-1 0 16,0-2 0-16,-3 3 0 0,3-6 0 0,0 3 0 0,2-3 0 0,-2 1 0 31,3-4 0-31,-3 1 0 0,3-3-13 0,0 0 4 16,-3-3 9-16,3 3 0 0,0-2 0 0,-3-4-8 0,3 1-16 16,-3 0-2-16,0-3-1 0,3 3 0 0,-3-3 43 0,0 2 9 0,0-2 2 0,-3 1 0 31,3-1-43-31,-4 2-9 0,1-2-2 0,0 0 0 0,0 3 65 0,0-3 13 0,-3 3 2 0,3 0 1 15,-3-1-21-15,0 1-4 0,3 0-1 0,-3-1 0 16,0 6-7-16,0 0-1 0,0 0-1 0,0 0 0 16,0 0-7-16,0 0-2 0,0 0 0 0,0 0 0 15,0 0-10-15,0 0 0 0,3 6 0 0,0-1 8 16,0 6-8-16,3-1 0 0,-3 1 0 0,0 2 0 16,3 0 0-16,-3 3 0 0,0-3 0 0,-3 3 0 15,3-3 0-15,-3 1 8 0,0 2-8 0,0-3 0 16,-3 0 0-16,0 0 0 0,0 0 0 0,-3 1 0 15,0-1 0-15,0 0 0 0,0 0 0 0,-3 1 0 16,3-1 0-16,-2 0 0 0,-1-2 0 0,0 2 0 16,0 0 0-16,0 0 0 0,0-2 0 0,0 0 0 15,3-1 0-15,0 1 0 0,-3-3 8 0,3-3-8 0,0 0 0 16,0-2 0-16,0-3 0 0,6 0 0 16,-6 0 8-16,3-3 4 0,0-2 0 0,0 0 0 15,3-3-77-15,0-3-15 0,0-2-4 0,3 2 0 16,3-2-121-16,0 0-25 0,3-3-5 0</inkml:trace>
  <inkml:trace contextRef="#ctx0" brushRef="#br0" timeOffset="45315.25">8828 10380 1561 0,'0'0'32'0,"0"0"8"0,0 0-32 0,0 0-8 0,0 0 0 0,0 0 0 15,0 0 108-15,0 0 20 0,0 0 4 0,0 0 1 0,0 0-55 0,0 0-11 0,-3 6-3 0,3-6 0 16,-6 5 0-16,3 0 0 0,3-5 0 0,0 8 0 15,-3-3-6-15,3 1-2 0,0-1 0 0,0 0 0 32,3 3-29-32,-3-3-7 0,0 1 0 0,3 2-1 0,0-3-8 0,-3 3-2 0,3-3 0 15,0 6 0-15,0-3 1 0,-3 0 0 0,3 0 0 0,0 5 0 16,0-3-10-16,0 1 0 0,0 5 0 0,-3-6-11 16,3 6 11-16,0-2 0 0,-3 1 0 0,3 1 0 15,-3 0-20-15,3 0-6 16,-3 3-1-16,3-4 0 0,-3 1 45 0,3 0 9 0,0 0 1 0,-3-3 1 15,3 1-46-15,-3-4-10 0,3-2-1 16,-3-3-1-16,3 1 29 0,-3-6 0 0,0 0 0 0,0 0 0 16,0 0-311-16</inkml:trace>
  <inkml:trace contextRef="#ctx0" brushRef="#br0" timeOffset="46457.533">20568 13063 1094 0,'0'0'23'0,"-3"-5"5"0,3 5-28 0,0-5 0 0,0 5 0 16,-3-6 0-16,3 6 108 0,0 0 16 0,0-2 3 0,0 2 1 16,0 0-20-16,0 0-3 0,0 0-1 0,3-6 0 15,-3 6-29-15,3-2-7 0,0-3 0 0,-3 5-1 16,3 0-37-16,3 0-7 16,-6 0-2-16,9 0 0 0,0 5 35 0,-1-3 6 0,1 4 2 0,-3-1 0 15,6 3-64-15,-3 0 0 0,0 3 0 0,3 2-10 16,0 0 10-16,0 6 0 0,3-1 0 0,0 3 0 15,-3-2 0-15,2-1 8 0,-2 1-8 0,3-1 8 16,-3-2-8-16,0 0 0 0,0-3 0 0,-3 0 8 31,3-2-29-31,-3-3-6 0,-3 0-1 0,3-3 0 0,-3-2-160 16,-1 0-32-16,1-3-6 0</inkml:trace>
  <inkml:trace contextRef="#ctx0" brushRef="#br0" timeOffset="46671.491">21017 12997 2026 0,'-3'-5'57'0,"3"0"14"16,0 5-57-16,0 0-14 0,0 0 0 0,0 0 0 0,0 0 106 15,0 0 18-15,0 0 4 0,-9 0 1 0,9 0-103 0,-6 0-26 16,0 5 0-16,3-3 0 0,-2 4 56 0,-1-1 7 0,3 0 1 0,0 3 0 16,-3 0-52-16,3 0-12 0,0 3 0 0,-3 2 0 15,0-2 0-15,0 4 8 0,0 1-8 0,0 3 0 16,-3 2 0-16,-3-2 0 0,3-1-8 0,-3 3 8 15,0-2-51-15,0-1-3 0,-2-2-1 16,-1 0 0-16,6-3-171 0,-3-2-34 16</inkml:trace>
  <inkml:trace contextRef="#ctx0" brushRef="#br0" timeOffset="46944.227">20752 13225 1706 0,'0'0'36'0,"0"0"7"0,0 0-35 0,0 0-8 0,3 5 0 0,0 0 0 16,-3-2 78-16,0 5 14 0,3-3 2 0,-3 3 1 16,0 0 15-16,0 0 3 0,0 3 1 0,0 2 0 15,0-3-80-15,0 1-16 0,0 2-3 0,3 0-1 16,-3 1 18-16,3-1 4 0,0 0 1 0,3 3 0 16,-3 0-26-16,3 0-11 0,0 2 8 0,3 1-8 15,0 2 0-15,-3 3 0 0,3 0 0 0,0 2 0 16,0-2 21-16,-3 0 3 0,3-1 0 0,-4-1 0 15,1-1-39-15,0-5-7 0,0 0-2 0,0-3 0 16,-3 0 39-16,0-2 7 0,0-3 2 0,0-1 0 16,-3 1-76-16,3-2-16 0,-3-1-2 0,0-5-1 15,0 0-113-15,0 0-22 0,0 0-5 0</inkml:trace>
  <inkml:trace contextRef="#ctx0" brushRef="#br0" timeOffset="47349.289">21017 13503 1720 0,'-3'-11'36'0,"3"11"8"0,-3-5-35 0,0-1-9 0,3 1 0 0,0-3 0 0,-3 5 75 0,3-2 13 0,0-3 2 0,3 6 1 15,-3-4 11-15,3 1 2 0,0 2 1 0,0-2 0 16,0 2-65-16,0 1-14 0,3-1-2 0,0 1-1 15,3-1 14-15,-3 0 3 0,0 1 1 0,3 2 0 16,0 0-30-16,-3 0-11 0,3 2 0 0,0 1 9 16,-3 0-9-16,0 2 0 0,0 3 0 0,-1 0 8 15,-2 2-22-15,0 3-5 0,-3 3-1 0,0 0 0 32,-3 5-28-32,3 1-7 0,-3 1-1 0,-2 4 0 0,-1-3-4 0,3-1-2 15,-3-1 0-15,0 1 0 0,3-1 20 0,-3-6 4 0,3 2 1 16,0-5 0-16,3 0 20 0,-3-2 4 0,3 0 1 0,0-1 0 15,0-2 12-15,3 0 0 0,-3-3 0 0,3 1 0 16,3-1 0-16,-3-5 0 0,3 3 0 0,3-3 0 16,-3 0 23-16,2 0 1 0,1-3 0 15,0 0 0-15,3 1 0 0,-3-4 1 0,3 4 0 0,0-4 0 0,-3 1-14 16,3 0-3-16,0 0-8 0,3-3 12 0,-4 2-12 0,1-2-16 16,0-2 3-16</inkml:trace>
  <inkml:trace contextRef="#ctx0" brushRef="#br0" timeOffset="47798.667">21497 13357 1728 0,'0'0'49'0,"0"0"11"0,0 0-48 15,0 0-12-15,0 0 0 0,0 0 0 16,0 0 81-16,0 0 15 0,0 0 2 0,2 3 1 16,4-1-21-16,0-2-4 0,3 0-1 0,3 0 0 15,3 0-14-15,0-2-3 0,0-1-1 0,3 0 0 0,3-2-16 16,-4-3-3-16,7 3-1 0,-6-3 0 0,0-3-16 0,0 3-3 0,-3-5-1 0,0 3 0 16,-1-1-15-1,1 3 0-15,-3-3 0 0,0 1-10 0,0 2 10 0,0-3 0 16,-3 3 0-16,3 0 0 15,-3 3 0-15,-3 3 0 0,3-1 0 0,-3 0 0 16,0 3-50-16,-6 0-8 0,3 0-2 0,-3 0 0 16,0 0-141-16,2 6-29 0</inkml:trace>
  <inkml:trace contextRef="#ctx0" brushRef="#br0" timeOffset="48052.386">21660 13553 2053 0,'9'-3'58'0,"-3"1"13"0,3-4-57 0,0 4-14 0,3-6 0 0,-3 2 0 15,3-2 83-15,-3 0 13 0,3 1 4 0,-1-1 0 16,-2 0-36 0,3 0-6-16,0-3-2 0,-3 3 0 0,3 0-30 0,3 0-6 0,-3 0-2 0,3 3 0 15,0-3-18-15,-1 0 8 0,1 0-8 0,3 3 0 16,-3-3 8-16,0 3-8 0,0-1 0 0,0-1 0 15,0 4 0-15,-3-2-16 0,-1-1 4 0,1 1 0 16,0 0-42-16,0-1-8 0,-3 1-2 0,3 2 0 16,-3 1-148-16,0-1-29 0</inkml:trace>
  <inkml:trace contextRef="#ctx0" brushRef="#br0" timeOffset="49250.973">22214 12944 1579 0,'0'0'32'0,"0"0"10"0,0 0-34 0,0 0-8 16,0 0 0-16,0 0 0 0,0 0 139 0,0 0 25 0,0 0 6 0,0 0 1 16,0 0-71-16,-6-2-13 0,6 2-3 0,0 0-1 15,0 0-14-15,-6 0-2 0,6 0-1 0,-3 8 0 16,-3-1-53-16,3 1-13 0,0 3 0 0,3 2 0 16,-3 0-19-16,3 6-6 0,0-3-2 0,0 2 0 15,0 1 11-15,3 2 1 0,0-2 1 0,0 2 0 16,0-3-7-16,0-2-2 0,3 0 0 0,0 0 0 15,0-3-51 1,0-2-10-16,0-1-3 0,0-4 0 0,3-1-14 0,-3-2-3 0,0-1-1 0,-1-4 0 16,1-1 84-16,0-2 21 0,0-1 0 0,3-4 0 0,-3 2 0 15,3-5 0-15,-3-1 0 0,0-2 8 0,0 3 35 0,-3-3 6 0,3 0 2 16,-3 3 0-16,0 0 17 0,0 0 4 0,-3 0 1 16,0 2 0-16,-3 0-7 0,3 1-2 0,-3 2 0 15,0 0 0 1,0 0-16-16,0 3-4 0,0-1-1 0,0 1 0 15,0 2-18-15,3 3-3 0,0 0-1 0,0 0 0 0,0 0-21 16,0 0 0-16,0 0 0 0,0 0 0 0,0 6 8 0,0 2-8 0,3 0 8 0,0 2-8 16,3 1-13-16,3 2-7 0,0-2-2 0,0 4 0 15,6-1-24 1,-3-1-5-16,5-2-1 0,1-1 0 16,0-2-11-16,0 0-2 0,0 0-1 15,-3-3 0-15,3-2 29 0,-4-1 5 0,-2-2 2 0,0-2 0 0,0-1 3 16,-3-2 1-16,-3 0 0 0,3-1 0 0,-6-2 72 0,3-2 14 15,-3 2 4-15,0-3 0 0,0 1-1 0,-3-1 0 0,3 1 0 16,-3-1 0-16,0 3 1 0,-3-3 1 16,0 1 0-16,0 2 0 0,0-3-52 0,0 1-13 0,-3 2 0 15,3-3 0-15,-3 1 35 0,0-1 4 0,3 0 1 0,-3 4 0 16,0-4-32-16,-3 3-8 0,3 0 0 0,0 0 0 16,0 0-28-16,1 3-11 0,-1-3-1 15,3 3-1-15,0-1-121 0,0 1-24 0</inkml:trace>
  <inkml:trace contextRef="#ctx0" brushRef="#br0" timeOffset="49989.583">22735 12756 2001 0,'-3'-8'41'0,"-3"3"11"0,3 0-41 0,0-3-11 0,0 0 0 0,0 3 0 0,3-1 110 0,-3 1 20 0,0 2 4 0,3 3 1 0,-3-5-53 15,3 5-10-15,-3-2-3 0,3 2 0 0,0 0-30 0,0 0-7 0,0 0 0 0,0 0-1 16,0 0-22-16,0 0-9 0,0 0 8 0,6 7-8 16,-3 4 0-16,3 0 0 0,0 4 0 0,0 1 0 15,3 0 0-15,0 0 0 0,3 0 0 0,-1 3 0 16,4-4-28-16,0-1 1 0,3-4 1 0,-3 1 0 15,3-1-121-15,0-2-24 0,3-2-5 0,-4-1 0 16,1-2 44-16,-3-1 10 0,0-2 2 16,-3 0 0-16,0 0 0 0,-3-2 0 0,0 2 0 0,-3-6 0 15,0 4 96-15,0-4 24 0,0 4 0 0,-3-4 0 0,2 1 65 16,-5-3 19-16,3 3 3 0,-3 0 1 0,-3-1 35 16,3-2 7-16,-3 0 2 0,1 3 0 0,-1-3-51 0,0 0-9 0,-3 0-3 15,3 3 0-15,-3-3 47 0,3 0 10 0,-3 0 2 0,0 3 0 16,3-3-103-16,0 5-25 15,-3-2 0-15,6 5 0 0,0 0 49 16,0 0 5-16,0 0 1 0,0 0 0 0,0 0-37 0,0 0-7 0,0 0-2 0,0 0 0 16,0 0-9-16,0 8 0 15,0 0 0-15,3 2 0 16,-3 1 0-16,3 0 0 0,3 2 0 0,-3 0 0 0,3 3 0 0,-3-3 0 0,3 0 0 16,-3 3 0-16,0-2 0 0,0-1 0 0,0 0 0 0,0 0 0 15,0 0-14-15,-1 1-2 0,-2-1 0 0,-2 3 0 16,-1-3-24-16,3 3-6 0,-3-3-1 15,-3 3 0-15,3 0 38 0,0 0 9 0,0 0 0 0,-3 0 0 16,0-1 0-16,-3 1 0 0,3-3 0 0,-3 1 0 16,0-1 0-16,0 0 0 15,0-2 0-15,-3-1 0 0,3-2 0 0,-3-2 0 0,1-1 0 16,-1 0 0-16,0-5 0 0,3 3 0 0,-3-3 0 0,3-3 0 16,0 1 0-16,0-4 0 0,3-2 0 0,0 0 0 15,3-2-156-15,3-1-28 0,0-2-7 0</inkml:trace>
  <inkml:trace contextRef="#ctx0" brushRef="#br0" timeOffset="50243.905">23181 12889 2048 0,'0'0'43'0,"0"0"9"0,0 0-42 0,0 5-10 0,0 0 0 0,-3 1 0 16,0-1 108-16,3 3 20 0,-3-3 4 0,0 0 1 15,0 1-41-15,3 2-9 0,-3-3-2 0,0 0 0 16,3 0-37-16,0 3-8 0,0-2-2 0,0 2 0 15,0-3-17-15,0 3-3 0,0 0-1 0,0 0 0 16,0 2-13-16,0 1 8 0,3-1-8 0,-3 4 0 16,0 2 0-1,0-1 8-15,3 1-8 0,-3 3 0 0,0-1 0 0,0 1 0 0,3-1 0 0,-3 1 0 16,0-1 0-16,0-2-16 0,0 0 3 0,0 0 1 16,0-3-36-16,3-2-6 0,-3-3-2 15,0 2 0-15,3-4-57 0,-3-6-12 0,0 0-3 0</inkml:trace>
  <inkml:trace contextRef="#ctx0" brushRef="#br0" timeOffset="50727.113">23458 12910 1519 0,'0'0'43'0,"0"0"9"15,0 0-41-15,0 0-11 0,0 0 0 0,0 0 0 0,0 0 47 0,0 0 7 0,0 0 2 0,0 0 0 16,0 0 20-16,0 0 4 0,0 0 0 0,6-3 1 31,0 3-65-31,0 0-16 0,3 0 0 0,0 0 0 0,3 0 55 0,0 0 7 0,3-2 2 0,2-1 0 16,1 0 0-16,0 1 0 0,3-4 0 0,0 1 0 16,0 0-52-16,-1-1-12 0,1-2 0 0,0 1 0 15,-6-1 0-15,0 0 0 0,0-3 0 0,-3 3 0 16,0 3 54-16,-4 0 8 0,4-3 2 0,-6 2 0 15,0 4-103-15,3-4-20 16,-6 1-4-16,3 2-1 0,-3 3 52 16,-3 0 12-16,0 0 0 0,0 0 0 0,0 0-120 0,3-2-20 0,-3 2-5 0</inkml:trace>
  <inkml:trace contextRef="#ctx0" brushRef="#br0" timeOffset="51015.61">23559 12635 2024 0,'0'0'42'0,"0"0"10"0,0 0-41 0,-3-6-11 0,3 6 0 0,0-5 0 0,0 5 100 0,0 0 17 0,0 0 4 0,0 0 1 0,0 0-47 0,0 0-10 0,0 0-1 0,0 0-1 16,0 0-21-16,0 0-4 0,3 0-1 0,-3 0 0 15,6 0-14-15,0 5-3 0,-3 1-1 0,0 2 0 16,3 2-11-16,0 1-8 0,0 2 12 0,0 3-12 16,0 2 9-16,0 4-9 0,0 1 0 0,3 1 9 31,-3-3 7-31,3 1 0 0,0 1 1 0,-1-2 0 0,-2-2-27 0,3 0-6 0,-3-4 0 0,3 1-1 16,-3 0 5-1,-3 0 2-15,3 0 0 0,0 2 0 0,-3-2-19 0,-3 0-4 0,3 0-1 16,0 0 0-16,-3 2-30 0,3-2-5 0,-3 0-2 0</inkml:trace>
  <inkml:trace contextRef="#ctx0" brushRef="#br0" timeOffset="51825.429">23970 12513 1721 0,'0'0'72'0,"0"0"-57"15,0 0 97-15,0 0 19 0,0 0 4 0,0 0 1 16,0 0-46-16,0 0-9 0,3 3-1 0,0 2-1 16,0 0-35-16,-3 3-8 0,0-3 0 0,3 3-1 15,-3 3-2-15,3-3 0 0,0 5 0 0,-3-2 0 16,3 5-49-16,0-3-11 0,3 5-1 0,-3-2-1 16,3 0-4-16,3 0-1 0,-3 2 0 0,3-2 0 15,0-2-37-15,-1-1-7 0,1-3-2 0,3-2 0 16,0 0-28-16,0-2-7 0,-3-4-1 15,3-2 0-15,-3 0 11 0,3-2 1 0,-3-4 1 0,0 1 0 16,0-3 59-16,-3-3 11 0,-1 3 2 16,1-5 1-16,0 3 65 0,0-1 13 0,-3-2 2 0,0 2 1 0,0 3 47 15,-3-2 10-15,0 2 1 0,0 0 1 16,0 0-8-16,-3 0-2 0,0 0 0 0,0 3 0 0,0-1-18 0,-3 1-4 16,3 0-1-16,-3 2 0 0,3-2-33 15,1 0-6-15,2 5-2 0,0 0 0 0,0 0-20 16,0 0-5-16,0 0-1 0,0 0 0 0,0 0-10 0,-6 5 0 15,6-5 9-15,-3 5-9 0,3 3 0 0,3 0 0 0,0 0 0 16,0 0-8 0,2 0-15-16,1 0-2 0,0 2-1 0,3-2 0 15,-3 0-16-15,0 0-3 0,3-2-1 0,-3-4 0 16,0 1-1-16,3 0 0 0,-3-1 0 0,3-2 0 16,-3 0 38-16,0-2 9 0,0-1 0 0,3 0 0 0,-3-2 12 0,-3-3 4 0,5 0 0 0,-5 0 1 15,3 0 17-15,-3 0 3 0,0 0 1 0,0 0 0 16,-3 0 4-16,3 0 1 0,-3-2 0 0,-3 2 0 15,3 0-18-15,0-3-3 0,-3 1-1 0,3-1 0 16,-3 1-13-16,0-1-8 0,0-2 8 0,3-3-8 16,-3 3 0-16,0-3 0 0,3 0 0 0,-2-3 0 15,2 4-106 1,0-1-22-16,0 0-5 0</inkml:trace>
  <inkml:trace contextRef="#ctx0" brushRef="#br0" timeOffset="52510.903">24527 12211 1883 0,'-9'-8'39'0,"9"8"10"0,0 0-39 0,0 0-10 0,0-5 0 0,0 5 0 0,0 0 109 0,0 0 20 0,0 0 4 0,0 0 1 16,0 0-22-16,0 0-5 0,0 0-1 0,0 0 0 15,0 0-85-15,0 0-21 0,0 0 0 0,0 0 0 16,0 0 0-16,0 0 0 0,3 8 0 0,0 0 0 15,0 0 0-15,-3 2 0 0,3 1 0 0,0 0 0 16,3 2 0-16,-3 3 0 0,3-3 0 0,-1 3 0 16,4 0-47-16,-3-3-13 0,3 0-4 15,0-2 0-15,0-1-168 0,0-2-35 0,3-2-6 16,-3-1-2 0,-3-2 100-16,6-1 20 0,-3-2 4 0,0-2 1 0,0-1 50 0,-1-2 11 0,1-1 1 15,0-2 1-15,-3 0 170 0,3-2 33 0,0-1 8 0,-3-2 0 31,-3 2 32-31,3-2 7 0,-3 0 1 0,-3 0 0 0,0 2-25 0,0 1-5 16,0-1-1-16,0 0 0 0,-6 3-34 0,3 1-7 0,0-1-2 0,-3 2 0 0,0-2-21 16,0 3-4-16,0 2-1 0,3 1 0 0,-3-1 0 0,3 0 0 15,0 3 0-15,3 0 0 0,0 0-51 0,0 0-13 16,0 0 0-16,0 0 0 0,-6 3 21 16,3 2 2-16,1-2 0 0,-1 5 0 0,0 0-37 0,3 3-7 15,0-1-2-15,-3 6 0 0,3 0 23 16,0 5 0-16,0 3 0 0,0 0 0 0,0-1 0 0,0 4 0 0,0-1 0 15,0 1 0-15,0-3 0 0,0-3 0 0,0 0 0 16,0-2 0-16,-3-1 0 0,0 1 0 0,0-1 0 0,0 1 0 16,-3-1 0-16,3 3 8 0,-3 0 0 0,3 3 0 15,-3-3-8-15,3-2 0 0,-3 2 0 0,3-2 0 16,0-3 0-16,-3-1-11 0,3-1 3 16,0-4 0-16,0 1-1 0,0-3 0 0,0 0 0 0,3-8 0 15,0 0-41-15,0 0-8 0,0 0-2 0,0 0 0 16,0 0-117-16,0 0-24 0,0-8-5 0</inkml:trace>
  <inkml:trace contextRef="#ctx0" brushRef="#br0" timeOffset="52971.38">24759 12608 1516 0,'0'0'64'0,"0"0"-52"15,3-5 119-15,-3-3 23 0,3 5 5 0,-3-2 1 16,0 5-38-16,3-5-7 0,-3 5-2 0,0-6 0 15,0 6-34-15,3-5-7 0,0 2-2 0,0 1 0 16,-3 2-20-16,6-3-4 0,0 1-1 0,-3-1 0 16,3 3-25-16,0-3-6 0,-1 3-1 0,1-2 0 15,0 2 2-15,3 0 0 0,-3 0 0 0,0 2 0 0,0-2-24 0,0 3-5 0,0-3-1 16,0 3 0-16,0-1 30 0,-3 1 5 0,0-1 2 0,0 4 0 16,0-1-22-16,0 3 0 0,-3 0 0 0,-3 0 0 15,0 2-16-15,0 1-4 0,0 0 0 0,0 2-1 31,-3 3 11-31,0 0 10 0,0 2-13 0,0 3 5 16,-3-2-40-16,3 2-7 0,0 0-1 0,-3 0-1 0,6-5 45 0,-3 3 12 0,3-3 0 0,1-3 0 16,-1 0-20-16,3-2-3 15,3-3 0-15,-1 0 0 0,1-3 23 16,3 0 0-16,3-2 0 16,0-1 0-16,0-2 12 0,3-2 9 0,0 2 3 0,0-3 0 15,3 0-4-15,0-2-1 0,-3 3 0 0,2-6 0 16,-2 2-7-16,0-2 0 0,-3 0-1 0,3 0 0 0,-3 1-11 0,0-1 0 15,-3 0 0-15,3-3 0 16,-3 3 0-16,0 3 0 0,0-3 0 0,0 0 0 16,0 3-20-16,-3-1-8 0,0-2-3 0,0 3 0 15,0 3-26-15,-3 2-6 0,6-3-1 0,-6 3 0 0,0 0-116 0,-3-5-23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0T21:34:35.41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14638 9708 1018 0,'0'0'21'0,"0"0"5"0,0 0-26 0,0 0 0 0,0 0 0 0,0 0 0 16,0 0 72-16,0 0 10 0,0 0 2 0,0 0 0 16,0 0 35-16,-6 0 7 0,6 0 2 0,0 0 0 15,-6 0-52-15,1 0-9 0,5 0-3 0,-6 3 0 16,6-3-51-16,-6 2-13 0,6-2 0 0,-6 3 0 15,3 2 54-15,-3-2 8 0,6-3 2 0,-6 5 0 16,0 3-52-16,3-2-12 0,-3-1 0 0,0 3 0 0,3 0 0 0,-3 2 0 0,0-2 0 16,3 5 0-16,0 1 0 0,-3 2 0 15,3-1 0-15,0 1 0 16,0 3 0-16,0-1 0 0,0 4 0 0,0-1 0 0,0-3 0 0,3 1 0 0,0-1 0 0,0 1 0 16,-3-3 0-16,3 0 0 0,0-1 0 15,0-1 0-15,0-1 0 0,0 0 11 16,3 3-11-16,0-5 10 0,-3 2-21 0,3-3-4 15,0 1-1-15,0 0 0 0,-3-3-1 16,3-1-1-16,0 1 0 0,0 0 0 16,0 0-14-16,0-2-2 0,3-1-1 0,-3 0 0 15,3-2 35-15,-3-1 0 0,3 1 0 0,0-3 0 0,0 0 0 0,3 0 0 0,-3-5 0 0,3 2 0 16,-3 0 0-16,3-2 0 0,-1 0 0 0,1-3 0 16,0 0 0-16,3 0 0 0,0 0 0 15,-3-2 0-15,3-1 28 0,0 3 12 0,-3-5 2 0,3 2 1 16,-3 1 0-1,0-4 0-15,0 1 0 0,-1 0 0 0,-2-3 6 0,0-2 2 0,0-1 0 0,-3-5 0 16,-3 0 3-16,3 1 1 16,-3-4 0-16,-3 3 0 0,3 1-34 0,-6 1-6 0,3 1-2 0,-6 5 0 15,3 0 3-15,-2 3 0 0,-1 3 0 0,-3 2 0 16,3-3-16-16,-3 3 11 0,0 0-11 0,0 3 10 16,0 0-10-16,-3 2 0 0,3-2 9 0,0 2-9 15,1 3-25-15,-1-3-10 16,3 3-1-16,-3 3-1 0,3-3 13 0,0 5 2 0,3-2 1 15,-3 2 0-15,3 1-193 0,3-1-38 0</inkml:trace>
  <inkml:trace contextRef="#ctx0" brushRef="#br0" timeOffset="737.578">15016 9729 1728 0,'0'0'49'0,"0"0"11"0,0 0-48 0,0 0-12 0,0 0 0 0,0 0 0 16,0 0 90-16,-6 3 16 0,1 0 3 0,5-3 1 0,-6 2-60 0,0 4-12 16,6-6-2-16,-3 5-1 15,-3 0 16-15,6-5 3 0,-3 8 1 16,0 0 0-16,0 3-37 0,0-1-7 0,3 1-2 0,-3 2 0 15,3 3-9-15,-3 0 0 0,3 2 0 0,0 3 0 0,0-2 0 0,3 2 0 0,-3 3 0 0,3-6 0 16,-3 4 0 0,3-6 0-16,3 2 0 0,-3-2 0 0,0 0 0 15,0-3-17-15,3 0 4 0,0-2 1 16,-1-1-25 0,1 1-5-16,0-3-1 0,0 0 0 0,0 0-8 15,0-6-1-15,3 1-1 0,-3 0 0 0,3-3 26 0,0 0 6 0,3-3 1 0,0 0 0 16,-3-2 20-16,3-3 0 0,3 0 0 0,-4 0 0 15,4-2 0-15,-3-1 21 0,0-2-2 0,3-3-1 0,-3 0 10 0,0 0 1 0,-3-2 1 0,3-1 0 16,-3-2 10-16,0 3 3 0,-4-4 0 0,1 1 0 16,0 3 1-16,-3-1 1 0,0 3 0 0,0-2 0 15,-3 5-4-15,-3-3-1 0,3 2 0 0,-3 1 0 16,0 3-7-16,-3 2-1 0,0 0-1 0,1 0 0 16,-4 3-13-16,0-1-2 0,0 1-1 0,-3 2 0 15,0 1-15-15,-3-1 9 0,0 3-9 0,0 3 8 16,0-1-8-16,-2-2 0 0,2 3 0 0,-3 2 0 15,0 1-48-15,3-4-3 0,0 6 0 0</inkml:trace>
  <inkml:trace contextRef="#ctx0" brushRef="#br0" timeOffset="1485.436">14650 10536 1606 0,'-9'6'33'16,"9"-6"9"-16,-6 2-34 0,0 1-8 0,1 0 0 0,-1 2 0 16,0-2 102-16,0 2 18 0,0 0 4 0,0 3 1 15,3 0-60-15,-3 0-12 0,0 3-2 0,3 2-1 0,-3 0-32 16,0 3-6-16,3 0-2 0,0 2 0 0,-3 3-10 0,3 1 0 0,3 1 0 15,0 1 0-15,0-3 0 16,0 1 0-16,0-4 0 0,0 3 0 16,3-2 0-16,-3-3 0 0,6 0 0 0,-3-3 0 15,0 0 0-15,0-2 0 0,0 2 0 0,3-3 0 16,0-2-23-16,0 0-6 0,3 0-2 0,-3-3 0 0,3-2-2 16,0 2-1-16,-1-5 0 0,1 3 0 0,0-3 15 0,3 0 3 0,-3-3 1 0,3-2 0 31,-3 2 15-31,3-4 0 0,0 1 0 0,-3-2 0 0,3 0 8 15,-3 0 7-15,2-2 1 0,-2-1 1 0,3-2 38 0,-6 0 7 0,3 0 2 0,-6-1 0 16,3-2-1-16,-3-2 0 0,0-3 0 0,-3 2 0 16,0-5-12-16,-3 3-3 0,0-3 0 0,-3 1 0 15,0 4-8-15,0-2-1 0,-3 5-1 0,-3 0 0 16,4 3-23-16,-4 0-5 0,0 5-1 0,-3 0 0 16,3 3-9-16,-3-1 8 0,0 4-8 15,0-1 8-15,3 3-33 16,-3 0-7-16,4 0-2 0,-4 3 0 0,6-1-24 15,-3 4-5-15,3-1-1 0</inkml:trace>
  <inkml:trace contextRef="#ctx0" brushRef="#br0" timeOffset="2121.373">15210 10476 1512 0,'0'0'43'0,"0"0"9"0,0 0-42 0,0 0-10 0,0-6 0 0,0 6 0 16,0 0 96-16,0 0 16 0,0 0 4 0,0 0 1 16,0 0-25-16,0 0-4 0,0 0-2 0,0 0 0 31,0 0-25-31,0 0-5 0,-3 6 0 0,3 1-1 0,-3-1-19 0,3 2-4 16,0-3-1-16,0 6 0 0,0-4-17 0,3 7-3 0,-3-4-1 0,3 4 0 0,0-1-10 0,0 3 10 0,-3 2-10 15,3 3 10-15,0 0-10 0,-3 3 0 16,3 3 0-16,0-1 0 15,-3 1 8-15,3-3-8 0,-3-1 0 16,3 1 8-16,-3-3-8 0,3-5 0 0,-3 0 0 16,0 0 0-16,0-3 0 0,0 0 0 0,0 1 0 0,0-4 8 0,0 1-8 0,0-1 0 15,0-2 0-15,0 0 0 16,0-2 0-16,0 1 0 0,0-7 0 0,0 0 0 0,0 3 0 16,0-3 0-16,0 5 0 0,0-5 0 15,0 0-36-15,0 0-2 0,0 0-1 0,0 0 0 16,0 0-94-16,0 0-19 0,0 0-4 0</inkml:trace>
  <inkml:trace contextRef="#ctx0" brushRef="#br0" timeOffset="2770.57">14635 11272 1356 0,'0'-5'57'15,"-3"-1"-45"-15,3 1 96 0,0 5 20 0,-3-5 4 0,3 5 1 16,0 0-34-16,0 0-7 0,0 0-2 0,0 0 0 16,0 0-26-16,0 0-6 0,0 0-1 0,0 0 0 15,0 0-25-15,-3 8-6 0,1-3-1 0,2 3 0 16,0-3-11-16,0 3-2 0,0 0-1 0,2 3 0 15,1-1-11-15,0 1 0 0,0-1 0 0,-3 4 0 32,3-1 0-32,0 0 8 0,-3 3-8 0,3 3 0 0,-3-1 8 15,0 3-8-15,3 3 0 0,-3 0 8 0,-3 0-8 0,3 2 0 0,0-2 0 16,-3 2 8-16,0-4-8 0,3-4 0 0,-3 1 0 16,3-1 0-16,-3-5 0 0,0 1 0 0,3-1 0 0,-3-5 0 15,1 2 0-15,2-2 0 0,0-2 0 0,0 2 0 16,-3-3-17-16,3-5 4 0,0 0 1 15,0 0 0-15,0 0-16 0,0 0-2 0,0 0-1 0,0 0 0 16,0 0-26-16,0 0-6 0,0 0-1 0</inkml:trace>
  <inkml:trace contextRef="#ctx0" brushRef="#br0" timeOffset="3420.719">15156 11322 1561 0,'0'0'32'0,"-6"6"8"0,3-4-32 16,-3 3-8-16,3-2 0 0,-2 2 0 0,2 1 91 0,-3-1 16 0,3 3 3 0,0-3 1 0,-3 3-43 0,3 0-9 15,0 0-2-15,0 0 0 16,0 0-25-16,3 2-4 0,-3 1-2 16,3 2 0-16,0 1-14 0,0 1-4 0,3 1 0 0,0 3 0 0,0-1-8 0,0 1 0 15,3-1 0-15,-3-2 0 0,3 0 0 0,0 0 0 0,-1-3 0 16,1 0 0-16,3 1-8 0,0-6-1 0,0 0 0 0,0-3 0 15,3-3-40 1,0 1-8-16,0 0-2 0,0-3 0 0,0-6 59 16,0 4 0-16,0-3 15 0,-1-3-3 0,-2 0-12 0,3-3 0 0,-3 1 0 0,0-4 0 15,0 1 0-15,0-3 0 16,-3 0 9-16,3 0-1 0,-3 1 24 0,-3-1 4 0,3 0 2 0,-3 0 0 31,-3 3 14-31,3-1 2 0,-3 1 1 0,0 0 0 16,0 0 23-16,-3 2 5 0,0 3 1 15,0-2 0-15,0-1-68 0,-3 3-16 0,3 0 0 0,-3 3 0 0,0-3 0 16,-3 3 0-16,3 2 0 0,-3-2 0 16,0 2 27-16,-3 3 1 0,3 0 1 0,-6 0 0 0,4 0-29 0,-4 3 0 0,-3 2 0 0,3-2 0 15,-3 2-84-15,0 3-17 0,-3 0-3 0</inkml:trace>
  <inkml:trace contextRef="#ctx0" brushRef="#br0" timeOffset="4026.772">14734 12068 1337 0,'0'0'56'0,"0"0"-44"15,0 0 92-15,0 0 20 0,0 0 3 0,0 0 1 16,-3-2-52-16,3 2-9 0,0 0-3 0,0 0 0 15,0 0 0-15,-6 2 0 0,6-2 0 0,-6 3 0 16,3 2-7-16,-3 1-1 0,3-1-1 0,0 0 0 16,0 3-37-16,0 0-7 0,3 0-2 0,-3 0 0 15,3 3-9-15,-3-1 0 0,3-2 0 0,-3 5 0 16,3-2 0-16,-3 2 0 0,3 0 0 0,0 3 0 16,-3 0 0-16,3 0 0 0,0 2 0 15,-3 1 0-15,3 0 0 0,-3 2 0 0,3-3 0 0,0 3 0 0,0-2 0 16,3-3 0-16,-3 0 0 0,0 0 0 15,3-3-49-15,-3-3-12 16,0 1-3-16,3 0 0 0,-3-4 0 0,0-1 0 16,3-1 0-16</inkml:trace>
  <inkml:trace contextRef="#ctx0" brushRef="#br0" timeOffset="4558.231">15252 11936 1806 0,'0'0'51'0,"0"0"12"16,0 0-51-16,0 0-12 0,0 0 0 0,0 0 0 0,-6 5 87 0,3 1 14 0,-3 2 3 0,0-3 1 16,3 3-31-16,-3 2-6 0,3-2-2 0,-3 6 0 15,3-4-21 1,-3 3-4-16,3 3-1 0,-3-2 0 0,3 1-13 0,-3 1-3 0,3-2-1 0,0 1 0 16,-3 1-11-16,3 0-1 0,0-3-1 0,-3 6 0 15,3-1-10-15,0 1 0 0,-3-1 9 0,3 6-9 16,0 0 0-16,0 3 8 0,0-1-8 0,3 3 0 15,0-5 0-15,0 0 0 0,0 0 0 16,0-3 0-16,3-3 0 0,-3-2 0 0,3 0 0 0,0-5 0 16,-3 2 0-16,3-5-8 0,-3 0 0 0,3 0 0 15,0-3-31-15,0 0-5 0,-3 0-2 0,3 1 0 16,0-6-157-16,3 2-31 16</inkml:trace>
  <inkml:trace contextRef="#ctx0" brushRef="#br0" timeOffset="34348.669">22145 9748 1541 0,'0'-5'44'0,"0"-3"9"0,0 2-42 0,0-2-11 0,0 3 0 0,-3 0 0 15,0 0 77-15,0-1 14 0,1 1 2 0,-1 0 1 16,-3 2-12-16,3 0-2 0,-3 3-1 0,-3 0 0 16,3 3-19-16,0 0-3 0,-3-1-1 0,0 1 0 15,-3 2-19-15,3 3-4 0,0-3-1 0,0 3 0 16,0 3-13-16,0-3-3 0,-3 3-1 0,4-1 0 15,2 1-15-15,-3 2 9 0,3-3-9 0,0 4 8 16,0 2-23-16,0-1-5 0,3 1 0 0,0 3-1 16,3-1 21-16,0 1 0 0,0 2 0 0,0-2 0 15,3-1 0-15,0-2 0 0,3 3 0 0,0-6 0 16,0 0 0-16,0 0 0 0,3-2 0 0,-3-3 0 16,2 0-28-16,4 0-4 0,-3-3 0 0,3-2-1 15,0-1 2-15,0-2 1 0,0 0 0 16,3 0 0-16,-3-2 14 0,3-1 4 0,-3-5 0 0,2 3 0 0,-2-6 12 15,0 1 0-15,0-1 0 0,0 0 0 0,-3-2 0 0,3-3 13 0,-3 3-2 0,0-6-1 16,0 4 43-16,-3-4 9 0,0 1 2 16,0 2 0-16,-4-3 0 15,-2 3 0-15,3 0 0 0,-6 1 0 16,3 1-52-16,-2 1-12 0,-4 0 0 0,3 2 0 0,-3 1 0 0,-3-1 0 16,3 3 0-16,-3 3 0 15,0 0 35-15,-3 2 4 0,0 3 1 0,0 0 0 0,-3 3-40 0,0-1-10 16,-2 1-1-16,-1 2 0 15,0 3-101-15,0 0-21 0,-3 3-4 0</inkml:trace>
  <inkml:trace contextRef="#ctx0" brushRef="#br0" timeOffset="35087.464">22122 10483 1192 0,'0'0'24'0,"0"0"8"0,0 0-32 0,0 0 0 0,0 0 0 0,0 0 0 0,0 0 106 0,-6 0 15 0,6 0 3 0,-9 0 1 16,6 3-23-16,-3-3-5 0,6 0-1 0,-6 3 0 16,0-1-24-16,0 1-4 0,-3 2-2 0,3 1 0 15,-3-1-47-15,3 3-10 0,-3 0-1 0,0 0-8 16,0 2 42-16,3 4 2 0,-3-4 0 0,-2 6 0 16,2 0-20-16,0 0-3 0,3 5-1 0,-3 0 0 15,0 0-20-15,3 3-20 0,0 0 4 16,0 0 1-16,3 0 15 0,0-3 0 0,0 0 0 15,3 0-9-15,0-5 9 0,0 2 0 16,3-2 0-16,0 0 0 0,3-3 0 0,0 1 0 16,0-4 0-16,0 3-8 0,3-2 0 0,0-3 0 0,3-3 0 0,-3 3 0 15,2-3-8-15,1-2-2 0,0 0 0 0,0-1 0 16,0-2 5-16,0-2 1 0,0-1 0 0,0 0 0 0,0-2 4 16,3 0 8-16,-3-3-13 0,-1 0 5 0,1-3 8 15,-3 3 0-15,0-5 0 0,0 3 0 16,-3-1 0-16,0-2 0 0,0-3 0 0,0 3 0 0,-3-3 49 0,0-3 12 0,-3 3 3 15,3-2 0-15,-3-1-20 16,-3 1-3-16,3-3-1 0,-3 2 0 0,0 1-12 0,-3-1-4 16,0 3 0-16,0 0 0 0,-3 1-6 15,0 4-2-15,0-5 0 0,0 6 0 0,-3 2-16 0,1 0 0 0,-4 0 0 0,3 2 0 32,-6 4-14-32,3-1-10 0,0 3-1 0,0 0-1 15,0 0-111-15,0 5-23 0,1 1-4 0</inkml:trace>
  <inkml:trace contextRef="#ctx0" brushRef="#br0" timeOffset="35822.312">22095 11317 1356 0,'0'0'57'0,"0"0"-45"16,-6-3 108-16,0 3 23 0,3-2 4 0,-3 2 1 15,-3 2-48-15,3 1-10 0,-3 0-2 0,0-1 0 16,3 4-41-16,-3-1-9 0,0 3-2 0,-2 0 0 16,2 2-16-16,0 1-4 0,0 2-1 0,0 0 0 15,0 3-15-15,3 0 0 0,0 3 0 0,0 2 0 16,3-3 0-16,3 6 0 0,-3-3 0 0,3 3 0 15,0-3 0-15,3-2 0 0,0-1-9 0,0 1 9 32,3-3-23-32,0 0 2 0,0-3 0 0,3-3 0 0,-3-2 9 15,3 0 1-15,3 0 1 0,-4-3 0 0,1 1-43 16,0-4-9-16,3 1-2 0,0 0 0 0,0-6 64 0,0 0 8 0,0 1 4 0,0-4 1 16,0-1-13-16,0-1 11 0,0 0-11 0,-1-3 10 15,-2-2 23-15,0 0 5 0,0-3 1 0,3 0 0 16,-6-3 16-16,0 1 3 0,0-3 1 0,0 2 0 0,-3-2 2 15,0 2 1-15,-3-2 0 0,0 0 0 0,0 3-18 16,-3-1-3-16,3 3-1 0,-3-2 0 0,-3 2-20 0,0 5-5 16,0-2-1-16,-3 0 0 0,-3 5-14 15,0 0 11-15,0 3-11 0,1 2 10 16,-1 0-10-16,-3 1-9 0,0 2 9 0,0 5-13 16,0-2-95-16,0 2-20 0,-3 3-3 0</inkml:trace>
  <inkml:trace contextRef="#ctx0" brushRef="#br0" timeOffset="36440.928">22125 12050 1200 0,'0'0'51'0,"0"0"-41"16,0 0 97-16,0 0 19 0,0 0 4 0,0 0 1 15,0 0-17-15,0 0-3 0,0 0-1 0,0 0 0 16,-6 3-35-16,0-3-7 0,6 0-2 0,-6 5 0 16,0-3-15-16,3 4-3 0,-3-1-1 15,3 0 0-15,0 3-9 0,0 0-2 0,0 0 0 0,0 0 0 16,0 5-9-16,3-2-3 0,-3 2 0 0,0 3 0 16,3 0-12-16,-3 2-2 0,3-2-1 0,0 5 0 15,3 1-9-15,-3-1 0 0,6 3 9 0,-3-1-9 16,0-1 0-16,0-1 0 15,0 0-10-15,0 0 10 0,0-2 0 0,0-4 0 0,3 1 0 0,-3 0 0 16,0-3 0-16,-3-2 0 0,3 2 0 0,-3-2 0 16,3-1 0-16,-3 1 0 15,0-3 0-15,0 0 0 0,0 2 0 0,-3-2 0 0,3 0 0 0,0 0 0 16,0 0-58-16,-3-5-5 0,3-3-1 0,0 0 0 16,0 0-160-16,0 0-33 0</inkml:trace>
  <inkml:trace contextRef="#ctx0" brushRef="#br0" timeOffset="54246.803">10197 9825 1580 0,'0'0'67'16,"0"0"-54"-1,0 0 31-15,0 0 5 0,0 0 2 0,0 0 0 16,3 5 1-16,0 3 0 0,0 0 0 0,0 2 0 16,6 4-38-16,-3-1-14 0,0 3 11 0,3 2-11 15,0 1 0-15,0-3 0 0,3 2 0 0,-3 1 0 16,0-3-18-16,3-3-3 0,-4 3-1 0,4-6 0 15,-3 1-2-15,0-3-1 0,0 0 0 0,0 0 0 0,-3 0 25 0,3-6 0 0,-3 3 0 0,3-2 11 16,-3-3-11-16,0 0 0 0,3-5 0 0,-3 2 0 31,3-2 27-31,-4-3 13 0,4 0 2 0,0-5 1 0,-3 0-1 0,0-3 0 0,0 0 0 16,0-5 0 0,0-1-3-16,0-1-1 0,3-1 0 0,-3-3 0 0,3 1-24 15,-3 2-5-15,3 0-1 0,0 0 0 0,0 6-8 0,-3-1 0 0,3 1 0 16,-1 2 0-16,-2 0 0 0,0 6 0 0,0-1 0 0,-3 3 0 15,3 0-100-15,-3 5-23 16,-3 3-4-16</inkml:trace>
  <inkml:trace contextRef="#ctx0" brushRef="#br0" timeOffset="68801.454">16954 9661 1387 0,'0'0'58'0,"0"0"-46"15,0 0 82-15,0 0 17 0,0 0 3 0,0 0 1 16,0 0-41-16,0 0-8 0,-6 2-2 0,0 3 0 16,0-2-5-16,0 5-2 0,3-3 0 0,-3 6 0 15,3 0-21-15,-2-1-4 0,2 6 0 0,-3 0-1 16,3 0-15-16,0 2-4 0,0 1 0 0,3 2 0 16,-3 3-12-16,3 0 0 0,3-1 0 0,-3 4 0 15,3-3 0-15,0-3 0 0,0 0 0 0,3-2 0 16,0-1 0-16,-4-2 0 0,7-3 0 0,-3 0 0 15,0-2-31 1,0 0-2-16,3-4-1 0,-3 1 0 0,0-2 34 0,3-1 0 0,-3 0 0 0,0-2 0 16,6 0 0-16,-6-6 0 0,3 3 0 0,0-5 0 15,-3 2 0-15,3-2 0 0,-1-3 0 0,1 0 0 16,0 0 0-16,0-5 0 16,0 2 10-16,0-2-2 0,0-6 17 0,-3 1 4 0,3-3 1 0,-3-3 0 0,-3 0 14 0,3-2 2 0,-3 2 1 0,-3-3 0 15,0 3-12-15,-3 1-3 16,0 1 0-16,-3 1 0 0,0 5-8 15,0 1-1-15,-3-1-1 0,0 2 0 16,-3 4-12-16,0-1-2 0,3 3-8 0,-3 3 12 16,1 2-23-16,-1-2-5 0,3 2 0 0,-3 3-1 15,0 0 17-15,0 3 0 0,3 2 0 0,-3 1 0 16,0 2-160-16,0 0-24 0</inkml:trace>
  <inkml:trace contextRef="#ctx0" brushRef="#br0" timeOffset="69482.975">16975 10391 1303 0,'0'0'55'16,"0"0"-44"-16,0 0 101 0,-6 5 20 0,3 3 4 16,0-3 0-16,-3 3-77 0,3 0-16 0,0 0-3 0,-3 0-1 15,3 3-11-15,0-3-3 0,0 2 0 0,-3 3 0 16,3-2-25-16,3 2 0 0,-3 0 0 0,3 3 0 15,-3 0 0-15,3 3 0 0,0-3 0 0,0 5 0 16,0 0 0 0,0 0 0-16,3 0 0 0,-3 3 0 0,0-3 0 0,3 0 0 0,-3 1 0 0,3-1 0 31,-3-3 0-31,3-2 0 0,0 0 0 0,0-3 0 16,0-2 0-16,3 2 0 0,-3-5 0 0,3 0 0 0,0 0 0 0,-3-3 0 15,3-2 0-15,0 0 0 16,0-1 56-16,0-2 7 0,3-2 1 0,-3-1 0 0,0-2-64 0,0-1-15 0,3-2-1 15,-3-2-1-15,3-3 27 0,-1-3 6 16,1-3 0-16,0-2 1 0,0 0 38 0,0-6 7 0,0 1 2 0,0-3 0 16,-3 5 0-16,-3-3 0 0,0 4 0 0,0-1 0 15,-3 3-52-15,-3 2-12 0,0 1 0 16,-3-1 0-16,0 1 0 0,0 4 0 0,-3-1 0 0,0 1 0 0,0 4 0 16,0-4 0-16,-3 7 0 0,1-1 0 15,2 2 0-15,-3 4 0 0,3-1 0 0,-3 3 0 16,3 3-100-16,-3 2-22 0,3 3-5 0</inkml:trace>
  <inkml:trace contextRef="#ctx0" brushRef="#br0" timeOffset="70147.273">17005 11087 1713 0,'0'0'36'0,"-6"-3"8"0,6 3-36 0,-6 0-8 0,0 3 0 0,0-3 0 0,0 5 72 0,0 0 13 16,3 1 3-16,-3 2 0 15,0-1-42-15,0 7-8 0,3-4-2 0,-3 6 0 0,3-3-12 0,-3 3-4 16,3 0 0-16,0 3 0 16,0-3-12-16,0-1-8 0,1-1 10 0,2 2-10 15,0 2 0-15,0-2 0 0,0 2 0 0,2 1 0 16,-2-3 0-16,3 2 0 0,-3-2 0 0,0 3 0 16,3-1 0-16,0 1 0 0,-3-1 0 0,3 1 0 0,0-1 0 15,0 1 0-15,3-3 0 0,-3 0-10 0,0 0 10 16,0-3 0-16,0-3 0 0,0 4-8 0,0-4 8 0,0-2 0 15,0 3 0-15,3-6-8 0,-3 0 8 0,0 1 0 16,0-4 0-16,-3-2-8 0,6 0 8 0,-3 0 0 16,3 0 0-16,-3-2-8 0,3-4 8 0,-3-2 0 0,0 0 8 0,3-2-8 15,-3-3 18-15,0-6-1 0,3 1 0 16,-3-4 0-16,0-1-17 0,3-1 0 0,-4 0 0 0,1-3 0 16,0 1 39-16,-3 2 4 0,0-2 1 0,0-1 0 15,0 1-33-15,-3 2-11 0,0-2 0 16,1 2 9-16,-1 3-9 0,0-3 0 0,-3 0 0 0,3 3 0 15,-3 2 0-15,3 3 0 0,0 0 0 0,-3 6 8 16,3-1-8-16,-3 3-9 0,3 6 9 0,-3-4-13 16,6 6-126-16,-6 3-25 0,0 0-4 0</inkml:trace>
  <inkml:trace contextRef="#ctx0" brushRef="#br0" timeOffset="70906.569">16999 11899 1579 0,'0'0'32'0,"0"0"10"16,-3-3-34-16,3 3-8 0,-6-2 0 0,6 2 0 15,-6-3 93-15,6 3 17 0,-6 0 3 0,6 0 1 0,-9 3-34 0,3 2-8 0,3-2 0 0,-3 5-1 16,0-3-30-16,0 3-5 16,3 2-2-16,-3 1 0 0,0 0-13 0,3 2-2 0,-3 0-1 15,1 3 0 1,2-3-18-16,-3 3 10 0,0 0-10 0,3 2 8 16,0 1-8-16,0-3 0 0,0 2 0 0,3-2 0 0,0 3 0 0,0-1 0 15,3 1 0-15,-3 2 0 16,3 0 0-16,-3 0 0 0,6 0 0 0,-3 1-11 15,0-4 2-15,0 3 0 0,0-2 0 0,0-1 0 0,0 1 9 16,-1-6-8-16,1 3 8 0,0-5-8 0,0 2 8 0,0-5 0 0,0 0 0 0,0 0 0 16,3-3 0-16,-3 0 0 0,0-2 0 15,3 0 0-15,-6-3-30 0,3 0-1 0,0-3 0 0,3 0 0 16,-3-2 50-16,0 0 9 0,3-3 3 16,-3 0 0-16,0-3-10 0,0 1-1 15,0-6-1-15,0 0 0 0,0-3-4 0,0 1-1 16,0-3 0-16,0-3 0 0,0 0 40 15,0 0 8-15,0 3 2 0,-3-3 0 0,3 0-52 0,-3 3-12 16,0 0 0-16,0-3 0 0,-3 0 0 0,3-2 0 16,-3 2 0-16,0-2 0 0,3 2 0 0,-3 3 0 0,3 0 0 0,-3-1 0 15,3 7 0-15,0-1 0 0,-3 0 0 0</inkml:trace>
  <inkml:trace contextRef="#ctx0" brushRef="#br0" timeOffset="85134.814">17657 9634 1420 0,'0'0'29'0,"0"0"8"0,0 0-29 0,-6-3-8 0,6 3 0 0,-6 0 0 15,0 0 92-15,0 0 18 0,6 0 3 0,-6 3 1 16,0-3-46-16,0 3-10 0,0-1-2 0,3 1 0 16,-3 0-44-16,-3 5-12 0,0-3 0 0,6 0 0 0,-3 0 53 15,0 1 9-15,3-1 2 0,-3 0 0 0,0 3-52 16,4 0-12-16,-4 0 0 0,0 3 0 0,3-1 0 0,-3 1 0 0,3 0 0 0,0-1 0 16,0 3 0-16,3 3 0 0,-3-3 0 0,3 3 0 31,0 0 0-31,0 0 0 0,3 3 8 0,0-1-8 0,0 1 0 0,0-1 0 15,0 1 0-15,3-1 0 0,0-2 0 0,0 0 0 16,-1-3 0-16,1 0 0 16,0-2 0-16,0 0 0 0,3-3 0 0,0 2 0 15,-3-5 0-15,3 1 0 0,3-1 0 0,-3 0 0 0,0-2 0 0,0-3 0 0,3 3 0 16,-3-3 0-16,0 0 0 0,-1 0-8 0,1-3 8 0,0 3 0 16,0-5-8-16,-3 2 8 15,3 0 0-15,-3-2 0 0,0 0-8 0,0-3 8 0,0 0 0 16,0 3 0-16,0-6 0 0,-3 0 0 0,3-2 0 0,-3 0 0 15,3 0 0-15,-3-3 0 16,3 0 8-16,-3 0-8 0,3-2 0 0,-3 2 8 0,0-3-8 16,-3 3 0-16,3 0 51 0,-3 1 7 0,0-1 2 0,0 0 0 15,-3 3-20-15,3-1-3 0,-3 1-1 0,-3 0 0 16,3 0-4-16,0 2 0 16,-3 0-1-16,0 4 0 0,0-4-16 0,0 3-3 0,3 0-1 0,-6 0 0 15,3 5-2-15,-3-2 0 0,0 0 0 16,0 2 0-16,0 3-22 0,0 0-5 0,0 3-1 0,-3 0 0 15,1 2 19-15,-1 0-8 0,0 0 8 0,0 3 0 16,0 0-153-16,0 3-24 0,0-1-5 0</inkml:trace>
  <inkml:trace contextRef="#ctx0" brushRef="#br0" timeOffset="85938.841">17692 10417 1151 0,'0'0'48'0,"0"0"-38"31,-6 0 94-31,0 0 20 0,1 0 3 0,-1 3 1 31,0 0-64-31,0-1-12 0,0 1-2 0,-3 0-1 0,0 2 24 16,0 0 5-16,0 0 1 0,3 3 0 0,-3 0-31 0,0-2-5 0,0 2-2 0,3 2 0 16,-3-2-15-16,3 3-3 0,-3-3-1 0,4 2 0 15,-1 1-12-15,0-1-2 0,3 4-8 0,0-4 12 0,0 3-12 0,0-2 0 0,3 2 0 0,0 0 0 16,-3 1 0-16,6 1 0 0,-3 1 0 16,3 3 0-16,0-3 0 15,0 0 0-15,3 2 0 0,0-2 0 0,0 0 0 0,-1-3 0 16,1 3 0-16,0-3 0 0,3-2 0 0,0-3 0 0,0 0 0 15,0 0 0 1,0-3 0-16,3-2 0 0,0-1-8 0,-3 1 8 0,3-3 0 0,-3 0 0 0,3-3-8 0,-4-2 8 16,4-3-16-16,-3 0 1 0,0 0 0 15,0-2 0-15,0-1 24 0,-3-5 5 16,3 3 1-16,-3-3 0 0,3 0-24 0,-3-2-5 16,0-1-1-16,3 1 0 0,-6 2 50 0,3 0 9 0,-3-3 3 0,0 3 0 15,0 1-24-15,-3 1-5 0,0 1-1 0,0 0 0 16,-3 0 19-16,0-1 3 0,0 4 1 0,-3-3 0 15,0 5-24-15,0-3-5 0,0 3-1 0,0 3 0 16,0-3-10-16,-3 3 12 0,0-1-12 0,0 4 12 16,0-4-12-16,0 6 0 0,-3-2 0 15,0 2 8-15,1 2-33 0,-1 1-7 0,0 2-2 0,0 1 0 16,0-1-162-16,0 3-33 0</inkml:trace>
  <inkml:trace contextRef="#ctx0" brushRef="#br0" timeOffset="86689.801">17675 11153 1496 0,'0'0'42'0,"0"0"10"0,-3 3-41 0,-3-3-11 0,0 0 0 0,0 5 0 0,3-3 73 15,-3 1 13-15,0 0 2 0,-3 5 1 16,3-3-29-16,-3 3-5 0,3 0-2 0,-3 2 0 16,0 1-11-16,0 0-2 0,0 2-1 0,0-3 0 0,0 4-11 0,4-4-1 15,-4 3-1-15,0 1 0 0,3-4-13 0,0 4-2 0,0-1-1 0,3 0 0 16,0-2-10-16,0-1 0 0,3 1 0 0,-3 2 0 16,6 0 0-1,-3-2 0-15,3 2 0 0,0 0 0 16,0 3 0-16,0-3 0 15,3 1 0-15,0 1 0 0,0-1 0 0,3-1 0 0,-3 0 0 0,2-2 0 16,1-1 0-16,0 1 0 0,0-3 0 0,0-3 0 0,0 0 0 16,0 1 0-16,3-4 0 0,-3 1 0 0,3-3-8 0,-3-3-1 0,0 1 0 15,3-1 0-15,-4-5 9 0,1 0 0 0,3 0 0 0,-3-2 0 16,0-1 0-16,-3-2 0 0,3-3 8 0,0 3-8 16,-3 0 0-16,0-3 0 0,0 2 0 0,0-1-8 15,0-1 8-15,-3 0 0 0,0 3 0 0,0-3 0 16,-3 0 48-16,3 3 11 0,-3-3 2 0,-3 0 1 15,3 3-34-15,-3-3-6 0,0 2-2 0,-3 1 0 16,3 0 21-16,-3 0 4 0,0 0 1 16,0 2 0-16,0 0-58 0,0 3-12 0,0 1-3 15,-3-1 0-15,0 5 43 0,0-2 9 0,3 5 2 0,-6 0 0 16,3 0-76-16,-2 5-15 16,2 0-4-16</inkml:trace>
  <inkml:trace contextRef="#ctx0" brushRef="#br0" timeOffset="87497.767">17660 11931 1530 0,'0'0'32'0,"0"0"8"0,0 0-32 0,0 0-8 0,0 0 0 0,-6 2 0 0,6-2 93 0,-6 3 18 16,0 0 3-16,-3 2 1 0,3 0-37 0,0 1-7 0,0 2-2 15,0-1 0-15,-3 1-17 0,3 0-3 0,0 3-1 16,0 0 0-16,-3 2-16 16,3-3-3-16,0 4-1 0,0-1 0 0,1 0-14 15,-1 0-3-15,3 1-1 0,0-4 0 0,0 3-10 0,3-2 0 0,-3 2 0 0,3 0 0 16,0 1 0-16,0-4 0 15,3 1 0-15,0 2 0 0,0-2 0 0,0-1 0 0,0 1 0 0,2-1 0 32,1 4 0-32,0-4 0 0,0 1 0 0,0-1 0 0,3-2 0 15,-3 3-9-15,3-3 9 0,-3 0 0 0,3 0-11 16,-3-3 11-16,3 0-10 0,0-2 10 0,0 0 0 0,-3-3 0 0,3 0-8 0,0-3 8 16,-3-2 0-16,2-1-9 15,1-2 9-15,0 0-8 0,-3 0 17 0,3-2 4 0,-3-1 1 0,3 1 0 16,-3-4-14-16,0 1-12 0,0 0 3 0,0-3 0 15,0 3 26-15,-3 0 6 0,0-1 1 0,3-1 0 16,-3 1 6-16,0-2 2 0,-3 3 0 16,3-3 0-16,-3 3-12 0,0-3-3 0,-3-2 0 0,0 2 0 15,0 0 38-15,0 0 7 0,0 3 2 16,0-3 0-16,-3 3-52 0,3 2-12 0,-3 1 0 0,0 2 0 16,0 2 0-16,-3 1 8 0,0 0-8 0,0 5 0 15,0-3 8-15,0 3-8 0,-3 3 0 0,1-3 9 16,2 5-20-16,-3 0-4 0,0 3-1 0,0 0 0 15,0 3-129-15,3-3-27 16,-3 5-4-16</inkml:trace>
  <inkml:trace contextRef="#ctx0" brushRef="#br0" timeOffset="107220.388">10587 9219 1824 0,'0'0'38'0,"0"0"8"15,0 0-37-15,0 0-9 0,0 0 0 0,0 0 0 16,0 0 104-16,0 0 20 0,0 0 3 0,0 0 1 0,0 0-52 0,0 0-9 16,0 0-3-16,3 2 0 15,6 1 0-15,0 0 0 0,0-1 0 0,3 1 0 16,3-3-51-16,-3 0-13 0,3 0 0 0,2-3 0 0,1 1 0 0,0 2 0 0,0-3 0 0,3 0 0 15,-3 1 0-15,0-4 0 0,-1 4 0 16,-2-1 0-16,3 0 0 0,-3 1 0 0,-3-1 0 16,0 0 0-1,0 3 0-15,-3-2 0 0,0 2 0 0,0 0 0 0,-3 0-48 0,2 2-13 16,-5-2-3-16,0 3 0 0,-3-3-212 0</inkml:trace>
  <inkml:trace contextRef="#ctx0" brushRef="#br0" timeOffset="107415.775">10724 9404 1824 0,'3'-5'76'0,"0"2"-60"16,0 3 89-16,3-3 19 0,-3 1 3 0,3 2 1 15,0-3-52-15,3 0-9 0,-3 1-3 0,3 2 0 16,0-3-8-16,0 0-3 0,3 3 0 0,-4 0 0 15,4 0-35-15,0-2-7 0,-3 2-2 0,3 0 0 16,0-3-9-16,-3 3 0 0,3-3 0 0,0 3 8 16,0-2-8-16,0-1 0 0,-1 1 0 0,4-4 0 15,0 4-203-15,3-4-42 0</inkml:trace>
  <inkml:trace contextRef="#ctx0" brushRef="#br0" timeOffset="108234.442">11328 8957 1379 0,'0'0'58'16,"0"0"-46"0,0 0 84-16,0 0 16 15,0-6 4-15,0 6 1 0,0 0 2 0,0 0 0 0,0 0 0 0,0 0 0 16,0 0-55-16,0 0-10 0,0-5-2 0,0 5-1 16,0 0-23-16,0 0-5 0,0 0-1 0,0 0 0 15,0 0 34-15,3 3 6 0,3 2 2 0,-3 0 0 16,0 3-64-16,0 0-24 0,3 3 0 0,-3-1 1 15,3 4 37-15,-3-4 7 0,3 3 2 0,0 1 0 16,0-1-70-16,0 0-13 0,3-2-4 0,0-1 0 16,-3-2 0-16,3 0 0 0,-3-3 0 0,3-2 0 15,-1-3 0-15,4 0 0 16,-3 0 0-16,0-3 0 0,0-4 52 0,3 1 12 0,-3-4 0 16,0-1 0-16,3 0 0 0,-3 1 0 0,0-1 0 0,0-2 0 0,0 3 21 0,0-1 11 0,-4 0 1 15,1 1 1-15,0-1 31 16,-3 3 7-16,3 3 0 0,-6-3 1 0,3 3-9 15,-3-1-1-15,0 1-1 0,0 5 0 0,0-5-30 0,0 5-7 0,0 0-1 16,0 0 0-16,0 0 12 0,0 0 1 0,0 0 1 0,0 0 0 16,0 0-25-16,0 0-5 0,-3 5 0 0,0 3-8 15,3 3 22-15,0-1-2 16,3 1-1-16,0 5 0 0,0 2-19 16,-3 1 0-16,3 2 0 0,0 3 0 0,-3 0 0 0,0-1 0 0,0-1 0 0,0 1 0 15,-3-2-12-15,0-2-5 0,0-3-2 0,-3 2 0 16,0-2 3-16,-3-2 1 0,1 1 0 0,-1 1 0 15,-3-3-12-15,0-2-2 16,0 2-1-16,-3-2 0 0,0-1 40 0,0 1 8 16,0-3 2-16,0 3 0 0,1-3-32 0,-1-1-7 0,0-1-1 0,0 2 0 15,0-3 20-15,3-2 0 0,-3-1 0 0,3 1 0 16,3-3 25-16,-2 0 9 0,2-3 2 16,3 1 0-16,0-1-27 0,0-2-9 0,3 2 0 0,0-2 9 15,3-3-9-15,0 3 0 0,0-3 0 0,3 2 0 16,0-2-22-16,3 0 0 0,0 0 0 0,0 1 0 15,3-1-148-15,2 0-30 0,1-3-5 0</inkml:trace>
  <inkml:trace contextRef="#ctx0" brushRef="#br0" timeOffset="108516.194">11793 9158 2310 0,'0'0'48'0,"0"0"11"0,0 0-47 0,0 0-12 0,0 0 0 0,0 0 0 15,0 0 104-15,0 0 20 0,-3 5 3 0,0 3 1 16,3-8-52-16,0 5-9 0,0 1-3 0,0 2 0 16,0-1 0-16,0-1 0 0,0 2 0 0,-3 0 0 15,3 0-53-15,0 0-11 16,0 2 0-16,-3-2 0 0,3 3 0 0,-3-1 0 0,3 1 0 0,-3-1 0 16,0 1 0-16,3 2 0 0,-3-2 0 0,0 5 0 15,0-3 0-15,0 0 0 0,3 3 0 0,-3 0 0 16,0 2 0-16,3-2 0 15,-3 3-10-15,3-1 10 0,0-2-31 0,-3 0 1 0,3 0 0 0,0-3 0 16,0-2-75-16,3 2-15 0,-3-5-4 0</inkml:trace>
  <inkml:trace contextRef="#ctx0" brushRef="#br0" timeOffset="108997.547">12153 9084 1607 0,'0'0'68'15,"0"0"-55"-15,0 0 78 0,0 0 15 0,0 0 3 0,6 2 1 16,-3 1-28-16,3 0-6 0,3-3 0 0,-3 2-1 16,3-2-9-16,3 0-2 0,-1 0 0 0,4 0 0 15,0 0-40-15,3 0-8 0,3-2-1 0,0 2-1 16,0 0-22-16,2 0-5 0,1 0-1 0,-3 0 0 16,0 0 14-16,0 0 0 0,0 0 0 0,-7 0 0 15,4 0 48-15,-6-3 13 0,3 3 3 0,-3 0 0 16,-3 0-103-1,3 0-20-15,-6 0-4 0,3 0-1 0,-3 0-67 0,-3 0-13 16,-3 0-4-16</inkml:trace>
  <inkml:trace contextRef="#ctx0" brushRef="#br0" timeOffset="109264.737">12373 8970 2108 0,'-3'-11'44'0,"3"3"10"0,-3 0-43 0,3 1-11 0,0 1 0 0,0 1 0 0,0 0 97 0,0 5 18 0,0 0 3 0,0 0 1 16,0 0-38-16,0 0-7 0,0 0-2 0,0 0 0 15,0 0-30-15,0 0-6 0,0 0-2 0,0 8 0 16,0 2-21-16,0 1-4 0,0-1-1 0,0 6 0 16,0 0-8-16,-3 5 0 0,3 0 9 0,0 3-9 15,0-3 0-15,-3 3 0 0,3 3 0 0,0-3 8 16,0-1-8-16,-3-4 0 0,0-1-8 0,0 1 8 15,0-3-29-15,0 0-1 0,0-6 0 16,0 3 0-16,0-2-33 0,3 0-6 0,-2-3-2 0</inkml:trace>
  <inkml:trace contextRef="#ctx0" brushRef="#br0" timeOffset="109970.506">12677 8872 1820 0,'0'0'76'0,"0"0"-60"15,0 0 93-15,-3-5 19 0,3 5 4 0,0 0 1 16,0 0-41-16,0 0-9 0,0 0-2 0,0 0 0 15,0 0-35-15,0 0-7 0,0 0-2 0,-6 2 0 16,6-2-24-16,-3 6-5 0,0-1 0 0,3 3-8 16,0 2 0-16,0 1 0 0,3 0 0 0,0 2 0 15,3-3 0-15,0 4 0 0,0-1 0 0,3 0 0 16,0-2-61-16,3 2-16 0,2-2-3 0,1-1-1 16,3 1-24-16,-3-6-5 15,3 3-1-15,0-5 0 0,-3-1 37 0,0-2 7 0,-4 0 2 16,4 0 0-16,-3-5 49 0,-3 2 16 0,0-5-10 0,3 3 10 15,-6 0 0-15,3-3 0 0,-3 0 0 0,0 0 11 0,-3 0 42 16,0 0 9-16,0 0 2 0,0 0 0 0,0 0 51 16,-3 3 10-16,3-3 3 0,-3 3 0 15,0-1-56-15,-3 1-12 0,3 0-1 0,-3 0-1 0,3 5-11 0,0-6-3 0,0 6 0 0,-3-5 0 32,3 5-15-32,0 0-3 0,0 0-1 0,0 0 0 0,0 0-25 0,0 0 0 15,0 0 8-15,0 0-8 16,0 0 12-16,-6 8 1 0,3-3 0 0,0 6 0 15,3-1-13-15,-3 4 0 0,3-1 8 16,-3 5-8-16,0 1 0 0,0 2 9 0,0 3-9 0,-3 2 8 0,0-2-8 0,0 3 0 0,-3-1 0 16,0 1 0-1,-3-4 0-15,0 1 0 0,-3-3 0 16,1 1 0-16,-4-1 0 0,0-3 0 0,0 1 8 16,0-1-8-16,0 1 0 0,0-3 0 0,1 2 0 0,-1 1 0 15,6-6-21-15,-3 3 0 0,6-3 0 0,-3-2 0 0,3-1-35 0,3-2-6 0,3-5-2 16,3-3 0-16,0 0-165 0,0 0-34 0</inkml:trace>
  <inkml:trace contextRef="#ctx0" brushRef="#br0" timeOffset="110404.625">12989 9219 1824 0,'0'0'38'0,"0"0"8"0,0 0-37 0,0 0-9 0,0 0 0 0,0 0 0 0,0 0 104 15,0 0 20-15,0 0 3 0,0 0 1 16,0 0 0-16,0 0 0 0,0 0 0 0,0 0 0 16,0 0-52-16,0 0-9 0,0 0-3 0,3-6 0 15,3 1-51-15,-3 0-13 0,6-1 0 0,-3 4 0 16,0-3 21-16,3 2 2 0,-3-2 0 0,3 2 0 0,0 0-12 0,-3 3-3 16,3 0 0-16,-3 0 0 15,3 6-8-15,-3-4 8 0,0 4-8 0,-4-1 8 0,4 3-8 16,-3 0 0-16,0 0 0 0,-3 2 0 0,0 1-15 0,-3-1-8 0,0 4-1 0,0-4-1 31,-2 3-40-31,-1 3-8 0,-3-2-2 0,3 1 0 16,-3 1-13-16,0 0-2 0,0 0-1 0,0 3 0 0,3-4 35 0,-3 1 6 0,3 3 2 0,0-3 0 15,3-3 30-15,-3 3 6 16,3-6 2-16,0 1 0 0,0 0 22 0,3-3 5 0,0-1 1 0,3-1 0 16,-3-6-18-16,6 2 8 0,-3 1-8 0,3 0 0 15,3-3 58-15,-3 0 5 0,3-3 1 0,0 0 0 16,0 1-14-16,0-4-2 0,3 4-1 0,-3-3 0 15,3 2-21-15,-4-2-4 16,4 2-1-16,0-2 0 0,0-1-21 0,-3 1 9 16,3 0-9-16,0-1 0 0,0 1-66 0,0-3-20 0,-3 3-4 0</inkml:trace>
  <inkml:trace contextRef="#ctx0" brushRef="#br0" timeOffset="124516.583">19475 9745 877 0,'0'0'37'0,"0"0"-29"15,0 0 90-15,0 0 18 0,0 0 4 0,-3-5 1 16,3 5-33-16,-3-5-8 0,3-1 0 0,0 6-1 16,0 0-24-16,-3-5-5 0,3 5-1 0,0 0 0 15,-5-3 50-15,5 3 9 0,-3-2 3 0,3 2 0 16,-6-3-24-16,6 3-5 0,-6 0-1 0,0 0 0 15,6 0-65-15,-3 0-16 0,3 0 0 0,-6 0 0 16,6 0 55-16,-9 3 7 0,6-1 2 0,3-2 0 16,-6 3-36-16,0 2-8 0,0-2 0 0,3 2-1 15,-3 1-7-15,3-4-2 0,0 4 0 0,0-1 0 16,-3 0 20-16,3 0 4 0,0 3 1 0,0-2 0 16,0 2-35-16,0-1 0 0,0-1 0 0,0 2 0 31,0 0-18-31,0 2-10 0,0-2-3 0,3 3 0 0,-3-1 31 0,3 1 0 0,0 0 0 0,-3 2 0 15,3-3 0-15,0 1 0 0,0-1 0 0,3 4 0 16,-3-4 0-16,3 1 0 0,-3-1 0 0,0-2 0 16,3 3 0-16,0-3 0 0,-3 0 0 0,3 0-12 0,0 0 12 15,0-3 0-15,0 0 0 0,0 1 0 16,0-1 0-16,3 0 0 0,-3 1 0 0,3-1 0 16,-3-3-30-16,3 1 0 0,0-3 0 0,-3 0 0 15,3 0 30-15,0 0 0 0,0-3 0 0,0 1 0 0,3-1 0 16,-3 1 0-16,3-1 0 0,-3-2 0 0,2-3 0 0,1 2 0 0,3-2 0 15,-3 0 0-15,0 1 45 0,0-4 15 0,0 0 4 0,0 1 0 16,0-3-52-16,0 2-12 0,-3-2 0 0,0-1 0 16,3 1 0-16,-3-3 0 15,-3 3 0-15,3 0 0 0,-4 0 0 0,1-1 0 0,-3 1 0 0,3 3 0 16,-3-4 0-16,-3 4 0 0,3-1 0 16,-3 1 0-16,1-1 35 0,-1 1 4 0,-3-1 1 0,0 3 0 31,0 0-13-31,0 0-3 0,-3 0 0 15,3 3 0-15,-3 0-24 0,0 2 0 0,3 0 0 0,-3 3 0 0,0 0-22 0,-3 0-10 0,3 0-1 16,-3 6-1-16,1-4-99 16,2 6-20-16,-3-3-4 0</inkml:trace>
  <inkml:trace contextRef="#ctx0" brushRef="#br0" timeOffset="125281.259">19416 10452 1337 0,'0'0'56'15,"0"0"-44"-15,0 0 133 16,0 0 27-16,0 0 6 0,0 0 1 0,0 0-70 0,-3 8-13 0,3-3-4 0,0 0 0 15,0 3-29 1,0 0-7-16,0-3 0 0,0 6-1 16,0-3-26-16,0 2-5 0,3 1 0 0,-3 2-1 0,0-2 9 15,0 2 3-15,-3 3 0 0,3-3 0 0,0 3-35 0,0 0-17 0,0 0 1 0,-3 2 1 16,3-2 15-16,-3 3 8 0,0-3 0 0,3 2-8 31,-3-2 13-31,3 0-4 0,-3 0-1 0,0 0 0 16,3-3-8-16,-3-3 0 0,3 1 0 0,0 0 0 0,-3-1 0 0,3-2 0 15,0 0 0-15,0 0 0 0,0-3 0 0,0 1 0 0,0-6 0 16,0 0 0 0,0 0-24-16,0 0-6 0,0 0-2 0,0 0 0 15,0 0-130-15,0 0-26 0,0 0-6 0</inkml:trace>
  <inkml:trace contextRef="#ctx0" brushRef="#br0" timeOffset="125930.065">19395 11264 1482 0,'0'0'31'0,"0"0"6"0,-3-3-29 0,3 3-8 0,0 0 0 0,0 0 0 15,0 0 108-15,0 0 21 0,0 0 4 0,0 0 1 16,0 0-40-16,0 0-8 0,0 0-2 0,0 0 0 16,0 0-16-16,0 0-3 0,0 0-1 0,-3 6 0 15,3 2-18-15,0 0-4 0,0-1-1 0,0 4 0 16,0 0-14-16,0-1-3 0,0 3-1 0,0 1 0 16,0 2-23-16,0-1 0 0,0 1 0 0,0 3 0 15,0-3 0-15,0 2 0 0,3 1 0 0,-3-1-12 16,0 1 12-16,0-1 0 0,3-2 0 15,-3 3 0-15,0-1 0 0,0-2 0 16,3-3 0-16,-3 3 0 0,0-3 0 0,0 1 0 0,0-1-9 0,0-3 9 0,0 1 0 16,0 0 8-16,0-3 0 0,0 0 0 15,0-1-59-15,0-1-12 0,3 2-2 0,-3-3-1 16,0-5-99-16,0 0-20 0,0 5-4 0</inkml:trace>
  <inkml:trace contextRef="#ctx0" brushRef="#br0" timeOffset="126572.216">19383 12084 1492 0,'0'0'31'0,"0"0"8"16,0 0-31-16,0 0-8 0,0 0 0 0,0 0 0 16,0 0 103-16,-3 3 19 0,3-3 4 0,-6 5 1 0,3 3-41 15,3-3-8-15,-3 1-2 0,3 2 0 0,-3-3-20 0,3 3-4 0,0 2 0 0,0-2-1 16,-3 3-15-16,3 2-4 0,0 0 0 0,0 1 0 16,0 2-12-16,0-3-4 0,0 3 0 0,0 0 0 15,-3 2-1-15,3 1-1 0,0-4 0 0,0 7 0 16,-3-4-2-16,3 1 0 0,0-3 0 0,0 5 0 15,0-5-4-15,0-1 0 0,0 4-8 0,0-3 12 16,0-3-12-16,0 0 8 0,0-2-8 0,0 2 0 16,0-2 0-16,0 2 0 0,0-2 0 0,0-1 0 15,3-2 0-15,-3 0 0 0,0 0 0 0,0-3 0 16,3 3 0-16,-3-5-13 0,0-3 1 0,0 5 0 16,0-5-48-16,0 0-10 0,3 3-2 15</inkml:trace>
  <inkml:trace contextRef="#ctx0" brushRef="#br0" timeOffset="132528.189">10563 7078 1549 0,'0'0'44'0,"0"0"9"0,0 0-42 0,0 0-11 0,0 0 0 0,0 0 0 16,0 0 80-16,0 0 15 0,-6 3 2 0,6-3 1 15,-5 0-19-15,5 0-4 0,0 0-1 0,-6 5 0 16,6-5-42-16,-3 5-9 0,3-5-2 0,0 0 0 15,-3 6 31-15,3-6 7 0,-3 5 1 0,3-5 0 0,0 5-45 0,0-5-15 16,0 5 9-16,3 1-9 0,0-1 31 0,0 0 1 0,0-2 0 0,2 2 0 16,1-2 0-1,0 0 0-15,3-1 0 0,0 1 0 0,0-1-32 0,3 1 0 0,0-3 0 0,0 3 0 16,3-3 0 0,0 0-8-16,0 0-1 0,2 0 0 0,-2 0 9 0,0 0 0 0,3-3 0 0,-3 3 0 31,0 0 0-31,-3-3-12 0,3 3 12 0,-6-2-12 0,2 2-17 15,-2 0-4-15,0 0-1 0,0 0 0 0,-3 0-33 0,3 0-6 16,-6 2-2-16,3-2 0 16,-3 3-101-16,-3-3-20 0,3 3-4 0</inkml:trace>
  <inkml:trace contextRef="#ctx0" brushRef="#br0" timeOffset="132829.364">10632 7324 1579 0,'-6'5'32'0,"0"-2"10"0,0 0-34 16,6-3-8-16,-6 2 0 0,6-2 0 0,0 0 104 0,-3 3 20 0,3-3 3 0,0 0 1 15,0 0-12-15,-3 5-3 0,3-5 0 0,0 0 0 16,0 0-41-16,-3 6-8 0,3-6-1 0,3 5-1 0,-3-5-36 15,3 3-7-15,3-1-2 0,3 3 0 16,-3-5 23-16,3 3 4 0,3-3 0 0,0 0 1 0,0 0-28 16,-1 0-5-16,4 0-2 0,0 0 0 15,0 0-10-15,0 0 0 0,0 0 0 0,0 0 8 16,0 0-8-16,0 0 0 0,-4 0 0 0,4 0 8 0,-3 0-8 0,0 0 10 0,-3-3-10 0,3 3 10 31,-3 0-54-31,0-2-12 0,3-1-1 0</inkml:trace>
  <inkml:trace contextRef="#ctx0" brushRef="#br0" timeOffset="136487.345">11278 6909 1313 0,'0'0'27'0,"0"0"8"0,0-6-35 0,0 6 0 0,-6-5 0 0,6 5 0 15,0-5 114-15,0 5 16 0,-3-5 3 0,3 5 1 16,0 0-20-16,0 0-4 0,0 0-1 0,0 0 0 16,0 0-21-16,0-3-4 0,0 3 0 0,0 0-1 15,0 0-67-15,0 0-16 0,0 0 0 0,0 0 0 16,0 0 28-16,0 0 3 0,0 0 0 0,0 8 0 16,0 0-23-16,3 0-8 0,-3 2 0 0,0 1 9 15,3-1-9-15,0 4 0 0,0-1 0 0,0 3 0 16,0-3 28-16,0 0 1 0,3 0 0 0,-3 1 0 15,3-4-80-15,-3 1-16 0,3-3-3 0,-1 0-1 16,1-3 11-16,3 3 3 0,-3-5 0 16,3-1 0-16,0-4 29 0,-3-1 5 0,3-2 2 0,-3-1 0 0,3-2 13 15,0 1 8-15,0-4-10 0,-3 0 10 0,0-2 0 16,0 3 0-16,0-4 11 0,0 1-3 16,0 2 26-16,-4 1 6 0,1 2 0 0,0-3 1 0,0 3 8 0,-3 1 2 0,-3-1 0 15,3 0 0 1,-3 2-2-16,0-2 0 0,1 6 0 0,-1-4 0 15,0 4-34-15,0-1-7 0,0 1-8 0,3 2 11 0,0 0 42 0,0 0 9 16,-6 2 2-16,6-2 0 0,0 0-52 0,0 0-12 0,-3 3 0 0,0 2 0 16,0 0-11-16,3 1-5 15,0 2 0-15,3 0-1 0,-3 2 17 0,3 1 0 16,0 2-8-16,0 0 8 0,0 3 12 0,0 0 5 16,0 0 2-16,3 2 0 0,-4 1-19 0,1-1 0 15,0 1 0-15,0-1 0 0,-3 1-17 0,0-3-7 0,3 2-2 16,-3-2 0-16,0-3 14 0,-3 1 2 0,3-1 1 15,-3-2 0-15,0 2 9 0,-2-3-13 0,-1 4 5 0,0-4 8 16,-3-2-25-16,0 3 2 0,0-3 1 0,-3 2 0 16,3-2 22-16,-3-3 0 0,0 3 0 0,3-2 0 15,-3-1 0-15,0 0 0 0,1 1 0 0,-1-4 0 16,0-2 16-16,0 3 8 0,-3-3 2 0,3-3 0 16,0 3-42-16,3-2-8 0,-3-4-1 15,3 4-1-15,6-4 34 0,-3 1 8 0,3 0 0 0,0-1 1 16,3-2-53-16,3 3-10 0,0 0-2 0,3-3-1 15,0 0-173-15,0 0-34 0</inkml:trace>
  <inkml:trace contextRef="#ctx0" brushRef="#br0" timeOffset="136760.795">11665 7078 2100 0,'0'0'44'0,"0"0"10"0,0 0-43 0,0 0-11 0,0 0 0 0,0 0 0 16,-3 5 97-16,0 3 18 0,0-5 3 0,0 5 1 0,3-3-44 16,-3-2-9-16,3 2-2 0,0 3 0 0,0-3-16 0,0 3-4 0,0-2-1 0,0-1 0 15,0 3-26-15,0 0-5 16,0 0 0-16,0 2-1 0,0-2-11 0,0 0 0 0,0 3 0 0,0-1 8 16,0 4-8-16,0-4 0 0,0 3 0 0,0 3 0 15,0-3 0-15,0-2 0 0,-3 2 0 16,3 3 8-16,-3-3-8 0,3 1 0 15,-3-4 0-15,0 3 0 0,3 1-27 0,-3-4 3 0,0 3 0 0,3-2 0 16,-3-3-25-16,0 3-5 16,3-6-1-16</inkml:trace>
  <inkml:trace contextRef="#ctx0" brushRef="#br0" timeOffset="137212.234">11194 6615 1436 0,'-5'5'30'0,"2"1"6"0,-3-4-28 0,3 4-8 0,3-6 0 0,0 0 0 15,0 0 112-15,-6 2 22 0,6-2 4 0,0 0 1 0,0 0-37 0,0 0-7 0,0 0-2 0,0 0 0 16,3 5-17-16,0 1-4 0,3-4-1 0,-3 1 0 15,2-3-17-15,1 0-3 0,0 0-1 16,3 0 0-16,0 0-21 0,0 0-4 16,0 0-1-16,0 0 0 0,3 0-10 0,0 0-2 0,0-3-1 0,0 3 0 15,3 0-11-15,-1-2 0 0,4-1 0 16,-3 0 0-16,3-2-20 16,0 3-8-16,0-1-3 0,3-2 0 0,-4 2 31 0,1-2 0 0,3 2 0 15,-3-2 0-15,0 2-108 0,0-2-16 16,-3 2-4-16</inkml:trace>
  <inkml:trace contextRef="#ctx0" brushRef="#br0" timeOffset="138338.834">11968 7060 1150 0,'0'0'24'16,"0"0"6"-16,0 0-30 0,0 0 0 0,0 0 0 0,0 0 0 0,0 0 91 16,0 0 12-16,0 0 2 0,0 0 1 15,0 0-28-15,0 0-6 0,0 0 0 0,0 0-1 16,6 0 5-16,0 0 0 0,0 0 1 0,0 0 0 15,3-3-22-15,3 0-5 0,0 1-1 0,-3-1 0 0,3 0-14 0,0 1-3 0,3-4-1 0,-4 1 0 16,4 0-16-16,-3-1-3 0,3-1-1 0,0 1 0 16,3-2-11-16,-3 3 12 0,3-3-12 15,-1 3 12-15,1-3 4 0,0 3 2 0,-3-1 0 0,3 1 0 16,-6 0-44-16,3 2-9 0,-3 0-1 16,-3 1-1-16,2-1-23 15,-2 0-4-15,-3 3 0 0,0-2-1 0,0 2-139 16,0-5-28-16</inkml:trace>
  <inkml:trace contextRef="#ctx0" brushRef="#br0" timeOffset="138646.855">12123 6835 1963 0,'0'-6'56'0,"-3"-2"12"0,0 3-55 15,3 0-13-15,0 0 0 0,0 5 0 16,0 0 84-16,0 0 13 0,0 0 3 0,0 0 1 16,0 0-45-16,0 0-8 0,0 0-3 0,0 0 0 0,0 7-11 15,3 1-2-15,-3 0-1 0,3 3 0 16,-3-1-22-16,3 4-9 0,-3-1 8 0,3 3-8 0,-3-3 0 0,3 3 8 0,-3 2-8 0,3 1 0 31,0-1 27-31,-3 1 0 0,3 0 0 0,0 4 0 16,-3-4-43-1,3 2-8-15,0 0-1 0,0-2-1 0,0-3 26 0,-3-1 0 0,3 1 0 0,0-5-8 16,0 2-24-16,0-5-4 0,0 3 0 0,0-3-1 0,0 0-22 0,0-3-4 16,0 0-1-16</inkml:trace>
  <inkml:trace contextRef="#ctx0" brushRef="#br0" timeOffset="139221.2">12462 6716 2030 0,'0'-6'57'0,"0"1"14"0,0-3-57 0,0 3-14 0,0-1 0 0,0 1 0 16,0 5 93-16,0-5 16 0,0 5 3 0,0 0 1 15,0 0-78-15,3-3-16 0,-3 3-3 0,0 0-1 16,0 0 39-16,0 0 8 0,0 0 2 0,3 3 0 0,0 2-56 15,3 3-8-15,-3 0-8 0,0 3 8 16,3-1 0-16,-3 1 0 0,0-1 0 0,3 4 0 16,0-4 0-16,-3 1 0 0,3-1 8 0,0-2-8 0,0 0 0 15,3 0 0-15,-3 0 0 0,6-3 0 16,-3 1-80-16,0-4-21 0,0 1-5 0,2-3-1 16,1 0 49-16,-3 0 10 0,3-3 1 0,0 1 1 15,-3-1 16-15,0-2 3 0,3-1 1 0,-6-1 0 0,3-1 26 16,-3 2-8-16,0-2 8 0,0 0 0 0,-3 0 15 15,0 1 8-15,0-4 1 0,-3 3 1 16,-3-3 34-16,3 3 6 0,-3 1 2 0,0-4 0 16,-3 3-3-16,3-3-1 0,-3 3 0 0,3 1 0 15,-3-1-15-15,3 0-2 0,0 2-1 0,0 1 0 0,0 2-17 0,3 3-3 0,0 0-1 16,0 0 0-16,0 0-12 0,0 0-4 0,0 0 0 0,0 0 0 16,0 0-8-16,3 6 0 0,-3 2 9 0,6 2-9 31,-3 3 0-31,3-2 0 0,0 5 0 0,0 0 0 0,0 0 0 0,0 0 0 0,0-3 0 0,-1 3 0 15,-2 0 0-15,3-1 0 0,-3-1 0 16,-3 2 8-16,3-1-8 0,-3 1 0 0,-3-2 8 16,3 1-8-16,-3 1 0 0,0-2 8 0,-3 4-8 15,1-2 0-15,-4 0 0 0,0 2 8 0,0 1-8 0,-3-3 0 16,3 2 0-16,-3 1 8 0,0-3-8 0,0 0 0 16,3-3 0-16,0-3 0 0,0 1 0 0,0-3 0 15,1-3-47-15,2-2-13 16,3-1-4-16,3-2 0 0,0 0-160 0,0 0-33 0,-3-5-7 0</inkml:trace>
  <inkml:trace contextRef="#ctx0" brushRef="#br0" timeOffset="139663.237">12844 6962 1773 0,'0'0'36'16,"0"0"11"-16,0 0-38 0,2-3-9 0,1-2 0 0,-3 5 0 0,3-3 130 0,0 0 24 0,0-2 5 0,-3 2 1 15,3 1-60-15,0-3-11 0,0 2-2 0,0-2-1 16,0-1-30-16,0 1-5 0,0 0-2 0,3-3 0 16,-3 0-15-16,0 3-3 0,3-3-1 0,0 0 0 15,-3 0-7-15,3 2-2 0,0-2 0 0,-3 6 0 16,3-3-21-16,-3-1-16 0,3 4 2 0,-3 2 1 16,0-3 33-16,-3 3 8 0,6 3 0 15,-6-3 1-15,6 2-29 0,0 6 0 0,-3-3 0 0,0 3 0 16,0 3 0-16,-3 0 0 0,0-1 0 0,-3 3 0 15,0 3-20-15,0 0 0 0,-3 3 0 0,3 2 0 16,-3 0-40 0,0 0-8-16,0 3-1 0,0 0-1 0,0-3 54 0,0 0 16 0,0 0-8 0,0 0 8 15,0-2 0-15,0-3-9 0,0-3 9 16,3 3 0-16,0-3-8 0,0 0 8 0,0-2 0 0,3-3 0 16,0 0 0-16,3-3 0 0,0 0 0 0,0-2 0 15,3 0 0-15,0-1 0 0,0-2 12 0,3-2-3 16,-3-1 4-16,3 0 1 0,0-2 0 0,0 3 0 0,0-4-22 15,0 1-5-15,2 2-1 0,-2-2 0 16,0 2 14-16,3-2 0 0,-3 2 0 0,0-2 0 16,3 3 0-16,-3-4 0 0,0 1 0 0,0 0 0 15,0-1-88-15,3 1-16 0,-3-3-2 16</inkml:trace>
  <inkml:trace contextRef="#ctx0" brushRef="#br0" timeOffset="146944.486">11638 4900 2066 0,'-12'-10'43'0,"12"10"10"16,-3-5-42-16,0 2-11 0,3 3 0 0,-3-5 0 0,3 5 104 15,-3-3 20-15,3 3 3 0,0 0 1 16,0 0-52-16,0 0-9 0,0 0-3 0,0 0 0 16,0 0-64-16,0 0 0 0,0 0-8 0,0 5-1 0,3 6 9 0,0-1 0 0,0 1 8 15,0 2-8-15,3 3 0 0,-3 3 0 0,3-1 0 0,0-2 0 31,0 5 0-31,0-8 0 0,0 6 0 0,3-3-8 0,-3-3-38 16,0-2-7-16,3-1-2 0,-1-2 0 0,-2-3 18 16,0-2 3-16,3 2 1 0,-3-10 0 15,0 0 1-15,3-1 1 0,0-1 0 0,-3-1 0 0,0-6 31 0,3 1-9 0,-3 0 9 0,0-3 0 16,0 0 0-16,-3 0 14 0,3 3-2 16,-3-3 0-16,0 6 27 0,0-4 5 0,-3 1 0 0,0 3 1 15,0 2 3-15,0-3 1 0,-3 0 0 0,3 4 0 16,-3-1-12-16,3 0-2 0,-3 2-1 0,3 1 0 15,0 0-10-15,0 5-3 0,0-3 0 0,0 3 0 16,0 0-6-16,0 0-2 0,0 0 0 0,9 0 0 16,-3 5-13-16,0 1 11 0,2-1-11 0,1 3 10 15,-3 3-10-15,3-1 10 0,-3 6-10 0,3 0 10 16,-3 2-10-16,0 4 0 0,3 1 0 0,-6 1 0 16,3 0 0-16,-3 0 0 0,0 0 8 15,0-3-8-15,-3 0 0 0,-3-3 0 0,-3-2 0 0,0 0 8 16,0 0-8-16,-3-3 0 0,0 1 0 0,0-1 0 15,-3 0 9-15,-3-2-9 0,4-1 10 0,-4 1-10 16,0-3 0-16,3 2 0 0,0-2 0 0,0 0 0 16,0 0 0-16,3-3 0 0,3-2 0 0,-3 2 0 15,3-5-21-15,6 0-7 0,-6-2-2 0,6 2 0 16,-3-6-105-16,3-2-21 0,3 1-4 0,0-4 0 16,0 0-62-16,3 1-12 15</inkml:trace>
  <inkml:trace contextRef="#ctx0" brushRef="#br0" timeOffset="147144.662">11992 5086 1925 0,'3'-3'40'0,"-3"3"10"0,6 0-40 0,-6 0-10 0,0 0 0 0,0 0 0 16,3 0 128-16,-3 0 24 0,0 0 5 0,0 0 1 31,3 3-66-31,3 2-14 0,-3-2-2 0,0 2-1 0,0 0-24 0,0 3-5 0,0 0-1 0,0 0 0 16,3 3-24-16,-3-4-5 0,0 4 0 0,0 0-1 15,0-3-2-15,0 7 0 0,0-7 0 0,0 3 0 16,0 0-13-16,-3-1 0 0,0 1 8 0,3 5-8 15,-3-8 0-15,0 2 0 0,3 1 0 0,-3-1 0 16,3 1-16-16,-3-1-7 0,3 1-1 0,0-3 0 16,-3 0-127-16,3-3-25 0,-1 1-6 0</inkml:trace>
  <inkml:trace contextRef="#ctx0" brushRef="#br0" timeOffset="147397.778">12177 4945 2269 0,'0'-5'64'0,"3"-6"15"0,0 4-63 0,0-1-16 0,0 0 0 0,0 0 0 16,3 0 105-16,0 3 19 0,-1-1 3 0,4 1 1 16,0 0-81-16,0-1-16 0,3-2-3 0,0 6-1 15,0-4-3-15,3 1 0 0,-3 0 0 0,3 0 0 16,0-1-15-16,-1 1-9 0,1 2 10 0,0-2-10 0,-3 2 0 0,3 1 0 0,-3-1 0 0,0 0 0 31,-3 3-39-31,3 0-13 0,-6-2-4 0,3 4 0 16,-4-2-108-16,1 3-23 0,-3 2-4 15</inkml:trace>
  <inkml:trace contextRef="#ctx0" brushRef="#br0" timeOffset="147608.863">12293 5101 1516 0,'0'0'64'0,"0"0"-52"16,0 0 124-16,0 0 25 0,0 0 5 0,3-5 1 16,3 0-61-16,0-3-12 0,0 5-2 0,3-7-1 15,0 2-24-15,-1 0-5 0,4 0-1 0,-3-3 0 16,3 3-15-16,-3-2-3 0,0 2-1 0,3-3 0 16,0 3-22-16,-3 0-5 0,3 3-1 0,0-5 0 15,0 4-14-15,-4-2 0 0,4 0 8 0,-3 3-8 16,3-6-80-16,-3 4-20 0,3-4-3 0</inkml:trace>
  <inkml:trace contextRef="#ctx0" brushRef="#br0" timeOffset="147972.563">12718 4607 2396 0,'0'0'68'0,"-5"-3"15"0,-1 0-67 0,6 3-16 0,-3-2 0 0,3 2 0 0,0 0 89 0,0 0 15 15,-9 0 2-15,9 0 1 0,-3 2-45 0,-3 4-9 0,3-1-1 16,0 6-1 0,3-1-41-16,-3 1-10 0,3 5 0 0,0-3 0 0,0 0 14 15,3 3 1-15,-3 0 0 0,3 0 0 16,3-3-15-16,0 3 0 0,0-8 0 0,3 2 0 0,-1 1-12 0,1-1 0 16,0-2 1-16,3 0 0 0,0-2-21 15,0-1-4-15,0 3 0 0,0-8-1 16,0 0 6-16,0 0 2 0,3 0 0 0,-6 0 0 15,2-8 29-15,-2 3 15 0,0-1-2 0,0-2 0 0,0 0-5 0,-3-2 0 16,3-3-8-16,-3-1 12 0,0 1 11 0,-3-3 1 0,3-2 1 0,-3-1 0 16,3 1 10-16,-3-3 1 0,0-3 1 0,0 3 0 15,-3-1-1-15,0 4 0 0,0-1 0 0,0 1 0 16,0 7-9-16,-3-5-3 0,0 6 0 0,0 2 0 16,0 0-14-16,0 0-10 0,0 3 12 15,-3 2-12-15,3 0 0 0,-3 1 0 0,-3 4 0 0,0 1 0 16,0 0-30-16,-3 2-10 0,-3 3-1 0</inkml:trace>
  <inkml:trace contextRef="#ctx0" brushRef="#br0" timeOffset="148635.903">13388 4501 2030 0,'0'-5'57'0,"0"-1"14"0,0 6-57 0,0-5-14 0,0 2 0 0,0 3 0 16,0 0 97-16,0-8 17 0,0 8 3 0,0 0 1 31,0 0-35-31,0 0-7 0,0 0-2 0,0 0 0 0,0 0-8 0,0 0-2 0,0 0 0 0,0 0 0 16,0 0-51-1,0 0-13-15,0 0 0 0,0 11 0 0,0-3 0 0,0 5 0 0,-3 0 0 0,0 6 0 16,0-1 0-16,0 4 0 0,-3 4 0 0,3 0 0 31,-3-4 0-31,0 1 0 0,4 1 0 0,-4-3 0 0,0 1-102 0,0-1-23 16,0-3-5-16</inkml:trace>
  <inkml:trace contextRef="#ctx0" brushRef="#br0" timeOffset="149610.813">13817 3924 1820 0,'-6'-3'38'0,"0"-2"8"0,3 2-37 0,3 3-9 0,-3-5 0 0,3 5 0 0,-6-5 105 0,6 5 19 0,0 0 4 15,0 0 1 1,0 0-52-16,0 0-10 0,0 0-3 0,-3 5 0 0,0 0-51 0,0 3-13 0,3 0 0 0,3 3 0 16,-3-1 0-16,6 6 0 0,-3-5 0 15,3 2 0-15,0 0 0 16,0 1 0-16,3 2 0 0,-3-6 0 16,3 1 8-16,0-1 0 0,0 1-8 0,-1-3 12 15,4 0-34-15,0 0-7 0,0-6-2 0,0 4 0 16,0-6-7-16,0 0-2 0,3 0 0 0,-3-6 0 15,0 4 40-15,0-4 0 0,2-2 0 0,-2-2 0 0,0 5 0 16,0-9 0-16,0 1 0 0,-3 3 0 16,0-4 0-16,-3 1 0 0,0 2 0 0,-3-2 0 15,0 0 26-15,-3 2 13 0,3-7 2 0,-6 7 1 0,0-5-16 0,-3 1-3 0,3 1-1 0,-6 1 0 16,3 5 34-16,-3-5 6 0,3 5 2 0,-3 3 0 16,6-1-24-16,-3 1-5 0,6 5-1 0,0 0 0 15,0 0-17-15,0 0-3 0,0 0-1 0,0 8 0 16,3 0 3-16,0 5 1 0,3-2 0 0,0 7 0 15,3-7-29-15,0 5-5 0,3 2-2 16,-3-4 0-16,0 1 31 0,0-1 5 0,0 2 2 0,-1-6 0 16,-2 6-19-16,3-3 0 15,-3 0 0-15,0 3 0 0,-3 0 0 0,0 0 0 0,-3 3 0 0,0 2 0 16,0-3 0-16,-3 3 0 0,3 3 0 0,-6 0 0 16,3 0 0-16,-6-3 0 0,3 3 0 0,0-3 0 15,-5-2-19-15,2-1-7 0,-3 1-2 16,0-1 0-16,-3-7-5 0,3-1-2 0,0 6 0 15,-3-11 0-15,3 3-75 0,3 0-15 0,-2 0-3 0</inkml:trace>
  <inkml:trace contextRef="#ctx0" brushRef="#br0" timeOffset="149908.904">14216 4138 1579 0,'3'-16'32'0,"0"11"10"0,-3 0-34 16,3 0-8-16,0-3 0 0,-3 2 0 0,3 1 156 0,0 0 28 0,3 2 7 0,-3-2 1 31,2 0-89-31,1 5-18 0,0-6-3 0,0 4-1 0,0 2-34 16,0 0-7-16,3-6-2 0,-3 6 0 0,3 6-18 0,-3-6-3 0,0 2-1 0,0 4 0 15,0-4-8-15,-3 6-8 0,0 0 12 0,0 3-12 16,-3 2 10 0,0 3-10-16,0 0 8 0,-3 5-8 0,0-5 0 0,0 5 0 0,3 0 0 0,-3 3 0 15,0-8-10-15,3 2 10 16,0-2-13-16,0 0 5 0,3-3 8 0,-3-2 0 0,3 2-9 0,3-10 9 15,-3 2 0-15,3 0-9 0,3-2 9 0,-3-3 0 16,3 0-9-16,-1-3 9 16,1-2 0-16,0 0-9 0,3-6-24 15,0-2-5-15,0-3-1 0</inkml:trace>
  <inkml:trace contextRef="#ctx0" brushRef="#br0" timeOffset="150197.021">14585 3879 1580 0,'0'0'67'15,"0"0"-54"-15,0 0 143 16,0 0 29-16,0 0 6 0,0-5 1 16,6-1-103-16,-3 1-20 0,3-3-4 0,0 0-1 0,3-2 0 0,0 2 0 15,-1-3 0-15,4 3 0 0,0-8-35 0,0 6-7 0,3-3-2 0,0 2 0 16,0 3-2-16,0-5-1 0,0 2 0 0,-1 1 0 15,4 2-17-15,-3 5 10 0,0-8-10 0,-3 6 8 16,0 0-8-16,0 5 0 0,0-8 0 0,-3 8 8 16,0-5-8-16,0 5 0 0,-4 0 0 0,4 0 0 31,-6 5-46-31,0-5-2 0,0 3 0 0,-3 2 0 0,0 0-160 16,0 3-32-16,0 0-6 0</inkml:trace>
  <inkml:trace contextRef="#ctx0" brushRef="#br0" timeOffset="150409.89">14704 3980 1982 0,'-6'8'56'0,"3"-6"12"15,3-2-54-15,0 0-14 0,0 0 0 0,0 0 0 0,0 0 85 0,3-2 15 0,3 2 2 0,3-6 1 16,0 1-31-16,0 2-7 0,3-2-1 0,-1 2 0 16,1-5-15-16,0 0-3 0,3 1-1 0,-3-4 0 15,3 3-18-15,-3-3-4 0,0 1-1 0,0-1 0 16,0 3-14-16,0-8-8 0,-1 11 10 0,1-8-10 15,0 2 0-15,-3 1 0 0,3-1-11 0,0 3 11 16,0-2-136-16,3-1-19 0,-3 3-4 0</inkml:trace>
  <inkml:trace contextRef="#ctx0" brushRef="#br0" timeOffset="150773.918">15106 3302 1824 0,'0'-8'76'0,"0"8"-60"16,3-5 140-16,-3 2 29 0,3-2 6 0,-3 5 1 15,3-3-109-15,-3 3-22 0,3-2-4 0,3 2-1 16,-3 0 13-16,3 2 3 0,-1 6 0 0,1-5 0 16,0 10-58-16,0-5-14 0,3 8 0 0,-3 3 0 15,3-1 0 1,-3 9 0-16,6-6 0 0,-3 5 0 0,0 1 0 0,0-4 0 0,0 1 0 0,0 3 0 16,0-6 0-16,0 3 0 0,-1-3 0 0,-2-3 0 15,0 1 0-15,0 2 0 0,0 3 0 0,0-3 0 16,-3 0 0-16,0 3 0 0,3-5 0 0,-6-1 0 15,3 3 0-15,0-5 0 0,-3-3 0 0,3 3 0 16,0-8-151-16,0 0-33 0,-3-3-6 0</inkml:trace>
  <inkml:trace contextRef="#ctx0" brushRef="#br0" timeOffset="175639.357">20065 9658 1337 0,'0'0'28'0,"0"0"6"0,0 0-34 0,0 0 0 0,0 0 0 0,0 0 0 16,0 0 58-16,0 0 5 0,0 0 1 0,0 0 0 15,0 0 51-15,0 0 10 0,0 0 3 0,0 0 0 16,0 0-52-16,0 0-9 0,0 0-3 0,-9 0 0 16,9 0 0-16,0 0 0 0,0 0 0 0,0 0 0 15,-3 3-51-15,-3 2-13 0,3 0 0 0,3 3 0 16,-3 0 54-16,3 0 8 0,0 3 2 0,0-1 0 15,0 1-52-15,3-1-12 0,-3 4 0 0,3 1 0 16,0-1 0-16,-3 4 0 16,3-2 0-16,0 3 0 0,0-1 0 0,0 1 0 0,0 2 0 0,-3-3 0 15,3 1 0-15,0-3 0 0,0 0 0 0,-3-1 0 16,3-1-48-16,-3-1-13 0,3-3-3 0,-3 1 0 16,0 0 52-16,0-3 12 0,0 0 0 0,0 2 0 0,0-5 0 0,0 1 0 15,-3 2 0-15,3-3 0 16,0-5 0-16,-3 8 0 0,3-8 0 15,0 0 0-15,-3 5 0 0,3-5 0 0,0 0 0 0,-3 5 0 0,3-5 0 0,0 0 0 0,0 0 0 16,0 0 0-16,0 0 0 0,-6-2 0 0,6 2 0 16,-6-3 0-16,3-2 0 0,0 0 0 15,0-3 0-15,0 0 0 0,0-3 0 0,0 1 0 16,3-4 0-16,-3-2 0 0,3-2 0 0,0-1 0 0,3-2 0 0,-3 0 0 16,3 0 0-16,0 2 0 0,3-2 0 0,-3 3 0 15,0 2 0-15,3-3 0 0,-3 6 0 0,0-3 0 16,0 6 0-16,0-4 0 0,0 4 0 0,-3 2 0 15,3 0 48-15,-3 0 13 0,0 3 3 0,3-1 0 16,-3 6-52-16,0-5-12 0,0 5 0 0,0 0 0 16,0 0 0-16,0 0 0 0,0 0 0 0,0 0 0 15,0 0 0-15,0 0 0 0,0 0 0 0,0 0 0 16,0 0 0-16,0 0 0 0,0 0 0 0,0 0 0 16,0 8 0-16,0-8 0 0,3 5 0 0,-3 3 0 15,0-2 0-15,3 1 0 16,-3 1 0-16,0-2 0 0,0 2 0 0,0 0 0 0,0-3 0 0,0 3 0 15,0 0 0-15,0 0 0 0,0 0 0 0,0 0 0 16,0-1-48-16,0 1-13 0,0 3-3 0,0-3 0 16,0 0-102-16,3 0-21 0</inkml:trace>
  <inkml:trace contextRef="#ctx0" brushRef="#br0" timeOffset="182685.927">20175 10608 1402 0,'0'0'29'0,"0"0"7"0,0 0-36 0,0 0 0 0,0 0 0 0,-3-5 0 0,3 5 96 0,0 0 12 0,-6-3 2 0,6 3 1 31,-6-5 13-31,6 5 4 0,-3 0 0 0,-3-3 0 0,6 3-52 0,-9 0-9 0,3 3-3 0,-3-3 0 32,3 2-51-32,-3 1-13 0,3 0 0 0,-3 2 0 0,1 0 54 0,-1 0 8 0,0 1 2 0,-3-1 0 31,3 3-64-31,0 0-15 0,0 0-1 0,0 0-1 0,0 2 17 0,0 1 0 0,3 2 0 0,0 0 9 15,0 1-9-15,0-1 0 0,0 0 0 0,3 0 0 16,1 3 0-16,-1-3 0 0,3 3 0 16,0-3 0-1,0 1 0-15,0-4 0 0,0 1 8 0,3 2-8 0,-1-2 0 0,1-3 0 16,0 0 0-16,3 0 0 0,-3-1 0 0,3 1 0 0,0-5 0 0,0 2 0 16,0 1-10-16,3-4 10 15,0 4 0-15,0-4-9 0,0 1 9 0,0-3 0 0,3 2 0 0,0-2 0 16,0 0 0-16,-4 0-8 0,4-2 8 0,0-1 0 15,-3 1 0-15,0-4-10 0,0 1 10 0,0 0 0 16,0-1 0-16,0-2 0 0,0 1 0 16,0-1 0-16,0-3 12 0,-3 3 8 0,0-3 3 0,0 1 0 15,2-1-37-15,-2 1-7 0,0-1-2 0,-3 1 0 16,0-4 32-16,0 1 7 0,0 0 0 16,-3-3 1-16,0 3-9 0,0 0-8 0,-3-3 12 0,0 0-12 15,0 3 58-15,0 2 5 0,-3-2 1 0,0 5 0 16,0-3-39-16,1 3-7 0,-1 3-2 0,-3 0 0 0,3-1 1 15,0 4 0-15,0-4 0 0,-3 4 0 0,3 2-8 0,-3-3-1 16,3 3-8-16,0 0 12 0,-3 3-12 16,3-3 0-16,-3 0 0 0,0 2 0 0,3 1 0 0,-3 0 0 0,3 2-8 0,-2-2 8 31,2 2-51-31,0 0-3 0,0 1-1 0,0-1 0 16,3 0-227-16</inkml:trace>
  <inkml:trace contextRef="#ctx0" brushRef="#br0" timeOffset="188335.46">20169 11293 1552 0,'0'0'44'0,"0"0"10"0,0 0-43 0,0 0-11 0,0 0 0 0,0 0 0 16,0 0 104-16,0 0 20 0,0 0 3 0,0 0 1 15,0 5-52-15,-3 1-9 0,3-1-3 16,0 3 0-16,0 0 0 0,0 0 0 0,0 0 0 0,0 2 0 16,0 1-51-16,3 2-13 0,-3-2 0 0,0 2 0 15,0 3 0-15,3 2 0 0,-3 1 0 0,0 2 0 16,0 3 0-16,0-3 0 0,3 5 0 0,-3-2 0 15,0 0 0-15,0-3 0 16,0 0 0-16,0 1 0 0,0-4 0 0,0 1 0 0,0-1 0 0,0 1 0 16,-3-3 0-16,3-3 0 0,0 3 0 0,0-3 0 15,0 0 0-15,0-2 0 0,0 2 0 0,0-5 0 16,0 2 16-16,0-4 1 0,0 2 0 0,0-8 0 16,3 5-35-16,-3-5-7 0,0 0-2 0,0 0 0 15,0 0-93-15,0 0-20 0,3-3-3 0</inkml:trace>
  <inkml:trace contextRef="#ctx0" brushRef="#br0" timeOffset="192620.623">20169 12246 1393 0,'0'0'28'0,"0"0"9"0,0 0-29 0,-3-6-8 0,3 6 0 0,-3-5 0 15,0 0 97-15,3 5 19 0,-3-5 3 0,3 5 1 16,0-3-19-16,0 3-3 0,0 0-1 0,0 0 0 16,0 0-14-16,0 0-3 0,0 0-1 0,0 0 0 15,0 0-26-15,0 0-5 0,0 0 0 0,0 0-1 16,0 0-4-16,0 0-1 0,0 0 0 0,-3 5 0 15,3 3-17-15,0 0-3 0,0 0-1 0,0 3 0 16,0-1-10-16,0 1-3 0,0 2 0 0,0 3 0 16,0-3 9-16,0 6 2 0,0-4 0 0,0 4 0 15,0 0-19-15,3-4 0 0,-3 4 0 0,0-3 0 16,3 0 0-16,-3-3 0 0,0 0 0 0,0-2 0 16,0 2 0-16,0-5-16 0,3 2 4 0,-3-2 0 15,0 0 12-15,0 0 16 0,0 3-3 0,0-3-1 0,0-3-12 0,0 3-13 16,0-3 2-16,0-5 1 0,0 0-5 0,0 0-1 15,0 0 0-15,0 0 0 16,0 0-122-16,0 0-25 0,0 0-5 0</inkml:trace>
  <inkml:trace contextRef="#ctx0" brushRef="#br0" timeOffset="209914.035">15704 13775 1579 0,'-3'-5'32'0,"0"-1"10"0,0 4-34 0,-3-1-8 0,0 1 0 0,3-1 0 16,-3 3 104-16,0 0 20 0,0 0 3 0,-3 3 1 15,3-1-24-15,-2 3-5 0,2 1-1 0,-3-1 0 16,-3 6-41-16,3-1-8 0,-3 1-1 0,0 2-1 16,0 3-24-16,0 0-5 0,0 2-1 0,-3 3 0 15,6 3-17-15,-2 0 0 0,2 0 0 0,0 5 0 16,0-5 30-16,3 0-1 0,3-1 0 0,0 1 0 15,3-5-74-15,0-1-15 0,3-4-4 16,0-1 0-16,3-3 28 0,3 1 4 16,0-3 2-16,3 0 0 0,-1-6-13 0,4 1-2 15,3-3-1-15,0-3 0 0,0 1-5 0,0-3-1 0,3-3 0 0,-4-3 0 16,1 0 42-16,0-4 10 0,0 1 0 0,3-4 0 16,-6-1 0-16,0-2 0 0,0-3 0 0,-4 0 0 0,1 1 47 0,0 2 11 15,-3-3 2-15,0 3 1 16,-3 2-17-16,-3 0-4 0,0 6-1 0,-3-3 0 0,-3 6-9 0,-3-3-2 15,0 2 0-15,0 3 0 16,-3 3 29-16,-3-1 6 0,3 1 1 0,-2 3 0 0,-4-1-64 0,3 3-10 16,-3 0-3-16,-3 3-1 15,3-1 4-15,-3 1 1 0,3-1 0 0,-3 1 0 16,7 2-96-16,-1-2-19 0,0 2-4 0</inkml:trace>
  <inkml:trace contextRef="#ctx0" brushRef="#br0" timeOffset="210301.023">16058 13682 2284 0,'0'0'64'0,"-3"8"16"16,3-2-64-16,-3 2-16 0,0 0 0 0,-3 0 0 0,0 2 62 0,0-2 10 0,0 3 1 0,-2 2 1 16,-1-3-42-16,0 4-9 0,0-1-2 0,0 3 0 15,3 2-21-15,-3 1 9 0,3 2-9 0,0 0 0 16,3 0 28-16,3 3-2 0,-3 0 0 0,6 2 0 15,-3-4-50-15,6-4-9 0,0 1-3 0,0-6 0 16,3 0-13-16,3-2-3 0,0-3-1 0,3-3 0 16,-4-2-4-16,7-3-1 0,-3-3 0 0,3 0 0 15,-3-5 35-15,0 0 7 0,0 0 2 0,0-5 0 16,-1 3 14-16,1-6 0 0,0-3 0 0,-3 3 10 0,0-2 15 16,-3-1 3-16,0 3 1 0,-3-2 0 15,0-1 28-15,0 3 6 0,-6 1 1 0,0-1 0 16,0 3 0-16,-6-1 0 0,0 1 0 0,-3 0 0 0,0 0 0 0,-3 2 0 15,-3-2 0-15,-3 2 0 0,1 1-46 16,-4-1-9-16,0 3-1 0,-3 0-8 0,-3 3 0 0,0 0 0 0,-2 2-12 0,-1 3 3 31,0 0-89-31,3 0-18 0,1 0-3 0,2 3-1 16,3 2-63-16,0 3-13 0</inkml:trace>
  <inkml:trace contextRef="#ctx0" brushRef="#br0" timeOffset="210705.969">16657 13849 1337 0,'-3'-2'56'15,"3"2"-44"1,-6-6 123-16,6 6 25 0,-3-2 4 0,3 2 2 16,0 0-61-16,0 0-12 0,0 0-2 0,0 0-1 15,0 0-21-15,0 0-4 0,6-3-1 0,3 3 0 16,-1 0-12-16,4 0-2 0,-3 0-1 0,6 3 0 15,0-3-24-15,0 2-5 0,6-2 0 0,-3 3-1 16,2-3-11-16,1 0-8 0,0 3 9 0,-3-3-9 0,3 0 0 16,0 0 8-16,-3 0-8 0,2 0 0 15,-2 0 0-15,0 0 0 0,-3 0-12 0,3 0 12 0,0 0-10 0,-3 0 10 0,-1 0-8 0,-2 0 8 32,0-3-68-32,0 3-9 0,-3 0-2 0,3 0 0 15,-6-3-8-15,0 3-1 0,-6 0-1 0</inkml:trace>
  <inkml:trace contextRef="#ctx0" brushRef="#br0" timeOffset="210986.203">16969 13733 2017 0,'-6'-6'42'0,"0"1"10"16,3 0-42-16,0-3-10 0,0 3 0 0,3-1 0 0,-3 1 91 0,3 0 16 0,0-1 3 0,0 6 1 15,0 0-14-15,0 0-2 0,3-5-1 0,-3 5 0 16,6 0-75-16,0 0-19 0,0 3 0 0,3-1 0 15,0 4 34-15,3-1 3 0,-3 0 1 0,3 1 0 16,0 2-10-16,2 0-1 0,1-3-1 0,0 3 0 16,-3 0-26-16,3-3-20 0,0 0 3 0,-3 3 1 15,0 0 16-15,-3-3 0 0,0 3 0 0,0 0 0 16,-6 0 9-16,-1 3-9 0,1-3 8 0,-3 2-8 16,-3 1 12-16,1-3-2 0,-4 5-1 0,-3-2 0 15,0-1-24-15,-3 3-5 0,0-2 0 0,0 2-1 16,-3 1-18-16,3-4-3 0,0 1-1 0,-3-1 0 15,3-2-101-15,1-2-21 0,-1-1-4 0</inkml:trace>
  <inkml:trace contextRef="#ctx0" brushRef="#br0" timeOffset="211553.497">17594 13518 1963 0,'-6'3'40'0,"3"2"12"0,-3-2-42 0,6-3-10 0,0 0 0 0,-6 5 0 16,0-2 69-16,6-3 12 0,-3 5 3 0,-3 1 0 16,3-1-32-16,-2 3-7 0,2 0-1 0,0 0 0 15,0 2-16-15,0 1-4 0,0-1-1 0,0 4 0 16,0 1-14-16,0-1-9 0,0 2 12 0,0 2-12 15,0-2 0-15,0 0 0 0,0 0 0 0,-3 2 0 16,3 1-11-16,0-1-9 0,0 1-1 0,0 2-1 16,0-2-12-16,0 2-2 0,0-3-1 0,0 3 0 15,0-2 10-15,0-1 3 0,0-2 0 0,0 3 0 16,0-6-19-16,3 0-3 0,-3 0-1 16,0-5 0-16,3 0 32 0,-3 0 7 0,3-8 8 0,0 0-13 15,0 0 13-15,0 0-12 0,0 0 12 0,-3-8-12 16,0-2 12-16,0-3 16 0,3-3-3 0,-3-3-1 15,0-2 28-15,0-3 4 0,3 0 2 0,-3-2 0 16,3 2-22-16,0 0-4 0,0-2 0 0,3-1-1 0,0-2 36 0,0-2 7 0,3-1 2 16,3-3 0-1,0 4-1-15,0-1 0 0,3 3 0 0,0-3 0 0,3 8-50 16,3 3-13-16,-3 2 0 0,2 1 0 0,1 5 27 0,-3 0 0 0,3 2 0 16,0 3 0-1,-3 3-43-15,3 2-9 0,-4 0-2 0,-2 6 0 0,3 0 73 0,-6 2 14 16,0 6 4-16,0-1 0 0,0 6-64 15,-3 3-18-15,0 2-1 0,-3 3 0 0,3-1 19 0,-3 6 0 16,0 3 0-16,-3 0 0 16,3-6-40-16,0 4-4 0,0-7 0 0,-3 4-1 0,0-3 35 0,0-3 10 0,0 3 0 15,0-3 0-15,0 0-56 0,0 0-6 16,-3 0-2-16,3-2 0 0,0-1-101 0,-3-2-21 0,0 0-4 16</inkml:trace>
  <inkml:trace contextRef="#ctx0" brushRef="#br0" timeOffset="211782.885">17439 13788 2055 0,'3'-10'43'0,"0"7"9"16,0-2-41-16,3 2-11 0,0-2 0 0,3 0 0 15,3-1 56-15,3 1 8 0,0 0 3 0,3-3 0 16,3 2 5-16,-1 1 2 0,1 0 0 0,3-3 0 0,3 0-74 15,-3 3 0-15,-1-3-9 0,1 0-1 0,3 0 29 16,-3 3 5-16,3-3 2 0,2 0 0 16,1 0-172-16,0 2-34 0</inkml:trace>
  <inkml:trace contextRef="#ctx0" brushRef="#br0" timeOffset="212645.458">15770 14603 1691 0,'-9'0'71'0,"3"3"-57"16,-3 0 45-16,0 2 9 0,3-3 1 0,-6 6 1 0,0-2-35 16,3 4-7-16,-3-2-2 0,-3 8 0 0,3-3-13 0,-3 6-2 15,4-1-1-15,-1 6 0 16,0-3-10-16,0 6 0 0,3-1 0 0,-3 1 8 0,6-3-8 16,0-1 0-16,3-1 0 0,-3 1 0 0,6-4-20 0,0-3-2 0,3 0-1 15,3 0 0 1,0-3-6-16,0-3-2 0,3 4 0 0,3-6 0 0,0-3 14 0,3 0 2 15,0 0 1-15,2-2 0 0,-2-6 1 0,3-2 0 16,0 0 0-16,0-3 0 0,0 0 13 0,0 0 12 0,-1-3-3 16,-2 1 0-16,3-3 44 15,0-1 9-15,0 1 2 0,-6-3 0 0,0 3-25 0,0-3-5 16,-3 0-1-16,-6 0 0 0,0 1 20 0,-3-1 4 16,-3 2 1-16,-3-1 0 0,-3 1-17 0,-3-2-3 0,0 3-1 0,-3 0 0 15,-3 2 6-15,3 1 1 16,0-1 0-16,-3 3 0 0,1 0-31 0,-4 3-5 0,3 0-8 0,-3 2 11 15,6-2-11-15,0 2 0 0,3 1 0 0,0-4 8 16,7 1-8-16,2 2 0 0,0-2 0 0,3 0 0 16,6-3-9-16,2 0 9 0,1 0-12 0,6-3 12 15,-3 1-10-15,6-1 10 16,0 1-8-16,3-1 8 0,0-2 14 0,-1 2 8 0,4 1 2 0,3-1 0 16,-3 0-41-16,0-2-8 0,2 0-2 15,-2 2 0-15,-3 3 27 0,-3 3 0 0,-3 0 0 0,0 0 0 16,-6 2 0-16,0 3 9 0,-3 3 0 0,-1-1 0 15,-2 3 12-15,-3 1 3 0,3 4 0 0,-3-2 0 16,-3 3-1-16,3-1 0 0,-3 1 0 0,0 0 0 0,1-1-3 16,-1 1-1-16,0-1 0 0,3 1 0 0,-3 0-3 0,3-1 0 15,0 1 0-15,3 2 0 16,-3 0-16-16,0 0 0 0,3 1 0 0,0 2 0 0,-3 5 10 16,2-3-2-16,1 3 0 0,0 6 0 15,3-3-8-15,-3-3 0 0,3 3 0 0,-3-1 8 0,0-1-8 0,0-1 0 16,0-3 0-16,0 1 0 0,0-1 0 0,-3 1 0 15,3-1 0-15,-3 1 0 0,0-3 0 16,0 2-17-16,0 1 4 0,0-1 1 16,-3-2-40-16,3 0-7 0,0-3-1 0,0 1-1 15,0-4-190-15,0-2-37 0</inkml:trace>
  <inkml:trace contextRef="#ctx0" brushRef="#br0" timeOffset="213052.013">16469 14847 1492 0,'0'0'31'0,"0"0"8"0,0 0-31 0,0 0-8 0,0 0 0 0,0 0 0 15,0-6 68-15,3 4 13 0,0-4 3 0,0 4 0 16,3-1-12-16,0 1-3 0,0-1 0 0,3 0 0 16,0 1-15-16,0 2-3 0,2-3-1 0,1 0 0 15,3 1-30-15,0-1-7 0,0 0-1 0,3 1 0 0,0-1-12 0,3-2 0 0,-1-1 0 0,4 4 0 16,-3-3 20-1,0-1 2-15,3-2 0 0,-3 3 0 0,-1 0-34 16,1-1-6-16,-3 4-2 0,0-3 0 16,0-1-30-16,-3 4-6 0,0-4-2 0,-3 4 0 15,-1-1-25-15,-2 0-5 16,0-2 0-16</inkml:trace>
  <inkml:trace contextRef="#ctx0" brushRef="#br0" timeOffset="213311.782">16865 14635 1728 0,'-6'-3'36'0,"0"3"8"0,-3-2-35 0,3-1-9 0,0 3 0 0,0-3 0 15,3 1 94-15,-3-1 17 0,3 0 3 0,3 3 1 16,0 0-39-16,0 0-7 0,0 0-1 0,0 0-1 16,0 0-20-16,0 0-4 0,6 0-1 0,0 0 0 15,0 0-12-15,3 0-2 0,0 0-1 0,0 0 0 16,0 3-11-16,3-3-3 0,0 3 0 0,0-1 0 15,0 1-13-15,-4 0 8 0,4-1-8 0,-3 4 0 16,0-1 8-16,0 0-8 0,0 1 0 0,-3 1 0 16,0-1 16-16,0 2-4 15,0 0 0-15,-3 2 0 0,-3 1-12 0,0-1 0 0,0 4 0 0,-3-4 0 16,-3 6-48-16,0-3-13 0,3 3-3 0,-6 0 0 16,3-3 18-16,-3 1 3 0,3-1 1 0</inkml:trace>
  <inkml:trace contextRef="#ctx0" brushRef="#br0" timeOffset="214101.678">17454 14495 2055 0,'0'0'43'0,"0"0"9"0,-3 8-41 0,-3-3-11 0,3 0 0 0,0 3 0 16,0-2 56-16,-3 1 8 0,3-1 3 0,1 2 0 15,-1 0-4-15,0 0-1 0,0 0 0 0,0 2 0 16,0-2-48-16,3 5-14 0,-3-2 0 0,3 2 8 16,-3 3-8-16,3 0 0 0,0 0 0 0,0 2 0 15,0 1 0-15,0 2 0 0,0 3 0 0,3-3 0 16,-3 0 0-16,0 0 0 0,3-2 0 15,0 2 0-15,-3-5 0 0,3-3 0 0,-3 0 0 0,3 0 0 16,-3-2-13-16,0-3 2 0,0-3 1 0,0 1 0 16,0-6 10-16,0 0 0 0,0 0 0 0,0 0 0 15,0 0 0-15,0 0-13 0,-3-8 3 0,-3 0 1 16,3-8 9-16,0-5 0 0,3-3 0 0,-3-3 0 0,0-2 0 16,3 0-10-16,-3-5 10 0,3 2-10 0,0 0 10 0,0 3 0 15,0 0 0-15,0-5 0 16,3 2 0-16,0 0 0 0,0-5 10 15,3 3-10-15,0 2 22 0,3 3-2 0,2 0 0 0,1 0 0 16,0 7-20-16,3 1 0 0,0 3 0 0,3 5 0 0,0-1 42 0,0 4 4 0,-1-1 1 0,-2 6 0 16,3-3-38-1,-3 5-9-15,-3 1 0 0,3 2 0 0,-6 2 16 0,3 1 0 0,-3 2 1 0,-3 3 0 16,0 3-17-16,-1-1 0 0,-2 4 0 0,0-1 0 16,-3 3 0-1,0 2 0-15,-3 1 0 0,-3 2 0 0,1 0-14 0,-4 3-3 0,0-3-1 0,0 3 0 31,-3-3-22-31,-3 0-4 0,3-5 0 0,-3 3-1 16,3-4 35-16,-3-1 10 0,3-4 0 0,1 1 0 0,-1-3-11 0,3-3 3 0,-3 0 0 16,6 1 0-16,0-4 8 0,6-2 12 0,0 0-2 0,0 0-1 15,0 0-29-15,0 0-5 0,0 0-2 0,0 0 0 16,6-5 27-16,3 2 0 0,3-2 0 0,-3 2 0 16,3-2 18-16,2 0 9 0,-2 0 1 0,3-1 1 15,0 1-2-15,0 2-1 0,3-2 0 0,-3 2 0 16,-3-2-8-16,0 5-2 0,-1-3 0 0,1 3 0 15,-3 0-4-15,-3 3 0 0,3 0-1 16,-3 2 0-16,-3 0-3 0,0 1-8 0,0 2 12 0,-3 0-4 16,0 2 0-16,-3 1 0 0,-3-1 0 0,0 3 0 15,0 1-8-15,-3 2 10 0,0-3-10 0,-3 5 10 16,-2-2-10-16,2 3 0 0,-3-1 0 0,-3 3 8 0,-3 1-8 0,3-4 0 16,-3 3 0-16,-2-2 0 0,2-1-8 15,0-4-4-15,0 1-1 0,0-4 0 16,3 0-41-16,1-3-8 0,-1-3-2 0,0-3 0 15,0 4-51-15,0-6-10 0,3 2-3 0</inkml:trace>
  <inkml:trace contextRef="#ctx0" brushRef="#br0" timeOffset="214568.429">15621 15683 2238 0,'0'0'47'15,"0"0"9"-15,-6 0-44 0,6 0-12 0,0 0 0 0,-6 5 0 0,0-5 64 0,3 3 10 0,-3 2 2 0,3 0 1 16,0 3-37-16,0 0-8 0,0 0-2 0,0 5 0 0,0-2-15 0,0 2-3 15,0 0-1-15,0 3 0 0,3 0-11 16,-3 3 10-16,3-1-10 0,0 6 10 16,0 5-10-16,0 3 0 0,3 2 0 0,0 3 0 0,0-2 0 15,3-3-11-15,-3-1 1 0,3 1 0 16,0-8-42-16,0 0-9 0,3-3-2 0,-3-3 0 16,0 1-128-16,0-3-25 0</inkml:trace>
  <inkml:trace contextRef="#ctx0" brushRef="#br0" timeOffset="-214582.238">15895 15887 2310 0,'0'0'48'0,"0"0"11"0,0 0-47 0,0 0-12 0,0 0 0 16,0 0 0-16,-9 2 37 0,3 4 6 0,0 1 1 0,-3 4 0 15,0 2-20-15,3 0-3 0,-3 6-1 0,0 2 0 16,0 3-20-16,3 0 0 0,0 5 0 0,0-3 0 15,3-2 0-15,0-3 0 0,3 1 0 0,0-4 0 16,3-2-47-16,0-3-13 0,3-2-4 0,0-3 0 16,6-3-51-16,-3 0-10 0,3-2-3 0,0 0 0 31,3-3 0-31,3-3 0 0,-4-2 0 0,4-3 0 0,3 0 93 0,-3-5 19 0,0-1 3 0,0-2 1 16,-3-2 68-16,-1-3 13 0,4-3 3 0,-6 0 1 0,0 3 19 0,-3-3 3 15,0 0 1-15,0 3 0 16,-6 0-10-16,3 2-2 0,-3 4 0 0,-3-1 0 0,0 2-4 0,-6 4-2 15,3-1 0-15,-6 3 0 0,0 3-20 0,-3-3-4 16,-3 5-1-16,0-2 0 0,-3 3-33 16,-2-1-6-16,-1 0-2 0,-3 3 0 0,0 0-12 15,0 0 0-15,1 0 0 0,-1 0 0 16,0 6-150-16,3 1-33 0,3 1-6 0</inkml:trace>
  <inkml:trace contextRef="#ctx0" brushRef="#br0" timeOffset="-214125.17">16448 16011 1569 0,'3'-5'66'0,"-3"-1"-53"15,3 1 68-15,0 0 14 0,3-1 2 0,0 4 1 16,-3-3-23-16,3 2-5 0,3-2-1 0,-3 2 0 16,3 0-16-16,0 1-3 0,0-4-1 0,0 4 0 15,2-1-18-15,1-2-4 0,0 2-1 0,3-2 0 0,0 0-14 16,3-1-4-16,3 1 0 0,0 0 0 15,-1-1-8-15,4 1 0 0,-3 0 0 0,0 0 8 16,0-3-8-16,0 2 0 0,-1-2 0 0,-2 0 0 0,0 3 0 16,0 0 0-16,-3 0 0 0,3-3 0 15,-6 2 10-15,0 1-10 0,-1 0 12 0,-2-1-12 16,-3 1-9-16,3 2-9 0,-3-2-2 0,-3 0 0 0,3 0-19 16,-3-1-4-16,-3 1-1 0,0 2 0 0,0-5-26 15,-3 3-6-15,0-3 0 0,0 3-1 0,-3-3-163 16,-3 3-33-16</inkml:trace>
  <inkml:trace contextRef="#ctx0" brushRef="#br0" timeOffset="-213943.569">16820 15736 1245 0,'-12'5'111'0,"3"-2"-89"16,3 2 113-16,-2-2 22 0,-1-1 5 0,3 1 1 15,0 0-54-15,0-3-10 0,6 0-3 0,-6 2 0 16,6-2-24-16,0 0-4 0,0 0-2 0,0 0 0 16,0 0-1-16,0 0 0 0,0 0 0 15,0 0 0-15,0 0-54 0,0 3-11 0,0-3 0 0,0 8 0 16,3-3 0-16,-3 3 0 0,3 0 0 0,0-3 0 15,3 3 0-15,-3 0 0 0,3-3 0 0,-3 3 0 16,3 3 0-16,-3-3 0 0,-1 2 0 0,1 1 0 16,0 2 9-16,0-2-9 0,0 2 12 0,-3-2-12 15,3 2-49-15,-3 0-17 0,0-2-3 0,3 2-1 16,-3-2-98-16,-3-1-19 0,3 1-4 0</inkml:trace>
  <inkml:trace contextRef="#ctx0" brushRef="#br0" timeOffset="-212660.658">17419 15418 1552 0,'0'0'44'0,"0"0"10"0,0 0-43 0,0 0-11 0,0 0 0 0,0 0 0 16,0 0 116-16,-3-2 22 0,3 2 4 0,-6-6 1 15,0 6-24-15,6 0-5 0,-6-2-1 0,0 2 0 16,0-3-39-16,0 3-8 0,0 3-2 0,0-3 0 16,0 2-51-16,-3 1-13 0,0 2 0 0,0 1 0 15,0 1 20-15,-3 1 2 0,0 6 0 0,-2-1 0 16,-1 3-35-16,0 5-7 0,0 0-2 0,-3 6 0 16,0-1 38-16,3 6 8 0,0 5 2 0,4-5 0 15,2-3-42-15,3-3-8 0,3-2-1 0,0 0-1 16,3-3 37-16,3-3 7 0,3-2 2 0,0 0 0 0,3-3-20 15,2-2 0-15,4 0 0 0,3-3 0 0,-3-3-11 0,3 0 11 16,0-2-12-16,0-3 12 0,-3 0-10 16,2-3 10-16,1-2-8 0,0 0 8 0,0-3-11 15,0 0 11-15,3 0-13 0,-1-3 5 0,-2 3 8 16,0 0 0-16,0-2 0 0,-3-1 0 16,0 6-205-16,0-3-39 0</inkml:trace>
  <inkml:trace contextRef="#ctx0" brushRef="#br0" timeOffset="-212131.512">15728 16704 1552 0,'0'0'44'0,"0"0"10"15,0 0-43-15,0 0-11 0,0 0 0 0,0 0 0 0,0 0 53 0,0 0 9 0,0 0 2 0,-3 5 0 31,3 1 0-31,-3 2 0 0,3 0 0 0,0 0 0 0,0 5 0 0,0 0 0 0,0 0 0 0,0 6 0 16,0-1-28-16,3 3-6 0,-3 1-1 0,3 4 0 16,0-2-15-1,-3 0-3-15,3 0-1 0,0-1 0 0,-3 1-10 0,3 0 0 0,-3 2 9 0,3-2-9 16,0 0 0 0,-3 3 8-16,3-4-8 0,0 4 0 0,-3-3 20 0,3-1 0 15,0-1 0-15,-3-1 0 0,3-3-41 16,0-2-9-16,3-3-2 0,-4-2 0 15,1-3-102-15,3-3-21 0,-3-2-4 0</inkml:trace>
  <inkml:trace contextRef="#ctx0" brushRef="#br0" timeOffset="-211878.661">16067 16778 1569 0,'0'-5'66'15,"0"2"-53"1,0 3 143-16,0 0 29 0,0 0 6 0,0 0 1 15,0 0-75-15,0 0-14 0,-6 6-3 0,3-1-1 0,-3 3-41 16,3 2-8-16,0 1-2 0,0 2 0 0,0 3-16 0,-3-3-4 0,6 3-1 16,-3 3 0-16,3-1-11 0,-3-2-3 0,3 3 0 0,0-3 0 15,0-1-5-15,0 1-8 16,0-2 11-16,0 1-11 0,0-1 0 0,0-1 0 0,3 0 0 0,-3 3 0 31,3-3 0-31,0 3 0 0,0 3 0 0,0-1 0 16,0 1-41-16,0-1-6 0,0 1-1 0,0 2 0 15,0-3-106-15,0 1-22 0,0-3-4 0</inkml:trace>
  <inkml:trace contextRef="#ctx0" brushRef="#br0" timeOffset="-211501.871">16728 16990 1579 0,'-6'13'32'0,"6"-13"10"0,0 0-34 0,0 0-8 0,0 0 0 0,0 0 0 15,0 0 84-15,0 0 16 0,6 3 2 0,0-1 1 16,0 1-52-16,3-3-11 0,0 3-1 0,0-3-1 16,6 0-1-16,-4 0 0 0,1 0 0 0,3 0 0 0,0-3-10 0,0 0-3 0,3 1 0 15,0-1 0 1,0 3-24-16,-1-2-11 0,1 2 1 0,3-3 0 0,0 3 10 0,3 0 0 16,3 0 0-16,-1 0 0 15,1 0 12-15,6 0 4 0,-3-3 0 0,-1 3 1 0,1-5-25 0,-3 2-6 0,-3 1-1 16,3-1 0-1,-10 0-25-15,4-2-6 0,-6 2-1 16,0-2 0-16,-3 2-131 0,-3-2-26 0,0 0-6 0</inkml:trace>
  <inkml:trace contextRef="#ctx0" brushRef="#br0" timeOffset="-211206.593">17163 16744 1824 0,'-24'5'38'0,"15"-2"8"15,0-3-37-15,0 2-9 0,3 1 0 0,-3 0 0 16,3-3 97-16,6 0 18 0,0 0 3 0,0 0 1 16,0 0-37-16,0 0-7 0,0 0-2 0,6 5 0 15,3 0-58-15,0 1-15 0,3-1 0 0,0 0 0 16,3 1 36-16,2 1 4 0,1-1 0 0,0 4 1 16,0-4-14-16,0 4-3 0,0-2-1 0,0 0 0 15,-3 0-23-15,-1 0 0 0,1 0 0 0,-3 0 0 16,-3 0 0-16,0 2-10 0,-3 1 1 0,0-3 0 15,0 2 9-15,-3 1 12 0,-3 0-2 0,0-1-1 0,0-2-9 16,-3 3 0-16,3-3 0 0,-6 2 0 16,0-2-65-16,0 0-15 0,-3 0-4 0,0 0 0 15,-3 0-54-15,-3 3-11 16,1-4-3-16</inkml:trace>
  <inkml:trace contextRef="#ctx0" brushRef="#br0" timeOffset="-210878.32">17547 16659 2030 0,'0'0'57'0,"0"0"14"0,0 0-57 0,-3 3-14 0,3-3 0 0,0 0 0 31,0 0 54-31,-3 5 8 0,3-5 2 0,-3 5 0 0,3 3-52 0,0-2-12 0,0-1 0 0,3 3 0 16,-3 2 54-16,3-2 8 0,3 6 2 0,-4-1 0 15,4 3-52-15,0 5-12 0,0 0 0 0,0 3 0 16,-3 0 0-16,3 0 0 0,0 2 0 0,-3-2 0 16,0-3 0-16,0-3 0 0,0 1 0 0,0-3 0 15,-3 0 0-15,0-3 0 0,0-2 0 0,0 2 0 16,0-3-48-16,0-2-13 0,0 3-3 0,-3-3 0 15,3-3-51-15,0-5-10 0,-3 5-3 0</inkml:trace>
  <inkml:trace contextRef="#ctx0" brushRef="#br0" timeOffset="-210576.028">17490 16617 1792 0,'-6'-11'51'0,"0"3"10"0,0 3-49 15,3 0-12-15,-3-1 0 0,6 6 0 0,0 0 104 0,0 0 19 0,0 0 3 0,0 0 1 16,0 0-65-16,9 3-13 16,-3 2-2-16,6 1-1 15,0-4-22-15,0 6-4 0,6-2 0 0,-3 2-1 0,2-3 36 0,1 3 7 16,0-3 2-16,0 3 0 0,0 0-52 0,0 2-12 0,0-2 0 0,-4 6 0 16,-2-1 0-16,0 3 0 0,-3-3 0 15,0 6 0 1,0 2 0-16,-6 0 0 0,3 3 0 0,-6-1 0 0,3 1 0 0,-3 0 0 15,0 0 0-15,-3 2 0 0,0-7 0 0,-3-1 0 0,0 1 0 0,-3-3 0 16,3-3-48-16,-6 3-13 0,3-3-3 0,-3-2 0 16,1-1-102-16,-4-2-21 0,3 0-4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0T21:38:31.14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16103 5739 2066 0,'0'0'43'0,"0"0"10"16,0 0-42-16,0 0-11 0,0 0 0 0,-6 3 0 16,3 5 53-16,-3 0 9 0,3 2 2 0,-3 4 0 15,3 4-52-15,-3 3-12 0,0 3 0 0,3 2 0 16,-3 1 0-16,0-1 0 0,3 1 0 0,-3-1 0 16,3-5 32-16,-3 3 3 0,3-5 1 0,-2 2 0 15,2-5-28-15,0 0-8 0,-3 0 0 0,3-3 0 16,-3-3 0-16,3 4 0 0,0-4 0 0,-3 1 0 15,3-3 0-15,0-3 0 0,0 0 0 0,3-5 0 16,0 0 0-16,0 0 8 0,-3-5-8 0,0 0 0 0,3-6 0 0,0 1 0 0,0-4 0 16,3-2 0-16,0 1 0 0,0-4 0 0,3 1 0 15,0-4 0-15,0-4 0 0,3-1 0 0,0 1 0 0,-1-6 0 32,4 1 0-32,0-4 10 0,0 3-2 0,0 1 0 15,0 2 19-15,0 5 3 0,0 3 1 0,0 2 0 0,0 0-5 16,0 6-1-16,-4 3 0 0,4-1 0 0,-3 6-3 0,0-1-1 0,3 1 0 0,-3 5 0 15,3 0-12-15,-3 3-9 0,3 2 12 16,0 0-12-16,0 3 0 0,0 3 0 0,-1 0 0 16,1 4 0-16,0 4 0 0,-3 2 0 0,3 3 0 15,-3 5 0-15,-3 0 28 0,3 3 0 0,-3 0-1 0,-3-1 0 16,0-4-27-16,-3-1 0 0,0-2 0 0,-3-3 0 16,0 0-19-16,0-5-5 15,-3 3-2-15,-3-1 0 0,3-2-21 0,0-3-4 0,-3 3-1 16,0-2 0-16,3-1-83 0,-3-3-17 0,0 4-3 15</inkml:trace>
  <inkml:trace contextRef="#ctx0" brushRef="#br0" timeOffset="213.335">16046 5930 1796 0,'0'0'37'0,"0"0"10"16,0 0-38-16,6 2-9 0,0 1 0 0,0 0 0 16,3-1 89-16,3-2 16 0,-3 3 3 0,3-3 1 15,0 0-66-15,0 0-14 0,0 0-2 0,2-3-1 0,4 1 30 0,-3-1 7 0,6 0 1 0,0-2 0 32,3-3-82-32,0 0-16 0,2 0-3 0</inkml:trace>
  <inkml:trace contextRef="#ctx0" brushRef="#br0" timeOffset="1166.674">16037 6557 1459 0,'0'0'61'0,"0"0"-49"31,0 0 79-31,0 5 15 0,3 3 3 0,-3 0 1 15,0 0-29-15,0 5-5 0,0 3-2 0,0 3 0 0,0-1-44 16,0 3-9-16,0 3-1 0,0 0-1 0,0 0-19 16,0-1 10-16,0-1-10 0,0-1 8 0,0 0-8 0,0 0 0 0,0-2 0 15,0 2 0-15,0-5 0 0,-3 0 0 0,3-1-10 0,-3-1 10 16,0 2 0-16,0-3 0 0,0-3 0 16,1 1 0-16,-1 0 0 0,0-4 0 15,0-1 0-15,0-1 0 0,3-5 0 0,0 0 0 0,0 0 0 0,0 0 0 16,-3-5 8-16,0-6 5 0,3 1 1 15,0-1 0-15,0-2 4 16,3 0 1-16,0-3 0 0,0 2 0 0,3-4 4 0,-3-1 1 0,2 1 0 0,-2-3 0 16,6 0 3-16,-3-3 1 0,3-3 0 0,0-2 0 15,0 3 12-15,0-1 4 16,0 1 0-16,3-1 0 0,0 4-20 0,-3 1-3 0,3 4-1 0,0 2 0 16,2 0-20-16,-2 5 0 0,3-2 0 0,-3 5 0 15,3 3 0-15,0 0 0 0,0 2 0 0,0 3 0 16,-3 0 0-16,-1 3 0 0,1 2 0 0,-3 0 0 15,0 3 16-15,-3 3-2 0,-3-1 0 0,0 4 0 16,-3-1-14-16,0 3 0 0,-3 2 0 0,-6-2-10 16,3 3 0-16,-3-1 0 0,-3 1 0 0,1-1 0 15,-1-2 10-15,0-3 0 0,-3 3 0 0,3-3 0 16,0 1 0-16,0-4 0 0,0-2 0 0,3 3 0 0,-3-3 0 16,3 0 0-16,1-3 0 0,-1 0 0 0,3-2-12 0,6-3 0 15,-6 3 0-15,6-3 0 0,0 0 12 0,0 0 0 0,0 0-9 16,0 0 9-16,3-6 0 0,3 1 0 15,3 0 0-15,-1-1 0 16,4 1 8-16,3 0 5 0,0 0 2 0,3-1 0 16,3 4-15-16,0-4 0 0,2 4 0 0,1-1 0 0,-3 0 0 15,0 6 0-15,-3 0 0 0,0-1 0 0,0 1 24 0,-7 2 1 16,1 1 1-16,-6 1 0 16,0 1-17-16,0 0-9 0,-3 0 10 0,-3 3-10 0,0-1 12 0,-3 1-4 0,-3 0-8 0,-3-1 12 15,-3 1-12 1,-2 2 11-16,-1-2-11 0,-6 4 10 0,0-1-10 0,-3 2 0 0,0 2 0 15,-2 1 0 1,2-1-30-16,0 1-11 0,0 2-3 0,0-3 0 0,-2 1 12 0,2-3 3 16,-3-3 0-16,0 0 0 15,3-2-141-15,1-1-28 0,-1-4-6 0</inkml:trace>
  <inkml:trace contextRef="#ctx0" brushRef="#br0" timeOffset="1662.655">16246 7361 1824 0,'-12'-8'38'0,"12"8"8"0,-6-2-37 0,0-1-9 16,0 0 0-16,0 3 0 0,-3 0 104 0,3 0 20 0,-3 0 3 0,0 3 1 31,3 0-52-31,-3 2-11 0,0 0-1 0,1 3-1 0,-4 0-50 0,0 3-13 0,3-1 0 0,-6 3 0 16,3 3 0-16,0 5 0 0,0 1 0 0,3 1 0 15,0 1 0 1,0-3 0-16,3 3 0 0,3 0 0 0,1-3 0 0,2-2 0 0,0-1 0 0,2 1 0 16,4-6 0-16,0 3 0 0,3-3 0 0,0-2 0 15,0-1 0-15,3-2 0 0,3 0 0 0,-3-3 0 16,3 1 0-16,0-6 0 0,3 2 0 0,-1-4 0 15,1 2 0-15,3-3 0 0,0-2 0 0,3 0 0 16,0-1 0-16,-1 1 0 0,1 2 0 0,3-5 0 16,-3 3-148-1,0 0-36-15,-1-3-6 0</inkml:trace>
  <inkml:trace contextRef="#ctx0" brushRef="#br0" timeOffset="2110.064">16130 8054 1580 0,'0'0'67'16,"-6"6"-54"-1,3-4 92-15,-3 4 19 0,3 2 3 0,0-3 1 16,0 3-38-16,0 2-7 0,0-2-2 0,3 6 0 15,-3-4-39-15,3 3-8 0,0 1-2 16,3 4 0-16,-3 1-12 0,0-1-4 0,3 3 0 0,0 3 0 16,-3 0-8-16,3-3-8 0,0 3 12 0,-3 0-12 15,3 0 0-15,0-6 0 0,0 3-10 0,-3 0 10 16,3-5 0-16,-3 3 0 0,0-1 0 0,0-2 0 16,0 0 0-16,0-3 0 0,0 1 0 0,0-1 12 15,0 0-44-15,-3-2-9 0,0-1-2 0,0-2 0 16,0 0-117-16,0 0-24 0,0-3-5 0</inkml:trace>
  <inkml:trace contextRef="#ctx0" brushRef="#br0" timeOffset="2459.363">16127 8192 1862 0,'-6'-26'39'0,"3"18"8"0,0 0-38 0,0 2-9 0,3-2 0 0,-3 3 0 16,3 0 91-16,3 0 16 0,-3 5 3 0,3-3 1 15,0-2-31-15,0 2-5 0,3 0-2 0,-3 3 0 16,3 0-23-16,3 0-5 0,-1 0-1 0,1 0 0 16,3 0-20-16,0 3-5 0,3 0-1 0,3-1 0 15,-3 1-18-15,3 0 0 0,3 2 0 0,-4 0 0 16,1 0 16-16,3 1 0 0,-3 2 0 0,0 0 0 16,-3 0-25-16,0-1-6 0,-3 4-1 0,-1-3 0 15,-2 3 34-15,0-1 6 0,-3 1 2 0,0 2 0 16,-3-2-17-16,0 2-9 0,-3 0 10 15,0 3-10-15,-3-3 12 0,-3 3-4 0,0-3-8 0,-3 3 12 16,-3 0-12-16,1 0 11 0,-1 0-11 0,-3-3 10 16,-3 3-10-16,0-3 0 0,0 0 0 0,0-2 8 15,0 2 9-15,1-2 2 0,-4-1 0 0,3 4 0 16,3-4-69-16,0-2-14 0,0 3-2 0,3-3-1 16,0-3-97-16,0 0-20 0,4-2-4 0</inkml:trace>
  <inkml:trace contextRef="#ctx0" brushRef="#br0" timeOffset="4438.702">18624 5702 1333 0,'0'13'56'0,"0"-5"-44"15,0 6 60-15,-3 4 13 0,3-2 3 0,0 8 0 16,-3-3-88-16,3 3-20 0,0 2-2 0,-3 1-1 15,3-1 23-15,-3-5 0 0,3 3 0 0,-3-3 0 16,0 0 0-16,0-2 0 0,0-1 0 0,0-2 0 16,0 0 0-16,0-3 0 0,0-2 0 0,0 0 0 15,0-1 0-15,0-2 0 0,0 0 0 0,0-3 0 16,0 1 8-16,3-6 5 0,0 0 2 0,0 0 0 16,0 0 21-16,0 0 5 0,0 0 1 0,-5-6 0 15,2-2-28-15,3 0-6 0,0-2 0 0,0-3-8 16,3-1 58-16,0-4 5 0,-1-3 1 0,1-3 0 15,0 0-52-15,3-2-12 0,-3-6 0 0,3 3 0 16,0-3 54-16,3 0 8 0,3 3 2 0,-3 0 0 16,3 3 0-16,0 2 0 0,0 5 0 0,3 3 0 15,0 1-52-15,-4 4-12 0,4 0 0 0,0 1 0 16,-3 4 16-16,3 1 1 0,-3 0 0 0,0 2 0 16,0 3 24-16,0 3 5 0,0 0 1 0,-4 2 0 15,1 3-38-15,0 2-9 0,0 1 0 0,0 2 0 16,-3 3 0-16,3 3 0 0,-3 2 0 0,-3 3 0 15,0-1 0-15,0 4 0 0,0-1 0 0,0 3 0 16,-3-2-49-16,-3-3-12 0,3-1-3 0,-6 1 0 16,3-3 20-16,0-2 3 0,0 2 1 0,-3-5 0 15,0 0-23-15,3-3-4 0,-3 3-1 0,0-3 0 16,0-2-100-16,0-1-21 0,0-2-4 0</inkml:trace>
  <inkml:trace contextRef="#ctx0" brushRef="#br0" timeOffset="4654.746">18624 5922 1592 0,'-9'-6'33'0,"-3"1"7"0,6 0-32 0,-3 2-8 0,3-2 0 0,6 5 0 16,0 0 88-16,0 0 15 0,0 0 3 0,0 0 1 31,0 0-47-31,6-3-8 0,0 1-3 0,0-1 0 0,6 0-5 0,3-2-2 0,0 2 0 0,3-2 0 15,3 0-42-15,2 2 0 0,4-5-13 0,0 3 3 16,3 0 10-16,0-1 0 0,-4 1 0 0</inkml:trace>
  <inkml:trace contextRef="#ctx0" brushRef="#br0" timeOffset="5335.807">18603 6530 1580 0,'-3'6'67'0,"0"-1"-54"15,0 3 90-15,0 0 17 0,0 2 4 0,0 4 1 16,0 1-63 0,0 1-13-16,0 6-2 0,0 1-1 0,0-2-35 0,1 3-11 0,-1 3 0 0,3-1 0 15,-3-2 0-15,3 0 0 0,-3 0 0 0,0-3 0 16,0 0 0-16,3-2-12 0,-3-1 0 0,0-2 0 16,3 0-17-16,-3-3-3 0,0 0-1 0,3 0 0 15,-3-2 33-15,0-3 0 0,3 0 0 0,-3 0 0 16,3-8 0-16,0 0 0 0,0 0 0 0,0 0 0 15,0 0 0-15,3-5 0 0,-3-3 0 0,3 0 0 16,0-3-9-16,3-2 9 0,-3 0 0 0,3-3-9 0,0-3 9 16,0 1 0-16,-1-3 0 0,1-3 0 15,3 0 0-15,-3-2 0 0,3-4 0 0,0-1 8 16,0-1 44-16,0 0 8 0,0 0 3 0,0 3 0 0,3 5-11 0,0 3-1 16,-3 3-1-16,3 2 0 0,-1 5-12 0,-2 1-2 15,0-1-1-15,0 6 0 16,3 2-14-16,-3 1-2 0,-3 2-1 0,3 2 0 0,0 1-5 15,0 5-1-15,0-3 0 0,-3 8 0 0,3 1-12 0,-3 4 8 16,3 3-8-16,-4 0 0 0,1 6 15 0,0-1-3 16,0 1-1-16,0 2 0 0,-3-3-25 0,0-4-5 0,0-1-1 0,0 0 0 31,-3-3-19-31,0 1-4 0,0-1-1 0,0-2 0 0,-3-2-20 16,3-1-4-16,-3 0 0 0,-3-2-1 0,3-1-146 0,0 1-29 0,-3-3-5 15</inkml:trace>
  <inkml:trace contextRef="#ctx0" brushRef="#br0" timeOffset="5556.572">18600 6885 1579 0,'-18'-8'32'0,"12"5"10"0,6 3-34 0,-6-2-8 0,6 2 0 0,0 0 0 15,0 0 104-15,0-6 20 0,0 4 3 0,3-4 1 16,3 4-52-16,3-1-9 0,-3 0-3 0,6 1 0 15,0-3 0-15,3-1 0 0,0 4 0 0,3-4 0 16,3 4-34-16,-1-4-7 0,4 1-2 0,3 0 0 16,-3 0-21-16,0-1 0 0,-1-2 0 0,1 3 0 15,-3-3-87-15,0 3-21 0,0-3-5 0</inkml:trace>
  <inkml:trace contextRef="#ctx0" brushRef="#br0" timeOffset="6259.068">18609 7448 1792 0,'0'0'51'0,"0"-2"10"16,0 2-49-16,0 0-12 0,0 0 0 0,0 0 0 16,0 0 85-16,0 0 15 0,0 0 2 0,-3 8 1 15,0 0-57-15,0 0-11 0,3 5-3 0,0 3 0 16,-3 0-32-16,3 0 0 0,0 5-10 0,0 0 10 0,0-3 0 0,-3 4 15 16,3-1-1-16,0 0 0 0,0-3-14 15,-3 1-12-15,0-1 3 0,3-2 0 0,-3 0-9 0,0 0-2 0,3 0 0 0,-3-3 0 31,0 0 6-31,0-2 1 0,0-3 0 0,1 0 0 0,2-3 13 0,0-5 0 0,0 0 0 16,0 0 0-16,0 0 0 16,0 0-9-16,0 0 9 0,-3-5 0 0,6-3 0 0,-3-3 0 0,2-2 0 15,1 0 0-15,3-3 0 16,-3 0 11-16,3-2-11 0,-3-4 12 0,3 1 4 16,0 0 2-16,0-3 0 0,0-2 0 0,0-1-10 0,3-4-8 0,0-1 9 0,0 3-9 15,0 0 57-15,3 5 6 0,-3 0 1 0,6 6 0 16,-7-1-24-16,4 6-4 0,0 2 0 15,-3 3-1-15,0 0-15 0,0 6-2 0,3-1-1 0,-3 3 0 16,0 3-4-16,3-1-1 0,-3 4 0 0,3 4 0 16,-3 1-4-16,-1 5-8 0,1 0 11 0,0 5-11 15,-3 0 8-15,3 3-8 0,-3-1 0 16,3 4 0-16,-3-3 0 0,0-3 8 0,0 0-8 0,-3-2 0 16,0 2 0-16,0-5 0 0,-3 2 0 0,0 1-12 15,0-6-11-15,0 3-1 0,-3-3-1 0,0 0 0 16,0-2-24-16,-3-1-5 0,0 1-1 0,3 0 0 15,-3-1-31-15,0-5-6 0,0 3-2 16</inkml:trace>
  <inkml:trace contextRef="#ctx0" brushRef="#br0" timeOffset="6481.757">18597 7676 1824 0,'0'0'38'0,"0"0"8"15,0 0-37-15,0 0-9 0,0 0 0 0,0 0 0 16,0 0 80-16,0 0 13 0,0 0 3 0,6 0 1 0,0-3-1 0,3 1-1 0,3-1 0 16,0 3 0-16,0-3-76 0,6 1-19 0,0 2 0 15,-1-3 0-15,4 1 33 0,0-1 3 0,0-2 1 16,3 2 0-16,0-2-27 0,-4 2-10 0,1-2 0 0,0-1 9 16,0 1-9-16,-6 0-17 0,3 0 4 0,-3-1 1 31,-4 4-116-31,4-1-22 0,-3-2-5 0</inkml:trace>
  <inkml:trace contextRef="#ctx0" brushRef="#br0" timeOffset="7185.745">18681 8134 1824 0,'0'0'38'0,"-6"2"8"16,3 1-37-16,3-3-9 0,-3 5 0 0,0 1 0 0,0-1 84 0,0 3 14 0,0 0 3 15,0 0 1-15,0 5-61 0,3 0-12 0,-3 3-2 16,3 3-1-16,0 2 22 0,-3 0 5 0,3 3 1 0,0 2 0 16,0-2-42-16,3 0-12 15,-3-3 0-15,0 0 0 16,3 0 11-16,-3-2-3 0,3-1 0 0,-3 1 0 0,3-3-8 0,-3 0 0 0,0 2 0 0,3-5 0 15,-3 3 0-15,-3-2 0 0,3 1 0 0,-3-1 0 32,3-4-63-32,-3-2-17 0,3 3-4 0,-3-3-1 0,3 0 16 0,-3-6 3 0,3-2 1 0,0 0 0 15,0 0 9-15,0 0 3 0,0 0 0 16,0 0 0 0,0-8 0-16,-3-2 0 0,3-1 0 0,0-2 0 0,0 0 70 0,0-1 15 0,0-1 2 0,0-1 1 15,0 0-5-15,0-3-1 0,3 1 0 0,-3-1 0 16,3-2 43-16,-3-3 9 0,0 1 2 0,3-4 0 15,0 3-31-15,0-5-5 0,0 3-2 0,0-1 0 16,3 1 15-16,-3 5 4 0,6 2 0 0,0 3 0 16,-1 3-10-16,1 2-2 0,0 1 0 0,0 2 0 15,3 3-24-15,3-1-4 0,-3 1-2 0,3 5 0 16,0 0-7-16,-3 0-2 0,3 3 0 0,-1-1 0 16,-2 6-13-16,0 0 9 0,0 3-9 0,0 2 8 15,-3 3-8-15,0 0 0 0,0 2 9 0,0 1-9 16,-3 2 8-16,0 0-8 0,-3 3 8 0,3-3-8 0,-3 0 0 15,3-2 8-15,-3-1-8 0,-3 3 0 0,2-5 0 16,-2 0 0-16,0 3 0 0,0-1 0 0,0-5 0 0,0 3-10 0,0-2 1 16,-2 1 0-1,-1-1-26-15,0-4-5 0,0 3 0 0,0 1-1 16,0-4-110-16,0-2-21 0,-3 0-5 0</inkml:trace>
  <inkml:trace contextRef="#ctx0" brushRef="#br0" timeOffset="7425.446">18716 8523 1824 0,'-9'0'38'0,"-2"2"8"0,5-2-37 0,-3 0-9 0,3 0 0 16,6 0 0-16,0 0 116 0,0 0 20 0,0 0 5 0,0 0 1 16,0 0-62-16,0 0-12 0,0 0-2 0,6 0-1 15,0 0-13-15,3 0-2 0,2 0-1 0,1 0 0 16,3 0-33-16,3-2-8 0,0-1 0 0,0 3-8 15,0-3 12-15,2-2-12 0,-2 3 12 0,0-4-12 16,3 4 0-16,-3-6-14 0,0 2 1 0,0-2 0 16,-3 3 13-16,2-3 0 15,-2 0 0-15,0-2 0 0,0-1-92 0,3 1-15 0,-3-1-3 0</inkml:trace>
  <inkml:trace contextRef="#ctx0" brushRef="#br0" timeOffset="10017.476">21261 5726 1276 0,'0'0'54'0,"3"0"-43"16,-3 0 97-16,0 0 20 15,3 3 4-15,-3-3 1 0,3 5-40 0,0 0-8 0,0 0-1 16,-3 6-1-16,0 2-32 0,3 3-7 0,-3 3 0 0,0 2-1 16,-3 0-27-16,3 0-4 0,0 3-2 0,-3 0 0 31,3-3-10-31,-3-3 0 0,0 1 0 0,3 2 0 0,-3-8 0 0,0 3 0 0,3-5 0 0,-3-1 0 31,0 1 0-31,3-3 0 0,-3 0 0 0,0-3 0 16,3-5 0-16,0 6 0 0,0-6 0 0,0 0 0 0,0 0 11 0,0 0-3 0,0 0-8 0,0 0 12 15,0 0 5-15,-6-6 1 0,4 1 0 16,-1-3 0-16,3 0-4 0,0-3-1 0,0-2 0 0,0 0 0 16,3-3 12-16,-1 0 3 0,1-2 0 0,0-3 0 15,0-3-28-15,3 0 0 0,0 0 0 0,0-2 0 16,0 2 0-16,3 3 0 0,0 2 0 0,0 1 0 15,3 2 56-15,0 3 7 0,0 2 1 0,0 0 0 16,0 1-64-16,-1-1 0 0,1 3-9 0,0 3 0 16,0-3 9-16,3 3 0 0,0-1 0 0,-3 1 0 15,0 2 0-15,3 3 12 0,-3 0-2 0,-1 0-1 16,1 3-9-16,-3 0 0 0,3-1 0 0,-3 6 0 16,-3-2 0-16,-3 2 0 0,0 0 0 0,-3-1 0 15,0 1 0-15,-3 3 0 0,-3 0 0 0,0 2 0 16,-3 0 0-16,0-2 0 0,0 2 0 0,-3 0 0 15,1 0 0-15,2 1 0 0,-3-1 0 0,0-3 0 16,3 1 0-16,0-3 0 0,-3 0 0 0,6 0 0 16,-3-3-22-16,6 0-6 0,3-5-2 0,-6 6 0 0,6-6 48 0,0 0 10 15,0 0 1-15,0 0 1 16,0 0-75-16,0 0-15 0,3-6-4 0,3 1 0 0,3 0 52 0,0-3 12 16,3 3 0-16,3-3 0 0,-3 2 48 0,6 1 13 15,-4-3 3-15,4 3 0 0,0 2-52 0,0 3-12 0,-3-3 0 16,0 3 0-16,0 3 0 15,-3 0 0-15,-1 2 0 0,-2 0 0 0,-3 1 0 0,3 4 0 16,-6-2 0-16,0 3 0 16,0-1 0-16,-6 1 0 0,3 2 0 0,-6-2 0 0,-3 2 0 0,0-2 0 0,1 2 0 0,-4-3 0 15,-3 4 0-15,0-4 0 0,0 3 0 0,-3-2 0 16,-3-3 0-16,3 3 0 0,1-1 0 0,-1 1 0 16,0-3 0-16,0 2 0 0,0-2 0 0,0-3 0 15,3 3 22-15,-2-5 2 0,-1 2 0 0,0-2 0 16,0 0-39-16,3-3-7 0,0 0-2 0,3 0 0 15,3 0-134-15,3-3-27 0,0 0-6 0</inkml:trace>
  <inkml:trace contextRef="#ctx0" brushRef="#br0" timeOffset="13579.003">21404 6594 1272 0,'0'0'26'0,"0"0"7"0,0 0-33 0,0 0 0 0,0 0 0 0,0 0 0 15,0 0 122-15,0 0 18 0,0 0 3 0,0 0 1 16,3-3-26-16,-3 3-5 0,0 0-1 0,0 0 0 15,0 0-26-15,-3-5-6 0,3 5 0 0,-3-5-1 32,-3 2-18-32,0 0-3 0,0 1-1 0,0-1 0 0,-2 3-14 0,-4-3-3 0,3 3-1 15,-6 0 0-15,3 3-12 0,-3-3-3 0,0 3 0 0,0-1 0 16,-3 4-11-16,1-1-2 0,-1 3-1 0,0 2 0 16,0 1-10-16,3 0 0 0,0 4 0 0,0-1 0 15,3 2 0-15,3-1 0 0,1 4 0 0,2-1 0 16,3-2 0-16,3-2 0 15,3 1 0-15,0-1 0 0,3-1 0 0,2-2 0 0,4-1 0 0,-3 1 0 16,6-6 0-16,-3 0 0 0,3 3 0 0,0-3 0 16,3-2 0-16,0 0 0 0,-4-1 0 0,4 1 0 15,0-3 0-15,0 0 0 0,-3 0 0 0,3 0 0 16,0-3-49-16,-4 1-12 0,1-1-3 0,-3 0 0 16,3-2-132-16,0 3-26 0,0-4-6 0</inkml:trace>
  <inkml:trace contextRef="#ctx0" brushRef="#br0" timeOffset="14180.82">21243 7335 1493 0,'0'0'63'0,"0"0"-51"31,3 0 113-31,3-3 23 0,0 3 4 0,-6 0 0 16,3 3-20-16,3-3-5 0,0 2-1 0,-6-2 0 15,3 3-66-15,3 2-12 0,-3 1-4 0,0 2 0 0,-3-1-8 0,3 4-3 0,0 0 0 0,-3 2 0 16,3 3-33-16,-3 0-14 0,0 5 1 0,3 0 0 31,-3 0 37-31,0 3 7 0,0 0 1 0,0 0 1 0,0-3-25 0,-3 0-8 0,3 0 0 0,0-2 0 16,0-1 0-16,-3 1 0 0,3-3 0 0,0-3 0 15,0 3 0-15,0-3-19 0,0-3 4 16,-3 4 1-16,3-4-19 16,0 1-4-16,-3-1-1 0,3-2 0 15,0 0-31-15,0-2-7 0,0-1 0 0,0-5-1 0,0 0-124 0,0 0-25 0</inkml:trace>
  <inkml:trace contextRef="#ctx0" brushRef="#br0" timeOffset="14498.48">21309 7441 1554 0,'-9'-16'65'0,"0"5"-52"16,0 1 102-16,3-1 20 0,-3 3 4 0,0 3 1 15,3-1-65-15,3 1-13 0,-3 2-2 0,6 3-1 16,0 0 55-16,0 0 11 0,0 0 3 0,0 0 0 16,0 0-103-16,9 3-25 0,0 0 0 0,0-1 0 15,3 4 36 1,0 2 3-16,0-3 0 0,3 6 0 0,0-4-25 0,0 4-5 0,-3 0-1 0,2-1 0 15,1 1 0-15,3-1 0 0,-3 1 0 0,3 0 0 16,-3 2-8-16,0-3 0 0,-3 1 0 0,2 2 0 16,-2-2 0-16,-3-1 0 0,0 1 0 0,-3-1 0 0,0 1 0 0,-3-3 8 15,0 0-8-15,-6 3 8 16,0-4-8-16,-3 1 0 16,0 0 0-16,0 3 0 0,-3-3 0 0,-3 0-17 0,1 2 4 0,-1 1 1 0,-3-3-28 15,3 3-6-15,-3-4-1 0,0 4 0 0,3-3 38 0,-3 0 9 16,0 0 0-16,1 0 0 0,-1 0-156 0,3-3-28 15,-3 0-7-15</inkml:trace>
  <inkml:trace contextRef="#ctx0" brushRef="#br0" timeOffset="14994.455">21363 8181 1580 0,'0'0'67'16,"0"0"-54"-16,0 0 143 0,0 0 29 0,0 0 6 15,0 6 1 1,0-1-111-16,0 3-21 0,0 0-5 0,0 0-1 0,3 5-35 0,-3-2-7 0,3 5-2 0,-3-1 0 15,2 4 43-15,1-3 9 0,0 5 2 0,-3-3 0 16,3 4-64-16,0-4 0 0,-3 3-9 0,3-2 0 16,0-1 9-16,-3 1 12 0,3-1-2 0,-3 4-1 15,0-7-9-15,3 1 0 0,-3 3 0 0,0-3 0 16,0 0 0-16,-3-1 0 16,3-1 0-16,0 2 0 0,-3-1 0 0,3-1 0 0,-3-1 0 0,0 0 0 31,3-2-49-31,-3-1-12 0,0 1-3 0,3-3 0 0,-3 0-102 0,0-6-21 15,3-2-4-15</inkml:trace>
  <inkml:trace contextRef="#ctx0" brushRef="#br0" timeOffset="15362.996">21413 8300 1792 0,'-9'-7'51'0,"0"-1"10"0,3 2-49 0,0 1-12 0,-3 0 0 0,4 2 0 16,2-2 105-16,3 5 19 0,0 0 3 0,0 0 1 0,0 0-22 16,0 0-4-16,0 0-1 0,0 0 0 15,0 0-59-15,0 8-12 0,3 0-2 0,2 0-1 16,1 2 29-16,3-2 7 16,0 3 1-16,0-3 0 0,3 2-52 0,0 1-12 0,6-1 0 0,-3 1 0 0,3 0 0 0,-1-1 0 0,1-2 0 0,0 3 0 15,0-1 0-15,0-2 0 0,-3 0 0 0,0 0 0 16,0 0 0-16,-7 0 0 0,1 0 0 0,0 2 0 15,-3-2 0-15,-3 3 0 0,-3-3 0 0,-3 3 0 16,0-4 19-16,-3 4 1 16,-3-3 0-16,1 3 0 0,-4-3-20 0,0 2 0 0,-3-2 0 0,0 3 0 15,-3-1-15-15,3 3-3 16,-3 1-1-16,3-4 0 0,1 3 19 0,-1 3 0 0,0-2 0 0,3-4 0 16,0 1-11-16,0-1 2 15,3-2 0-15,0 0 0 0,0-2-37 0,3-1-7 0,0-3-2 0,6-2 0 31,0 0-58-31,0 0-12 0,0 0-3 0</inkml:trace>
  <inkml:trace contextRef="#ctx0" brushRef="#br0" timeOffset="16174.36">23675 5636 1579 0,'-12'-3'32'0,"1"3"10"0,-1 0-34 16,0 3-8-16,3 0 0 0,-3-1 0 0,3 1 104 15,-3 0 20-15,3 2 3 0,0 0 1 0,0 0-65 0,3 3-13 0,-3-2-2 16,3 2-1-16,1 5-25 0,-1-3-5 0,3 4-1 0,0 2 0 16,3 2-16-1,0 1 0-15,0-1 0 0,3 3 0 0,0 0 0 0,3 1 0 0,2-4 0 16,1 3 0-1,3-5 0-15,0-3 0 0,0 1 0 0,3-1 0 16,-3-5 0-16,6 0-9 0,-3-3 9 0,5 0-8 0,-2-5 8 16,0 0 9-16,0 0-1 0,0-5-8 15,0 0 44-15,0-3 1 0,-4 0 1 0,1-3 0 0,3-2-22 16,-3 0-5-16,0-3-1 0,0 0 0 0,-3 0 37 0,0-2 7 0,-3 2 2 0,0 0 0 16,-6 0-52-16,0-2-12 0,-3 4 0 0,-3 1 0 15,0 0 54-15,-6 0 8 0,3-1 2 16,-6 4 0-16,3-1-52 0,-6 3-12 0,3 3 0 0,-3-3 0 15,0 3 0-15,-3 2 0 0,1 0 0 0,-7 3 0 16,3 0 0-16,-3 3 0 0,-3 0 0 0,1 2 0 16,2 3-100-16,0 0-22 15,3 0-5-15</inkml:trace>
  <inkml:trace contextRef="#ctx0" brushRef="#br0" timeOffset="16770.621">23681 6583 1934 0,'0'0'81'0,"0"0"-65"15,-6 0 46-15,0 0 9 0,0 0 1 0,1 3 1 16,-4 0-4-16,3 2-1 0,-3 0 0 0,0 3 0 16,0 5-36-16,0 1-7 0,-3 1-1 0,3 4-1 15,0-1-23-15,3 4 0 0,-3 1 0 0,6-1 0 16,-3-1 0-16,3-3 0 0,0 1 0 0,3-1 0 16,0-2 0-16,3 0 0 0,3-3 0 0,-3 1 0 15,6-1 0-15,-3-5 0 0,6 0 0 0,-3 0 0 16,3 0 0-16,3-3 0 0,-3 0 0 0,3 0 0 15,-1-2 0-15,1-3 0 0,3 0 0 0,-3-3 0 16,0 1 13-16,0-4 5 0,3-1 1 0,-3 1 0 16,-1-2 2-16,-2-2 1 0,0-1 0 0,-3 1 0 15,0-4 2-15,0 1 0 0,-3 0 0 0,-3-6 0 0,3 3 4 16,-6 1 0-16,3-1 1 0,-6-5 0 0,0 2-9 16,-3 0-1-16,0 1-1 0,0-1 0 0,-6 4-9 0,3-1-1 15,-3 2-8-15,-2 1 12 0,-1 0-12 0,-3 5 0 16,-3-3 0-16,3 6 0 0,-3 0-9 0,0 2-8 0,1 1-2 0,-4 4 0 31,3 1-116-31,0 5-23 0,0 0-5 16</inkml:trace>
  <inkml:trace contextRef="#ctx0" brushRef="#br0" timeOffset="17409.721">23693 7546 1892 0,'-6'3'40'0,"0"-3"8"0,0 3-39 0,0 2-9 0,0-2 0 0,-2 2 0 0,2 0 82 0,-3 3 14 0,3 0 4 0,0 0 0 16,0 3-47-1,0-3-9-15,0 5-1 0,0-3-1 0,3 4-27 0,0-1-6 0,0 3-1 0,0-3 0 16,3 0-8-16,0 3 0 0,3-3 0 16,0 0 0-16,0 1 0 0,3-1 0 0,0 0 0 0,0 0 0 15,3 1 0-15,0-4 0 0,0 3-12 0,0-5 12 16,2 0-18-16,1 0 4 15,0-2 1-15,0-4 0 0,0 1 13 0,0-3 0 0,0-3 0 0,0 3-9 16,-3-5 19-16,3 0 4 16,0-3 1-16,-1 2 0 0,-2-4 7 0,-3 2 2 0,3-3 0 0,-3 1 0 15,0-1 12-15,0 1 4 0,0-1 0 0,-3 0 0 16,0-2-8-16,0 3-2 0,-3-4 0 0,0 4 0 31,-3-3 6-31,0-1 0 0,0 1 1 0,-3 0 0 0,0 0-21 0,0 2-4 0,-3-2 0 0,0 5-1 16,-3-3-11-16,1 3 0 0,-1 3 9 0,-3 0-9 15,0-1 0-15,0 4-12 0,0 2 2 0,0 0 0 16,-3 5-48-16,3-2-10 16,1 2-1-16,-1 3-1 0,3 0-177 0,0 2-35 15</inkml:trace>
  <inkml:trace contextRef="#ctx0" brushRef="#br0" timeOffset="17933.914">23794 8226 1721 0,'0'0'72'0,"0"0"-57"15,0 0 95-15,0 0 19 0,0 0 4 0,0 0 1 16,0 0-39-16,0 0-8 0,0 0-2 0,0 0 0 15,0 0-1-15,0 0-1 0,0 0 0 0,-3 6 0 16,0 2-31-16,1 0-5 0,-1 0-2 0,0 5 0 16,0-3-23-16,0 6-5 0,0-3-1 0,0 6 0 15,0-3-2-15,0 2-1 0,0 1 0 0,0 2 0 16,3-2-3-16,0 2-1 0,0-3 0 0,-3 3 0 16,3-2-9-16,-3 2 0 0,3-2 0 0,-3-1 8 15,0 3 13-15,3 0 3 0,-3 3 0 0,0-3 0 16,0 3-36-16,0-3-8 0,0 1 0 0,-3-1-1 0,3 0 10 0,0-5 3 15,0 0 0-15,0 0 0 16,3-3-27-16,-3-3-5 0,0 1 0 0,3-3-1 16,0 0-116-16,0-3-23 0,0 0-5 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0T21:39:12.62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17100 2807 1552 0,'0'0'44'0,"0"0"10"0,0 0-43 0,0 0-11 0,0 0 0 0,0 0 0 16,0 0 97-16,0 0 18 0,0 0 3 0,0 0 1 15,-6 0-57-15,3 3-11 0,0 2-3 0,0 3 0 16,0-2-18 0,3 2-4-16,0 2-1 0,-3 3 0 0,3 1-25 0,0 7 0 0,0-3 0 0,0 3 0 15,0 3 0-15,-3 3 0 0,3 2 0 0,0 0 0 16,0-8 0-16,-3 3 0 0,3-3 0 0,-3 0 0 15,3-2 0-15,-3-1 0 0,0 1 0 0,3-1 0 16,-3-2 0-16,0 0 0 0,0-3 0 0,0 3 0 16,0-5 0-16,-3 2 0 0,4 0 0 0,-1-5 0 15,0 0 0-15,0 0 0 0,3-3 0 0,0-5 0 16,0 0 0-16,0 0 0 0,0 0 0 0,0 0 0 16,-3-5 0-16,3-3 0 0,0-5 0 0,0 2 0 0,3-5 0 15,0 3 0-15,0-8 0 0,0 0 0 16,-1 0 0-16,4-6 0 0,0 1 0 0,0-3 0 0,0-3 0 15,3-3 0-15,0-2 0 0,3 0 0 0,0 6 35 0,0 2 1 0,0-1 1 16,0 7 0-16,0-4-8 16,0 3-1-16,2 3-1 0,-2 0 0 0,0 2-27 0,3 1 0 15,-3 2 0-15,3 0 0 0,-3 3 54 0,0 0 6 0,-3 2 0 0,3-2 1 16,-4 5-46-16,1 0-15 16,0 3 8-16,-3 2-8 15,0 3 0-15,3 0 0 0,-3 0 0 0,0 8 0 0,0-5 0 0,0 7 0 16,0 1 0-16,0 2 0 0,0 3 0 0,0 0 0 0,0 2 0 15,0 1 0-15,-3-1 20 0,3 1 0 0,-3 2 0 0,0 0 0 16,0 3-32-16,0-3-7 0,0 6-1 0,-3-3 0 16,0 5 20-16,2-6 0 0,-2 7 0 0,0-4 0 15,0 0 0-15,0 1 0 0,0-9 0 0,0 1 0 16,0 0-11-16,0-1 2 0,0-5 0 0,0 6 0 16,-2-6-38-1,2 0-7-15,-3 3-2 0,0-8 0 0,3 5-108 0,-3-5-21 0,3 0-5 0</inkml:trace>
  <inkml:trace contextRef="#ctx0" brushRef="#br0" timeOffset="269.369">17109 3024 1824 0,'-6'0'38'0,"0"-2"8"0,6 2-37 16,0 0-9-16,0 0 0 0,0 0 0 0,0 0 53 15,0 0 9-15,0 0 2 0,6 0 0 0,3-6 0 0,3 6 0 0,0-2 0 0,3 2 0 16,3-5-1-16,-1 5 0 0,4-3 0 0,-3 3 0 16,3-5-38-1,0 5-7-15,0-3-2 0,2 3 0 0,-5-3-16 0,3 3 0 0,-3-2-8 0,3-1 8 16,3 0-168-16,-1 1-27 0</inkml:trace>
  <inkml:trace contextRef="#ctx0" brushRef="#br0" timeOffset="1998.446">18157 2728 1268 0,'-3'-3'26'0,"0"-5"7"0,-3 1-33 0,3 1 0 0,0 1 0 0,-3 2 0 16,0-5 89-16,3 0 11 0,-3 3 3 0,0 0 0 15,0-3-48-15,-3 5-10 0,3-5-1 0,0 3-1 16,-3-3 17-16,0 3 3 0,1-3 1 0,-1 5 0 15,-3-5-16-15,0 0-2 0,0 3-1 0,0-3 0 16,-3 3-21-16,0-3-4 16,0 5 0-16,-3-7-1 0,4 7 36 0,-4-5 7 0,3 3 2 15,-3-3 0-15,3 5-42 0,-3-5-8 0,3 3-2 0,0 0 0 16,1 2-12-16,-1-5-16 0,0 3 3 0,0-1 1 16,-3 4 32-16,0-6 8 0,0 3 0 0,0 2 1 15,-2-5 5-15,-1 8 1 0,0-8 0 0,0 5 0 16,3 1-35-16,-3 2 0 0,1-6 0 0,2 4 0 0,0 2-12 15,0 0-8-15,0 0-3 0,3-5 0 0,0 5 23 0,1 0 0 16,2 0 10-16,-3 0-10 0,3 0 20 0,0 0-2 16,-3 0-1-16,3 0 0 0,-3 0-17 15,0 0 0-15,0 0 0 0,-2 0 0 0,-1 0 0 0,-3 0 0 16,3 5 0-16,-3-5 0 0,0 2 0 0,1 4 0 0,-1-4 0 16,-3 4 0-16,3-1 0 0,0 3 0 0,3 0 0 15,-2 0 0-15,2-3 0 0,-3 3-19 16,3 0 4-16,-3 0 1 0,0 0 14 0,0 0 0 0,-2 0 0 0,-1 5 0 15,-3-8 0-15,3 11 0 16,-3-8 0-16,1 5 0 0,2-2 13 0,0 2-1 0,0 0 0 16,0 3 0-16,4-8-12 0,2 3-16 15,0 2 3-15,0 0 1 0,3-5 12 0,-3 5 0 16,0-5 0-16,1 3 0 0,2-1 0 0,-3 1 0 0,0-3 0 16,-3 5-9-16,3-5 18 15,3 5 4-15,-2-5 1 0,-1 6 0 0,3-6-23 0,0 2-5 16,-3 3-1-16,3 1 0 0,0-1 24 0,3 3 5 0,0 2 1 0,1 1 0 15,2-1-15-15,0 1 0 0,-3 2 0 0,3 3 0 16,3-8-12-16,0 5-6 0,-3-5-1 0,6 2 0 16,-3 1 19-16,3-3-10 15,0 2 10-15,0-2-8 16,0-3 8-16,3 3 0 0,-3-3 0 0,3 6 0 0,0-3 14 0,0-3 8 0,0 3 2 0,3 2 0 16,-3-2-41-16,3 5-8 0,-3-5-2 0,3 5 0 15,3-2 27-15,-3 2-8 0,3 0 8 0,3 0 0 16,-3 1 18-16,6-9 9 0,-3 5 1 0,3 1 1 0,0-3-29 15,-1 0 0-15,4-3 0 0,0 3 0 0,3-6 0 0,0 4 0 16,0-1 0-16,0-3 0 16,2 4-22-16,-2-1-10 0,3-3-3 15,0 1 0-15,-3 0 56 0,0-1 11 0,0 6 3 0,-1-8 0 16,1 3-35-16,0-3 0 0,0 2 0 0,3-2 0 16,0 0 0-16,3 3 0 0,-1-1 0 0,1-2 0 0,0-3 0 0,3 3 0 0,3 0 0 0,-4 0 0 31,1 0-24-31,-3-3-11 0,3 1-2 0,-1 4-1 0,-2-7 38 15,3 2 0-15,0-2 0 0,3 2 0 0,2-2 25 0,4-1 10 16,0 1 1-16,3 0 1 0,-1-3-62 0,-5 2-13 0,3-2-2 16,-1 0-1-16,1 0 14 0,-3 0 3 0,3 0 1 0,-1 0 0 15,4 0 70-15,0-2 13 16,2-1 4-16,-2 0 0 16,0-2-103-16,-4 5-20 0,-2-8-4 0,3 3-1 0,0 2 52 0,-4-5 12 15,7 0 0-15,-3 3 0 0,0-3 0 0,2 0 0 0,-2-2 0 0,-3 2 0 16,-1-3 16-16,-2 3 7 0,-3-2 1 0,3 2 0 15,-6-3-39-15,2 1-7 0,-2-1-2 16,6-2 0-16,-3 2 71 0,0 1 13 16,-1-1 4-16,1 3 0 0,0-5-64 0,0 5-20 0,-4-5 0 15,4-1 0-15,-6 4 20 0,0-3 14 0,0-3-2 0,0 2-1 16,-4-1-2-16,1-1 0 0,-3-3 0 0,0 3 0 16,3-5-9-16,-3 3 0 0,0-1 0 0,3 1 0 15,-4-4 0-15,1 1 0 0,-3 5 0 0,3-5 0 16,-3 5 53-16,-3 0 9 0,0 3 2 0,0-3 0 15,0 3-52-15,-3 5-12 0,0-5 0 0,-3 0 0 16,-3 2 0-16,3-2 0 0,-3 2 0 0,0-2 0 16,-3 5 0-16,0-5 0 0,0 0 0 0,-3 2 0 0,-3-2 0 15,3 0 0-15,0 2 0 0,-3-5 0 0,0 3 0 16,0-3 0-16,0 3 0 0,0-3 0 0,-3 3 0 0,3-3 0 0,0 0 0 16,-2 5 0-16,2 1 33 15,-3-6 4-15,3 5 1 0,-3 1 0 0,3 2-38 0,0 3 0 16,-3-3 0-16,3 0 0 0,-3 0 0 0,0 0 0 15,0 2 0-15,1-1 8 0,-1-1-8 16,0 0 0-16,-3 0 0 0,0 2 0 0,0 1-27 16,0-3-9-16,0 6-3 0,-2-9 0 0,2 6 63 0,0-1 12 15,-3 1 2-15,3 2 1 0,0-2-31 0,0 3-8 16,0-6 0-16,0 2 0 16,4 1 0-16,-1 2 0 0,0-2 0 0,0 2 0 0,0-2 0 15,3 2 0-15,0-4 0 0,0 1 0 0,0 1 0 0,0 2 0 0,0-5 0 16,3 3 0-16,-3-3 0 0,4 3 0 0,-4 2 0 0,3-5 8 15,-3 0-8-15,3 0 0 0,-3 0 8 0,0 3-8 16,0-3 0-16,0 0 0 0,0-2 0 0,0-1 8 16,0 3 8-16,0 0 3 0,0-2 0 0,0 2 0 15,1 0-19-15,-4 0 0 0,0-3 0 16,3 6 0-16,-3-3 0 0,0 3-14 0,0-3 2 0,0 5 1 16,0-5-33-16,0 6-8 0,3 2 0 0,-5-3-1 15,2 3-9-15,0 3-2 0,-3-3 0 16</inkml:trace>
  <inkml:trace contextRef="#ctx0" brushRef="#br0" timeOffset="2959.045">17427 1582 1744 0,'3'-5'73'0,"0"2"-58"16,-3 3 90-16,0-5 19 0,3 2 3 0,-3 3 1 15,0 0-51-15,0 0-9 0,0 0-3 0,0 0 0 16,0 0-36-16,3 3-7 0,0 2-2 0,0 3 0 16,0 0-20-16,0 0 0 0,0 5 0 0,0 1 0 15,-3 2 0-15,3-1 0 0,0 7 0 0,0 7 0 0,-3-6 0 0,3 7 0 0,0 1 0 0,-3 4 0 32,0-6 0-32,3 0 0 0,0 0 0 0,-3 0 0 0,3-5 0 0,0 0 0 15,-3 2 0-15,3 1 0 16,-3 2 0-16,0 0 0 0,3 5 0 0,-3-5 0 0,3 1 0 0,-3-1 0 0,3-6 0 0,0 1 0 15,0 3 0-15,-3-11 0 16,3 5 0-16,0-5 0 16,0-3 0-16,-3 3 0 0,3-6 0 0,0 4 0 0,-3-1 0 0,3-5 0 15,0-3 0-15,-3 6 0 0,0-6-47 0,3 3-13 16,-3-6-4-16</inkml:trace>
  <inkml:trace contextRef="#ctx0" brushRef="#br0" timeOffset="3357.442">17207 2283 2066 0,'0'0'43'0,"0"0"10"0,0 0-42 0,0 0-11 0,0 0 0 0,0 0 0 15,0 0 104-15,0 0 20 0,0 0 3 0,0 0 1 16,0 0-103-16,6 0-25 0,0 0 0 0,0 3 0 16,3-3 56-16,0 5 7 0,0 1 1 0,0 2 0 15,3-6-52-15,0 6-12 0,0 0 0 0,-1 3 0 16,1-3 0-16,0 0 0 0,0 2 0 0,0 1 0 16,0-1 0-16,3-2 0 0,-3 3 0 0,0-3 0 0,3 0-11 15,-4 0-5-15,4-6 0 0,-3 1-1 0,0 5 27 0,0-5 6 16,0 2 0-16,-3-5 1 0,0 0-17 0,3 0 0 15,-3 0 0-15,0 0 0 0,-1-5 0 0,1 5 0 0,0-3 0 16,-3 3 0 0,3-8 0-16,-3 5 0 0,0 1 0 0,0-6 0 0,0 0 0 15,0 3 0-15,0-3 0 0,0 0 0 0,-3-6 55 0,3 4 7 0,0-1 2 0,-3 1 0 16,3-6-95-16,0 3-18 16,0-3-4-16,0-3-1 0,0 1-138 0,-1-1-27 0</inkml:trace>
  <inkml:trace contextRef="#ctx0" brushRef="#br0" timeOffset="5283.234">17838 1826 1759 0,'0'0'74'0,"0"0"-59"15,0 0 100-15,0 0 20 0,0 0 4 0,0 0 1 16,3 0-57-16,3 8-11 0,-3 0-3 0,3 5 0 15,0-3-55-15,-3 4-14 0,3 2 0 0,0 2 0 16,0-2 0-16,0 0 0 0,0 0 0 0,0 2 0 16,0-2 0-16,0 0 0 0,0 0 0 0,0 0 0 15,0 2 0-15,-1 3 0 0,-2-5 0 0,3 5 0 16,-3-5 0-16,3 0 0 0,-3 0 0 0,0 0 0 16,-3-3 54-16,3 0 8 0,-3-5 2 15,3-2 0-15,-3 2-52 0,0-8-12 0,0 0 0 0,0 0 0 16,0 0 0-16,0 0 0 0,0-8 0 0,-3-3 0 0,3 0 54 15,-3-2 8-15,0-3 2 0,3 0 0 0,-3-2-52 0,0-1-12 16,3-2 0-16,-3 0 0 0,0 0 0 16,0 5 0-16,0-8 0 0,0 3 0 15,1 0 0-15,-1-3 0 0,0 3 0 0,3-3 0 0,-3-5 0 16,3 8 0-16,0-8 0 0,3 5 0 0,-3 3 0 0,3-6 0 16,0 9 0-16,-1-1 0 0,4 3 0 0,0 3 0 0,3 3 0 0,-3 2 0 15,3 0 0-15,3 2 0 0,-3 1 0 16,3 2 0-16,0-2 0 0,0 3 0 0,0 2 0 0,0 0 0 15,-1 2 0-15,1 3 0 0,0-2 0 0,-3 2 0 16,0 1 0-16,0 2 0 0,-3-6 0 0,0 6 0 16,0 0 0-16,0 3 0 0,-3-3 0 0,0 0 0 15,0 2 0-15,-3 1 0 16,0-1 0-16,0 4 0 0,0-6 0 0,-3 5 0 0,0-3 0 0,-3 1 0 16,0 5 0-1,0-8 8-15,-3 5-8 0,0-2 0 0,0 2 0 0,-3 0 0 0,0-5 0 16,0 3 0-16,-2 2 0 0,-1-5 0 0,-3 5 0 0,3-5 0 15,0-3 0-15,3 3 0 0,0 0 0 0,0 0 0 16,0 0 0-16,7-3 0 0,-4 3 0 0,6-5 0 16,0 2 0-16,3-5 0 0,0 0 0 0,0 0 0 15,3 8 0-15,0-5 0 0,3 2 0 0,0 0 0 16,5-5 0-16,-2 3 0 0,3-3 0 0,0 5 0 16,3-5 0-16,-3 0 0 0,3 3 0 0,0-3 0 15,3 5 0-15,-4-5 0 0,1 0 0 0,3 0 0 0,-3 0 0 0,0 0 0 16,-3 0 0-16,3 0 0 15,0-5-55-15,0 2-7 0,-4 3-2 0,1-8 0 16,3 3 52-16,-3 0 12 0,0 2 0 16,3-5 0-16,-6 0 0 0,3 3 0 0,-3-3 0 0,0 0 0 0,0 0 0 0,-4 0 0 15,4 0 0-15,-6 3 0 0,3-3 48 0,-3 0 13 0,-3 0 3 0,3 0 0 16,-3-2-52-16,-3 2-12 0,3 0 0 16,-3 0 0-16,0 0 0 0,0 2 0 0,0-1 0 0,0 4 0 15,-3-2 0 1,6 5 0-16,-5 0 0 0,-1 5 0 0,-3-5 0 15,3 3 0-15,0 2 0 0,0 3 0 0,0 0 0 16,0 5 0-16,-3-5 0 0,3 5 0 0,3-2 0 16,-3 2 0-16,3 0 0 0,0 3 0 0,3-5 0 0,-3 2 0 0,3 3 0 0,0-3 0 15,0 0 0-15,3-2-15 0,0 2 3 0,0 0 1 16,3-5-33-16,0 0-8 0,3 0 0 0,0-3-1 16,0 3 42-16,3-8 11 0,0 0 0 0,-1 0 0 15,4-5 0-15,0 2 0 0,3-2 0 0,0-3 0 16,-3 0 0-16,3 0 0 0,0 0 8 15,-1-2-8-15,1-1 0 0,0 3 0 0,-3-5 0 0,0 5-8 16,-3-5 50-16,0 2 10 16,-3-2 3-16,0 0 0 0,-3 2-37 0,-1-2-7 0,1 0-2 0,0 2 0 15,-6-2 37-15,3 5 7 0,-3-5 2 0,0 5 0 16,0-5-37-16,0 10-7 0,-3-5-2 0,0 3 0 0,3 5-9 0,-6-6 0 16,1 6 0-16,-4 0 0 0,3 6 0 0,0-1 0 15,-3-2 0-15,0 5 0 0,3-1 0 16,0 4 0-16,0-3 0 0,0 3 0 0,3-3 0 15,3 2 0-15,3 1 0 0,-3-3 0 0,6 5 0 0,0-5 0 0,0 5 0 0,3-5 0 16,-3 0 0 0,3 0 0-16,0 0 0 0,0 0 0 0,-1-3 0 0,4 3 0 0,-3-3 0 15,-3 3 0 1,3-5 0-16,0 2 0 0,-3 3 0 0,0-5 0 0,0 7 0 0,-3-7 0 16,0 2 0-16,-3 3 0 0,0 0 0 0,-3 0 0 0,-3 0 0 0,0 0 0 15,0 5 0-15,-3-8 0 0,3 6 0 0,-3-3 0 16,0 0-56-16,-3 2-4 15,4-2-1-15,-1 0 0 0,0-5 49 0,3 2 12 0,0-2 0 0,6-3 0 16,0 0-25-16,0 0-3 0,0 0 0 16,0 0 0-16,6 0-6 0,0-3-2 0,3 3 0 15,2-8 0-15,1 0 36 0,3 0 0 0,0-5 0 16,6-3 0-16,-3 3 0 0,6 0 0 0,2-3 0 0,-2 0 0 16,3 3 44-16,0 0 16 0,0 2 4 0,-1-5 0 15,-2 3-52-15,-3-3-12 0,0 3 0 0,-6-3 0 16,0 0 0-16,-3 3 0 0,-3-3 0 0,-4 3 0 15,1 0 54-15,-3 2 8 0,0 0 2 0,-3 1 0 16,0 2-52-16,-3 0-12 0,0 3 0 0,0-3 0 16,-2 8 54-16,-1-6 8 0,0 6 2 0,-3 0 0 15,-3 6-103-15,3 2-20 0,-3-3-4 0,0 6-1 16,0 2 52-16,0 0 12 0,0-5 0 0,0 8 0 0,0-3 0 16,4-2 0-16,2 2 0 0,-3 0 0 0,6 3 0 15,0-3 0-15,0-2 0 0,6 2 0 0,-3 0 0 16,6-2 0-16,-3 2 0 0,3 0 0 0,3-2 0 15,-1 2 0-15,1 0 0 0,3-5 0 16,0 0-54-16,0 0-8 0,0-3-2 0,3-5 0 0,-3 0 52 0,3 0 12 0,-3-5 0 16,2-3 0-16,1 0 0 0,-3 0 0 0,3-5 0 0,3-3 0 15,-3 3-10 1,0-3 1-16,3 0 0 0,-1 3 0 0,-2-8 9 0,0 5 0 16,0 0 0-16,0-5 0 0,-3-3 0 0,0-5 12 15,0 0-2-15,0 0-1 0,-3 0 44 0,0 0 9 16,-4-1 2-16,1 1 0 0,0 6-52 15,-3 7-12-15,0-5 0 0,0 7 0 0,-3 1 54 0,0 2 8 16,0 4 2-16,0 1 0 0,0 4-52 0,0 2-12 0,0 0 0 0,0 0 0 16,0 0 8-16,0 0 0 0,-3 2-8 0,3 11 12 15,0-2-12-15,0 8-8 0,0-4 8 0,3 7-13 16,-3 1 13-16,3 7 0 0,3 7 0 16,-3-6 0-16,3-2 0 0,0 6 0 0,0-11 0 0,0 5 0 15,-3-5 0-15,3 2 0 0,0-5 0 0,-3-2 0 31,3 2-54-31,-3 0-8 0,0-5-2 0,0 5 0 0,-3-5 52 0,3-3 12 0,-3 0 0 16,3 3 0-16,-3-8-54 0,3-2-8 0,-3 1-2 0,0-7 0 16,0 0 52-16,0 0 12 0,0 0 0 0,0 0 0 15,0 0 0-15,3-7 0 0,-3 1 0 0,0-2 0 0,0 0 0 16,-3-5 0-16,-3 5 0 0,3-5 0 0,-3 2 0 16,-3 1 0-16,3-1 0 0,-3-2 0 15,-3 5 0-15,3 0 0 0,0 0 0 0,-3 0 0 16,6-2 28-16,-3 7 9 0,3-5 2 0,4 3 0 15,2 5-22-15,0-3-4 0,2-5-1 0,4 3 0 16,3 5 0-16,3-8 0 0,0 8 0 0,3-8 0 16,3 8 9-16,0-8 2 0,3 3 0 0,2-3 0 15,-2 3-3-15,6-3 0 0,-3 5 0 0,9-10 0 16,-1 5 2-16,7 0 0 0,3-8 0 0,-4 3 0 0,-2 5-22 0,-3-8 0 16,-3 3 0-16,-1 0 0 0,-5 2 0 0,-3-2 0 0,0-3 0 0,-3 8 0 15,-3-5 0-15,0 5-20 0,-1 0 4 0,-2 2 1 31,-3-1-27-31,0 1-6 0,-3 4 0 0,-6 2-1 0,0 0-63 0,0 0-13 16,0 0-3-16</inkml:trace>
  <inkml:trace contextRef="#ctx0" brushRef="#br0" timeOffset="10217.741">17645 2977 1337 0,'0'0'56'0,"0"0"-44"16,0 0 92-16,0 0 20 15,0 0 3-15,0 0 1 16,0 0 0-16,-3-6 0 0,0 4 0 0,3 2 0 0,0-5 0 0,0 5 0 16,-3-6 0-16,3 1 0 15,0 5-103-15,0-5-25 0,0-1 0 0,3 4 0 16,-3-4 56-16,0 4 7 0,3-4 1 0,-3 6 0 15,0-5-52-15,0 5-12 0,3-2 0 0,-3-4 0 0,0 6 0 16,3-2 0-16,-3-4 0 0,0 6 0 0,0 0 0 0,0 0 0 0,0 0 0 0,0 0 0 16,0 0 0-16,0 0 0 0,0 0 0 0,0 0 0 15,0 0 0-15,0 0 0 0,0 0 0 0,3 8 0 16,0 0-202-16,0 3-43 0</inkml:trace>
  <inkml:trace contextRef="#ctx0" brushRef="#br0" timeOffset="10490.31">17639 3178 1337 0,'0'0'56'16,"0"0"-44"0,0 0 124-16,0 0 24 0,3 5 6 0,0 3 1 15,-3-8-63-15,0 5-12 0,0 1-2 0,3-1-1 16,-3-5-20-16,0 8-4 0,0-3-1 0,3 3 0 15,-3-8 0-15,0 5 0 0,0 1 0 0,0 4 0 16,0-10-51-16,-3 3-13 0,3-3 0 16,0 0 0-16,-3 5 0 0,3-5 0 0,-3 8 0 0,3-8 0 15,0 0 54-15,0 0 8 0,0 0 2 0,0 0 0 16,0 0-52-16,0 0-12 0,0 0 0 0,0 0 0 16,0 0 0-16,0 0 0 0,0 0 0 0,6 0 0 15,0-5-48-15,-3 2-13 0,3-2-3 0</inkml:trace>
  <inkml:trace contextRef="#ctx0" brushRef="#br0" timeOffset="11030.052">17957 3022 1706 0,'0'0'72'0,"0"0"-58"16,-6-6 116-16,0 6 23 0,6 0 5 0,-9 0 1 15,7 0-25-15,2 0-5 0,-6 6-1 0,0-4 0 16,0 1-102-16,3 5-26 0,-3 0 0 0,3 0 0 15,0 0 0-15,-3 0 0 0,3 5 0 0,0-5 0 16,0 2 0-16,0 4 0 0,3-1 0 0,-3-5 0 16,3 5 0-16,3-5 0 0,-3 3 0 0,3 2 0 15,0-5 0-15,0 2 0 0,3-2 0 0,0 3 0 16,0-3 16-16,0 0-3 0,3 0 0 0,0 2 0 16,-1-7-13-16,1 2 0 15,3 3 0-15,0-8 0 0,0 3 0 0,0-1 0 0,0-2 0 0,0 0 0 16,0 0 8-16,3-2-8 0,-1-1 0 0,-2 3 9 15,0-8-9-15,0 3 12 0,0 2-12 0,-3-7 12 16,0 2 15-16,0 0 3 0,-3-3 1 0,0 1 0 0,0-1-17 0,0 3-3 0,-3 0-1 0,3-5 0 31,-6 5 42-31,3-5 9 0,-3 0 2 0,-3-3 0 16,3 2-38-16,-3-1-7 0,3-1-2 0,-3 0 0 0,0 0-2 16,0 3-1-16,-3-3 0 0,0 3 0 0,-3 5-13 0,3-6 8 15,-3 1-8-15,-3 5 0 0,3 0 0 16,-3 6 0-16,0-6 0 0,0 8 0 0,-2 0-13 0,-4 0-9 0,0 0-2 15,0 8 0-15,-3-6-157 16,3 6-32-16</inkml:trace>
  <inkml:trace contextRef="#ctx0" brushRef="#br0" timeOffset="16986.207">16311 2786 1235 0,'-9'6'52'15,"0"-6"-42"1,0 0 101-16,-2 0 20 0,2 0 4 0,0 0 1 16,-3 0-43-16,3-6-8 0,0 4-1 0,-3-1-1 15,0 0-17-15,3-5-3 0,-3 0-1 0,3 0 0 16,-3 1 3-16,1-4 1 0,-4 0 0 0,0-4 0 16,3 1-38-16,-3-7-8 0,0 0-2 0,-3 0 0 15,0-3-1-15,-2 0 0 0,2-2 0 0,0-1 0 0,0 6 0 0,3-5 0 0,-3 2 0 0,3 0 0 31,6-5-6-31,0 0-2 0,1-8 0 0,5 0 0 16,0 0-9-16,3-6 0 0,3-2 0 0,0 0 0 0,5 8 0 0,4 3 0 16,0 5 0-16,6 0 0 0,-3 2-9 15,6-7 9-15,0 5 0 0,0-3 0 0,2 3 0 0,-5 0 0 16,3 5 12-16,0-5-3 0,0 2-9 0,3 6 0 0,-1 3 0 0,1-3 0 16,0 7 0-16,3 4 0 0,0 4 0 0,-1-2 0 15,1 3 21-15,0 5 3 0,0 0 0 16,-3 0 0-16,-1 5-24 0,-2 3 9 15,0-2-9-15,0 2 0 0,-3 2-15 0,-3 3-9 16,-1 1-3-16,1-4 0 0,0 9 51 0,0-1 11 0,0 3 1 0,0 1 1 16,0 1-8-16,0-1-1 0,-3-1-1 0,2 0 0 15,-2 0-43 1,3-2-9-16,-3-1-2 0,0 1 0 0,0-1 27 0,-3-2 0 16,0 0 0-16,0 5 0 0,0 0 0 0,0 3 0 0,0 0 0 0,-1 2 0 15,-2-2 0-15,3 0 0 0,-3 2 0 0,0-2 0 16,0-3 0-16,0 1 0 0,0-7 0 0,3 7 0 15,-3-12 0-15,-3 3 0 0,3 1 0 0,0-4 8 16,-3 1-8-16,3-1 0 0,0-2 0 0,0 0 0 16,-3 3 0-16,0-8 0 0,0 5 0 0,0-3 0 15,-3-3 0-15,3 4 0 0,-3-4 0 0,3 4 0 16,-3-6 0-16,0 5 0 0,0-5 0 0,0 8 0 16,0-8-14-16,0 0-4 0,0 0-1 0,0 0 0 15,0 0-106-15,0 3-22 0,0-3-4 0</inkml:trace>
  <inkml:trace contextRef="#ctx0" brushRef="#br0" timeOffset="17426.3">16648 2400 1579 0,'0'0'32'0,"-6"0"10"0,6 0-34 0,0 0-8 16,0 0 0-16,0 0 0 0,0 0 104 0,0 0 20 0,0 0 3 0,0 0 1 16,0 0 0-16,0 0 0 0,0 0 0 0,0 0 0 15,0 0-103-15,0 0-25 0,0 0 0 0,0 0 0 16,6 0 40-16,-3 0 4 0,3 0 0 0,2 3 0 16,-2 2-21-16,3-5-4 0,-3 0-1 0,3 3 0 15,0 2-10-15,3-3-8 0,-3 4 12 0,3-4-12 16,0 4 8-16,0-1-8 0,-3 3 0 0,3-5 0 15,-1 2 8-15,-2 3-8 0,0-6 0 0,0 4 0 16,0-1 0-16,-3-2 0 0,3 2 0 0,-3-2 0 16,0 2 0-16,0-5 0 0,0 0 8 0,3 3-8 15,-6-3 12-15,3-3 0 0,0 3-1 0,0 0 0 16,-3 0 8-16,0-5 1 0,3 2 1 0,-3-2 0 16,2 2 4-16,-2-2 1 0,0-3 0 0,0 2 0 15,0 4-5-15,0-6-1 0,0 0 0 0,0 0 0 16,0 3-10-16,0-3-2 0,0 0-8 0,0 0 12 15,0-3-12-15,0 1 0 0,3 2 0 0,-3-3 0 16,3 3-14-16,0-2-9 0,0 2-1 0,-3-3-1 16,3 3-190-16,0 0-37 0</inkml:trace>
  <inkml:trace contextRef="#ctx0" brushRef="#br0" timeOffset="18529.679">15165 2090 1706 0,'-12'-13'36'0,"9"13"7"16,-3-8-35-16,3 3-8 0,0 2 0 0,0-2 0 16,3 2 107-16,-2-5 19 0,2 6 4 0,-3-1 1 15,3 3-53-15,0 0-10 0,0 0-3 0,0 0 0 16,0 0-33-16,0 0-8 0,0 0 0 0,0 0-1 15,0 0-23-15,5 3 8 0,1 2-8 0,0 3 0 16,0 5 0-16,0 0 0 0,0 3 0 0,0 0 0 16,3 5 0-16,0-5 0 0,0 5 0 0,0-5 0 15,0 5 0-15,3-7 0 0,-3 2 0 0,3-9-8 0,-3 7-11 0,2-6-1 16,-2-6-1-16,0 4 0 16,0-6-13-16,0 0-2 0,0 0-1 0,-3-6 0 0,0 4 37 0,0-4 0 0,-3-2 0 0,3 0 0 15,-3 1 0-15,0-1 0 0,-3 0 0 0,3-6 0 16,-3 6 0-16,3-5 0 0,-3 0 0 0,0 2 0 15,-3-2 32-15,3 5 15 16,0-8 2-16,-3 8 1 16,3-5-29-16,0 5-5 0,-3 0-2 0,3 0 0 15,-3-2 40-15,3 7 8 0,0-5 2 0,0 8 0 0,0 0-76 0,0 0-14 0,0 0-3 0,0 0-1 16,3 0 48-16,0 0 10 0,3 3 1 0,0 2 1 16,0-2-30-16,3 7 0 0,-3-2 0 0,3 0 0 15,2 0-20-15,1 0-9 0,0-3-3 16,3 3 0-16,-3 0 32 0,3-5 0 0,-3 2 0 0,3-5 0 15,-3 0 0-15,2 0 0 0,-2-5 0 0,0 2 0 16,-3-5 20-16,3 0 9 16,-3 3 3-16,-3-3 0 0,0 0-32 0,0-5 0 0,-3 5 0 0,0-5 0 15,0 5 36-15,-3-3 8 0,0 1 2 0,0-1 0 16,0-2-18-16,-3 5-4 0,0-8-1 0,3 8 0 16,-3-5-15-16,-3-3-8 0,3 3 10 0,0-3-10 15,0 3 0-15,0-3 0 0,3 0 0 0,-3 3 0 16,3-3-15-16,0 3-5 0,3-1-2 0,-3 4 0 15,3 2-98-15,3 3-20 0,-3-3-4 16</inkml:trace>
  <inkml:trace contextRef="#ctx0" brushRef="#br0" timeOffset="18765.762">15701 1895 1580 0,'0'0'67'16,"0"0"-54"-16,0 0 126 0,0 0 25 0,0 0 4 0,-3-3 2 15,3 3-69-15,0-8-13 0,0 3-4 0,0 2 0 16,3-8-28-16,0 1-5 0,0 2-2 0,0 0 0 16,0-5-18-16,3 5-4 0,0-5-1 0,0 5 0 31,0-6-26-31,0 6-9 0,0-2 0 0,3 5 0 0,-3-3 9 0,0 0 0 0,2 0 0 0,-2 2 0 16,0 6 0-16,3-5 0 0,-6 5 0 0,-3 0 0 15,6 5-156-15,0 1-28 0,-3-4-7 0</inkml:trace>
  <inkml:trace contextRef="#ctx0" brushRef="#br0" timeOffset="18952.258">15743 1950 1576 0,'-6'8'32'0,"0"-5"9"0,3 2-33 16,3-5-8-16,0 0 0 0,0 0 0 0,0 0 95 0,0 0 17 0,0 0 3 0,0 0 1 15,0 0-37-15,0 0-7 0,0 0-2 0,0 0 0 16,0 0-14-16,0 0-4 0,3-5 0 0,0 2 0 15,3-5-26-15,0 3-6 0,0 2 0 0,0-2-1 0,0-3 10 0,0 0 3 16,2 0 0-16,-2 0 0 16,3 3 0-16,0-8 0 0,3 2 0 0,-3-2 0 15,3 0-155-15,-3 2-30 0,3-8-7 16</inkml:trace>
  <inkml:trace contextRef="#ctx0" brushRef="#br0" timeOffset="19310.982">15972 1590 1811 0,'-9'0'37'0,"0"0"11"0,3-2-39 0,0 2-9 0,0 0 0 0,3 0 0 16,3 0 111-16,-6 0 20 15,6 0 4-15,-6 2 1 16,6-2-48-16,0 0-10 0,-6 0-2 0,6 0 0 0,0 0-32 0,0 0-6 16,-3 6-2-16,3-6 0 0,-3 2-14 0,3-2-3 0,0 5-1 0,0 3 0 15,3 0-18-15,0-2 8 0,0 2-8 0,3 0 0 16,0-1 0-16,0-4 0 0,3 8 0 0,-3-3 0 15,3-6 0-15,3 4 0 0,0-4 0 0,-3 4 0 16,3-6 0-16,0 0 0 0,-4 0 0 0,4-6 0 16,0 4 0-16,-3 2 0 0,3-8 0 0,0 2 0 15,-3 4 18-15,-3-9-3 0,3 8-1 0,-3-4 0 16,0-1 9-16,0 2 1 0,-3-2 1 0,3 3 0 16,-3-3 4-16,-3 5 1 0,3-4 0 0,-3 1 0 15,-3-2-10-15,3 3-1 0,-3 2-1 0,-3-5 0 16,3 0-10-16,-3 3-8 0,0 0 12 0,0 2-12 0,-3-2 8 15,0 2-8-15,0 3 0 0,0 0 0 0,-3 0-12 16,0 3-10-16,-3 2-2 0,1-2 0 16,-4 7-180-16,-3-2-36 0</inkml:trace>
  <inkml:trace contextRef="#ctx0" brushRef="#br0" timeOffset="21057.684">17579 3953 1337 0,'0'-10'28'16,"0"10"6"-16,-3-6-34 0,3 1 0 0,0 2 0 0,-3-2 0 15,3 5 109-15,0-3 15 0,-3-5 4 0,3 8 0 16,0 0-52-16,0 0-9 0,0 0-3 0,0 0 0 16,0 0 0-16,0 0 0 0,0 0 0 0,0 0 0 15,-3 8 0-15,3-5 0 0,-3 5 0 0,3 0 0 0,0 0-51 0,3 2-13 0,-3 1 0 0,3 0 0 16,0-1 0-16,0 1 0 0,0 2 0 15,0 6 0 1,0-6 0-16,0 5 0 0,3 1 0 0,-3 5 0 0,0 5 0 0,0 0 0 0,0 0 0 16,-3 5 0-16,3-2 8 0,0 0 0 0,-3-3-8 0,3 0 12 31,-3 0-12-31,3-8 0 0,-3 3 8 0,3 0-8 0,-3 0 0 16,0 2-12-16,3 3 3 0,-3-5 0 0,3 3 9 0,-3 2 0 0,3 0 0 0,-3-3 0 15,3-2 0-15,-3-3 14 0,0-2-3 0,0-1-1 16,3 1-10-16,-3-9 0 0,0 4 0 0,0-1 0 15,0-5 0-15,0 0 0 0,0 0 0 0,3-3 0 16,-3 3 0-16,0-8-14 0,0 0 3 0,0 0 1 16,0 0-105-16,0 0-21 0,0 0-4 0</inkml:trace>
  <inkml:trace contextRef="#ctx0" brushRef="#br0" timeOffset="21599.042">17389 4752 1690 0,'0'0'35'0,"0"0"9"0,0 0-36 0,0 0-8 0,0 0 0 0,0 0 0 15,0 0 81-15,0 0 15 0,0 0 2 0,6 0 1 16,-3 0-28-16,3 0-6 0,-3 3-1 0,3-3 0 16,0 3-51-16,0 2-13 0,-1-5 0 0,1 8 0 15,0-6 18-15,0 4 1 0,0-1 0 0,3 3 0 16,-3 2-19-16,3-2 0 0,0 3 8 0,0-3-8 16,0 3-13-16,0-4-7 0,0 4 0 0,0-3-1 15,0 0 32-15,0-3 6 0,2 3 2 0,-2-3 0 16,0 1-19-16,-3-1 0 0,3 3 0 0,-3-8 0 15,3 3 0-15,-3-1 0 0,0-2 0 0,3 0-9 16,0-2-5-16,0 2-1 0,0-3 0 0,0-2 0 16,0-1 60-16,-4 1 12 0,4 0 3 0,0 0 0 15,0-3-45-15,-3 0-15 0,3-3 9 0,0 0-9 0,0 1 0 16,0-3 0-16,-3-1 0 0,3-1 0 16,0 1-56-16,0-2-17 0,0 1-3 0</inkml:trace>
  <inkml:trace contextRef="#ctx0" brushRef="#br0" timeOffset="23375.623">18219 5218 1150 0,'0'0'24'0,"-3"-5"6"16,0-1-30-16,3 1 0 0,-3 0 0 0,0 2 0 16,3 0 96-16,-3-7 12 0,0 5 4 0,0-1 0 15,3 1-38-15,-3-3-7 0,0 5-2 0,-2-5 0 16,2 1-1-16,0 1 0 0,-3 1 0 0,3-3 0 16,-3 5 0-16,0-5 0 0,3 0 0 0,-6 6 0 15,3-3-13-15,0-1-3 0,0 1-1 0,-3 2 0 16,3-5-24-16,-3 3-5 0,-3 0-1 0,3 2 0 15,-3-2-17-15,0 2 0 0,-2-5 0 0,2 6 0 16,-3-4 55-16,-3 4 7 0,0-4 2 0,0 4 0 16,-3-1-52-16,1 0-12 0,-1 1 0 0,0-1 0 0,3 3-14 0,-3 0-6 0,0 0 0 0,1 0-1 15,2 0 21-15,0 0 0 0,0 0 0 16,-3 3 8-16,0-3-8 0,3 0 12 0,-2 2-12 16,-4 1 12-16,0 0-12 0,3-1 12 0,-3 4-12 0,-2-1 12 15,5 0-12-15,-3 3 10 0,0-2-10 0,0 1 10 16,3-1-10-16,4 4 0 0,-4-4 0 0,3 2 0 31,3-1 0-31,0 1 0 0,0 0 0 0,0-2 0 0,0 2 0 0,1-3 12 0,-1 3-12 0,0-3 12 16,-3 3-12-16,3-3 0 0,-3 1 0 0,-3-1 0 15,3 0 0-15,1 1 0 0,-1 1-12 0,-3-4 12 16,3 5 0-16,-3-3 0 0,3 1 0 16,1 2 0-16,-1-3 0 0,0 3 0 0,3 0 0 0,-3 0 0 15,3 2 0-15,-3-2 0 0,3 0 0 0,-2 0 0 16,2 3 0-16,-3-3 8 0,0 0 2 0,0 2 0 15,0 3-10-15,-3 1 0 0,4 1 0 0,-4 1 0 16,0 3-8-16,3-1-1 0,0 4 0 0,0-1 0 16,3-3 9-16,1 3 0 0,-1-2 0 0,0-1 0 15,3-2 0-15,3 0 0 0,0 0 0 0,0 0 0 16,0 0 0-16,3-3 0 0,0 0 0 0,0 0 0 16,3 1 0-16,-3 2 8 0,3-3-8 0,3 5 11 15,-3-4-11-15,3 1 0 0,0 7 0 0,0-4 0 0,0 6 0 16,0-3 0-16,3 3-12 0,0-3 12 0,0 3 0 15,3-3 0-15,0-2 0 0,0 2 0 0,3-3 0 16,0 1 0-16,3-3 0 0,0 0 0 0,0-1 0 16,3-4 0-16,-3 2 0 0,5 1 0 0,1-4-9 15,0 3 9-15,0 1 0 0,3-4 0 16,-3 3 0-16,3 1-8 0,-1-1 8 0,1 0 0 0,0-2 0 0,-3-1 0 0,3 3-8 16,0-5 8-16,-4 3 0 0,1 0 0 15,3-4 0-15,0 1 0 0,3 0 0 0,3 0 0 16,-4 0 8-16,7-2-8 0,0 1 0 15,0-1 0-15,-1-1-8 0,1 0 8 0,0 1 0 0,-3-1 0 16,0-2 8-16,-1 2-8 0,1-2 0 0,-3-3 0 16,6 2 0-16,-1-2 0 0,-2 3 0 0,6-3 0 15,0-3-13-15,-1 3 4 0,-2 0 9 0,0-2 0 0,0-1 0 0,0 3 0 16,-4-5 0-16,1 2 11 0,3 0-3 0,-3-2 0 16,2 0-8-16,4-1 0 0,0-2 0 0,3 3 0 15,-1-3 0-15,1 0 0 0,0-2 0 0,0 2 0 16,-4-3 0-16,1 1 0 0,0-4 10 0,0 1-10 15,-1 0 0-15,1 2 0 0,3 1 0 0,-4-3 0 16,1 5 12-16,0 0 9 0,-3 0 2 0,-1-3 0 16,-2 3-7-16,-3 0 0 0,0 0-1 0,-3-2 0 15,-3 2-3-15,-1-3-1 0,1 1 0 0,0-1 0 16,0 0 2-16,0 1 1 0,-3-1 0 0,0-2 0 16,0 0-14-16,-4 0 0 0,1-3 0 0,0-3 0 15,0 3 0-15,-3-5 0 0,-3 0 0 0,3 0 0 0,-3 0 25 0,-3-1-1 16,3-1 0-16,-3 2 0 15,0 2-24-15,0 0 8 0,0 4-8 0,-3 1 0 0,3-4 8 16,-3 2-8-16,0 3 0 0,-3-3 8 16,0 3-8-16,0-3 12 0,0 0-12 0,-3 3 12 15,3-3-2-15,-3-3 0 0,-3 1 0 0,0-1 0 0,0 1-1 16,0-3 0-16,0-1 0 0,0 1 0 0,-3 0-9 0,4 2 8 0,-7 1-8 16,3 2 8-16,0 0-8 0,0 3 0 0,0-3 0 15,0 6 8-15,0-4-8 0,0 4 0 16,0-1 0-16,-2 1 0 0,2 2 0 0,-3-8 8 0,0 5-8 0,0 1 0 15,-3-1 0-15,-3-2 0 0,0 2 8 0,1 1-8 16,-4-1 0-16,0 3 0 0,-3-3 0 16,0 4 0-16,1 1 0 0,2-2 0 0,-3 3 0 0,0 2 0 15,3-2-17-15,1 2 1 16,-1 1 0-16,-3 2 0 0,3 0-25 0,-6 2-5 16,1 1-1-16,-1 2 0 15,0 1-121-15,0-1-24 0,1 0-4 0</inkml:trace>
  <inkml:trace contextRef="#ctx0" brushRef="#br0" timeOffset="24396.709">17151 5610 1500 0,'0'0'31'0,"0"0"8"16,0 0-31-16,0 0-8 0,0 0 0 0,0 7 0 15,3-1 60-15,0 2 12 0,0-3 1 0,0 3 1 16,3 0-50-16,-4 2-11 0,4-2-1 0,-3 3-1 16,3 0-11-16,0-1 0 0,-3 3 0 0,3-2 8 15,0 2-8-15,-3 3 0 0,3-3 0 0,-3 3 0 16,3 0 0-16,-3 0 0 0,-3-3 0 0,3 0 0 15,0 1 19-15,-3-4 1 0,3 1 1 0,-3-3 0 16,0 0 28-16,0-3 6 0,0 0 1 0,0-5 0 16,0 0-6-16,0 0-1 0,0 0 0 0,0 0 0 0,-6-5-1 15,0-6-1-15,3 1 0 0,-3-3 0 0,3-3-19 16,-3 0-3-16,3-3-1 0,-3 1 0 16,3 2 5-16,0-3 1 0,0 1 0 0,0-1 0 15,3 1 5-15,0 2 1 0,0-3 0 0,3 1 0 0,0-1-6 0,0 1-1 16,3-1 0-16,0-2 0 0,3 3-5 0,-3-4-2 0,6-1 0 15,-3 1 0-15,3 7-9 0,0-4-1 0,0 3-1 0,0 3 0 16,-1 0-11-16,1 2 10 0,0 6-10 0,-3-6 10 16,3 6-10-16,0 2 8 15,-3 3-8-15,3 0 8 0,-3 3-19 0,3 5-4 0,-3 0-1 16,3 2 0-16,-4 4 16 0,-2 2 0 0,3-1 0 0,-6 4 0 16,0-3 0-16,0 2 0 0,0-2 0 0,-3 0 0 15,-3-3 0 1,0 3 0-16,-3-3 0 0,0 1 0 0,0-1-54 0,0-3-8 0,-2 4-2 0,-1-4 0 15,0 1 52-15,3-3 12 0,0 2 0 0,-3-2 0 16,3-2 0-16,0-1 0 16,0 0 0-16,6-5 0 0,0 0 0 0,0 0 0 0,0 0 0 0,0 0 0 15,0 0 0-15,0 0 0 0,0 0 0 0,0 0 0 16,6-2 0-16,-3-1 0 0,3-2 0 0,3 2 0 16,-3-2 0-16,3 2 0 0,0 0 0 0,0 1 0 15,-1-1 0-15,1 3 0 0,0 0 0 0,0 0 0 16,0 3 0-16,-3-3 0 0,3 2 0 0,-3 1 0 0,0 2 0 15,-3-2 0-15,0 2 0 0,0 1 0 0,0-1 0 16,-3 3 0-16,0 2 0 0,-3-4 0 0,0 2 48 16,-3 2 13-16,0 1 3 0,-3 2 0 0,0 0-52 0,0 0-12 15,-3 3 0-15,0 0 0 0,1 0-12 16,-1 0-6-16,0-3-1 0,0 3 0 0,0 0 19 0,0-3 0 0,0-2 0 16,0 2 0-1,-3-2-10-15,-3-4 2 0,4 1 0 0,-4 0 0 16,0-2-24-16,0-1-4 15,3-2 0-15,0-1-1 0,0-2-38 0,3-2-7 0,3-1-2 0</inkml:trace>
  <inkml:trace contextRef="#ctx0" brushRef="#br0" timeOffset="24670.606">17707 5522 2276 0,'0'-2'48'0,"3"-4"9"0,-3-2-45 0,0 3-12 0,3-3 0 0,-3 5 0 16,0-4 98-16,3-1 18 0,-3 2 3 0,3-2 1 16,-3 3-47-16,3 0-9 0,-3-1-1 0,3 1-1 15,-3 0-28-15,0 5-6 0,0-5 0 0,0 5-1 16,0 0-19-16,0 0-8 0,0 0 8 0,0 0-8 15,0 0 0-15,0 0 0 0,0 0 0 0,0 0-11 16,0 0-77-16,6 5-15 0,0 0-3 0</inkml:trace>
  <inkml:trace contextRef="#ctx0" brushRef="#br0" timeOffset="24892.153">17728 5919 2401 0,'0'0'50'0,"0"0"11"0,0 0-49 16,0 0-12-1,0 0 0-15,0 0 0 0,0 0 104 0,0 0 19 0,0 0 3 0,0-5 1 0,3 0-61 0,-3-1-12 0,3 1-2 16,-3-3-1-16,0 3-30 0,3-1-5 16,-3 1-2-16,0 0 0 0,3 0-14 0,-3-1 9 0,0 1-9 0,0 5 8 15,3-5-8-15,-3 2 0 0,3-2 0 0,0 2 0 16,0-2-108-1,0-1-13-15,0 1-3 0</inkml:trace>
  <inkml:trace contextRef="#ctx0" brushRef="#br0" timeOffset="25314.583">18127 5575 2467 0,'0'0'70'0,"0"0"15"0,-6-5-68 16,0 5-17-16,0-3 0 0,0 3 0 0,6 0 69 0,-6 3 11 15,6-3 1-15,-6 5 1 16,0-2-34-16,0-1-6 0,0 4-2 0,3 2 0 16,-3 0-25-16,1 0-6 0,2-1-1 0,-3 4 0 0,3 0-8 0,-3-1 0 15,3 1 0-15,0 2 0 0,0-2 0 0,0 2 0 16,3-3 0-16,0 4 0 0,0 2 0 15,3-3 0-15,0 0 0 0,0 3 0 0,3-3 0 0,0-2 12 0,3 2 0 16,-4-3 0-16,4 1-12 0,0-6 0 16,3 3 0-16,-3-5 0 0,0 0 0 0,0-3 0 0,3-3 0 0,-3 0 0 15,0-2 8-15,0-3 0 16,0-3 0-16,0 1 0 0,0-1 39 0,-1-2 7 0,1 0 2 0,-3-3 0 16,3 3-45-1,-3 0-11-15,0-1 0 0,-3 6 0 0,0-8 35 0,0 6 5 16,-3-3 0-16,0 2 1 0,-3-2-14 0,0 2-3 0,-3-2-1 0,0 0 0 15,0 0-23-15,0-1-15 0,-3 4 3 0,3-3 0 16,-2 2 2-16,-1 0 1 0,0-2 0 0,-3 5 0 16,0-2-87-16,0 4-16 15,0-2-4-15</inkml:trace>
  <inkml:trace contextRef="#ctx0" brushRef="#br0" timeOffset="26205.181">18038 4141 1892 0,'-9'-13'40'0,"6"7"8"0,3 6-39 0,0-5-9 0,-3 0 0 0,3 5 0 16,0 0 117-16,0-3 22 0,0 3 4 0,0 0 1 16,0 0-73-16,0 0-15 0,0 0-2 0,0 0-1 15,0 0-26-15,0 0-6 0,3 8-1 0,-3 5 0 16,3 1-11-16,0 2-9 0,0 2 12 0,0 6-12 16,0-8 0-16,0 5 0 0,0 0 0 0,3 0 0 15,0-2 0-15,-1-3 0 0,4-3 0 0,-3 0 0 0,3-2-19 16,-3-1-4-16,3-2-1 0,0 0 0 0,-3 0 4 0,3-8 1 15,-3 3 0-15,3-1 0 0,-3-2 19 0,0-2-12 0,0-1 12 16,0-2-10 0,0 2 10-16,-3-2 0 0,3-3 0 0,-3 0 0 0,2 0 0 0,-2 0 0 0,0 0 0 0,-3-2 0 31,3-1 52-31,-3 3 10 0,0-8 2 0,-3 6 0 16,3-4-53-16,0 1-11 0,-3 0 0 15,3 0 0-15,-3 2 14 0,3 6 6 0,0-3 0 0,0 0 1 0,0 8-21 0,0 0 9 0,0 0-9 0,0 0 0 16,0 0-11-16,3 10-9 0,0-2-1 0,0 6-1 15,0-1 22-15,0 0 0 0,3 3 0 16,0-3 0-16,0 0 0 0,3 1 0 0,0-4 0 16,0 3 0-16,3-2 0 0,0-3 0 0,0-5 0 15,0 2 0-15,0 0 0 0,-1-2 0 0,1 0 10 0,-3-3-10 16,3 0 8-16,0-3-8 0,0 0 0 0,-3 1 0 16,0-4 22-1,0 1 1-15,0-3 0 0,-3-3 0 0,0 1 21 0,0 2 4 0,0-8 0 16,0 3 1-16,-4-3-14 0,1 0-3 0,-3 3-1 0,3-8 0 15,0 5-17-15,-3-5-3 0,3 5-1 0,-3-3 0 16,3 3-10-16,-3 3 0 0,0 3 0 0,3 2 0 16,0-6 0-16,0 6-20 0,0 3 3 0,0 3 1 15,3-6-112-15,-3 2-21 0,6 4-5 0</inkml:trace>
  <inkml:trace contextRef="#ctx0" brushRef="#br0" timeOffset="26442.502">18633 4146 1758 0,'0'0'36'0,"0"0"10"0,0 0-37 16,0 0-9-16,3-5 0 0,3 2 0 0,-3 1 118 0,3-4 22 0,0-2 4 0,0 3 0 15,0 0-12 1,3 0-4-16,3-3 0 0,-4 2 0 0,4 1-72 0,3 0-14 0,-3-1-3 0,0 1-1 16,3 3-8-1,-3-4-2-15,3 4 0 0,-3 2 0 0,0-6-17 0,-1 4-11 0,1-1 12 0,-3 3-12 16,3-3 8-16,-3 3-8 0,0 0 0 0,-3 0 0 15,3 0 0-15,0 3 0 0,-3-3-10 16,0 5 10-16,0 1-61 0,-3-6-5 0,0 8-1 0,0-6 0 16,-6 6-187-16,3 0-38 0</inkml:trace>
  <inkml:trace contextRef="#ctx0" brushRef="#br0" timeOffset="26664.461">18719 4353 1554 0,'0'0'65'15,"0"0"-52"1,0 0 112-16,6-3 23 0,-3-5 4 0,3 0 0 16,0 3-44-16,0 0-10 0,3-1-2 0,0 1 0 15,-3-3-14-15,3 3-3 0,0-3-1 0,0 3 0 16,0-1-36-16,0 1-7 0,0-3-2 0,-1 3 0 16,1-1-9-16,-3 1-3 0,3 0 0 0,0 0 0 15,0 2-13-15,0-2-8 0,0-1 8 0,0 1-8 16,0 2 0-16,0-2 0 0,0 0 0 0,-3-1 8 15,3 4-30-15,0-6-6 0,-1 0 0 0,4 0-1 16,-3 3-155-16,3-3-30 0,0 0-6 0</inkml:trace>
  <inkml:trace contextRef="#ctx0" brushRef="#br0" timeOffset="26978.772">19216 3874 1877 0,'0'0'79'16,"0"0"-63"-16,0 0 110 0,0 0 22 0,0 0 5 0,0 0 1 15,0 0-64-15,0-6-13 0,0 6-2 0,0 0-1 16,0 0-25-16,0 0-5 0,0 0 0 0,0 0-1 16,0 0-16-16,0 0-3 0,0 0-1 0,3 8 0 15,-3 0-7-15,3 0 0 0,-3 3-1 0,0-1 0 16,3 1-6-16,-3 2-1 0,0 0 0 0,3 3 0 15,-3-5 4-15,0 7 0 0,0-7 0 0,0 8 0 16,0-9-12-16,0 6 12 0,0 3-12 0,0-1 12 16,0 3-12-16,-3 0 12 0,3 3-12 0,0 3 12 15,-3-4-12-15,3 1 0 0,0 0 9 0,-3 0-9 16,3-6 0-16,0 1 0 0,-3-6 0 0,3 3 8 16,-3-5-56-16,3-1-12 0,-3 1-1 0</inkml:trace>
  <inkml:trace contextRef="#ctx0" brushRef="#br0" timeOffset="32523.853">17005 5273 1018 0,'0'0'21'0,"0"0"5"15,0 0-26-15,0 0 0 0,0 0 0 0,0 0 0 16,0 0 80-16,0 0 10 0,0 0 2 0,0 0 1 16,0 0 21-16,0 0 4 0,0 0 1 0,0 0 0 0,0 0-44 0,-6 0-9 0,6 0-2 0,0 0 0 31,-6 0-29-31,6 0-7 0,-6-2 0 0,6 2-1 16,-3-3-1-16,3 3 0 0,-6-2 0 0,6 2 0 0,-3-3-12 0,-3 0-2 0,3 1-1 0,-3-4 0 31,3 4 13-31,-3-4 2 0,3 1 1 0,0 0 0 0,-3-3-8 0,3 3-2 0,0-1 0 0,-3 1 0 15,0-3 1-15,3 0 0 0,-2 0 0 0,-1 0 0 16,3 0-5-16,-3-2-1 0,0-1 0 0,0-2 0 16,0 0-12-16,0-3 11 0,0 0-11 0,3 0 10 15,-3-2-10-15,3-1 0 0,0-2 0 0,-3 0 8 16,3 2-8-16,0 1 0 0,0-1 0 0,0 1 0 16,0-1 0-1,0 1 0-15,3-1 0 0,-3 0 0 0,0-2 0 0,3 0 0 0,0 0 0 0,0 0 0 16,-3-3 0-16,3 0 0 0,0-2 0 0,0-1 0 15,0 3 0 1,0 1 0-16,0 1 0 0,0-4 0 0,0 7 0 0,0 1 0 0,0-1 0 0,0 4 0 16,0 1 0-16,3-4 0 0,-3 2 0 0,0 0 0 15,3 0 0-15,0 0 0 0,0 3 0 0,0-8 0 16,0 5 0-16,0-3 12 0,3 1-12 0,-3-1 12 16,3 1 0-16,-3-1 0 0,3 1 0 0,0-1 0 15,3 3 1-15,-3-2 1 0,3 5 0 0,-3-3 0 16,0 0-4-16,0 5-1 0,-1-2 0 0,1 3 0 15,-3-6-9-15,3 5 0 0,0 1 9 0,-3 2-9 16,3-3 0-16,-3 0 0 0,0 4 0 0,0-1 8 16,0-3-8-16,0 3 0 0,0 0 0 0,0 0 0 15,0 6 0-15,-3-6 0 0,3 2 0 0,-3 6 8 0,0-5-8 16,0 5 0-16,0 0 0 0,0 0 0 0,0 0 0 0,0 0 0 0,0 0 0 16,0 0 0-16,0 0 0 0,0 0-8 0,0 0 8 15,0 0-12 1,0 0-1-16,0 0-1 0,0 0 0 0,0 0 0 0,0 0 1 0,0 0 0 0,0 0 0 15,0 0 0-15,0 0 2 0,0 0 1 0,0 0 0 0,0 0 0 32,-3 5-9-32,3-5-1 0,0 0-1 0,-6 6 0 0,6-6 21 0,-3 2 0 0,3-2 0 0,0 0 0 15,0 0 0-15,-6 6-11 0,6-6 11 16,0 0-8-16,-6 0 8 0,6 0 0 0,-6 0 0 0,6 0 0 16,-9 2 0-16,3 3 0 0,6-5 0 0,-6 0-8 15,0 3 8-15,1 2 0 0,-1-2 0 0,0 2 0 16,0 1 0-16,-3 2 0 0,3-6 0 0,-3 4 0 15,0-1-12-15,0 3 4 0,0-3 0 0,0 6 0 16,-3-9-8-16,3 6-2 0,-3 0 0 0,0 3 0 16,1-3-10-16,-1 0-3 0,0 2 0 0,3 1 0 15,-3-3 31-15,3-3 13 0,0 3-1 0,3-3 0 16,-3 6-12-16,3-9 0 0,3 4 0 0,-3-4 0 16,6-2 0-16,0 0 0 0,0 0 0 0,0 0 0 15,0 0 0-15,0 0 0 0,0 0 0 0,0 0 0 16,0-2 0-16,3-4 0 0,-3-1 0 0,3 1 0 15,0-2 0-15,0 0 0 0,3 0 0 0,-3 0 0 16,3 1 0-16,3-1 0 0,-3 0 0 0,3-3 0 16,0 3-12-16,3 0 2 0,-3-2 0 0,6 2 0 15,-4-3 10-15,1 3 0 0,3 0 0 0,0-2 0 0,-3 2 0 16,3-3 0-16,0 1 0 0,0-1 0 16,-3 3 49-16,0-3 12 0,-1 3 3 0,-2 1 0 15,0-1-52-15,0 2-12 0,-3-2 0 0,0 3 0 0,0 0 30 16,0-1 3-16,0 1 1 0,-3 3 0 0,-3 2-4 15,0 0-1-15,0 0 0 0,0 0 0 0,0 0-29 0,6 2 8 0,-3 1-8 0,0 2 0 16,0 0 0 0,0 3 0-16,0 0 0 0,-3-2 0 15,3 2 34-15,0-1 4 0,0 4 1 0,-3-3 0 0,3 0-39 0,0 3 0 0,0-1 0 16,-3 1 0-16,3-3 0 0,0 0 0 0,-3 0 0 0,3-1 8 16,-3 1-8-16,3 0 11 0,0 0-11 0,-3-2 12 15,2 1 5-15,1-1 2 16,0 2 0-16,3 0 0 15,-3-6-67-15,3 4-12 0,-3-1-4 0</inkml:trace>
  <inkml:trace contextRef="#ctx0" brushRef="#br0" timeOffset="33578.255">16189 5112 1579 0,'-12'-11'32'0,"12"11"10"0,-6-2-34 0,3-3-8 0,-3-3 0 0,3 5 0 16,0 0 139-16,0-5 25 0,1 3 6 0,2 5 1 16,0 0-71-16,0 0-13 0,-3-5-3 0,3 5-1 15,0 0-35-15,0 0-6 0,0 0-2 0,-6 5 0 16,3 3-25-16,0 3-6 0,0-1-1 16,3 3 0-16,0 1-8 0,0-1 0 0,3 5 0 0,0-4 0 15,0-1 0-15,0 3 0 0,3-3-12 0,-4 0 12 31,4-2-34-31,0 2 1 0,3-2 0 0,-3-3 0 16,0-3-31-16,3 0-5 0,-3 0-2 0,3-2 0 0,0 0 6 0,0-3 1 0,0-3 0 16,0 3 0-16,0-5 64 0,0 2 0 0,-3-2 8 0,0 0 1 15,-1-1-9-15,-2 4 8 0,0-9-8 0,0 6 8 16,-3-3 20-16,0 0 3 0,-3 3 1 0,0-3 0 16,0 0 16-16,1 2 4 0,-4-2 1 0,3 3 0 15,-3-3-17-15,3 3-3 0,-3-3-1 0,0 3 0 16,3 2-32-16,0 0 0 0,3 3 0 0,0 0 0 15,0 0 0-15,0 0 0 0,0 0 0 0,0 0 0 16,0 0 0-16,-3 6 0 0,6 2 0 0,-3 0 0 16,3-3 0-16,3 5 0 0,0-7 10 0,0 5-10 15,3-3 0-15,-1 1 0 0,1-1 0 0,0-2 0 16,0-1-33-16,3-2 1 0,-3 0 0 0,0 0 0 0,0-2 32 16,0-1-8-16,0-2 8 0,-3-1 0 15,3 1 0-15,-3-3 9 0,0 0-1 0,-3 0 0 0,0-2 25 0,0-1 5 0,0-2 1 16,-3 0 0-1,0-1 9-15,0-4 1 0,-3 2 1 0,3-3 0 16,0 1-50-16,-3-1-17 0,3 1 0 0,0-1 0 16,0 6 17-16,0-5 0 0,0 4 0 0,0 1 0 15,3 3-40-15,-3-1-5 0,3 3-1 0</inkml:trace>
  <inkml:trace contextRef="#ctx0" brushRef="#br0" timeOffset="33843.98">16472 5051 1728 0,'0'0'36'0,"0"0"8"0,0 0-35 16,0-8-9-16,0 0 0 0,0 3 0 0,3 0 73 0,0-1 13 0,0 1 2 0,3-5 1 15,-3 4-20-15,3-2-4 0,0 0-1 0,0 3 0 16,0-3-33-16,0 3-7 0,0 0-2 0,0-3 0 16,-4 2-22-16,4 4 8 0,0-1-8 0,-3-2 0 15,0 2-9-15,0 0-7 0,3 3 0 0,-6 0-1 16,0 0-121-16,0 0-24 16,3 3-5-16</inkml:trace>
  <inkml:trace contextRef="#ctx0" brushRef="#br0" timeOffset="34035.732">16532 5123 1538 0,'0'0'32'0,"0"0"8"0,0 0-32 0,0 0-8 0,0 0 0 0,0 0 0 16,0-6 92-16,0 1 16 0,2 0 4 0,-2 2 1 0,3-2-37 0,-3 0-8 15,3-1-2-15,0 1 0 0,-3 2-32 0,3-5-6 0,0 3-2 0,-3 0 0 16,3-3-15-16,0 5-3 0,0-5-8 15,3 0 12-15,-3 0-12 16,3 0-12-16,0 3 3 0</inkml:trace>
  <inkml:trace contextRef="#ctx0" brushRef="#br0" timeOffset="34427.155">16633 4784 1579 0,'0'0'32'0,"-6"3"10"0,6-3-34 0,-6 2-8 0,6-2 0 0,-6 3 0 16,6-3 104-16,0 0 20 0,-3 3 3 0,3-3 1 15,-6 5-65-15,6-5-13 0,-3 5-2 0,3 0-1 16,0-5-27-16,-3 8-4 0,0-2-2 0,3-1 0 16,0 3-14-16,0-5 8 0,0 2-8 0,3 0 0 15,-3 0 0-15,0 3 0 0,3-2 0 0,-3-1 0 0,3 0 0 16,0 1 0-16,0-4 0 0,3 3 0 0,-3-2 0 15,0 0 0-15,3-1 0 0,0 1 0 0,-3 0 13 16,3-3-3-16,0 0-1 0,0 0 0 16,-3 0-9-16,2-3 0 0,1 0 0 0,0 1 0 0,-3-4 0 0,3 4-11 0,-3-1 1 0,3-2 0 31,-3 0 30-31,0 2 5 0,0-5 2 16,0 0 0-16,-3 3-6 0,0-1-1 0,0 1 0 0,0 0 0 15,0-3-2-15,-3 0-1 0,0 3 0 0,0-1 0 0,0-2-17 16,-3 1 0-16,0 1 0 0,0-2 0 0,-3 3 0 15,1 2 0-15,2 1 0 0,-3-6 0 16,0 8 0-16,3 0 0 0,-3-5 0 16</inkml:trace>
  <inkml:trace contextRef="#ctx0" brushRef="#br0" timeOffset="35744.641">17746 6377 1402 0,'0'0'29'0,"0"0"7"0,0 0-36 0,0 0 0 0,0 0 0 0,0 0 0 15,0 0 124 1,0 0 17-16,-3 5 4 0,-3 3 1 0,3-3-59 0,0 3-12 15,0 0-3-15,0 3 0 0,0-1-40 0,3 4-9 0,-3-1-2 0,3 0 0 32,-3 0 35-32,3 3 6 0,0 0 2 0,-3 0 0 0,3 5-43 0,0 0-8 0,0 3-1 0,0 5-1 15,0-2-11-15,-3 4-16 0,3-1 4 0,0 4 1 16,0-2 27-16,-3-1 6 0,3-1 1 0,0 1 0 16,0 4-37-16,-3-4-7 0,3 4-2 0,-3 2 0 15,3-3 41-15,0 1 8 0,-3-1 2 0,3 0 0 16,-3-2-28-16,0-3 0 0,3 0 8 0,-3 1-8 15,0-7 0-15,3 1 0 0,0 0 9 0,-3 2-9 16,3-4 8-16,0-1-8 0,-3 3 10 0,3-3-10 16,-2-3 8-16,2 1-8 0,0-3 0 0,-3 2 9 15,3-5-9-15,0 1 0 0,0-6 0 0,0 2 0 16,3-5 0-16,-3 1 0 0,0-1 0 0,0-5 0 16,0 0-50-16,0 0-6 0,0 0 0 0,0 0-1 15,0 0-148-15,0 0-30 0</inkml:trace>
  <inkml:trace contextRef="#ctx0" brushRef="#br0" timeOffset="36373.332">17413 7462 1792 0,'-3'-6'51'0,"0"4"10"16,0-4-49-16,3 6-12 0,-3-5 0 0,3 0 0 15,0 5 104-15,-3-5 19 0,3 5 3 0,0-6 1 16,0 6-50-16,3-2-9 0,0-4-3 0,-3 6 0 15,0 0-1-15,3 0 0 0,3 0 0 0,0 0 0 16,0 6-51-16,-1-4-13 0,1 4 0 0,3 2 0 16,-3-1 0-16,3 7 8 15,0-1-8-15,0 0 0 0,0 3 0 0,0 0 8 0,0 0-8 0,3 0 0 0,0 0 0 0,-3-3 0 0,3 0 0 16,-1-2 0-16,-2 2-24 16,3-5 3-16,0 2 0 0,-3 1 0 0,3-3 9 0,0-3 1 0,-3 3 1 15,3-5 0-15,-3 2 10 0,0-5 0 0,0 0 0 16,-1 0 0-16,1-3 0 0,0 1 9 0,0-4-1 0,0 1-8 15,-3 0 24 1,3-3-3-16,0 0 0 0,-3 0 0 0,3 0-5 0,0-2 0 0,0-1-1 16,-3 0 0-16,3-2-6 15,0 0-1-15,-1-3 0 0,1 0 0 0,0 0-23 0,0 0-5 16,0 3 0-16,0-3-1 0,0 6-4 16,0-4-1-16,0 4 0 0,0-1 0 0,0 3-186 0,0 0-38 0</inkml:trace>
  <inkml:trace contextRef="#ctx0" brushRef="#br0" timeOffset="37303.793">18172 6739 2198 0,'0'0'62'0,"0"0"14"0,0 0-60 0,0 0-16 0,0 0 0 0,0 0 0 16,-3-2 69-16,3 2 11 0,0 0 3 0,0 0 0 16,0 0-15-16,0 0-4 0,-6 5 0 0,3 0 0 0,0 6-51 0,0-1-13 15,3 6 0-15,0-2 0 16,0 1 0-16,0 1 0 0,3 3 0 0,0-3 0 0,-3 0 0 0,3-3 0 0,0 3 0 0,0-3 0 31,0-2-48-31,3 2-13 0,-3-3-3 0,0 1 0 16,2-3 32-16,-2 0 7 0,3-3 1 0,0-2 0 15,-3-1-13-15,3 1-3 0,0-6 0 0,0 1 0 16,0-1 40-16,0-2 0 0,0-3 0 0,3 0 0 0,-3 0 44 16,0 0 16-16,3 0 3 0,-3-2 1 0,0 2-52 0,0 0-12 15,0-3 0-15,-3 3 0 0,3-2 54 0,-3 2 8 16,0-3 2-16,-3 3 0 0,3 0-52 0,-3 0-12 0,2 3 0 0,-2 0 0 16,0 5 0-16,0 0 0 0,0 0 0 0,0 0 0 15,0 0 0-15,0 0 0 0,0 0 0 0,3 8 0 31,0-3 0-31,0 3 0 0,3 2 0 0,-3-2 0 0,6 3 0 0,-3-3 0 0,6 0 0 0,-3 0 0 16,3 0 0-16,-3-3 0 0,3 0 0 0,-3 1 0 16,3-4-14-16,-3 3-6 0,2-2 0 0,1 0-1 15,-3-3 21-15,3 0 0 0,-3-3 0 0,0 0 0 16,0 1 15-16,0-3 4 0,-3-3 1 16,3 5 0-16,-3-5 10 0,0-3 2 0,0 3 1 0,0-2 0 15,0-1-1-15,-3 1-1 0,3-4 0 0,-4 1 0 16,1 0-31-16,3 0 0 0,-3-3 0 0,3 3 0 15,-3-3 0-15,0 3 0 0,3-3 0 0,-3 2 0 16,0 1 0-16,3 0 0 0,0 2 0 0,-3 3 0 16,3 1-148-16,-3 1-35 0,3 1-7 0</inkml:trace>
  <inkml:trace contextRef="#ctx0" brushRef="#br0" timeOffset="37530.188">18681 6813 1592 0,'0'0'67'15,"6"0"-54"1,0 0 96-16,-1-2 19 0,1-1 4 0,3 1 1 0,0-4-32 0,0 4-6 0,3-4-2 0,0 4 0 16,-3-4-28-16,3-2-5 0,3 3-2 0,-3-3 0 15,-3 3-26-15,3-3-6 0,-4 3-1 0,4-3 0 16,-3 2-13-16,0 1-4 0,3 2 0 0,-6-2 0 16,3 3-8-1,-3 2 0-15,0-3 0 0,0 3 0 16,0 3-52-16,-3-3-8 0,0 2-3 0,-3-2 0 0,0 5-103 15,0 3-21-15,-3 3-4 0</inkml:trace>
  <inkml:trace contextRef="#ctx0" brushRef="#br0" timeOffset="37720.948">18752 6938 1792 0,'-6'0'51'0,"3"2"10"0,3-2-49 0,0 0-12 0,0 0 0 0,0 0 0 15,0 0 54-15,0 0 8 0,0 0 2 0,0 0 0 16,3-2 51-16,3-3 10 0,0-1 3 0,0 4 0 15,3-4-52-15,0 4-9 0,3-4-3 0,-3 4 0 16,3-4-51-16,-3 1-13 0,2 0 0 0,4 0 0 16,-3-3 0-16,0 2 0 0,0-2 0 0,3 0 0 15,-3 0 0-15,0 1 0 0,-3-4 0 0,3 0 0 16,-1 1-100-16,1-1-22 0,0-2-5 0</inkml:trace>
  <inkml:trace contextRef="#ctx0" brushRef="#br0" timeOffset="38003.157">19160 6517 2066 0,'-6'-13'43'0,"3"10"10"0,0-2-42 0,0 2-11 0,3 3 0 0,0-5 0 15,-3 0 104-15,3 5 20 0,-3-6 3 0,3 6 1 16,0 0-52-16,0 0-9 0,0 0-3 0,0 0 0 16,0 0 0-16,0 0 0 0,0 0 0 0,0 0 0 15,0 0 0-15,0 0 0 0,0 0 0 0,0 0 0 16,0 0-51-16,0 0-13 0,0 6 0 0,-3 2 0 15,3 2 0-15,0-2 0 0,3 3 0 0,-3 2 0 16,0 3 0-16,3 2 0 0,0 4 0 0,0-1 0 16,0 3 0-1,0-3 0-15,0 2 0 16,0 1 0-16,0-3 0 0,0-2 0 0,0 0 0 0,0-1 0 0,0-2 0 0,0 0 0 0,0-3 0 16,0 0 0-16,0 0 0 0,0-2 0 0,0 0 0 0,0 2 0 15,3-3-156-15,-3-2-35 16,-1 6-6-16</inkml:trace>
  <inkml:trace contextRef="#ctx0" brushRef="#br0" timeOffset="42351.589">18413 7935 1586 0,'0'0'44'0,"-6"-5"12"0,3 2-45 0,-3 1-11 0,0-1 0 0,-3 0 0 0,0 1 69 0,0-1 12 0,-3 1 3 16,3-1 0-16,-3 0-18 0,0 1-3 0,1-4-1 0,-4 4 0 15,3-1-16-15,0 0-3 0,-3-2-1 0,3 2 0 16,0-2-8-16,0 0-2 0,3 0 0 0,-3-1 0 16,3 1-2-16,-2-3-1 0,2 3 0 0,-3-1 0 15,0 1 7-15,-3-3 2 0,3 0 0 0,-3 0 0 16,0 3-11-16,-3-3-3 0,1 0 0 0,-1 3 0 16,-3-3-3-16,0 5-1 0,0 1 0 0,-3-1 0 15,-2 3-32-15,5 0-6 0,-3 0-2 0,0 0 0 16,0 3 48-16,1-1 8 0,2 1 3 0,-3-3 0 15,0 3-39-15,-3-1 0 0,-3-2 0 0,1 3 0 16,-1 0 0-16,0-1 0 0,-3 3 0 0,1 1 0 16,-1 2 20-16,3 0 7 0,0 2 1 0,1 1 0 15,-1 2-28-15,-3-2 0 0,3 2 0 0,-2 0 0 0,-1 0-12 16,-3 3-7-16,3-3-1 0,-2 3-1 0,5 0 33 0,-3 0 8 16,6 0 0-16,-2 0 1 0,2 0-30 15,0 0-7-15,0-1 0 0,1 1-1 0,2 0 17 0,-3-3 0 0,3 3 0 0,-3 0 0 31,3 0 0-31,1 0 0 0,-1 2 0 0,0 4 0 0,0-1 10 0,6 0 6 0,-2 5 0 16,-1 1 1-16,6-3-29 0,0-1-5 0,0 4-2 16,0-3 0-16,3 0 19 15,0-1 0-15,3 1 0 0,-2 3 0 0,2-4 0 0,0 1 0 0,0 0 0 0,0 3 0 16,3-1-9-16,0 0 9 0,3 1 0 0,3 2-9 16,0-2 9-16,0-1 0 0,3-2 0 0,0 0 0 15,3-1-11-15,0 1 11 0,0 0-13 0,3-3 5 16,0 0 8-16,0 1 0 0,-4-1 0 0,4 0-8 15,0 0 8-15,-3-2 0 0,6-1-9 0,-3 3 9 16,0-2-27 0,3 2-1-16,0-3 0 0,0 4 0 0,3-4 28 0,0-2 0 0,2 0 0 0,-2 0 0 15,3-3 11-15,0 0 7 0,3-2 2 0,-3-1 0 32,3 1-20-32,-1 0 0 0,4-3 0 0,-3 2 0 0,0-2 0 0,0-3 0 0,0 3 0 0,2 0 0 15,1-3-15-15,0 1-3 0,6-4-1 0,-3 4 0 16,2-4 29-16,4 1 6 0,3 0 0 0,-4-3 1 15,4 2-17-15,-3-2 0 0,3 3 0 0,-1-3 0 0,-2 0-10 16,3 0-6-16,0-3 0 0,-1 1-1 0,1 2 27 16,3-3 6-16,-1 0 0 0,1 1 1 0,-3-1-27 0,-3-2-6 15,-1-1 0-15,4 1-1 16,-6 0 17-16,3 0 0 0,-4 2 0 0,4-2 0 16,0-1 0-16,-3-2 0 0,2 3 0 0,-2-3 0 15,-3 0 21-15,0 0 8 0,2 0 2 0,-5 0 0 16,0-2-50-16,-3 2-9 0,3-3-3 0,-3 1 0 15,-1-1 76-15,4 1 15 0,-3-4 4 0,3 1 0 0,0-3-52 16,-4 3-12-16,4-3 0 0,0 3 0 16,-3-3 0-16,0 0 0 0,3 0 0 0,-7 0 0 0,4 3 23 0,-3-3 1 15,0-2 1-15,0 2 0 0,-3 0-9 0,0-2-1 0,-1-1-1 0,1-2 0 16,0 2 2-16,-3-2 1 0,0 3 0 0,3-6 0 16,-3 3-7-16,0-6-2 0,0 1 0 15,0 2 0-15,-3-3 7 16,-1 4 1-16,1-1 0 0,-3 3 0 0,0-1-26 0,0 4-5 0,0-1-1 0,-3 1 0 15,0 2 64-15,0 0 13 0,0 0 3 0,-3 0 0 16,0-2-52-16,3 5-12 0,-3-6 0 0,-3 3 0 16,3 0 0-16,-3-5 0 0,3 3 0 0,-3-3 0 15,0 2 0-15,0-2 0 0,-3 0 0 0,3 2 0 16,0 1 0-16,-3-1 0 0,0 3 0 0,0 0 0 16,0 0 0-16,1 3-8 0,-1 0 8 0,-3 0-13 15,0 0 13-15,0 2 0 0,-3 0 0 16,3-2 0-16,-3 3 0 0,0-1 0 0,0 0 0 0,0 1 0 15,-3 2 8-15,-2-3-8 0,-1 3 0 0,0 0 0 16,-3 0 0-16,0 1 0 0,0-1 0 0,-2 2 0 16,-1-2 0-16,0 0 8 0,0 3-8 0,0-3 0 15,3 0-44-15,1 3-16 0,-1 0-4 0,0-1 0 16,0 4-18-16,0-4-4 0,3 4-1 0,-5-1 0 16,2 3-138-16,-6 0-28 15</inkml:trace>
  <inkml:trace contextRef="#ctx0" brushRef="#br0" timeOffset="43000.076">17118 8539 1690 0,'0'0'35'0,"0"-6"9"0,0 1-36 0,3 0-8 0,-3-1 0 0,0 1 0 0,0 0 115 0,0 5 21 0,-3-5 4 0,3-1 0 32,-3 1-32-32,0 2-6 0,0-2-2 0,0 5 0 0,-3-3-35 0,0-2-7 0,0 5-2 15,0-3 0-15,-3 3 2 0,3 3 0 0,-3-3 0 0,-3 3 0 16,4 2-58-16,-1 0-16 0,-3 1 0 16,3 2-1-16,-3 0 17 0,3 2 0 0,-3 1 0 0,3-1 0 15,0 4 0-15,0 1 0 0,0-1 0 16,0 1 0-16,3 1 0 0,0 3 0 0,1-1 0 15,2 4 0-15,0-1 0 0,3-3-8 0,0 1 8 16,0 2 0-16,3-5-12 0,0-3 4 0,2 3 8 0,1-5-13 16,3 2 5-16,-3-5 8 0,3 0-13 15,0 0 5-15,0-3-18 0,0-2-3 0,3-1-1 0,0 1 0 16,0-3 30-16,0 0 0 0,3-3 0 0,-4 3 0 16,4-5 0-16,0 0 0 0,0-1 0 0,0 1 0 15,0-6-155-15,0 1-25 0,0-1-4 0</inkml:trace>
  <inkml:trace contextRef="#ctx0" brushRef="#br0" timeOffset="43193.266">17365 8480 2030 0,'0'-5'57'0,"-3"0"14"0,3-3-57 0,0 3-14 0,0-1 0 15,0 1 0-15,0 5 105 16,0-5 19-16,0 5 3 0,0-6 1 15,0 6-52-15,0 0-9 0,0 0-3 0,0 0 0 16,0-5-8-16,0 5-3 0,0 0 0 0,0 0 0 0,0 0-53 0,3-5 0 0,-3 5 0 16,0 0-8-16,0 0-84 15,0 0-16-15,3-3-3 0</inkml:trace>
  <inkml:trace contextRef="#ctx0" brushRef="#br0" timeOffset="43418.727">17413 8793 2452 0,'0'0'69'0,"0"0"16"0,0 0-68 0,0 0-17 0,0 0 0 0,0 0 0 16,0 0 118-16,0 0 20 0,0 0 4 0,0 0 1 16,0 0-115-16,0 0-28 0,0 0 0 0,0 0 0 15,0 0 24-15,0 0 0 0,0 0-1 0,0 0 0 16,0 0-23-16,0 0-13 0,0 0 1 0,0 0 1 15,0-6-154-15,3 1-31 0,-3 0-7 0</inkml:trace>
  <inkml:trace contextRef="#ctx0" brushRef="#br0" timeOffset="44385.304">17850 8335 1824 0,'0'0'38'0,"0"0"8"0,0 0-37 0,0 0-9 0,-6-3 0 16,6 3 0-16,0 0 121 0,-6 0 23 0,-3 0 4 0,3 3 0 16,0 2-84-16,3 0-16 0,-3 1-4 0,1 2-1 15,2 0 17-15,0 2 3 0,-3 1 1 0,3 2 0 16,0 3-53-16,-3 0-11 0,3 0 0 0,0 2 0 15,0-2 0-15,0 3 0 0,0-1 0 0,3 1 0 16,-3-1 0-16,3 1 0 0,3-1 0 0,-3 1 0 16,3-1 0-16,-3 1 0 0,3-3 0 0,3 2 0 15,0-5 0-15,0 3 0 0,3-2 0 0,0-4 0 16,-1-2 0-16,4 0 0 0,0 0 0 0,0-3 0 16,0-2 0-16,3-3 0 0,0-3 0 0,0 1 0 0,0-4 0 15,-1-2-16-15,4 0 4 0,0-2 0 16,0-3 12-16,-3-1 0 0,3-2 0 0,-3 3 0 15,0-3 23-15,-1 0-3 0,-2 3 0 0,0-3 0 0,0 0 14 0,-3 1 2 16,-3-4 1-16,0 3 0 16,0-2 7-16,-6 2 0 0,3-3 1 0,-6 3 0 0,0-2-13 15,0 2-2-15,-6 0-1 0,0 0 0 0,0 0-15 0,0 3-3 0,-3 0-1 16,-3 2 0-16,-2 1-10 16,-1-1 0-16,-3 6 9 0,0 0-9 0,0-1-9 0,-3 4-7 15,4 2 0-15,-4 2-1 16,3 4-132-16,3-1-27 0,-3 0-4 0</inkml:trace>
  <inkml:trace contextRef="#ctx0" brushRef="#br0" timeOffset="48671.992">16838 8070 667 0,'0'0'13'0,"0"0"6"0,0 0-19 0,0 0 0 0,0 0 0 0,0 0 0 16,0 0 22-16,0 0 1 0,0 0 0 0,0 0 0 16,0 0 20-16,0 0 4 0,0 0 1 0,0 0 0 15,0 0 16-15,0 0 4 0,0 0 1 0,0 0 0 16,0 0-4-16,0 0-1 0,0 0 0 0,0 0 0 15,0 0-22-15,-6 6-5 0,6-6-1 0,-9 2 0 16,9-2 24-16,0 0 5 0,-3 3 1 0,3-3 0 16,-6 3-18-16,6-3-3 0,0 0-1 0,-6 2 0 15,6-2-8-15,-6 3-3 0,3-3 0 0,3 0 0 16,-6 2-8-16,1-2-1 0,5 0-1 0,-6 3 0 16,0-3-3-16,0 3-1 0,0-3 0 0,0 0 0 15,0 0-2-15,0 0 0 0,0 0 0 0,0-3 0 16,-3 3-17-16,3-3-12 0,0 3 1 0,-3-2 1 15,0-1 46-15,0 1 8 0,0 2 3 0,-3-3 0 0,4 0-27 16,-4 1-6-16,3-4-1 0,-3 4 0 0,0-4-13 16,-3 1 8-16,3 0-8 0,0-1 0 15,-6 1 0-15,3-3 0 0,-2 3 0 0,-4 0 0 16,3-3 8-16,-3 2-8 0,0-2 0 0,0-2 0 16,1-1 0-16,-4 1 0 0,0-1 0 15,-3-2 0-15,6 0 0 0,-3-1 0 0,4-1 0 0,-4 1 0 0,3 1 0 0,0-3 0 0,0 3 0 0,3 0 0 16,-2-3 0-16,-1 3 9 0,0-1-9 0,-3-1 8 15,6 1 0-15,-3-2 0 0,1 1 0 0,-1-1 0 16,3 0 3-16,0 0 0 0,0 0 0 0,0-2 0 16,3-1-2-16,4-2 0 0,-4 0 0 15,3 0 0-15,0-3 0 0,3 3 0 16,0-3 0-16,-3-3 0 0,6 3 2 0,-3 3 0 0,3-2 0 16,0-1 0-16,0 3-3 0,0-1-8 0,0-1 12 0,0 1-4 15,1-1 1-15,-1-1 0 0,0 0 0 0,0-3 0 16,0 1-9-16,0-3 0 0,0 0 0 15,-3 0-11-15,0 2 23 0,0 1 4 0,0-3 0 16,0 2 1-16,0 1-9 0,-3 2-8 0,0-3 12 0,1 1-12 16,2 0 9-16,-3-1-9 0,0-2 0 0,0 0 9 15,3 2-9-15,0-2 0 0,0-2 9 0,-3 1-9 16,3 4 0-16,0 0 0 0,3 2 0 0,-3-3 8 16,0 3-8-16,4 1 0 0,-1-1 8 0,0 0-8 15,3-5 0-15,-3 2 0 0,3-4 0 16,0-1 0-16,0 3 0 0,0-3 0 0,3 0 0 0,0 3 8 15,-3 0-34-15,3 3-6 0,3 2-2 0,-3 0 0 16,0 0 54-16,0 0 12 0,3 1 1 0,0-4 1 16,0 1-3-16,0-1-1 0,0-5 0 0,0 3 0 15,0 0-30-15,3 3 0 0,0-3 0 0,-1 5 0 16,-2 0 0-16,3 0-21 0,0 8 3 0,0-7 1 0,-3 1 17 16,3 1 0-16,0 0 0 0,-3-3 0 0,3 0 0 15,-3 1 0-15,3-4-8 0,0 1 8 0,-3-1 0 0,3-2 0 0,0 0 0 16,-3 3 0-16,3 2 0 15,0 0 0-15,0 3 0 0,0-3 0 0,0 3 0 0,0 0 0 0,3-3 0 16,-4 0 0 0,4 0 0-16,-3-2 0 0,3 2 0 0,0-5 0 0,-3 5-9 15,3-2 9-15,-3-4-13 0,3 7 5 0,-3-1 8 0,3 0 0 16,0 0 0-16,-3 6 0 0,3-4 0 0,-3 4 0 0,3-6 0 0,-3 6 0 16,2-4 19-16,1 4 5 0,-3-1 2 0,3-2 0 15,0-3-41-15,0 1-8 0,3-1-1 0,0 3-1 16,-3-6 40-16,3 6 8 0,0-3 1 0,-3 3 1 15,3 2-41 1,-1 1-8-16,-2 2-1 0,3 0-1 0,0 3 26 0,0 0 0 0,-3-3 0 0,3 5 0 16,0-5 0-16,0 3 0 0,-3-3 0 0,3 3 0 15,-1-3 0-15,1 0 0 0,0-2 0 0,0 2-8 16,-3 0 8-16,3-2 0 0,-3-1 0 0,3 0 0 16,-3 1 0-16,0-1 0 0,0 1 0 0,3 2 0 15,-4 3 0-15,4-6 0 0,-3 3 0 0,0 3 0 16,3 3 20-16,-3-6 5 0,3 2 2 0,0 7 0 15,-3-7-27-15,0 4 0 0,3-1 0 0,0 1 0 16,-3-1-17-16,2 3-9 16,-2-3-2-16,3 4 0 0,-3-1 28 0,0 0 0 0,0 2 0 0,0-2 0 15,0-2 0-15,0 5 0 0,-3-3 0 0,3 2 0 0,-3 1 0 16,0-3 0-16,-3 3 0 0,3-1 0 16,-3 4 0-16,2-3 0 0,-2-1 0 0,0 6 0 0,0-8 0 0,-3 3 0 15,6 2 0-15,-6 1 0 0,3-4 0 0,0 4 0 16,0-1 0-16,0 3 0 15,0-8 0-15,0 8 0 16,0-8 0-16,0 8 0 0,-3 0 0 0,0-8 0 0,3 6 0 0,-3 2 0 0,3-6 0 0,-3 6 0 0,0 0 0 0,0 0 0 16,0-2 0-16,0 2 0 0,0 0 0 0,0 0 0 15,0 0 0-15,0 0 0 0,-3-3 0 0,3 3 0 16,-3-5-9-16,3 5 9 0,-6-3-10 0,-3 3 10 16,3 0 0-16,0 0 0 15,-3 0-8-15,4 0 8 0,-4 0-9 0,0 0 1 0,0 0 0 16,-3 0 0-16,0 3 8 0,-3-3 0 0,3 5-9 0,-3-5 9 15,0 3-20-15,0-1 1 0,1 4 0 0,-1-4 0 16,0 6 19-16,0-5 0 0,0 2 0 0,0-2 0 16,3 2 0-16,0-2 0 15,0-1 0-15,4 4 0 0,-4-4 0 0,3 6 14 0,0-5-2 0,3 2-1 16,-3-5-11-16,3 3 0 0,6-3 0 0,-6 3 0 16,6-3 0-16,-9 2 0 0,9-2 0 0,0 0 0 15,0 0 0-15,0 0 0 0,0 0 0 0,0 0 0 16,0 0 0-16,0 0 0 0,0 0-9 0,0 0 9 15,0 0-9-15,0 0 9 0,0 0-13 0,0 0 5 16,3-2 8-16,0-1 0 0,3 0 0 16,-3-2 8-16,3 2-8 0,3-7 0 0,-3 4 0 0,3 1-8 15,0-3 8-15,0 0 0 0,2 0 0 0,1 0 0 16,0-2 0-16,3 2 0 0,0-3 0 0,-3 3 0 16,6-2 0-16,-3 2 0 0,3-3 0 0,-4 1 0 15,1 2 0-15,0 5 0 0,0-7 0 0,-3 4 8 16,3 4-8-16,-6-1 0 0,0-2 0 0,0 2 0 0,-3 3 0 0,0 0 0 15,0 0 0-15,-1 0 0 0,-5 0 0 16,0 0 0-16,3 0 0 0,-3 0 0 0,3 3 8 16,0 2-8-16,-3-5 10 0,0 5-10 0,3 1 12 0,-3 4-3 0,0-2-1 0,0-3 0 15,0 3 2 1,0 0 0-16,0 0 0 0,3 0 0 0,-3 3-10 0,0-1 12 0,3-2-12 16,-3 3 12-16,3-1-12 0,-3 1 0 0,0-3 0 0,3 2 0 15,-3 6 0-15,0-8 8 0,0 3-8 0,0 2 0 16,3 0 0-16,-3-2 0 0,0-1 0 0,3 6 0 31,0-2-28-31,0 1-10 0,0 1-2 0,0 6-1 0,0-7-117 0,3 7-23 16,0-1-5-16</inkml:trace>
  <inkml:trace contextRef="#ctx0" brushRef="#br0" timeOffset="49745.321">15770 6845 1580 0,'0'0'67'0,"0"0"-54"16,0 0 92-16,0 0 19 15,0 0 3-15,0 0 1 0,0 0 0 0,0 0 0 0,0 0 0 0,0 0 0 16,0 0-56-16,0 0-10 0,0 0-2 16,0 0-1-16,0 0-43 0,0 5-16 0,0 6 11 0,0-3-11 15,0 3 0-15,2-3 0 0,1 2 0 16,0 1 0-16,0 2 0 0,0-2 0 0,0-1 0 0,3 1 0 15,-3-3 0-15,3 0 0 0,0-1 0 0,0 4 0 32,0-3-45-32,3-3-15 0,-3 1-4 0,0-4 0 0,0 1 42 0,0-3 8 0,0 0 2 0,0 0 0 15,0-3 12-15,-3 1 0 0,3-4 0 0,-3 1-9 16,0 0 9-16,0-1 0 0,0-2 8 0,-3 1-8 16,3 1 11-16,-3-2-3 0,0 3 0 0,0-3 0 15,0 0 12-15,0 3 1 0,0-3 1 0,-3 0 0 16,3 0-1-16,-3 3 0 0,3-1 0 0,0 6 0 15,0 0-8-15,0 0-1 0,0 0-1 0,0 0 0 16,0 0-11-16,0 0 0 0,0 0 0 0,0 0 0 16,0 0 0-16,0 0 0 0,6 6 0 0,-1-4 0 15,1 4 0-15,0-1 16 0,0 0 0 0,0 1-1 16,3-1-39-16,0-2-7 0,0 2-1 0,0-3-1 16,0-2 1-16,0 3 1 0,-3 0 0 0,3-3 0 0,-3 0 31 15,3-3 0-15,-3 0 0 0,0 1 0 0,-1-1 0 0,1 1 0 16,0-4 0-16,0 4 0 0,-3-6 38 0,0 2 14 0,0-2 2 15,0-2 1 1,0 2-37-16,0-3-7 0,-3 1-2 0,0-1 0 16,3-2 24-16,-3 2 5 0,0-2 1 0,0 0 0 15,0 0-11-15,0-1-3 0,0-1 0 0,3 1 0 0,-3-2-33 0,0 3-8 0,3 0 0 0,0 2-1 16,-3 1-24 0,3-1-5-16,0 6-1 0,-3-3 0 0,3 5-65 15,0-2-12-15,-3 5-4 0</inkml:trace>
  <inkml:trace contextRef="#ctx0" brushRef="#br0" timeOffset="50017.171">16100 6959 2060 0,'0'0'58'16,"0"0"14"-16,0 0-58 0,0 0-14 0,0-5 0 0,0-1 0 15,3 1 80-15,-3 0 12 0,3 0 4 0,0-3 0 16,3 2-35-16,-3 1-6 0,3 0-2 0,-3-3 0 16,3 0-17-16,0 3-3 0,0-3-1 0,0 0 0 15,-1 2-23-15,1-2-9 0,0 3 0 0,0-3 9 16,0 0-9-16,0 3 0 0,0 0 0 0,3-1 0 16,-3-2 0-16,0 6 0 0,3-3 0 0,-3-1 0 15,0 4-49-15,0-4-12 0,0 6-3 0,-6 0 0 16,0 0-124-16,6-2-24 0,-6 2-6 0</inkml:trace>
  <inkml:trace contextRef="#ctx0" brushRef="#br0" timeOffset="50260.088">16168 6975 1698 0,'0'0'48'0,"0"0"11"0,0 0-47 15,0 0-12-15,0 0 0 0,0 0 0 0,0 0 73 0,0 0 13 0,0 0 2 0,0 0 1 16,3-3-6-16,0-2-2 0,3 2 0 0,-3-2 0 16,3 2-27-16,0-2-6 0,0 2 0 0,0-2-1 15,0 0-12-15,0 0-3 0,0 2 0 0,0-2 0 16,3-1-16-16,-3 1-4 0,3-3-1 16,-3 3 0-16,3-3-11 0,0 0 0 0,-1-3-10 0,1 3 10 15,3-2-190-15,0-1-32 0</inkml:trace>
  <inkml:trace contextRef="#ctx0" brushRef="#br0" timeOffset="50664.222">16433 6636 2079 0,'-6'3'59'0,"-3"-1"13"0,3 1-58 0,6-3-14 0,-5 0 0 0,5 0 0 15,-3 5 90-15,-3-2 15 0,6-3 3 0,-6 3 1 16,3 2-30-16,0-2-7 0,3-3 0 0,-3 8-1 0,0-3-26 15,0 3-5-15,3-3 0 0,0 6-1 0,-3-1-20 0,3 1-4 16,0-1-1-16,0 4 0 16,3-4-14-16,-3 3 0 0,0-2 8 0,3 2-8 0,0-2 0 0,0 2 0 0,0-2 0 0,3-1 0 15,0 1-8-15,0-1-2 0,2 1 0 16,-2-3 0 0,3 0-28-16,0-3-6 0,3 0 0 0,-3 1-1 15,0-4 25-15,3-2 4 0,-3 0 2 0,0 0 0 16,0-2 14-16,0-1-12 0,0 0 12 0,-3-2-12 0,-1-3 12 0,1 0 0 0,0 0 0 15,0-2 0-15,-3 2 18 0,3-3 0 0,-3 1 0 0,0-4 0 16,0 1 15-16,0 0 3 0,0 0 1 16,-3-3 0-16,0 0-8 0,0 0-1 0,-3 0-1 15,0 0 0-15,0-2 15 0,-3 2 3 0,3 0 1 16,-3 3 0 0,0 0-28-16,0-1-6 0,0 6 0 0,-2-2-1 0,-1 5-11 0,-3 2 0 15,3 0 0-15,-3 1 0 0,0 2-24 0,3 2-11 0,-6 1-1 0,6 0-1 16,-3 5-171-16,3-1-33 0</inkml:trace>
  <inkml:trace contextRef="#ctx0" brushRef="#br0" timeOffset="53873.147">17695 9330 1159 0,'0'0'48'0,"0"0"-38"15,0 0 122-15,0 0 24 0,0 0 4 0,0 0 2 16,0 0-68-16,0 0-14 0,0 0-2 0,0 0-1 15,3 5-10-15,-3 0-3 0,0 3 0 0,0 0 0 16,0 0 0-16,0 3 0 16,0 2 0-16,0 3 0 0,0 0-54 0,0 5-10 15,0 0 0-15,3 3 0 0,-3 2 0 0,3 1 0 0,-3 2 0 0,3 0 0 16,0 0 8-16,-3 3-8 0,3-3 8 0,0 8-8 16,0-3 10-16,-3 6-10 0,3 0 12 0,0 2-12 15,-3-5 8-15,3 0-8 0,0 0 0 0,0 0 0 16,-3-2 8-16,0-4-8 0,0 4 0 0,0-3 0 15,0-3 9-15,0 0-9 0,-3 0 0 0,3-3 9 0,-3-2-9 16,3 0 0-16,0-3 0 0,-3-2 0 16,3-3 0-16,0-1 8 0,0-4-8 0,0 0 0 15,0-3 0-15,0-3 0 0,0 0 8 0,0-5-8 16,0 0 0-16,0 0 0 0,0 0 0 0,0 0 0 16,0 0-42-16,0 0-1 0,6-2 0 0,-6 2 0 15,0 0-201-15,0-6-41 0</inkml:trace>
  <inkml:trace contextRef="#ctx0" brushRef="#br0" timeOffset="54321.296">17454 10409 1820 0,'-3'-5'38'0,"3"0"8"15,0 5-37-15,0-6-9 0,0 1 0 0,0 5 0 16,3-5 79-16,-3 5 13 0,3-5 4 0,-3 5 0 15,3-3-43-15,-3 3-8 0,0 0-1 0,6 0-1 16,0 0-18-16,0 3-3 0,3 2-1 0,-3 0 0 16,0 3-21-16,3 3 9 0,-3-1-9 0,3 1 0 15,0-1 8-15,0 4-8 0,0-4 0 0,2 1 0 16,-2-1 0-16,0 1 0 0,3 0 0 0,-3-3-9 16,0-1-3-16,3 1 0 0,0 0 0 0,-3-2 0 15,0-1 12-15,3 0 0 0,-3-2 0 0,2 0-8 16,-2-3-8-16,0 0 0 0,0-3-1 0,0-2 0 0,0-1 45 15,3 1 10-15,-3 0 2 0,0-3 0 0,3-3-12 0,-3 1-1 0,3 2-1 16,-3-6 0-16,2 1-26 0,1 0 0 16,0-3 0-16,0 0 0 0,3-2 0 0,-3-3 0 0,0-1-11 0</inkml:trace>
  <inkml:trace contextRef="#ctx0" brushRef="#br0" timeOffset="54995.814">18291 9621 1934 0,'0'-5'81'0,"-3"-1"-65"0,3 1 88 15,0 5 16-15,0 0 4 0,0 0 1 16,0 0-69-16,0 0-15 0,0 0-2 0,0 0-1 15,3 5 16-15,-3 3 3 0,3 3 1 0,0-1 0 16,-3 4-42-16,3 1-16 0,0-1 11 0,0 2-11 0,0-1 0 16,3 1 0-16,-4 3 0 0,4-1 0 15,3 1-16-15,-3-3-10 0,3 2-2 16,0-2 0-16,3-3-25 0,-3 1-6 0,3-6-1 0,-3 0 0 0,3-1 19 16,-3-4 3-16,3 0 1 0,-3-3 0 0,2-3 25 0,-2-2 12 0,3-3-10 0,-3 0 10 15,0-3 0-15,0 1 0 16,0-1 0-16,-3-2 0 0,0 2 0 15,0-2 0-15,-3 0 0 0,3 0 0 0,-3-1 55 0,0 1 7 16,0 0 2-16,0 2 0 0,-3 1-2 0,0 2 0 0,0 0 0 0,3 0 0 16,-3 3-48-16,0 2-14 0,0 3 0 0,0 0 8 15,0 0 16-15,0 0 4 0,0 0 1 16,0 0 0-16,0 0-46 0,0 5-10 0,3 3-1 16,0 3-1-16,0-1 29 0,0 1 15 0,3 0-2 0,-1-1 0 15,4 1-34-15,-3-3-7 0,3 0-2 0,0-3 0 16,0-2 17-16,3-1 3 0,-3 1 1 0,3 0 0 15,0-3 9-15,-3 0-12 0,3-3 12 0,0 0-12 16,-4-2 12-16,1 0 0 0,0-3 0 0,0 2 0 16,0-1 27-16,-3-1 1 0,3-3 0 0,-3 3 0 15,0-3 4-15,-3 1 0 0,3-1 1 0,-3 1 0 16,0-4-19-16,0 1-4 0,0-3-1 0,-3-2 0 16,3 2-9-16,0-5 0 0,0 2 0 0,0-2 0 15,0 5-17-15,0-2-9 0,0 2-2 0</inkml:trace>
  <inkml:trace contextRef="#ctx0" brushRef="#br0" timeOffset="55252.144">18999 9639 1892 0,'3'-5'80'15,"3"-3"-64"-15,-3 0 126 0,3 3 26 0,0-3 4 0,0 0 2 16,0 3-88-16,3-3-18 0,0 0-3 0,0 0-1 16,0-3-37-16,2 3-8 0,1-2-2 0,0 2 0 15,0-3-8-15,0 3-1 0,3-2-8 0,-3 2 12 16,0 0-12-16,0 3 0 0,0-3 0 0,-3 5 0 16,-1-2-13-16,4 2-6 0,-6 0-1 0,3 3 0 15,-3 0-130-15,-3 3-26 0,3 2-6 0</inkml:trace>
  <inkml:trace contextRef="#ctx0" brushRef="#br0" timeOffset="55442.686">19103 9713 1804 0,'0'0'37'0,"0"0"10"0,0 0-38 0,0 0-9 0,0 0 0 0,0 0 0 0,6-2 112 0,0-1 21 0,0-2 4 15,0 2 1-15,0-2-44 0,3 0-9 16,0-1-1-16,0 1-1 0,0 0-30 0,3-1-5 0,-3-1-2 15,3 1 0-15,-1 1-23 0,-2-3-5 0,3 0-1 0,0 0 0 16,0 0-17-16,-3-5 0 0,3 2 0 16,0-2 0-1,3 0-107-15,-3-3-28 0,0 0-5 0</inkml:trace>
  <inkml:trace contextRef="#ctx0" brushRef="#br0" timeOffset="55710.78">19559 9256 2381 0,'-6'-3'49'16,"0"0"13"-16,0 1-50 0,0-1-12 0,0 0 0 0,0-2 0 0,0 5 101 0,6 0 18 0,-6-2 3 0,6 2 1 15,0 0-47-15,-3 0-8 0,3 0-3 0,0 0 0 16,-6 2-22-16,6-2-5 0,-3 5-1 0,0 1 0 16,0 2-14-16,3 0-3 0,-3 0-1 0,3 2 0 15,0 1-8-15,0-1-2 0,0 1 0 0,-3 5 0 16,3-3-9-16,-3 6 10 0,3-4-10 0,0 7 10 15,-3-1-10-15,3 3 0 0,0 2 0 0,-3 3 0 16,3-5 0-16,0 0 0 0,0 2 0 16,0-5 0-16,0 1-64 0,0-4-14 0,0-2-3 0,0 2-1 15,0-2-106-15,-3 0-20 0,3 3-5 0</inkml:trace>
  <inkml:trace contextRef="#ctx0" brushRef="#br0" timeOffset="57306.488">18535 10730 1683 0,'-6'-6'48'0,"0"4"10"0,-3-4-46 0,3 1-12 0,-3 0 0 0,0 2 0 16,3-2 76-16,-3-1 14 0,-3 1 2 0,3 3 1 16,-2-4-15-16,2 4-3 0,-6-4-1 0,3 4 0 15,0-1-22-15,-3 0-4 0,3 1 0 0,-3 2-1 16,0 0-9-16,0-3-2 0,1 3 0 0,-1 0 0 16,-3 0 0-16,3 0-1 0,-3 0 0 0,0 0 0 15,3 0-23-15,0 3-12 0,-2-3 12 0,-1 0-12 16,0 2 16-16,-3-2-4 0,0 3-1 0,-6-3 0 15,4 0-11 1,-4 3 12-16,0-3-12 0,0 2 12 0,0-2-12 16,4 3 8-16,-1 0-8 0,0-3 8 0,3 2 3 0,0 1 0 0,0 0 0 0,4 2 0 15,-1-3-2-15,0 1 0 0,0 0 0 0,-3 2 0 16,3-2-9-16,0 2 0 0,-2 0 0 0,-1 3 0 16,0-2 0-16,0-1 0 0,0 3 0 0,0 0 0 15,4 0 0-15,-4 0 0 0,0 2 8 0,0-2-8 16,3 0 0-16,0 3 12 0,4-3-12 15,-7 2 12-15,6 1-12 0,-3-1 0 0,3 1 0 0,-6-1 0 16,3 4 0-16,-5-4 0 0,-1 4 0 0,0-1 0 0,-3 3 0 16,-3-1 0-16,1 1 0 0,-1 3 0 0,3-1 0 15,0 6 0-15,0 0 0 0,4 3 0 0,-1-4 0 0,3 4 15 0,0 2-4 16,0-3-1-16,0 1-10 0,-2-3-17 16,2 2 4-16,-3-2 1 0,3 0 12 0,3-3 0 0,-3 3 0 15,4 0 0 1,-1-1 0-16,3 1 0 0,0 3 0 0,3-1 0 15,3-2 0-15,0 2 0 0,3 1 0 0,0-1 0 0,3-5 0 0,0 1-9 16,3-4 9-16,3 1 0 0,0-4 0 0,3 1-8 0,0-2 8 0,3-1 0 31,3 0 0-31,0 0-8 0,3-2 8 0,3 5 0 16,-3-6 0-16,5 4-8 0,1 1 8 0,0-1 0 0,0 2 0 16,-3-3-8-16,3 3 8 0,-1 0 0 0,1-1 0 0,0 1 0 0,0 0 0 0,6 0 0 15,-3 0 0-15,2-3 0 0,4 0 0 0,3 1-8 16,-3-1 8-16,-1-5 0 0,4 0-9 0,-3 0 9 15,0 0-34-15,-4-3-2 0,4 3-1 16,-3-3 0-16,3 0 56 0,3-2 11 0,-4 0 2 0,7-1 1 16,-3 1-33-16,5-6 0 0,-2 3 0 0,3-2 0 15,-6 2 0-15,-1 0 0 0,1-3 0 16,0 3 0-16,0-3-27 0,2 3-2 0,4-2-1 0,0-1 0 16,-1-2 30-1,-2 0 0-15,3-1 0 0,0 1 0 0,-7 0 17 0,1 2 10 0,-3-2 1 0,3 2 1 16,-4-2-46-16,4-1-10 0,3 1-1 0,-4-3-1 15,1 3 46-15,-3-3 10 0,3 0 1 0,-6 0 1 0,2-2-29 16,-5-1 0-16,0 0 0 0,0 1 0 16,-3-3-17-16,2 2-10 0,-2-2-1 0,0 0-1 0,0-1 29 15,0 4 0-15,0-4 0 0,-1 4 0 0,-2-3 18 0,0 2 10 16,0 1 1-16,0-1 1 0,0-2-22 16,-3 2-8-16,-1-2 0 0,1 2 9 0,0-2 1 15,-3 2 0-15,3-2 0 0,-3 0 0 16,0-3-1-16,-3 0 0 0,0-2 0 0,0-1 0 15,-3-2 3-15,3 0 0 0,-4-3 0 0,1 0 0 0,0 0-12 0,0 1 0 16,-3-4 0-16,3 3 0 0,-3 1 0 0,3 1 0 16,-3 1 0-16,0-3 0 0,0 3 0 0,0 0 0 0,0 0 0 15,-3 0 0-15,0 0 0 0,0-3 0 0,0 0 0 0,0 3 0 16,0-3 40-16,-3 3 5 0,0 0 2 16,0-1 0-16,0 4-31 0,0-1-7 0,0 4-1 0,-3-4 0 15,3 3 1-15,-3 0 0 0,0 0 0 0,0 3 0 16,0-3-9-16,1 3 12 15,-1-3-12-15,-3 3 12 0,-3 0-3 0,3-3 0 0,-3 3 0 0,-3-3 0 16,3 0-9-16,-3 3 0 0,0-3 0 0,0 0 0 16,-2 0 0-16,-1 0 0 0,-6 3 0 0,3 0 0 15,0-1-10-15,0 4-4 0,1-3-1 0,-4 5 0 16,3 0 15-16,0 0 0 0,0 2 0 0,0 4 0 16,-5-3 12-16,-1 2 4 0,0-2 2 0,-6 5 0 15,1-3-18-15,-1 3 0 0,-3-3-13 0,-3 3 5 16,7 0-3-16,2 0 0 0,0 3 0 0,-3-3 0 15,7 3 1-15,-4-3 0 0,0 0 0 0,0 2 0 16,3 1-22-16,-2 0-4 0,2-1 0 0,0 3-1 16,3 1-75-16,4 2-16 0,2 0-2 0</inkml:trace>
  <inkml:trace contextRef="#ctx0" brushRef="#br0" timeOffset="57726.069">17484 11230 2143 0,'0'0'90'0,"0"0"-72"16,0 0 72-16,0 0 14 0,0 0 4 0,0 0 0 16,-3 5-64-16,0 0-13 0,0 0-3 0,3 3 0 15,-3 0 7-15,3 3 1 0,0-3 0 0,3 5 0 16,-3 0-36-16,3 3-16 0,0 0 2 0,0 3 0 15,0 2 14-15,0 0 0 0,0 3 9 0,0 2-9 16,0 3 12-16,0 3-3 0,0 0-1 0,0 0 0 16,-3-3-8-16,3-3 0 0,0-5 0 0,0 0 0 15,-3-2 0-15,3-3 0 0,0 0 0 0,0-3 0 16,0 0-13-16,-3-2-5 0,3-1-1 0,0-4 0 16,-3-1-71-16,0-5-14 0,0 0-4 0</inkml:trace>
  <inkml:trace contextRef="#ctx0" brushRef="#br0" timeOffset="58071.288">17552 11378 2030 0,'-5'-11'57'0,"-1"1"14"0,3-1-57 0,-3 0-14 0,0 1 0 0,3 2 0 0,-3 3 105 0,0-1 19 0,3 1 3 0,3 5 1 16,0 0-103-16,0 0-25 0,0 0 0 0,0 0 0 15,0 0 56-15,0 0 7 0,0 0 1 0,0 0 0 16,0 0-52-16,6 0-12 0,6 3 0 0,0-1 0 15,0 1 0-15,2 0 0 0,1-1 0 0,3 1 0 16,0 0 0-16,3-1 0 0,-3 1 0 0,3 2 0 16,-4-2 0-16,1 2 0 0,-3 0 0 0,3 3 0 31,-3 0 0-31,0 0 0 0,0 0 0 0,-3 3 0 16,-1-1 0-16,1 1 0 0,-3-1 0 0,3 1 0 0,-6 2 0 0,0 3 0 0,-3 0 0 0,-3 0 0 15,0 2 0-15,-3-2 0 0,0 5 0 0,-3-2 0 16,-3 0 0-16,0-4 0 0,0 1 0 0,-3 0 0 15,4 0 0-15,-4-3 0 0,-3 3 0 0,3-3 0 16,-3 1 0-16,-3-1 0 0,0-3 0 16,-3 4 0-16,4-4 0 0,-1 1 0 0,3-1 0 0,-3-2 0 15,6-2-100-15,0-1-22 0,3-2-5 0</inkml:trace>
  <inkml:trace contextRef="#ctx0" brushRef="#br0" timeOffset="58850.228">18163 11193 1767 0,'0'0'74'15,"0"0"-59"1,0 0 125-16,-3-3 26 0,3 3 5 0,-3-5 1 15,0-1-59-15,3 6-11 0,-3-2-2 0,3 2-1 16,0 0-44-16,-6-6-9 0,6 6-2 0,0 0 0 16,0 0-27-16,-3-2-5 0,3 2-2 0,0 0 0 15,0 0-10-15,0 0 0 0,0 0 0 0,0 0 0 16,0 0-20-16,0 0-8 16,0 0-3-16,-6 5 0 0,3 0-176 0,3 1-35 0</inkml:trace>
  <inkml:trace contextRef="#ctx0" brushRef="#br0" timeOffset="59043.089">18207 11582 2283 0,'0'0'48'0,"0"0"10"0,0 0-46 0,0 0-12 0,0 0 0 0,0 0 0 0,0 0 110 0,0 0 20 0,0 0 4 0,0 0 1 15,0 0-108-15,0 0-27 0,0 0 0 0,0 0 0 16,-6-6 0-16,3 4 0 0,0-4 0 0,3 6 0 15,0-5 0-15,-3 2 0 0,3-2 0 0</inkml:trace>
  <inkml:trace contextRef="#ctx0" brushRef="#br0" timeOffset="60093.875">18481 11076 1299 0,'0'-2'55'15,"0"2"-44"1,0 0 101-16,0 0 21 0,0 0 4 0,0 0 1 15,0 0-10-15,0 0-3 0,0 0 0 0,0 0 0 16,0 0-60-16,0 0-12 0,3 5-2 0,0 0-1 16,0 6-26-16,-3-1-6 0,3 3-1 0,0 6 0 15,0-3 24-15,0 2 5 0,0 4 1 0,0-1 0 16,-3 0-24-16,3-3-5 0,0 4-1 0,0-1 0 16,-3 0-17-16,3 3 0 0,0-3 0 0,0 3 0 15,-3 2 0-15,3-2 0 0,0 0 0 0,0 2 0 0,0-2 0 0,-3-3 0 16,3 0 0-16,0 1 0 0,-3-4 0 15,3-2 0-15,0-3 0 0,-3 0 0 0,3 1 0 0,0-4 0 0,-3-2 0 16,3 0 0-16,-3-3 0 16,3 1 0-16,-3-6 0 0,0 0 0 15,0 0-99-15,0 0-23 0,3 0-5 0</inkml:trace>
  <inkml:trace contextRef="#ctx0" brushRef="#br0" timeOffset="66743.973">16665 11642 1792 0,'0'0'51'0,"-3"6"10"16,3-6-49-16,-2 5-12 0,2-5 0 0,-3 5 0 16,3-5 105-16,-6 3 19 0,6-3 3 0,-6 3 1 15,6-3-52-15,-6 2-9 0,6-2-3 0,-9 3 0 16,3-1 0-16,-3-2 0 0,3 0 0 0,0 0 0 15,0 0-51-15,0 0-13 0,6 0 0 0,-9 0 0 16,0 0 8-16,0 3-8 0,0-3 11 0,0 0-11 16,-3 0 9-16,1 0-9 0,-4 0 0 0,3 0 9 15,-6 0-9-15,0 0 8 0,0-3-8 0,-3 3 8 16,-2-2-8-16,-1-1 8 0,-3 1-8 0,0-1 8 0,0 0-20 0,1-2-4 0,-1 0 0 16,-3-1-1-16,3 1 31 0,-3 0 6 0,-2 0 2 0,-4-1 0 15,0 1-22 1,-2-3 0-16,-1 0 0 0,-3 0 8 0,4-2-25 0,-1-1-5 0,3 0-1 15,-6-2 0-15,4 3 43 0,-7-6 8 0,-3 2 1 0,1-4 1 32,2 5 3-32,4-1 1 0,-1 1 0 0,-3 0 0 0,1-3-34 0,-1 3 0 0,0-3 0 0,-2-2 0 15,2-1 0-15,-3 0 0 0,7 1 0 0,-7-6 0 16,9 0 0 0,4-2 0-16,-1-3 0 0,0-6 0 0,1 4 14 0,-1-1-1 0,0 0 0 0,0-2 0 15,4-1-13-15,-1 4-16 0,3-4 3 0,-3-5 1 16,7 1 12-16,2-6 0 0,0-3 0 0,0-2 0 15,6 2 25-15,-3 3 8 0,1 0 2 0,-4-2 0 16,3-6-21-16,0-3-4 0,0-2-1 0,0-6 0 16,1 9-9-16,-1 2 8 15,3 3-8-15,-3-9 8 0,3 4-8 0,0-3 0 0,3-3 0 0,-2-5 8 16,2 5-8-16,0-3 0 0,0 1 0 0,0-3 8 16,3 5-8-16,0 3 0 0,3-1 0 0,-3-7 0 15,1 5 0-15,-1-5 0 0,0-3 0 0,-3-2 0 16,0 2 0-16,3 3 0 0,-3 0 0 0,-3-3 0 15,3 6 0-15,1 2 0 0,-4 0 0 0,0-8 0 16,3 6 12-16,-3-4 0 0,3-4 0 0,-3-3 0 16,3 8-12-16,4 0 0 0,-4 5 0 0,0-8 0 15,3 8 0-15,-3-2 0 0,6 2 0 0,-3-8 0 16,3 5 0-16,0-4 0 0,3-1 0 0,-3-3 0 16,3 6 0-16,0 3-17 0,1-1 4 15,-1-2 1-15,3 5 12 0,0-5 0 0,0 3 0 0,0-6 0 16,3 3 0-16,0-3 0 0,0-3 0 0,0-2 0 0,3 8 0 15,-3 3 0-15,3-1 0 0,3-2 0 0,-3 3 0 0,3-1 0 0,2-2 0 16,1-6 0-16,0 6 0 0,3-5 0 16,0-1-8-16,3-2 8 0,0 11 0 0,3 2 0 0,3 5 0 15,2-5 0-15,-2 3 0 0,6-3 0 0,0-5 0 16,0 0 0-16,-4 5 0 0,1 0 0 0,0 3 0 0,0-3 0 31,3 6 16-31,-4 2-4 0,7-3-1 0,0-2 0 16,3 3-20-16,2-1-4 0,1 0-1 0,3-2 0 0,-3 8 14 0,-4 2 0 0,1 3 0 0,0 0 0 15,0 0 0-15,-1 0 18 0,1 0-2 0,3 3-1 16,-1-3-24-16,4 3-5 16,0-1-1-16,0 1 0 0,-4 8 24 0,-5 2 5 0,0 5 1 0,0 4 0 15,-1-6-15-15,-2 5 0 16,0-3 0-16,6 3 0 0,-4-2-8 0,1-3-5 0,3 2-1 0,0 1 0 16,-4 2 14-16,1 0 0 0,0 3 0 0,-6 3 0 15,0-1 8-15,-1 3 5 0,-5 3 1 0,3-3 0 16,0 3-14-16,0 5 0 0,-3-5 0 0,2 2 0 15,1 6 0-15,0-8-18 0,0 2 4 0,0 3 1 16,0 3 13-16,-1-3 0 0,1-3 0 0,0 3 0 16,-3 0 0-16,-3 0 0 0,3 1 0 0,-3-1 0 15,0 0 0-15,-4 0 0 0,4-6 0 0,-3 4 0 16,0 5 0-16,-3-3 0 0,0-6 0 0,0 6 0 16,3 1 0-16,-3-1 0 0,0 0 0 0,0 0 0 0,0 2 8 15,2-1-8-15,-2-1 0 0,0-3 0 16,3 3 0-16,0-3 0 0,-3 4 0 0,3-1 0 0,0-3 0 0,0 3 0 0,-3 0 0 0,3 0 0 15,3 0 8-15,-4 0-8 0,1 0 9 16,0 0-9-16,0 0 0 0,0 3 0 0,-3 0 0 16,3 2 0-16,-3-5 0 0,0 3 0 15,0 2 0-15,0 1 0 0,-3-4 0 16,2 4 0-16,-2-1 0 0,0 3 9 0,0-5-9 0,0 2 0 16,0-2 9-16,-3 2-9 15,3 3 0-15,0 0 0 0,0-5 0 0,-3 2 0 0,0 1 0 0,3 2 0 16,-3-3 0-16,0 0 0 0,-3 3 0 0,3-2 0 0,0 2 0 0,-3 0 0 15,3-3 0-15,-3 3 0 0,3 0 0 0,-3 0 0 16,0 0 0-16,3-5 0 0,-3 5 0 0,0 0 0 16,6 0 0-16,-6 0 0 0,3-3 0 0,-3 3 0 15,3 0 0-15,0-5-10 0,0 2 1 0,-3 3 0 16,0 0-37-16,0 0-7 0,0 0-2 0,3-5 0 16,-3 5 44-16,0 0 11 0,3-5 0 0,-3 5 0 15,0 0-53-15,0 0-9 0,0-3-2 0,0 3 0 16,0 0 52-16,-3-5 12 0,0 2 0 0,3 3 0 15,-6-5-54-15,0 5-8 0,-3-3-2 0,0 3 0 16,0 0 52-16,-3 0 12 0,0 0 0 0,0 0 0 16,0 0 0-16,-3 0 0 0,4 0 0 0,-4 0 0 15,3 0 0-15,-3 0 0 0,3 0 0 0,-3 0 0 16,3 0 48-16,0 0 13 0,0 0 3 0,3 0 0 16,-2 3-52-16,2-3-12 0,0 0 0 0,3 0 0 15,-3 0 54-15,3 0 8 0,3 0 2 16,-3 0 0-16,6 0-52 0,0 0-12 0,0 0 0 0,0 0 0 0,0 0 0 15,0 0 0-15,0 0 0 0,0 0 0 16,0 0 0-16,0 0 0 0,0 0 0 0,0 0 0 0,0 0 31 0,6 5 3 0,3-5 1 0,0 3 0 16,0-1-25-1,3 1-10-15,-1 0 8 0,4-3-8 0,0 2 12 0,0-2-2 0,3 3-1 16,0 2 0 0,0-5-9-16,-3 0 8 0,2 0-8 0,1 0 8 0,-3 3-8 0,0-3 0 15,-3 5 9-15,0-5-9 0,0 0 12 16,0 3-3-16,-3 2 0 0,0-5 0 0,-1 3-9 0,-2-1 0 15,0 4 0-15,0-1 0 0,-3 0 0 0,3 3 0 0,-3-5 0 0,-3 5 0 16,3-3 0-16,-3 3 0 0,-3 0 0 0,3 5 0 16,-3-5 0-16,0 5 0 0,0-5 0 0,0 3 0 15,-3-1 0-15,3 1 0 0,-3 0 0 0,1-1 0 16,2 3 0-16,-3-5 0 16,0-2 0-16,3 4 0 0,-3-4 0 0,3 2 0 0,-3-6 0 0,3 3 0 15,3-5-203-15,0 0-42 0,0 0-9 0</inkml:trace>
  <inkml:trace contextRef="#ctx0" brushRef="#br0" timeOffset="67885.38">14638 10232 2191 0,'-3'-5'45'0,"0"-1"12"0,0 1-45 0,3 3-12 0,-3-4 0 0,3 6 0 15,0 0 78-15,0 0 14 0,0 0 2 0,0 0 1 16,0 0-6-16,0 0-1 0,0 0 0 0,0 0 0 16,0 0-44-16,0 0-10 0,0 0-2 0,0 0 0 15,3 8-20-15,0 3-4 0,0 2 0 0,3 0-8 16,-3 3 9-16,3 3-9 0,0-1 0 0,0 3 9 15,3-5-9-15,-3 3 0 0,3-1 0 0,0-2-11 16,0-3-10-16,0-2-3 0,3 0 0 0,0-4 0 16,0 1-17-1,-4-2-4-15,4-4-1 0,0 4 0 0,-3-6 4 0,0 0 1 0,3-3 0 0,-6-2 0 16,3-1 26-16,-3-2 6 0,3 1 1 0,-3-1 0 16,0 0 8-16,0-3 11 0,-3 0-3 0,0 1 0 15,0-1 16-15,-3 1 4 0,3-1 0 0,-3 1 0 16,0-1 10-16,-3 3 2 0,3-3 1 0,-3 4 0 0,0-1-1 15,0 0-1-15,0 0 0 0,0 2 0 16,3 1-19-16,-3 0-3 0,3 5-1 0,0 0 0 0,0 0-16 0,0 0 0 16,0 0 0-16,0 0 0 0,0 0 0 15,6 5 0-15,0 0 0 0,0 3 0 0,3 0 0 0,-4 0 0 16,4 0 0-16,-3 0 0 0,0 0-20 16,3-3 1-16,0 3 1 0,0-2 0 0,-3-4-4 15,3-2-1-15,-3 0 0 0,3 0 0 0,-3-2 23 0,0-4 0 16,0 1-9-16,0 0 9 0,0-3-27 15,-3 0-1-15,3 0-1 0,-3 0 0 0,0-3 73 0,-1 1 16 0,-2-1 2 0,3 3 1 16,-3-2-25-16,0-1-5 0,0 0-1 16,0 1 0-16,0 2-10 0,0-3-2 0,0 1-1 0,-3-1 0 15,3 1-4-15,-2-1-1 0,2 0 0 0,0 1 0 16,0-1-24-16,0 1-5 0,0-1-1 0,0 3 0 16,2-2-93-16,1 2-19 0,0-3-4 15,0 6-1-15,3 0-102 16,-6 5-20-16</inkml:trace>
  <inkml:trace contextRef="#ctx0" brushRef="#br0" timeOffset="68104.432">15144 10174 1820 0,'0'0'76'16,"0"0"-60"-1,0 0 113-15,3-3 23 0,3-2 5 0,-3 2 1 0,0-2-62 0,3 0-12 16,0-3-2-16,0 2-1 0,0 1-32 15,0 0-6-15,0-3-2 0,0 3 0 0,0-1-18 0,0 1-4 0,0 0-1 0,0-3 0 16,0 3-18-16,0-1 10 0,0 1-10 0,0 0 8 16,0 2-8-16,0-2 0 0,-1 5 0 0,-2-3 0 31,3 3-41-31,-3-3-7 0,0 3-2 0,0 3 0 16,-3-3-160-16,3 3-32 0,0-1-6 0</inkml:trace>
  <inkml:trace contextRef="#ctx0" brushRef="#br0" timeOffset="68323.029">15231 10290 1789 0,'0'0'76'0,"0"0"-61"16,0 0 103-16,3-5 21 0,-3 0 4 0,3-1 1 16,0 1-52-16,0 2-9 0,0-4-3 0,3 1 0 15,-3 1-24-15,3-3-4 0,-1 3-2 0,1-1 0 16,-3 1-23-16,3 0-5 0,0 0-1 0,0-1 0 15,0-2-13-15,0 3-8 0,0 0 8 0,0-3-8 16,0 0 0-16,0 0-18 0,0-3 3 0,0 1 1 16,-3 2-210-16,0-3-41 0</inkml:trace>
  <inkml:trace contextRef="#ctx0" brushRef="#br0" timeOffset="68679.353">15439 9875 2204 0,'0'0'46'0,"0"0"10"0,-6 3-45 0,0-1-11 0,6-2 0 0,-6 3 0 16,3-1 76-16,-3 4 12 0,6-6 4 0,-6 8 0 16,3-6-23-16,0 6-4 0,0-2-1 0,0 1 0 0,3-1-7 0,0 2-1 15,0 2-1-15,0 1 0 16,0-3-31-16,0 2-7 0,0 4-1 0,3-1 0 0,0-3-16 0,0 1 0 0,0 0 0 0,0-1 0 16,3 1 0-16,-3-3 0 0,3 2 0 15,0-2 0-15,3 0 0 0,-3-3-9 0,3 1 9 0,0 2-12 31,0-6 12-31,0 1-10 0,3 0 10 0,0-3-10 0,-1 0-9 0,1 0-1 0,0-3-1 0,-3 0 0 16,3-2 21-16,0 0-11 16,-3-1 11-16,0-1-8 0,0-1-21 15,-3 0-4-15,3-3-1 0,0 1 0 0,-3-1 66 0,-3-2 12 0,0 2 4 0,3-2 0 16,-6 0-14-16,2-1-2 0,-2-1-1 0,0-1 0 16,-2 2 6-16,-1-1 2 0,0-1 0 0,0 0 0 15,-3 3-7-15,0-1 0 0,0 4-1 0,-3-1 0 16,0 1-14-16,0 2-2 0,-3 2-1 15,0 1 0-15,0 0-14 0,0 2 9 0,-3 3-9 0,4 0 8 16,-4 3-8-16,3-1 0 0,-3 4-12 0,3 2 12 16,0 2-94-16,0 1-11 0,-3 2-3 0</inkml:trace>
  <inkml:trace contextRef="#ctx0" brushRef="#br0" timeOffset="70974.402">19023 11023 1094 0,'0'0'46'16,"0"0"-37"-1,0 0 82-15,0 0 16 0,0 0 3 0,0 0 1 16,0 0-24-16,0 0-5 0,0 0-1 0,0 0 0 16,0 0-25-16,0 0-4 0,0 0-2 0,0-2 0 15,3-4-29-15,0 4-5 0,3-1-2 0,0 0 0 16,3 1 32-16,0-1 6 0,3 0 2 0,-1 1 0 15,4-1-35-15,3 3-7 0,0 0-2 0,3 0 0 16,3 0 17-16,-3 3 3 0,5-1 1 0,-2 1 0 16,0 0-21-16,-3-1-10 0,3 4 10 0,-4 2-10 15,1-3 0-15,0 3 8 0,0 0-8 0,3 2 0 0,-3 4 24 16,-1 1 3-16,4 1 0 0,-3 3 0 16,0-1-43-16,0 4-9 0,3-1-2 15,-4 3 0-15,-2-1 27 0,3-2 0 0,0-2 0 0,-3 2 0 0,-3 0 0 16,0 1 0-16,-1-4 0 0,-2 6 0 0,0-3 0 15,-3 3-10-15,0-3 10 0,-3 5 0 0,-3 1-11 0,3-1 11 0,0 3-10 16,-3 3 10 0,-3-5-29-16,3-1 0 0,-3 3 0 0,3-2 0 15,-3-3 46-15,-3 2 10 0,3-2 1 0,0 5 1 0,-3-5-29 0,0 5 0 0,0-3 0 16,0 3 0-16,0-2 0 16,0 2 0-16,0-3 0 0,0 4 0 0,-3-7 8 0,3 1-8 0,0 0 0 0,0 0 0 15,-3-3-19-15,0-3-9 16,0 1-3-16,-3 2 0 0,3-5 51 0,-2 3 9 0,2-1 3 0,-3 1 0 15,-3-4-24-15,3 4-8 0,0 2 0 0,-3-2 0 16,0-1 8-16,-3 1-8 0,3-3 0 16,-3 0 9-16,1-1-1 0,2 1 0 0,-3 0 0 0,0-3 0 15,0-2-8-15,0 0 10 0,3-1-10 0,-3 1 10 16,0-3-10-16,1 0 10 0,2 2-10 0,-3-5 10 16,0 3-10-16,3-2 0 0,-3 2 0 0,0-3 0 15,0 0 0-15,-3 0 0 0,1 1 8 0,-1-4-8 16,0 4 8-16,0-4-8 0,0 1 8 0,0 0-8 15,-3-3 8-15,4 0-8 0,2 0 0 0,-3 0 8 16,3-3-8-16,-3 3 12 0,3-3-12 0,0 1 12 16,0-4-12-16,1 4-9 0,2-4 9 0,-3 1-13 15,3 0 13-15,0-3 0 0,0 0 0 0,0 0 0 0,0 0 0 0,0-2 0 16,0 2 0-16,-2 0 0 0,2-3 20 16,-3 1 6-16,-3-1 2 0,0 0 0 0,3 1-28 15,-3-3 0-15,3-1 0 0,-2 1 0 0,-1 0 0 16,0 0 0-16,3-3 0 0,-3 3 0 15,3-3 0-15,-3 2 0 0,6 1 0 0,-2 0 0 0,-1 0 0 0,3 2 13 0,0 1-3 0,0-4-1 16,3 6-9-16,0-2 0 0,0-1 0 0,0 3 8 16,3-2-8-1,-3 2 0-15,3-3 0 0,0 3 0 0,1 0 0 0,2 0 8 0,0 0-8 0,-3 0 0 16,3 3 10-16,0-3-10 16,0 3 12-16,0 0-12 0,0-1 19 0,0 1-3 0,0 2-1 0,0-2 0 15,3 0 3-15,-3 0 1 0,0-1 0 0,3-2 0 16,-3 3 1-16,0 0 1 15,3-3 0-15,-3 3 0 0,0-1-7 0,3-2-2 0,-3 3 0 0,3-3 0 16,0 3-1-16,-3-1-1 0,3 1 0 0,0 5 0 16,0 0-10-16,-3-2 8 0,3 2-8 0,0 0 8 15,0 0-8-15,0 0 0 0,0 0 0 0,0 0 0 16,0 0 0-16,0 0 0 0,0 0 0 0,0 0 0 16,0 0 0-16,0 0 0 0,0 0 0 0,0 0 0 15,0 0 0-15,-3 5 0 0,0 0 0 0,0 3 0 16,0 0 12-16,3 0-4 0,-3 3 0 0,0-1 0 15,3 1-8-15,-3-1 0 0,0 1 0 0,0 2 0 16,3 0 0-16,-3 1 0 0,-3-1 0 0,3 0 0 16,0 0 0-16,0 0 0 0,-3-2 0 0,3 2-11 15,0 1 11-15,-2-1-10 0,2-3 10 0,0 4-10 16,0-4 10-16,0 1 0 0,3-3-9 0,-3 0 9 16,3 0 0-16,-3-3 0 0,3-5 0 0,0 0 0 15,0 0-11-15,0 0 11 0,0 0-8 0,0 0 8 0,0 0-8 0,3-5 8 0,0-1-8 0,0 1 8 31,0-6 0-31,3 3-8 16,-4-5 8-16,4 3 0 0,0-4 0 0,-3 1 0 0,3-3 0 0,0 0-8 16,0 3 8-16,-3-3 0 0,3 0 0 0,0-2 0 0,0 2 0 0,-3-2 0 0,3-1 0 0,-3 0 0 15,3 1 0-15,-3 2 0 16,0-2 0-16,3 2 8 0,-3 0-8 16,0 3 0-16,0-1 8 0,3 4-8 0,-3-1 9 0,0 3-9 0,-3 0 12 15,6 3-12-15,-3 0 16 0,0-1-3 0,3 4-1 0,-4-1 0 16,7 0 0-16,-3 1-1 15,0 2 0-15,0 2 0 0,3-2-24 0,0 3-5 0,0-3-1 16,3 5 0-16,0-2 47 0,0 2 8 16,0 1 3-16,0 2 0 0,2 0-30 0,1-1-9 0,-3 1 0 0,0 3 0 15,3-3 0-15,-3 0 0 0,0 2 0 0,0-2-9 16,0 3-96-16,0-3-19 0,0 0-4 16</inkml:trace>
  <inkml:trace contextRef="#ctx0" brushRef="#br0" timeOffset="71788.853">19833 12420 2269 0,'0'0'64'0,"0"0"15"0,0 0-63 0,0 0-16 0,0 0 0 0,0 0 0 16,0 0 105-16,0 0 19 0,0 0 3 0,0 0 1 15,0 0-52-15,-3 6-11 0,3-6-1 0,-6 5-1 16,3 3-50-16,0 0-13 0,3-3 0 0,-3 6 0 16,3-3 0-16,0 2 0 0,0 1 0 0,3 2 0 15,-3-5 0-15,3 3 0 0,3-1 0 0,-3 1 0 16,3-3 0-16,-3 2 0 0,2 1 0 0,4-3 0 16,-3 0 0-16,0 0 0 0,3 0 0 0,0-3 0 15,-3-3-23-15,3 1-9 0,0 0-3 0,-3-3 0 16,3 0 11-16,-3 0 1 0,3 0 1 0,-3-3 0 15,0-2 22-15,3 2 0 0,-3-5 0 16,-3 3 0-16,2-3 0 0,-2 0 0 16,0 3 0-16,0-3 0 0,0 3 8 0,-3-3 10 0,0 0 2 0,0 2 0 0,0-2 11 15,-3 3 2-15,0-3 1 0,0 3 0 0,3-3-3 0,-3 3-1 0,1 2 0 0,2 3 0 16,-3-5-12-16,3 5-2 16,0 0-1-16,0 0 0 0,0 0-15 0,0 0 8 0,0 0-8 0,0 0 0 15,0 0 22-15,3 2-2 0,5 4 0 16,-2 2 0-16,3 0-35 0,0-3-7 15,0 3-2-15,3 0 0 16,0 0 12-16,0-3 3 0,0 0 0 16,3 3 0-16,-3-5-18 0,2 2-3 0,-2 0-1 0,0-2 0 0,0 0 19 0,-3-1 12 15,3 1-13-15,-6-3 5 0,3-3 8 0,-3 1 0 0,0-1 0 0,0-2-8 16,0 2 8-16,-3-5 11 0,0 3-3 0,-3-3 0 16,3 0-8-16,-3-3 0 0,3 1 0 0,-3-1 0 15,0-2 29-15,-3 0 1 0,3-3 0 0,-3 0 0 16,3 0-30-16,-3 0 0 0,0-2 0 0,0-1 0 15,0 3 0-15,3 1 0 0,-3-1 0 0,3 2 0 16,-3 1-128-16,3 3-21 16,3-1-5-16</inkml:trace>
  <inkml:trace contextRef="#ctx0" brushRef="#br0" timeOffset="72047.282">20353 12307 2142 0,'0'0'44'16,"0"0"12"-16,0 0-45 0,3-6-11 0,0 1 0 0,0 0 0 0,3-3 94 0,-3 2 17 0,6-2 3 0,-3 3 1 31,0-3-42-31,0 0-8 0,3 3-1 0,0-3-1 0,-3 3-4 0,3 0-1 0,0-3 0 0,3 2 0 16,-6 1-58-16,3-3-25 0,0 3 1 0,-1-1 1 15,1 1 23-15,-3 3 0 0,3-4 0 0,-3 4 0 16,0-1 19-16,0 0 1 0,3 3 1 0,-6 0 0 15,3 0-68-15,0 0-13 0,-3 0-4 0,3 0 0 16,-3 6-102 0,-3-4-21-16,3 4-4 0</inkml:trace>
  <inkml:trace contextRef="#ctx0" brushRef="#br0" timeOffset="72287.688">20476 12423 1773 0,'0'0'36'0,"0"0"11"0,0 0-38 0,0 0-9 0,0 0 0 0,0 0 0 16,0 0 106-16,0 0 19 0,0 0 4 0,0 0 1 16,0 0-33-16,3 0-6 0,2-3-2 0,1 1 0 15,-3-1-24-15,3 0-5 0,0 1 0 0,0-4-1 16,0 4-17-16,0-3-3 0,0-1-1 0,0 1 0 16,0 0-15-16,0-1-3 0,0 4-1 0,0-6 0 15,0 2-11-15,0-1-8 0,0 1 9 0,0-2-9 16,3 0 0-16,-3 0 0 0,0 0 0 0,2-2 0 15,-2-1-21-15,3 3-11 0,0-5-1 0,-3 3-1 16,3-4-207-16,-3 1-42 0</inkml:trace>
  <inkml:trace contextRef="#ctx0" brushRef="#br0" timeOffset="75163.19">20785 11968 1580 0,'-3'-8'67'0,"0"0"-54"15,0 0 92-15,0 0 19 0,3 3 3 0,-3 0 1 16,3-1 0-16,0 6 0 0,-3-2 0 0,3 2 0 15,0 0-52-15,0 0-9 0,0 0-3 0,0 0 0 16,0 0 0-16,0 0 0 0,0 0 0 0,0 0 0 16,6 5-51-16,-3 5-13 0,3 1 0 0,-3 0 0 15,3 2 12-15,0 3 0 0,3 2 0 0,-3-2 0 16,3 0-12-16,0 3-16 0,-3-4 3 0,3 1 1 16,0 0 23-16,-3 0 5 0,2-3 0 0,1 3 1 15,-3 0-17-15,3-3 8 0,-3 3-8 16,3 0 0-16,0 0 0 15,-3 0 0-15,0 0 0 0,0 2 0 0,0-2-9 0,0-3-9 0,0 3-2 0,0-3 0 16,-3-2-86-16,3 0-18 0,-3-4-3 16</inkml:trace>
  <inkml:trace contextRef="#ctx0" brushRef="#br0" timeOffset="93682.378">21717 2262 1278 0,'0'0'28'0,"0"-8"5"0,-3 3 2 0,3-3 1 0,0 0-28 0,0 0-8 0,0 0 0 0,0 0 0 16,0 0 121-16,0 3 23 0,3-3 5 0,-3 0 1 15,0 3-38-15,3-3-7 0,-3 5-1 16,0-5-1-16,3 3-4 0,-3 0-1 0,0 5 0 0,3-3 0 15,-3 3-35-15,0 0-7 0,0 0-2 0,0 0 0 16,0 0-25-16,0 0-5 0,3 3 0 0,0 7-1 16,0-2-11-16,0 8-3 0,0 5 0 0,-3 1 0 15,3 1-1-15,-3 1-8 0,0 3 12 0,3-1-4 16,-3 1-8-16,0-4 0 0,0 4 9 0,0-3-9 16,-3 0 0-16,3 5 0 0,0 0 0 0,0 5 8 0,0-2-8 0,0 0 0 15,-3 2 0-15,3-5 0 0,0-5 0 0,-3 2 0 16,3-2 0-16,0-3 0 0,-3-5 0 0,3 0 8 15,0 0-8-15,0 3 0 16,0-9-52-16,0 1-14 0,3-1-3 0,-3-10-1 16,6 8-149-16,-6-8-29 0</inkml:trace>
  <inkml:trace contextRef="#ctx0" brushRef="#br0" timeOffset="94049.272">22247 2172 1958 0,'0'0'43'0,"0"-5"9"0,-3-3 1 0,3 5 3 0,0-4-45 0,0 1-11 0,0 1 0 0,0 5 0 16,0-3 130-16,0 3 24 0,0 0 5 0,0 0 1 15,0 0-103-15,0 0-20 0,0 0-4 0,0 0-1 16,-3 3 19-16,0 5 3 0,0 2 1 0,0 6 0 15,0-2-34-15,3 9-6 0,-3-1-2 0,3 1 0 16,-3-1-5-16,3 1 0 16,0 1-8-16,0 3 12 0,0-6-4 0,0-3 0 0,0 4-8 0,0-1 12 15,3 2-12-15,-3 4 0 0,3-3 0 0,-3 5 0 16,3 0 0-16,-3 0 0 0,3 0 0 0,0 0 0 16,-3-8 0-16,3 3 0 0,-3-3 0 0,3-2 0 15,-3-1 0-15,3-2 0 0,0-2 0 0,0 1 0 16,3-7 0-16,-4 3 0 0,1 0 0 0,-3-11 0 15,6 8-19-15,-6-8 3 0,9 7 1 0,-3-1 0 16,3 2-141-16,0-8-29 0,0 0-6 0</inkml:trace>
  <inkml:trace contextRef="#ctx0" brushRef="#br0" timeOffset="94554.751">22958 2106 1668 0,'0'0'70'0,"0"0"-56"0,3-8-14 0,-3 3 0 16,3 2 138-16,0-2 25 0,-3 5 5 0,0-3 0 15,3-2-24-15,-3 5-4 16,3-5-2-16,-3 5 0 0,0 0-59 0,0 0-12 0,0 0-3 0,0 0 0 16,0 0-24-16,0 0-6 0,6 5-1 0,-3 3 0 15,0 5-9-15,0-2-1 0,0 7-1 0,0 4 0 16,0 1-6-16,-3 6-2 0,3 1 0 0,0-1 0 0,0 0-4 16,-3 3-1-16,3-9 0 0,-3 4 0 15,3-3-9-15,0 5 0 0,-3-8 9 0,3 8-9 0,0-5 0 0,-3 5 0 0,0-5 0 0,3 5 8 16,-3-3-8-16,2 1 0 15,-2-1 0-15,3-7 0 16,0 2-20-16,-3-3-6 0,3-2-1 0,0 0 0 16,0 0-144-16,0-3-29 0,0 1-5 0,-3-4-2 0</inkml:trace>
  <inkml:trace contextRef="#ctx0" brushRef="#br0" timeOffset="95794.264">19806 2551 2188 0,'0'0'48'0,"0"0"11"0,0 0 1 0,-3-3 1 0,3-5-49 0,0 8-12 0,-3 0 0 0,3 0 0 15,0 0 54-15,0 0 8 0,-6 0 2 0,0 8 0 16,0 0-52-16,-3 5-12 0,3 6 0 0,-3 7 0 16,0 1 0-16,0 2 0 0,0 0 0 0,0 0 0 15,3-3 0-15,1-2 0 0,-1 0 0 0,3 3 0 16,0-9 0-16,3 1 0 0,3-1 0 0,0 3 0 16,3-5-48-16,-1 3-13 0,4-9-3 0,0-2 0 15,0 3 0 1,3-9 0-16,-3 4 0 0,3-6 0 0,-3-6 0 0,3-1 0 0,0-1 0 0,0 0 0 0,3-8 52 15,-4 3 12-15,4-1 0 0,-3 4 0 16,0-4 57-16,-3 1 15 0,3-3 2 0,-3 3 1 16,-3 3-18-16,3-6-3 0,-3 2-1 0,-3 1 0 0,0 0 9 0,0 2 2 15,-3 3 0-15,0-5 0 16,0 8-52-16,0 2-12 0,0-2 0 16,0 5 0-16,0 5 54 0,-3-2 8 0,3 2 2 0,0 8 0 0,0-5-52 0,0 3-12 15,0 2 0-15,3 0 0 0,0 1 0 0,0 2 0 0,3-6 0 16,3 3 0-1,-4 1-29-15,4-4-9 0,3 1-2 0,-3-1 0 16,6 4 13-16,-3-6 3 0,3-3 0 0,-3 3 0 16,3-6 24-16,0 4 0 0,-1-6 0 0,-2 0 0 0,3-6 0 0,0 4 0 15,-3-9 0-15,0 3 0 0,0 0 52 0,0-2 15 0,-3-1 3 0,0 1 1 16,0 2-11-16,-1-8-3 0,1 5 0 16,-3 1 0-16,3-4 6 0,-3 1 1 0,0-3 0 15,0 3 0-15,0-6-52 0,-3 1-12 0,3-1 0 0,-3-2 0 16,0-3 0-1,3 3 0-15,-3 0 0 0,0-3 0 16,0 6-48-16,0 2-13 0,3 3-3 0,-3 2 0 0,3 3-125 0,0-2-26 0,0 7-5 16</inkml:trace>
  <inkml:trace contextRef="#ctx0" brushRef="#br0" timeOffset="96066.195">20672 2725 1792 0,'0'0'51'0,"0"0"10"0,0 0-49 0,0 0-12 0,0 0 0 0,0 0 0 0,0 0 156 15,3 0 29-15,0-5 6 0,3 2 1 16,0-4-103-16,3 4-20 0,0 0-4 0,0-5-1 0,3 3-15 0,2 2-3 16,-2-7-1-16,3 4 0 0,3 1-21 0,3-3-4 15,-3 0 0-15,3-2-1 0,-4 2-3 0,4 0-1 0,-3 5 0 0,0-5 0 16,0 0-24-16,0 3-5 15,-3 0-1-15,2 2 0 0,1-5 15 16,0 3 0-16,0 2 0 0,0-2 0 0,0 2 0 0,-3 3 0 0,0 0 0 16,-1 0 0-1,-2 3-105-15,-3 2-19 0,-9-5-3 0,0 0-1025 0</inkml:trace>
  <inkml:trace contextRef="#ctx0" brushRef="#br0" timeOffset="96345.453">20922 2850 1788 0,'0'0'51'0,"-6"2"10"0,6-2-49 0,-6 6-12 0,6-6 0 0,0 0 0 16,0 0 133-16,0 0 24 0,0 0 5 0,0 0 1 15,0 0-51-15,0 0-9 0,0 0-3 0,6-6 0 16,0 4-40-16,0 2-9 0,3-3-2 0,0 0 0 16,0-2-32-16,0 5-6 0,3-2-2 0,0-4 0 15,-4 4 6-15,4-4 1 0,3 1 0 0,-3 2 0 16,6 1-26-16,-3-4-5 0,6 6-1 0,-3-5 0 15,5 2-89-15,-2-2-19 0,0 3-3 0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0T21:41:56.31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17198 5329 1018 0,'0'0'43'0,"-6"3"-35"16,6-3 96-16,0 0 18 0,0 0 4 0,0 0 1 15,0 0-31-15,0 0-5 0,0 0-2 0,0 0 0 16,0 0-33-16,0 0-8 16,0 0 0-16,0 0-1 0,0 0-10 0,0 0-1 0,0 0-1 0,0 0 0 15,6 2-1-15,0-2 0 0,0 3 0 0,0 0 0 16,0-3-7-16,3 2-2 0,0-2 0 0,0 0 0 15,3 3-6-15,0-3-2 0,0 0 0 0,0 3 0 16,2-3-7-16,-2 0-2 0,0 0 0 0,0 0 0 16,3-3-8-16,0 3 0 0,0-3 9 0,3-2-9 15,2 2 8-15,1-2-8 0,0 2 10 0,6 1-10 16,0-1 12-16,-1-2-4 0,1 5-8 0,0-3 12 16,0 1-12-16,0-1 0 0,-4 0 0 0,1-2 0 15,-3 2 8-15,0 1-8 0,0 2 0 0,0-8 0 16,-1 5 0-16,4 0 0 0,0 1 0 0,3 2 0 15,-3-3 8-15,2 0-8 0,4 1 0 0,-3 2 9 16,0-3-1-16,0 3-8 0,-4 0 12 0,4 0-4 16,-6 0-8-16,0-2 8 0,0-1-8 0,0 3 8 0,2 0 0 0,1-3-8 15,0 3 12-15,3-2-4 0,0 2-8 0,-1 0 8 0,1 0-8 0,3 0 8 16,-3 0 0-16,0 0-8 0,-4 0 12 0,1 2-4 16,-3-2-8-1,0 0 12-15,-3 0-12 0,0 0 12 0,2 0-4 0,-2 0-8 0,3 0 12 0,0 0-4 16,0 0-8-16,3 0 12 0,-1 0-12 15,1 0 12-15,0 3-12 0,0-3 10 0,0 0-10 16,-1 0 10-16,1 0-10 0,-3 0 12 16,0 0-12-16,0 0 12 0,0-3-3 0,-4 3 0 15,4-2 0-15,0 2 0 0,0-6 1 0,3 4 0 0,0 2 0 16,-1-3 0-16,4 3-1 0,3 0 0 0,-3 0 0 0,2 0 0 16,-2 0-9-16,-3 0 8 0,0 0-8 0,0 0 8 15,-3 0-8-15,-1-3 0 0,-2 3 9 0,0 0-9 16,3-2 0-16,0 2 8 0,0 0-8 0,2 0 0 15,1 0 8-15,0 0-8 0,3 2 10 0,-3-2-10 16,-1 3 9-16,1-3-9 0,0 0 8 0,0 3-8 16,-6-3 0-16,3 2 0 0,-4-2 8 0,-2 6-8 15,0-6 0-15,0 0 0 0,0 0 9 0,0 2-9 16,0-2 0-16,0 0 9 0,3 0-9 0,-1 0 0 16,1 0 0-16,3 0 0 0,-3 0 0 15,3 3 0-15,0-3 0 0,-1 0 0 0,1 0 0 0,0 3 0 0,-3-3 8 16,0 2-8-16,3-2 0 0,-6 0 0 0,-1 0 0 15,1 0 10-15,0 0-10 0,-3-2 8 0,3 2 3 16,-3-3 0-16,0 3 0 0,3-3 0 16,-3 3 1-16,2 0 0 0,-2-2 0 0,3 2 0 0,3 0-3 15,-3 0 0-15,0-6 0 0,0 6 0 0,0-2-1 16,0 2 0-16,-4 0 0 0,4 0 0 0,0 0-8 16,0 2 10-16,-3-2-10 0,0 6 10 0,0-6-10 0,-3 0 0 15,0 0 9-15,0 2-9 0,-3-2 0 16,0 3 9-16,2-3-9 0,-2 3 0 0,-3-1 0 0,0 1 0 0,3-1 0 0,-3 1 0 15,-3-3 8-15,3 3-8 16,-3-3 0-16,3 5 0 0,-3-5 0 0,0 5 0 0,0-5-8 16,0 0 8-1,3 6-58-15,-3-6-6 0,0 0 0 0</inkml:trace>
  <inkml:trace contextRef="#ctx0" brushRef="#br0" timeOffset="3079.095">17356 12164 1074 0,'0'0'30'0,"-3"-3"8"0,3 3-30 0,-6-3-8 0,6 3 0 0,0 0 0 15,0 0 41-15,-3-5 7 0,3 5 2 0,0 0 0 16,0 0 17-16,0 0 3 0,0 0 1 0,0 0 0 16,0 0-7-16,0 0-2 0,0 0 0 0,0 0 0 15,0 0-42-15,0 0-9 0,0 0-2 0,0 0 0 16,3 5 37-16,3-2 7 0,0 2 2 0,0-2 0 0,0 0-37 0,3-3-7 0,3 2-2 16,-3 1 0-16,6-3 5 0,-4 3 1 15,4-3 0-15,3 0 0 16,3 2-24-16,0-2-5 0,3 0-1 0,0 0 0 0,2 0 27 15,1 0 4-15,3 0 2 0,-3 0 0 0,-4 0-29 16,1 0-5-16,3 3-2 0,-3-3 0 16,0-3 18-16,0 3 0 0,2 0 0 0,4 0 0 15,3 0 11-15,0 0 5 0,2 3 2 0,1-6 0 0,-3 3-18 0,-1 0 0 0,-2-2 0 16,0-1 0-16,0 0-11 0,0 3-5 0,-1-2-2 0,1-1 0 16,3 0 41-16,0 1 8 0,-1-4 1 0,4 4 1 15,-6-1-23-15,3 0-10 0,-7-2 8 0,1 2-8 16,0 1 0-16,-6 2 8 0,0 0-8 0,2 0 0 15,-2 0 8-15,-3 0-8 0,3 0 0 0,0 0 8 16,3 0 0-16,-4 0-8 0,1 0 12 0,0 0-4 16,0 0 0-1,0 0 0-15,0-3 0 0,-4 3 0 0,4 0 0 0,-3 0-8 0,0 0 12 0,-3 0-4 16,0 0-8-16,0-2 0 0,-3 2 0 0,2 0 0 16,-2 0 0-16,0 0 0 0,0 0 0 0,3 0 0 15,-3 0 0-15,3 0 0 0,-3 0 0 0,0 2 0 16,3-2 27-16,-4 0 3 0,4 3 1 0,0-3 0 15,0 2-31-15,0-2 8 0,0 0-8 0,0 3 0 16,0-3 0-16,-1 3 0 0,1-1 8 0,0-2-8 16,0 3 0-16,-3-3 0 0,3 0 8 0,-3 0-8 15,0 0 0-15,0 0 8 0,0 0-8 0,-4 0 0 16,1 0 26-16,0 0-1 0,-3 0 0 0,3 0 0 16,-3-3-25-16,0 3 0 0,3 0 0 0,-3-2 0 0,0 2 0 0,3-3 0 15,-3 3 0-15,3 0 0 16,0 0 0-16,-3 0 0 0,3-3 0 0,-3 3 0 0,0 0 0 0,2 0 0 0,-2 0 0 15,3 0 0-15,-3 0 13 0,3 0-2 0,-3-2-1 16,3 4 0-16,-3-4-10 0,3 2 0 0,0-3 0 0,0 3 8 16,0 0-8-16,0-2 0 15,0 2 0-15,0-3 0 0,-1 3 0 0,1 0 0 0,0-3 0 16,-3 3 8-16,3 0-17 0,0-2-4 16,0-1-1-16,-3 3 0 0,3 0 25 0,-3-3 5 0,3 3 0 0,-3-2 1 15,0-1-27-15,0 3-6 0,0-3 0 0,0 3-1 16,0-2 29-16,0 2 7 0,2-3 1 0,-5 3 0 15,3 0-32-15,-3-3-7 0,3 3-1 0,-3-2 0 16,0 2 20-16,0-3 0 0,0 3 0 0,-3 0 0 16,6-2 15-16,-6 2 6 0,3-3 2 0,-3 3 0 15,6-3 14-15,-3 1 3 0,-3 2 1 0,3-6 0 16,-3 4-53-16,0 2-12 0,3-6-1 16,0 1-1-16,-3 2 26 0,0-2 19 0,3 0-3 0,-3-3-1 15,0 3-3-15,0-3-1 0,0 0 0 0,-3 0 0 16,3-3 6-16,0 3 2 0,-3-5 0 15,3 0 0-15,-3 2-31 0,0-5-5 0,3 0-2 16,-3 1 0-16,0-1 45 0,3-3 9 0,-3 1 1 0,0 2 1 16,0-3-23-16,0 3-5 0,0-2-1 0,0-1 0 15,0 3 0-15,0-2 0 0,0-1 0 16,-3-2 0-16,3 0-8 0,0-5 12 0,3-1-12 0,-3-2 12 16,0 0-12-16,0 0 0 0,3-3 0 0,-2 3 0 0,2 3 8 15,0-1-8-15,0 3 0 0,0-5 8 0,0 3-8 0,0-3 0 16,0-1 0-16,0-1 0 15,2-4 0-15,-2 1 0 0,3-3 0 0,-3 2 0 0,0 4 0 0,3-1 0 16,-3 6 0-16,0-4 0 0,3 1 0 0,-3 3 0 0,0-1 0 16,3-2 0-16,-3 0 0 15,0-3 8-15,3 1-8 0,-3-4 0 0,3 6 12 0,0 0-2 0,-3 0-1 16,3 2 0-16,0 4 3 0,-3-1 1 0,0 3 0 0,3-3 0 16,-3 3-3-1,0 0-1-15,3-3 0 0,-3 0 0 0,0-3 1 16,3 1 0-16,-3-3 0 0,0 0 0 0,0 2-2 0,3-2-8 0,-3 5 12 0,0-5-4 15,3 5 5-15,-3 3 1 0,0-2 0 0,3 1 0 16,-3 1-14-16,0-3 0 0,3 1 0 0,-3-4 0 16,3 1 0-16,-3-6 0 0,3 0 0 0,0-2 0 15,-3 2 0-15,3 3 0 0,0 0 0 0,-3 0 0 16,0 2 0-16,0 3 0 0,3 1 0 0,-3-4 0 16,0 3 0-16,0-2 0 0,0-1 0 0,0-2 0 15,0 0 0-15,0 0 0 0,0-5 0 0,0 5 0 16,3 2 0-16,-3 1 9 0,0 2-9 0,0 0 8 15,0 3-8-15,3-3 0 0,-3 3 0 0,0 0 8 16,0-6-8-16,3 1 0 0,-3-3-12 16,0-3 12-16,0 0 0 0,3 0 0 0,-3-2 0 0,3 2 0 15,0 1 0-15,-3 1 0 0,0 4 12 0,3 2-4 16,0-5-8-16,-3 3-11 0,3-1 3 0,0-7 0 16,-3 2 8-16,3-5 0 0,0-3 0 0,0 1 0 15,0 7 0-15,0 0 0 0,0 0 0 0,0 6 0 0,3-1 0 0,-3 1 11 0,-1-1-3 0,1-2 0 16,0-5-8-16,3 0-11 15,-3-4 3-15,0 1 0 0,0 3 8 16,3 2 0-16,-3 1 0 0,3 4 0 0,-3 1 0 16,3-1 11-16,0 3-3 0,-3 1 0 0,3-7-8 0,0 1 0 0,-3 0 0 15,3-5 8-15,0 2-8 16,-3 0 0-16,3-2 0 0,-3 0 8 0,0 4-8 0,3 4 0 0,-3 5 0 0,0-3 0 16,3 3 0-16,-3 2 0 0,0-2 0 0,-3 0 0 15,3-3 0-15,0-2 0 0,-3-3 8 0,2-1-8 16,1 1 0-16,-3 3 0 0,3-3 0 0,0 2 0 15,-3 4 0-15,3 1 0 0,-3 4 0 0,3-1 0 16,-3 3 0-16,0 1 0 0,3-4 8 0,-3 3-8 16,0 0 0-16,0 0 0 0,0 1 0 0,0-4 8 31,0-2-20-31,0-3-5 0,0 0-1 0,0-2 0 0,0-1 30 0,0 1 5 0,0-1 2 0,0 4 0 16,0-1-19-16,-3 5 0 0,3 1 0 0,-3 2 0 15,3 0 0-15,-3 0 0 0,0 3 0 0,3-3 0 16,-3 3 0-16,0-1 0 0,1 1 0 0,-1 0 0 15,3-3 0-15,-3-2 0 0,0 2 0 0,0-3 0 16,3-2-9-16,-3 3-9 0,0-4-2 0,0 1 0 16,3 3 32-16,0-1 7 0,-3-2 1 0,3 2 0 0,0 4-20 15,0 1 0-15,0-2 0 0,0 3 0 0,0 3 0 16,0-1 0-16,0 1 0 0,0-1 0 16,0 3 0-16,0-3 0 0,0 3 0 0,-3 1 0 0,3-1 0 0,0 0 0 15,-3 0 0-15,3 2 0 0,0 1 0 16,-3-3 0-16,3 3 0 0,0-3-9 0,-3 3-6 0,3-1-1 15,-3 1 0-15,3 0 0 0,0 0 16 16,0 5 0-16,-3-6 0 0,3 4 0 0,0 2 0 0,0-6 0 0,-3 1 0 16,3 5 0-16,0 0 0 15,0-5 0-15,0 5 0 0,0 0 0 16,0 0 0-16,-3-3 0 0,3 3 0 0,0 0 0 0,0 0-16 0,0 0 2 16,-3-3 1-16,3 3 0 0,0 0 21 0,-3-2 5 0,3 2 1 0,-6 0 0 31,6 0-62-31,-6 0-13 0,6 0-3 0,-9 2 0 0,3 1 52 15,3-3 12-15,-3 3 0 0,6-3 0 0,-6 2 0 16,0 1 0-16,6-3 0 0,-6 0 0 0,0 3 0 0,0-3 0 0,-2 2 0 16,2 1 0-16,3-3 0 0,-3 0 0 0,6 0 0 15,-6 3 0-15,6-3 0 0,-9 0 0 0,9 0 0 0,-6 2 0 16,6-2-54-16,0 0-8 16,-6 3-2-16,6-3 0 0,0 0 76 0,-9 0 14 0,9 0 3 0,0 0 1 15,0 0-30-15,0 0 0 0,0 0 0 0,0 0 0 16,-3 3 0-16,3-3 0 0,0 0 0 0,0 0 0 15,0 0-9-15,0 0 9 0,0 0 0 0,0 0-9 16,0 0 9-16,0 0 0 0,0 0 0 0,3 5-8 16,0 0-11-16,3-2-1 0,0-3-1 0,0 2 0 15,3 1 21-15,3-3 0 0,-1 0 0 0,4 0 0 16,0-3 0-16,3 3 0 0,3-2 0 0,0-1 0 0,3 3 47 16,2-5 13-16,1 2 4 0,-3 1 0 15,3-4-52-15,-3 4-12 0,-4-4 0 0,4 1 0 16,-3 0 0-16,3-1 0 0,0 1 0 0,0 0 0 0,2 0 0 15,1-1 0-15,0 1 0 0,3 0 0 16,-4-1 0-16,1-2 0 0,-3 6 0 0,0-4 0 0,0 1 0 16,-6 3 0-16,-1-1 0 0,-2 0 0 0,-3 1 0 0,-3 2 0 0,0-3 0 0,0 3 0 15,-3 0 0 1,0 0 0-16,-3 0 0 0,-3 0 0 16,6 3 0-16,-6-3 0 0,0 0 0 0,3 2 0 0,-3-2 0 0,0 0 0 15,0 0 0-15,0 0 0 0,0 0 0 0,0 0 0 16,0 0 0-16,0 0 0 0,0 0-48 15,0 0-13-15,0 0-3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0T21:42:23.99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20550 7512 1337 0,'0'0'28'0,"0"0"6"16,0 0-34-16,0 0 0 0,0 0 0 0,0 0 0 16,0 0 160-16,0 0 26 0,0 0 5 0,0 0 1 15,0-5-103-15,0 5-20 0,3-6-4 0,0 4-1 16,3-4 4-16,0 1 0 0,0 0 0 0,0-3 0 16,3 3-18-16,0-3-3 0,-1 2-1 0,1-2 0 15,3 1-14-15,3-1-4 0,-3 2 0 0,3-2 0 16,0 3-28-16,3 0-16 0,-3 2 1 0,2 1 1 15,-2-1 38-15,0 3 7 0,0 0 1 0,0 3 1 0,-3-1-1 16,0 3-1-16,-3 1 0 0,-3 2 0 16,0 2-31-16,-3 1 0 0,0 2 0 0,-3 0 0 15,-3 6 0-15,-3-1 0 0,0 1 0 0,-3 2 0 16,-3-2-45-16,-3-1-15 0,3 1-4 0,-3-1 0 0,-3 1 52 0,3-1 12 0,-2-2 0 0,-1 3 0 31,3-1 0-31,-3 1 0 0,3-1 0 0,3 1 0 0,0-1-20 0,0 3 0 0,3-2-1 0,1-1 0 16,2-2 21-1,-3 0 0-15,6 0 0 0,0-3 0 0,3 0-9 0,0-2-1 16,3 0 0-16,0-1 0 0,0-4 10 0,6 1 0 0,-3-4 0 0,2 2-8 16,4-2 32-16,0-3 6 0,0 3 2 0,3-3 0 15,0-3-32 1,3 0 0-16,0 1 0 0,0-1 0 0,2 0 0 0,-2-2 0 0,3 3 0 0,0-4 0 16,-3 1 0-16,0 0 0 0,-1-1 0 0,1 4 0 15,0-4-148-15,-3 4-35 0,0-4-7 16</inkml:trace>
  <inkml:trace contextRef="#ctx0" brushRef="#br0" timeOffset="455.347">21217 7620 2024 0,'-6'0'42'0,"6"0"10"0,-6 0-41 0,6 0-11 0,0 0 0 16,0 0 0-16,0 0 84 0,0 0 14 0,0 0 3 0,0 0 1 16,0 0-45-16,0 0-9 0,3 0-1 0,6 3-1 15,0-3 7-15,3 0 2 0,2-3 0 0,-2 3 0 16,3-2-44-16,3-1-11 0,-3 1 0 0,3-1 0 16,0 0 0-16,-3 1 0 0,-1-1 0 0,1-2 0 15,0 2 20-15,0 0 3 0,3 1 0 0,-3-1 0 16,0 0-37-16,0 1-7 0,-1-1-2 0,1 0 0 15,0 1 23-15,0 2 0 0,-3 0 0 16,0-3 0-16,0 3 0 0,-3 3 0 0,0-3 0 0,-3 2 0 16,-3-2-56-16,-3 0-6 0,3 6-2 0,-3-1 0 31,0 0-128-31,-6 1-27 0,0 2-5 0</inkml:trace>
  <inkml:trace contextRef="#ctx0" brushRef="#br0" timeOffset="673.762">21306 7792 1824 0,'0'0'38'0,"0"0"8"0,0 0-37 0,0 0-9 0,0 0 0 0,0 0 0 15,0 0 104-15,0 0 20 0,6 3 3 0,0-3 1 16,3 0 0-16,0 0 0 0,0-3 0 0,0 1 0 16,0-1-103-16,-1 3-25 0,1-5 0 0,0 2 0 0,0 1 56 15,0-1 7-15,0 0 1 0,0 1 0 16,3-1-52-16,-3 0-12 0,3 1 0 0,-3-1 0 0,3 3 0 0,0-3-12 0,-1 1 3 0,1-1 0 31,3 3-37-31,0 0-7 0,0-3-2 0,0 1 0 0,0 2-109 16,0-3-23-16,0 1-4 0</inkml:trace>
  <inkml:trace contextRef="#ctx0" brushRef="#br0" timeOffset="2487.331">21943 7351 1337 0,'0'0'28'0,"0"0"6"16,0-6-34-16,-3 4 0 0,3 2 0 0,0-6 0 15,0 6 102-15,3-5 14 0,-3 2 2 0,0 3 1 16,0-5-37-16,3 2-7 0,-3 3-2 0,0 0 0 15,0-5-7-15,0 5-2 0,0 0 0 0,0 0 0 16,0 0 0-16,0 0 0 0,0 0 0 0,0 0 0 16,0 0-51-16,0 0-13 0,6 3 0 0,-3 2 0 15,0 0 0-15,0 3 0 0,3 0 0 0,-6 0 0 0,3 5 0 16,0 1 0-16,0-1 0 0,3 0 0 16,-3 3 0-16,3-3 0 0,0 3 0 0,0 0 0 15,-1-3-51-15,4-2-13 0,0-1-2 0,0 1-1 16,0-3 26-16,0 0 5 0,0-5 0 0,3 2 1 0,-3-5 15 0,3 0 2 0,0-3 1 0,0 1 0 15,0-4 17-15,-1 1-12 0,1-3 12 0,-3-3-10 32,3 3 10-32,-3-2 0 0,0-1 0 0,0 1 8 0,-3-1 20 15,3 1 5-15,-3-1 1 0,-3 0 0 0,0 3 18 0,0-2 4 0,-3-1 1 16,0 1 0-16,0 2-21 0,-3 2-5 0,3-1-1 0,-3 1 0 16,0 1 27-16,3 5 6 0,-6-5 1 0,6 5 0 15,-3-3-52-15,3 3-12 0,0 0 0 16,0 0 0-16,0 0 32 0,0 0 4 0,0 0 1 0,0 0 0 15,-6 5-29-15,3 3-8 0,3 0 0 0,0 3 0 16,0 2 0-16,3 0 0 0,0 6 0 0,0-3 0 16,0 5 23-16,3-3 3 0,0 3 1 15,0 1 0-15,0-1-43 0,0 0-9 0,0-3-2 16,0 4 0-16,-4-4 15 0,4 1 4 0,-3-3 0 0,-3 2 0 16,0-2-5-16,0-3-1 0,0 3 0 0,-3-3 0 15,0 1-8-15,-2-1-2 0,2 0 0 0,-3 0 0 16,0 0 8-16,-3 3 0 0,0-5 1 0,0 5 0 15,-3-3 15-15,0-2-12 0,0 2 12 0,-3-3-12 16,0 1 12-16,-2 0 0 0,2-1 0 0,-6-2 0 16,3 0 21-16,-3-3 7 0,0 1 2 0,3-1 0 15,1-2-48-15,2-3-10 0,0-3-1 0,0 0-1 16,3 1-3-16,3-6-1 0,0 2 0 0,3-4 0 16,3-1-31-16,3-2-7 0,3 0 0 15</inkml:trace>
  <inkml:trace contextRef="#ctx0" brushRef="#br0" timeOffset="2762.323">22541 7507 2269 0,'0'0'64'0,"0"0"15"16,0 0-63-16,0 0-16 0,0 0 0 0,0 0 0 0,-3 5 94 0,3 3 16 0,-3 0 3 0,0 0 1 15,3 2-42-15,-3 1-9 16,3 0-2-16,0-1 0 0,-3 1-35 0,3 2-7 0,0-2-2 0,0-1 0 15,3 1 38-15,-3 2 7 0,3-2 2 0,-3-1 0 16,0 1-52-16,3 2-12 0,-3 0 0 0,0-2 0 16,0 2-12-16,0-2-6 0,0 2-1 0,0 0 0 15,-3 0 19-15,0 3 0 0,0 0 0 0,0 3 0 16,0-4-20-16,0 4 4 0,1-1 0 0,-1 1 0 16,0-3-40-16,0 0-8 15,0 0-2-15,0-3 0 0,3 0-133 0,0-2-26 0</inkml:trace>
  <inkml:trace contextRef="#ctx0" brushRef="#br0" timeOffset="3616.323">22973 7359 1637 0,'3'-3'34'0,"0"0"8"0,3 1-34 0,-3-4-8 0,0 4 0 0,0-1 0 16,0-2 100-16,0 2 19 0,0-2 3 0,-3 5 1 15,3-3-55-15,-3 3-12 0,3-3-1 0,-3 3-1 16,6-5 3-16,-6 5 1 0,3 0 0 0,-3 0 0 16,0 0-28-16,0 0-6 0,0 0 0 0,6 0-1 15,-6 0-32-15,5 3-7 0,-2 2 0 0,3 0-1 16,0 1 17-16,-3 2 0 0,3 0 0 0,0 0 0 15,-3-1 0 1,3 4 0-16,3 0 0 0,-3 2 0 0,0-3 0 0,3 1 0 0,3 0 0 0,-3-1 0 16,3 1-55-16,0-3-7 0,-1-3-2 0,1 0 0 15,0-5 48-15,3 3 16 0,0-6-12 0,-3 3 12 0,3-5-13 0,0 0 3 0,0-1 1 0,-1 1 0 16,1-3 9-16,-3 0 0 0,0-2 0 0,0 2 0 16,0-3 22-16,-3 1 0 0,0 2 0 0,-3-3 0 15,-3 3 26-15,0-2 6 16,3 2 1-16,-6 0 0 0,0-3-1 0,0 3 0 0,-3-2 0 0,0 2 0 15,0-3-6-15,-3 3-2 16,0 3 0-16,0-3 0 0,0 3-10 0,0-1-1 0,0 4-1 0,-3-1 0 16,3 0-13-16,0 3-2 0,0-2-1 0,0 4 0 15,3-2-7-15,-3 6-2 16,3-4 0-16,0 6 0 0,0-3-34 0,3 3-7 0,0 3-2 16,0 0 0-16,0-1 78 0,3 3 16 0,0 3 4 0,0 0 0 15,0 5-76-15,0 1-14 0,-3-1-3 0,3 5-1 16,-3-2 30-16,0 0 0 0,0 2 0 0,-3-2 0 15,0 0 0-15,0-6 0 0,-3 1 0 0,0 2 0 16,1-5 0-16,-4 0 0 0,0-3 0 0,0 0 0 16,0 3-28-16,-3-5-7 0,0 2-1 15,0 0 0-15,0-2 36 0,0 2 0 0,0 0 0 0,0 0 0 16,1 1 0-16,2-1 0 0,-3 0 0 0,0-2 0 16,3-1-58-16,0-2-5 0,0 0-1 0,0 0 0 15,3-3-102-15,0-2-21 0,0 0-4 0</inkml:trace>
  <inkml:trace contextRef="#ctx0" brushRef="#br0" timeOffset="4023.608">23458 7626 1824 0,'0'0'38'16,"3"-6"8"-16,0 4-37 0,0-3-9 0,0 2 0 0,0-2 0 0,3 2 156 0,-3 0 28 0,0 1 7 0,3-1 1 15,-3 0-103-15,3 1-20 0,0-1-4 0,0 0-1 16,0 1-51-16,0-1-13 0,0 0 0 0,-3 3 0 16,2 0 31-16,1 0 3 0,0 0 1 0,0 3 0 15,-3 0-5-15,3-1-1 0,0 4 0 0,0-1 0 16,-3 0-29-16,3 3 0 0,-3 0 0 0,-3 3 0 16,0-1 0-16,0 4 0 0,-3-1 0 0,0 0 0 15,-3 0 0-15,0 3 0 0,-3-3 0 0,0 6 0 16,-3-1-45-1,4 4-15-15,-1 1-4 0,-3 1 0 0,3 0 52 0,3 0 12 0,0 2 0 0,0-2 0 16,0 0-22-16,6-3-2 0,0 0 0 0,0-5 0 16,0-3 39-16,3 1 7 0,3-4 2 0,0-2 0 15,0 0-24-15,3-3 0 0,3 1 0 0,0-1 0 16,2-2 0-16,4-1 0 0,-3-2 0 0,6 3 0 16,-6-3 0-16,3 0-15 0,0 0 3 0,2 0 0 0,-2-3 12 15,-3 1 0-15,0 2 0 0,0-6 0 0,0 4 0 0,-3-1 0 16,0 0 0-16,0-2 0 15,-1 0-93-15,-2-1-19 0,0 4-4 0</inkml:trace>
  <inkml:trace contextRef="#ctx0" brushRef="#br0" timeOffset="7952.959">16442 1693 1185 0,'0'0'24'0,"0"0"7"0,0 0-31 0,0 0 0 0,0 0 0 0,0 0 0 16,0 0 93-16,0 0 13 0,0 0 2 16,0 0 1-16,0 0-17 0,0 0-3 0,0 0-1 0,0 0 0 31,0 0-16-31,0 0-3 0,0 0-1 0,0 0 0 0,3-5-21 0,3 3-5 0,-3 2-1 0,3-6 0 16,0 4-9-16,0-4-3 0,0 4 0 0,3-4 0 15,-3 4-6-15,3-4-2 0,3-2 0 0,-3 1 0 16,2 1-8-16,-2-2-1 0,3 0-1 0,0 0 0 15,3 0 2-15,-3 1 1 0,3 1 0 0,-3-2 0 16,3 0 11-16,-3-5 3 0,0 5 0 0,-4 0 0 16,4 0-8-16,-6 0 0 0,3 3-1 0,-3 2 0 15,-3-2-5-15,-3 5-1 0,0 0 0 0,0 0 0 16,0 0-24-16,0 0-5 0,0 0 0 0,0 0-1 16,-6 5 40-16,3 3 8 0,-3 3 1 0,0 2 1 15,0-5-33-15,-3 5 0 0,3 1 0 0,4 1 0 16,-4-4 0-16,3 8 0 0,-3-4 0 0,3 1 0 15,3 6 0-15,-3-7 0 0,3 7 0 0,0-1 0 16,0-5 0-16,3 5 0 0,-3 0 0 0,3-3 0 0,0 1 0 16,-3-3 0-16,3-6-9 0,-3 9 9 0,3-11-16 15,-3 5 3-15,0-2 0 0,0-3 0 16,0 5-1-16,-3-8 0 0,0 6 0 0,-3-3 0 16,0-3 14-16,0 3-12 0,-3 0 12 0,3-3-12 0,-3 3 12 15,-3-5 0-15,3 5 0 0,-6-3-9 0,3 0 9 16,-3-2 0-16,1 2 0 0,-1-2 0 0,-3-3 0 15,0 5 9-15,0-5-9 0,-3 0 0 0,3 0 12 0,1 0-12 0,-1 0 12 16,3 0-12-16,0 0 8 0,3 0-8 0,0-5 0 0,3 2 0 16,6 3 0-16,0-5 0 0,3 5-13 15,0-3 5-15,6-5-96 16,0 3-18-16,6-3-4 0</inkml:trace>
  <inkml:trace contextRef="#ctx0" brushRef="#br0" timeOffset="8252.236">16916 1730 1972 0,'0'0'41'0,"0"0"9"0,0 0-40 0,0 0-10 0,2-5 0 0,-2 5 0 16,0 0 124-16,0 0 24 0,0 0 4 0,0 0 0 15,0 0-70-15,0 0-14 0,0 0-4 0,0 0 0 16,0 0 0-16,0 5 0 0,0 3 0 0,0 0 0 15,0 6-51-15,-2-6-13 0,2 5 0 0,-3 3 0 16,3-3 0-16,-3 3 0 0,0 5 0 0,0-5 0 16,-3 5 11-16,3 0-1 0,-3-2 0 0,0 2 0 15,0-5-10-15,0 2 0 0,3 1 0 0,-3-1 0 16,0-2 0-16,0 0 0 0,0 5 8 0,0-5-8 0,0 5-9 0,3-5-4 16,0 0-1-16,-3 2 0 15,6-2-40-15,-3-2-8 0,3 1-2 0</inkml:trace>
  <inkml:trace contextRef="#ctx0" brushRef="#br0" timeOffset="8872.54">17407 1850 1337 0,'-9'0'28'0,"3"5"6"0,-3-3-34 16,3 4 0-16,0-6 0 0,0 2 0 0,0 1 108 0,0 0 16 0,0-3 2 15,6 0 1-15,-6 5-50 0,6-5-9 0,0 0-3 0,0 0 0 16,0 0-1-16,0 0 0 0,0 0 0 0,3 8 0 16,0-8-19-1,0 3-4-15,3 2-1 0,0-5 0 16,3 0-12-16,3 0-4 0,0 0 0 0,0-5 0 0,6 5 30 0,-1-3 6 0,4-2 0 15,0 2 1-15,3-2-31 0,0-1-6 0,2 4-2 0,1-4 0 16,-3-1-10-16,3 4-3 16,-3-5 0-16,2 3 0 0,-5-3-9 0,0 2 0 0,0 4 0 0,-3-6 0 15,0 3 0-15,-3 2 0 0,-1-2-9 16,1-1 9-16,-3 4-25 16,-3 2-2-16,-3 0 0 0,0 0 0 15,-6 0-27-15,0 0-6 0,0 0 0 0,-3 8-1 0,-3 0-156 0,0 5-31 0,-3-5-7 16</inkml:trace>
  <inkml:trace contextRef="#ctx0" brushRef="#br0" timeOffset="9162.02">17433 2032 1792 0,'0'0'51'0,"0"0"10"16,0 0-49-16,0 0-12 0,0 0 0 0,0 0 0 0,0 0 79 15,0 0 13-15,0 0 2 0,0 0 1 0,0 0 1 0,0 0 1 0,0 0 0 0,0 0 0 16,0 0-26 0,0 0-6-16,0 0-1 0,0 0 0 0,6 3-51 0,0-3-13 15,0 0 0-15,3 0 0 16,3 0 54-16,3 0 8 0,0 0 2 0,3-3 0 0,0 3-42 0,2 0-8 0,4 0-2 0,-3 0 0 16,3-5-12-1,0 5-16-15,-3 0 3 0,2-3 1 0,-2 3 29 0,3-5 7 0,-3 2 0 0,0-2 1 31,0 2-25-31,-1-2-14 0,1 5 2 0,0-5 0 0,0 2-141 16,0 3-28-16,-3-5-6 0</inkml:trace>
  <inkml:trace contextRef="#ctx0" brushRef="#br0" timeOffset="12545.876">18222 1746 1299 0,'0'-8'55'0,"0"0"-44"15,0 1 132 1,3 1 26-16,-3-2 6 0,0 6 1 16,0-6-69-16,0 8-14 0,0 0-2 0,0 0-1 15,0 0-21-15,0 0-4 0,0 0-1 0,0 0 0 0,-3 8 0 0,0 2 0 0,-3 3 0 0,3 9 0 16,0-6-51-16,0 5-13 0,0 0 0 0,0 3 0 15,0-3 0 1,3-5 0-16,0 5 0 0,0-5 0 0,0 0 0 0,0 2 0 0,3-7 0 0,0 2 0 16,3 0-48-16,-3-5-13 15,3 0-3-15,0-5 0 0,3 2 52 0,-3-5 12 16,3 3 0-16,3-3 0 0,0-3 0 0,-3 3 0 0,3-8 0 0,0 3 0 31,2 2-25-31,-2-5-3 0,0-2 0 0,0-1 0 0,3 3 28 0,-3 0 0 16,-3-5 9-16,3 5-9 0,-3-5 24 0,-3 5-1 0,0-8-1 0,0 8 0 15,-3-5 34-15,0 5 6 0,-3-5 2 0,3 5 0 16,-3 0-52-16,0 0-12 0,0 0 0 0,0 8 0 16,0 0 0-16,0 0 0 0,0 0 0 0,0 0 0 15,-3 10 0-15,0 4 0 0,0-1 0 0,0-3 0 16,3 4 8-16,0 2 0 0,-3 2-8 0,3-2 12 16,3 0-12-16,-3-3-8 0,3-2 8 0,0 2-13 15,3 0 13-15,-3-2-11 0,2-3 11 0,1 2-10 16,0-2 1-16,0 0 0 0,3 0 0 0,0-5 0 15,0-1 9-15,0 1 0 16,0-3-9-16,0-3 9 0,0 1 0 0,0-1 0 0,0 3 0 0,-3-8 0 16,3 3 0-16,0 2 21 0,-4-5-2 0,4-2-1 15,-3 2-18-15,0 0 0 0,0 0 0 0,0 0 0 0,0-5 55 0,0 5 7 16,-3-3 2-16,0-2 0 16,0 0-52-16,0 2-12 0,-3-7 0 0,3 2 0 0,-3 0 0 15,0-5 0-15,3-3 0 0,-3 3 0 16,0 5 0-16,0-5 0 0,3 5 0 15,-3-3 0-15,3 9 28 0,-3-4 2 0,3 7 1 0,-3-1 0 16,3 0-50-16,-3 2-9 0,3 4-3 0,-3 2 0 0,0-6-180 16,0 6-36-16</inkml:trace>
  <inkml:trace contextRef="#ctx0" brushRef="#br0" timeOffset="14613.397">16344 2500 1606 0,'0'0'33'0,"0"0"9"0,0 0-34 0,0 0-8 0,0 0 0 0,0 0 0 15,0 0 78-15,-3 6 14 0,0-1 2 0,0 3 1 16,0 3-55 0,3 2-12-16,0 8-1 0,0-5-1 0,3 8 30 0,-3 2 7 0,3-5 1 0,0 6 0 15,-3-1-52-15,3-5-12 0,0 1 0 0,0-4 0 16,-3 1 0-16,3-1 0 0,-3-2 0 0,0 3 0 16,3-6 0-16,-3 3 0 0,3-6 0 0,-3 3 0 15,0 1 0-15,0-4 0 0,0 1 0 0,0-3 0 16,0 0 0-16,0 0 0 0,0-6 0 0,0-2 0 15,0 0 54-15,0 0 8 0,0 0 2 16,0 0 0-16,3-2-52 0,0-6-12 0,0 0 0 0,3-3 0 16,-3 1 0-16,3-4 0 0,3 1 0 0,-3 3 0 15,3-4 54-15,-4 1 8 0,4 3 2 0,0-6 0 16,-3 2-64-16,3-1-15 0,0-4-1 0,0 3-1 0,0 0 27 16,0 0 6-16,-3-5 0 0,3 5 1 0,-3-2-17 0,0 2 0 15,0 3 0-15,0 2 0 16,-3-5 0-16,3 6 0 0,-3 2 0 0,-1 5 0 0,1-5 0 0,-3 8 0 15,0-5 0-15,0 5 0 0,0 0 0 0,0 0 0 0,0 0 0 16,3 13 0-16,-3-5 0 0,-3 5 0 16,3 3 0-16,-3-3 0 15,3 3 55-15,-2 0 7 0,-4 0 2 0,3 0 0 0,-3 2-52 0,-3-2-12 0,3-3 0 0,-3-2 0 16,0 2 0 0,0 1 0-16,0-7 0 0,0 1 0 0,0 0 0 0,3 0 0 15,3 0 0-15,-3-2 0 0,3 1 0 0,3-1 0 0,0-6 0 0,0 0 0 16,0 8-48-16,6 0-13 0,-3-8-3 15,6 8 0-15,-3-6 52 0,6 3 12 0,-3-5 0 0,3 0 0 16,0 3 0-16,-3-3 0 0,3 0 0 16,0 0 0-16,-1-3 0 0,-2 3 0 0,3-5 0 0,0 5 0 15,-3-2 0-15,3 2 0 0,0-6 0 0,0 4 0 16,-3 2 0-16,0 0 0 0,0-6 0 0,0 6 0 16,-1 0-72-16,1-2-11 0,-3 2-2 0</inkml:trace>
  <inkml:trace contextRef="#ctx0" brushRef="#br0" timeOffset="14912.082">16782 2736 2165 0,'0'-3'61'0,"0"3"14"0,0-8-60 0,0 8-15 0,0-5 0 0,0 5 0 0,0 0 88 0,0 0 14 0,0 0 3 0,0 0 1 16,0 0-44-16,0 0-9 0,0 0-1 0,0 0-1 31,0 0-23-31,0 5-4 0,3 3 0 0,0-5-1 0,-3 5-8 0,2 2-2 0,1-2 0 0,0 0 0 16,-3 0-5-16,3 0-8 0,-3 5 11 15,0-5-11-15,3 3 11 0,-3 2-11 0,0 0 10 0,0 1-10 16,0 2 0-16,0-3 8 0,0 5-8 0,0 1 0 16,0-1 0-16,0 1 0 15,0-1 8-15,0 4-8 0,0-7 0 0,0 4 0 0,0-3 0 16,0-6 0-16,0 4-20 15,0-6 0-15,0 0 0 0,3-1 0 16,-3-1-154-16,0-6-31 0,6 5-7 0</inkml:trace>
  <inkml:trace contextRef="#ctx0" brushRef="#br0" timeOffset="15305.699">17198 2754 1580 0,'6'0'67'0,"0"0"-54"32,3 0 92-32,0 0 19 0,0 0 3 0,3 0 1 0,0 0-52 15,0-5-9-15,3 3-3 0,-4 2 0 0,4-3 0 0,0 0 0 16,-3 3 0-16,3-5 0 16,0 2-20-16,0 3-5 0,3-8-1 15,3 8 0-15,-4-5-10 0,1 2-1 0,3-2-1 0,-3 3 0 16,0-1-26-16,0 0 0 0,-1 3 0 0,-2-5 0 0,-3 2 0 0,0 3 0 0,0 0 0 0,-3 0 0 31,-3 0-46-31,-3 0-14 0,-3 0-4 0,0 0 0 0,0 8-24 0,-3-5-6 0,0 7-1 0</inkml:trace>
  <inkml:trace contextRef="#ctx0" brushRef="#br0" timeOffset="15522.406">17359 2897 1579 0,'-15'14'32'0,"12"-14"10"0,3 0-34 0,-6 2-8 15,6-2 0-15,0 0 0 0,0 0 99 0,0 0 17 0,0 0 4 0,0 0 1 16,0 0-23-16,0 0-5 0,0 0-1 0,0 0 0 16,0 0 12-16,6 0 3 0,0-2 0 0,3 2 0 15,0-6-86-15,3 4-21 0,0-4 0 0,0 4 0 16,3-4 42-16,2 1 4 0,1 2 1 0,0-2 0 16,3 3-31-16,0-4-7 0,0 6-1 0,-1-2 0 15,-2 2 1-15,0 0 0 0,-3 0 0 0,3 2 0 16,-3-2-109-16,0 0-23 0,3 0-4 0</inkml:trace>
  <inkml:trace contextRef="#ctx0" brushRef="#br0" timeOffset="19409.007">8578 6284 1579 0,'-3'-10'32'0,"3"10"10"0,-3-6-34 0,3 1-8 0,0 0 0 0,0-3 0 32,0 3 153-32,0-1 29 0,0 1 6 0,0 2 0 15,0-2-96-15,0 5-20 0,0 0-4 0,0 0-1 16,0 0-3-16,0 0 0 0,0 0 0 0,0 0 0 15,0 0-51-15,0 8-13 0,-3 0 0 0,3 2 0 0,0 4 54 0,-3-1 8 0,3 3 2 0,0 0 0 32,0 0-103-32,3-1-20 0,-3-1-4 0,3 2-1 15,0-3 52-15,0 0 12 0,3-2 0 0,0-3 0 0,0 2 0 16,0-5 0-16,0 1 0 0,0-1 0 0,0 0-22 0,3-2-2 0,0-3 0 0,-1 0 0 16,-2-3 15-16,3 1 9 0,0-1-12 0,-3-2 12 15,3-1 17-15,0 1 11 0,-3-3 1 0,3 3 1 16,-3 0-47-16,-3-3-10 0,3 0-1 0,-3 0-1 15,0 0 29-15,0 0 16 0,3 0-1 0,-3-3-1 16,-3 3 9-16,0-2 1 0,3 2 1 0,-3-3 0 16,0 3-9-16,0 0-1 15,0 1-1-15,0-1 0 0,0 5-6 0,0 3-8 0,0 0 11 0,0 0-11 16,0 0 0-16,0 0 0 0,0 0 0 0,0 0 0 16,3 3 0-16,0 2 0 0,0 0 0 0,3 3 0 15,0 0 0-15,-3 0 0 0,2 0-10 0,1 3 10 16,3-4-10-16,-3 1 10 0,3-2-13 0,-3 2 5 15,3-3-12-15,0-2-1 0,0 2-1 0,0-2 0 16,-3-1 12-16,0 1 10 0,3-3-13 0,-3-3 5 16,0 3 8-16,0-2 0 0,-3-1 0 0,3 0 0 15,-3 1 0-15,-1-1 8 0,1-2-8 0,0-1 11 16,0 1-11-16,0 0 12 0,-3-1-12 0,3-1 12 0,-3 1 37 16,0-2 8-16,0 3 2 0,0-6 0 0,-3 3-43 15,3 1-16-15,-3-4 11 0,0 0-11 0,3 1 15 0,-3-1-3 0,3-2-1 16,-3 2 0-16,3 1-22 0,-2-1-4 0,2 1-1 15,-3-4 0 1,3 6-136-16,-3 1-28 0,0-1-6 0</inkml:trace>
  <inkml:trace contextRef="#ctx0" brushRef="#br0" timeOffset="19780.888">8480 5946 1606 0,'-12'7'33'0,"12"-7"9"0,-6 6-34 0,3-1-8 0,-3 0 0 0,0-2 0 16,3 2 124-16,3-5 22 0,-3 8 5 0,3-8 1 15,-3 6-60-15,3-1-12 0,0-5-3 0,3 5 0 31,0 0-45-31,3-2-10 0,0 0-2 0,0-1 0 0,3-2 36 0,3 0 6 0,0 0 2 0,3 0 0 16,2-2 0-16,4-1 0 0,3 0 0 0,3-2 0 16,0-3-52-16,2 0-12 0,1 0 0 0,0 0 0 15,0-2 13-15,-3-1 3 0,-1 1 1 0,1-1 0 16,-3 3-26-16,0-2-6 0,-3-1-1 0,-4 3 0 0,1 0 16 0,0 0 0 16,-3 3 0-16,0 0 0 0,-3 2 0 15,-3 0 0-15,-3 3 0 0,3-2 0 16,-3 2 17-16,-6 0 7 0,0 0 0 0,6 2 1 15,-6-2-105-15,2 6-20 0,1-4-5 16</inkml:trace>
  <inkml:trace contextRef="#ctx0" brushRef="#br0" timeOffset="24417.333">8718 7091 1568 0,'0'0'32'0,"0"0"9"15,0 0-33-15,-6-5-8 0,6 5 0 0,-3-3 0 0,3 3 101 0,-6-5 19 0,6 5 3 0,0 0 1 16,-3-3-43-16,3 3-8 0,0 0-1 0,0 0-1 15,0 0-18-15,0 0-3 0,0 0-1 0,0 0 0 16,0 0-22-16,0 0-5 0,0 0-1 0,0 6 0 16,3 2-21-16,-3 2 0 0,6 1-10 0,-3 2 10 15,3 0 0-15,-3-2 0 0,3 2 0 0,0-2 0 16,3-3 0-16,0 0-8 0,0-1 8 0,0-1 0 31,-1-1-54-31,4-5-7 0,0 3-2 0,-3-3 0 0,3 0 51 0,-3-3 12 0,0 0 0 0,0-2 0 16,0 2 0-16,-3-2 0 0,0 0 0 0,0-3 0 15,0 0 0-15,-3 3 0 0,3-3 0 16,-3 2 0-16,-3 1 0 0,3-3 0 0,-3 3 0 0,0 0 0 16,0-1 48-16,0 1 13 0,-3 0 3 0,3 5 0 15,-3-3-52-15,0-2-12 0,0 2 0 0,3 3 0 16,-3-5 33-16,3 5 4 0,0 0 1 0,0 0 0 16,0 0-10-16,0 0-1 0,0 0-1 0,0 0 0 15,0 0-26-15,0 0 0 0,0 0-14 0,0 0 5 16,0 0 9-16,0 0 11 0,3 8-3 0,0 0 0 15,0 0-8-15,0 2 0 0,0-2 0 0,-1 3 0 0,1-1 0 16,0 1 0-16,0-3 0 0,0 5 0 0,-3-5 0 16,3 3 0-16,-6-1 0 0,3 1 0 15,0-1 0-15,-3 1 10 0,0 0-10 0,-3-1 10 0,4 1-10 0,-4-1 0 16,-3-2 0-16,3 3 0 16,0-1 0-16,-3 1 0 0,0 0 0 0,0-3 8 0,0 2-8 15,0-2 12-15,0 0-12 0,-3-3 12 16,3 3-23-16,3-2-4 0,-3-1-1 0,3-2 0 15,-2-1-36-15,2 1-7 0,0-3-1 0,6 0-1 16,-6-5-146-16,3-3-29 0</inkml:trace>
  <inkml:trace contextRef="#ctx0" brushRef="#br0" timeOffset="25263.548">9084 7279 1736 0,'-3'0'49'0,"-3"0"11"16,6 0-48-16,-3 0-12 0,3 0 0 0,-6 0 0 16,3 0 93-16,3 0 17 0,-6-3 3 0,3 1 1 15,3 2-41-15,-6-3-8 0,6-2-1 0,0 5-1 16,-3-5-15-16,3-1-2 0,0 6-1 0,3-5 0 15,0 0-9-15,0-1-1 0,3 1-1 0,-3 3 0 16,3-4-10-16,-3 1-3 0,3 2 0 0,0 1 0 16,0-1-10-16,0 0-3 0,0 1 0 0,0-1 0 0,0 3-8 0,0 0 0 15,0 0 0-15,0 3 8 0,0-1-8 16,-3-2 0-16,0 3 0 0,0 2 0 0,0 1 0 0,0-1 0 0,-3 0 0 0,0 3 0 16,2 0-25-16,-4 0 2 0,2 3 1 15,-3-1 0 1,0-2-3-16,0 5-1 0,0-5 0 0,0 5 0 15,0-5 11-15,3 3 3 0,-3-3 0 0,3 0 0 0,3-3 12 0,-3 3-11 0,3-3 11 16,3 1-10 0,-3-4 10-16,3 1 0 0,-1 0-9 0,4-3 9 0,-3 0 0 15,3-3-9-15,3 0 9 0,-3 1 0 0,3-4-10 0,-3-2 10 0,3 3-8 0,0 0 8 16,-3-3 0-16,3 3 0 0,-3-3 0 0,-1 0-8 31,-2 2-46-31,3-1-9 0,-3-1-1 0,0 2-1 0,0-2-102 16,-3 0-20-16,0 3-4 0</inkml:trace>
  <inkml:trace contextRef="#ctx0" brushRef="#br0" timeOffset="25639.719">8596 6956 1170 0,'0'0'49'0,"0"0"-39"31,0 0 105-31,0 0 21 0,0 0 4 0,0 0 0 0,0 0-36 0,-3 6-7 0,3-6-1 0,0 0-1 15,3 5-25-15,0-2-5 0,3-1-1 16,0 1 0-16,0-3 0 0,3 0 0 0,3 0 0 0,-1-3 0 16,4 1-8-16,0 2-3 0,0-3 0 0,3 0 0 15,-3 1-20 1,6-4-4-16,-3 4-1 0,2-4 0 0,-2 1-16 0,0 0-4 0,-3 0-8 0,6 2 12 31,-3-5-12-31,3 3 9 0,-1-3-9 0,4 0 8 16,3 0-42-16,0 0-9 0,3 0-1 15</inkml:trace>
  <inkml:trace contextRef="#ctx0" brushRef="#br0" timeOffset="26694.699">11501 6268 1978 0,'0'0'56'0,"-3"-5"12"16,0 0-54-16,0-3-14 0,3 3 0 0,-3-1 0 15,-3 1 99-15,3 0 17 0,0-1 3 0,0 1 1 0,3 5-35 16,-3-5-6-16,0 2-2 0,3 3 0 15,0 0-33-15,0 0-6 0,0 0-2 0,0 0 0 16,0 0-50-16,0 0-10 0,-3 8-3 0,0 3 0 16,0 2 48-16,0 3 10 0,0 2 1 0,0 1 1 15,3-1-53-15,0 1-10 0,0-3-2 0,0 2-1 16,3-4 25-16,0 1 8 0,0-4 0 0,0 0 0 16,3-1-56-16,3-2-5 0,-3-3-1 0,3 1 0 15,0-4 20-15,3 1 4 0,-3 0 1 0,0-3 0 16,3 0 19-16,-3-3 4 0,0-2 1 0,2 2 0 0,-2-2-1 0,0-1 0 15,0 1 0-15,0-3 0 16,-3 3 30-16,0-3 7 0,3 0 1 0,-3 3 0 0,0-3 3 0,-3 3 1 0,0-3 0 16,0 0 0-16,-3 2 9 0,0-2 3 0,3 3 0 0,-6-3 0 15,3 3-3-15,-3-3 0 0,3 3 0 0,-3-3 0 16,0 2-12-16,3 6-2 0,0 0-1 0,0 0 0 16,0 0-13-16,0 0-9 0,0 0 12 0,0 0-12 15,0 0 0-15,0 8 0 0,0 0 0 16,3 0 0-16,0 0 0 0,0 0 0 0,3 0 0 15,0 0-9-15,3 0-7 0,-3-3-2 0,3 1 0 0,0 1 0 16,-1-4-2-16,1 0-1 16,3 2 0-16,0-5 0 0,-3 3 21 0,3-3-9 0,0-3 9 0,-3 3 0 15,0-3 0-15,3 1 0 0,-3-1 0 0,0-2 0 16,0 0 0-16,-4-1 12 0,1 1 0 0,0-3 0 0,-3 0 19 16,0-3 3-16,0 1 1 0,-3-1 0 0,0-2 0 15,0 0 0-15,0-3 0 0,-3-3 0 0,0 4-20 16,3-4-4-16,-3 1-1 0,0-4 0 0,-3 6-10 15,3 1 0-15,0-1 0 0,1 2 8 0,2 1-8 0,-3 0-17 16,0 2 4-16,3 1 1 16,-3 2-28-16,3 0-6 0,0 0-1 0,0 3 0 15,3-1-166-15,3 4-34 0</inkml:trace>
  <inkml:trace contextRef="#ctx0" brushRef="#br0" timeOffset="27105.203">11322 5946 1531 0,'0'0'64'16,"0"0"-51"-1,0 0 51-15,6 2 11 0,0 1 1 0,0-3 1 16,0 0 41-16,3 0 8 0,0-3 2 0,3 3 0 0,3-5-52 0,0 2-9 16,3 1-3-16,2-4 0 0,-2 1-51 0,6 0-13 0,3-1 0 0,-3 1 0 15,3-3 0 1,-1 3 0-16,1 0 0 0,0-3 0 0,-3 2 0 0,3 1 0 16,-1 0 0-16</inkml:trace>
  <inkml:trace contextRef="#ctx0" brushRef="#br0" timeOffset="27407.01">12102 6303 1831 0,'0'0'38'0,"0"0"9"0,3-6-38 0,0 4-9 0,3-3 0 0,0 2 0 16,0-2 86-16,0-1 15 0,0 1 3 0,3 0 1 15,0-1-67-15,0 1-14 0,0 0-2 16,0-3-1-16,3 3 35 0,0-3 6 0,2 0 2 0,-2 2 0 16,3-1-44-16,-3 1-8 0,3 1-1 0,0 0-1 15,-3-1-10-15,3 1 0 0,-3 0 0 0,-1-1 8 16,-2 4-8-16,3-1-16 0,-3 1 4 0,-3 2 1 15,3-3-109-15,-3 3-23 0,0-3-4 0</inkml:trace>
  <inkml:trace contextRef="#ctx0" brushRef="#br0" timeOffset="27683.617">12215 6107 2030 0,'-8'-3'57'15,"2"1"14"-15,0-1-57 0,0 0-14 0,3-2 0 0,3 5 0 0,0 0 105 0,-3-3 19 0,3 3 3 0,0 0 1 16,0 0-52-16,0 0-9 0,0 0-3 0,0 0 0 16,0 0 0-16,0 0 0 0,0 0 0 0,6 0 0 15,-6 0-55-15,6 3-9 0,-3 2 0 0,0 3-10 16,3 0 10 0,-4 5 0-16,1-2 8 0,0 5-8 0,3 0 0 0,-3 2 0 0,3 1 0 0,-3 2 8 15,3 0-8-15,-3 0 0 0,3-2 0 16,0-1 0-16,-3 1 0 0,3-3 0 0,0-3 0 0,0 0 0 15,0-2-15-15,-3-3-4 0,3 0-1 0,0 0 0 16,0-3-96-16,0 0-20 0,0-2-4 0</inkml:trace>
  <inkml:trace contextRef="#ctx0" brushRef="#br0" timeOffset="28237.546">12564 5961 1824 0,'0'0'76'0,"0"0"-60"16,-3-2 119-16,3 2 24 15,0 0 5-15,0 0 0 16,0 0-68-16,0 0-13 0,0 0-3 0,0 0-1 15,0 0-54-15,0 0-10 0,0 0-3 0,0 0 0 16,0 0 42-16,0 0 8 0,0 0 2 0,0 0 0 0,0 5-52 0,3 3-12 0,0-3 0 0,0 3 0 16,0 3-12-16,3-3-6 0,0 2-1 15,-3 1 0-15,2-3-21 0,4 0-4 0,-3 0 0 0,3 0-1 16,0-3-6 0,0 0-1-16,3 1 0 0,0-4 0 0,0 4-32 0,3-6-8 0,-3 0 0 0,3 0-1 15,-4 0 31-15,1-3 6 16,0 0 2-16,0 1 0 0,-3-4 54 0,0 1 0 0,0 2 0 0,0-2 12 15,-3-3-12-15,0 3 0 0,0 0-10 0,-3-1 10 16,0 1 49-16,0 0 16 0,-3 5 3 0,0-6 1 16,0 6 7-16,-3-5 2 0,3 2 0 0,-3-2 0 15,3 5-6-15,-6-5-2 0,3 2 0 0,3 3 0 16,0 0-22-16,-3-5-4 0,3 5 0 0,0 0-1 16,0 0-15-16,0 0-2 0,0 0-1 0,0 0 0 15,0 0-15-15,0 0-10 0,0 0 12 0,0 0-12 0,0 5 0 16,0 3 0-16,3 0 0 0,0 3 0 15,-3-1 0-15,3 1 0 0,0-1 0 0,0 4 0 16,0-1 8-16,-3 0-8 0,0 0 0 0,3 1 0 16,-3 1 0-16,-3 1 0 0,3 0 8 0,-3 3-8 0,0-3 0 0,0 2 0 15,3-2 0-15,-6 2 0 16,0-2-14-16,0-2-6 0,0 1-2 0,0 1 0 16,0-5-39-16,0 0-8 0,0-1-2 0,0-2 0 15,0 0-149-15,6-3-31 0</inkml:trace>
  <inkml:trace contextRef="#ctx0" brushRef="#br0" timeOffset="28541.556">12930 6184 1577 0,'3'-8'66'0,"0"0"-53"16,0 0 144-16,0 3 29 0,0-1 6 0,0 1 0 16,0 0-102-16,0 2-21 0,0 0-4 0,-3 3-1 15,3-5 0-15,3 2 0 0,-6 3 0 0,0 0 0 31,5 0-12-31,-5 0-4 0,0 0 0 0,0 0 0 0,6 3-25 0,-6-3-6 0,3 5-1 0,0 3 0 16,0 3-16-16,-3 0 0 0,0-1 0 0,0 3 0 16,-3 1 0-16,3 1-11 0,-3 4 2 0,0-1 0 15,0-2 1-15,0 3 0 0,3-3 0 0,-2 0 0 16,2-3 0-16,0 0 0 0,2 0 0 0,-2-2 0 16,3-3-25-16,3 0-5 0,-3 0-1 0,3-3 0 15,3-2 39-15,-3 2 0 0,3-2 0 0,3-3 0 16,-3 0 0-16,3-3 0 0,0 0 0 0,0-2 0 15,0 0 0-15,3-1 0 0,-4-1 0 0,1-1 0 16,0 0-110-16,0-3-14 0,-3-2-4 0</inkml:trace>
  <inkml:trace contextRef="#ctx0" brushRef="#br0" timeOffset="28883.548">12552 5750 1933 0,'-9'0'55'0,"3"2"12"0,6-2-54 0,-6 0-13 0,0 0 0 0,6 0 0 16,0 0 100-16,0 0 18 0,0 0 3 0,0 0 1 16,0 0-44-16,0 0-9 0,0 0-1 0,0 0-1 15,0 0-23-15,6 3-5 0,0-3-1 0,0 0 0 16,6 0 14-16,0-3 2 0,3 1 1 0,-1-4 0 16,4 4-44-16,6-3-11 0,0 2 0 0,3-2 0 15,0 2-20-15,5-2-7 0,1 2-1 16,0 0 0-16,-1-5-108 0,4 0-23 0,0 1-4 0</inkml:trace>
  <inkml:trace contextRef="#ctx0" brushRef="#br0" timeOffset="30177.638">18073 2485 1675 0,'6'-11'35'0,"-6"11"8"0,3 0-35 0,-3-5-8 0,0 5 0 0,0 0 0 16,0 0 100-16,0 0 19 0,0 0 3 0,0 0 1 15,0 0-59-15,-3 5-12 0,-3 6-3 0,0 2 0 16,0 3-32-16,1 2-6 0,-4 6-2 0,0 0 0 16,3 2-9-16,0 1 0 15,-3-1 0-15,3-2 0 0,3 0 0 16,0-3 0-16,3 0 0 0,0 0 0 0,3-5-9 0,0 0-4 0,0-3-1 0,3 1 0 31,0-6-10-31,0-1-1 0,3 1-1 0,0-2 0 16,0-4-2-16,2-2-1 0,1 0 0 0,0-2 0 0,0 2 16 0,0-8 3 15,0 2 1-15,-3-1 0 0,0-1 9 0,3-6 12 0,-6 6-2 0,3-5-1 16,-3 5 22-16,-3 0 4 0,2-5 1 0,-2 2 0 16,-3 1 17-16,3-1 4 0,-3 3 1 0,0 0 0 15,0-5-8-15,-3 5-2 0,3 0 0 0,-3-2 0 16,3 2-26-16,0 5-6 0,0 3 0 0,0 0-1 16,0 0-7-16,0 0-8 0,0 0 11 0,0 0-11 15,-2 5 23-15,2 6-3 0,0 2 0 0,2-5 0 16,1 5-20-16,0 3 0 0,3-5 0 0,0 7 0 15,0-7 0-15,0 0 0 0,3 4 0 0,0-7 0 16,0 0-47-16,0 0-13 0,3-2-4 0,0-4 0 16,0 4 52-16,0-6 12 0,-3 2 0 0,2-2 0 0,1 0 13 0,0-2 6 15,-3 2 1-15,3-6 0 0,-3 4-10 0,0-4-2 16,-3 1 0-16,0 0 0 0,0-1 12 0,-3-2 1 16,0 1 1-16,-3-1 0 15,0-3-1-15,0 3 0 0,0 0 0 0,-3-2 0 16,-3-1-12-16,3 0-9 0,0-4 12 0,-3 1-12 0,0-4 0 15,3-1 0-15,-3 1 0 0,0-1 0 0,0-2-11 0,0 0 1 16,3 0 0-16,-3 2 0 16,0 1-197-16,0 2-39 0</inkml:trace>
  <inkml:trace contextRef="#ctx0" brushRef="#br0" timeOffset="30468.675">17954 2289 1580 0,'0'0'67'0,"0"0"-54"15,0 0 88-15,0 0 18 0,3 2 3 0,0 4 1 16,3-4-20-16,3 4-4 0,0-4-1 0,3-2 0 16,0 6-50-16,0-6-11 0,3 0-1 0,3 0-1 15,-1 0 23-15,1 0 5 0,3 0 1 0,0-6 0 16,0 4 0-16,3-4 0 0,-1 4 0 0,4-4 0 15,3 1-52-15,3 2-12 0,-1-4 0 0,4-1 0 16,-3 0 0-16,-3 2 0 0,-1-2 0 0,4 3 0 16,-9-3 0-16,0 6 0 0,0-4 0 0,-4 4 0 15,4-4-60-15,-6 6-16 0,3 0-2 0,-3 0-1 16,-3 0-130-16,0 6-27 0,-1-6-4 0</inkml:trace>
  <inkml:trace contextRef="#ctx0" brushRef="#br0" timeOffset="30731.843">18752 2638 1579 0,'0'0'32'0,"0"0"10"0,0 0-34 0,3 3-8 0,-3-3 0 0,3 2 0 31,3 1 138-31,0-3 26 0,0-3 4 0,3 1 2 0,0 2-66 0,3-3-14 0,0-2-2 0,-1 2-1 16,1-2-27-16,3 2-4 0,0-2-2 0,0 2 0 15,0-5-36-15,0 3-7 0,0 0-2 0,-3 2 0 16,2-5-9-16,1 3 0 0,0 2 0 0,-3-2 0 16,3 0 53-16,3 2 9 0,-3-5 2 0,-3 8 0 15,3-8-103 1,-4 8-20-16,4-5-4 0,-3 2-1 0,-3 3 52 0,0 0 12 0,0-5 0 0,-3 5 0 16,-6 0-201-16,0 0-38 0,0 0-7 0</inkml:trace>
  <inkml:trace contextRef="#ctx0" brushRef="#br0" timeOffset="31001.209">18981 2490 1758 0,'-15'-8'36'0,"3"3"10"0,1-3-37 0,2 0-9 0,-3 2 0 0,6-1 0 16,0 4 100-16,3-5 19 0,0 0 3 16,0 5 1-16,3 1-31 0,0 2-7 0,3-6-1 0,0 4 0 0,3 2-26 0,-3-5-6 0,3 5 0 15,0 0-1 1,0 0-29-16,-3 0-6 0,3 0 0 0,0 5-1 0,-3-5 17 15,2 8 4-15,1-6 1 0,-3 4 0 16,0 2-21-16,3 5-5 0,0-5-1 0,-3 5 0 0,0 3-10 16,3 0 0-16,-3 0 0 0,0 5 0 0,3 0 0 15,-3 0 0-15,0 0 0 0,0 3 0 16,0-3 0-16,-3-2 0 0,0-1 0 0,0 1 0 0,0-1 0 16,0-2 0-16,0 0-12 0,0 0 12 15,-3 3-40-15,3-9-1 0,0 1 0 0,0-1 0 0,0 4-71 16,0-7-13-16,0-1-3 0</inkml:trace>
  <inkml:trace contextRef="#ctx0" brushRef="#br0" timeOffset="31544.284">19258 2455 2154 0,'3'-10'61'0,"0"2"13"16,0-3-59-16,0 3-15 0,0 1 0 0,-3-1 0 15,3 5 79-15,0-2 13 0,0-3 2 0,-3 2 1 16,0 6-32-16,3-2-7 0,-3 2 0 0,0 0-1 16,0 0-34-16,0 0-6 0,6 2-2 0,-3 6 0 15,0-2-13-15,0-1 0 0,0 3 0 0,0 2 0 16,0-2 0-16,0 3 0 0,0 0 0 0,3 2-10 16,0 0 10-16,-3-2 0 0,2 2-9 0,4 0 9 15,-3-2-53-15,0-1-7 0,3-2 0 0,-3 0-1 16,3 0-3-16,0-8 0 0,0 3 0 0,0-6 0 0,0 3 32 0,3-5 5 15,-3 2 2-15,0-5 0 16,0-2-11-16,-1 2-3 0,1 0 0 0,0 0 0 0,-3 0 83 0,0-5 16 0,-3 5 3 0,0 0 1 16,0 0-27-1,-3 0-5-15,0-5 0 0,0 5-1 0,0 0 53 0,-3 0 10 0,0 0 2 16,3-5 1-16,-3 5-77 0,0 2-20 16,0-2 0-16,0 6 0 0,0-6 55 0,3 8 7 15,0-5 2-15,0 5 0 0,0 0-52 0,0 0-12 16,0 0 0-16,0 0 0 0,0 0 0 0,0 0 0 0,-3 8 0 0,3-1 0 15,0 1 0-15,0 6 0 0,0-6 0 16,0 5 0-16,3-5 0 0,-3 5 0 0,3-2 0 16,-3 4 0-16,3 4 0 0,0-3 0 0,0 0 0 0,-3 2 0 15,0 6 0-15,3-8 0 0,-3 5 0 0,-3 0 0 16,3-2 0-16,-3-1 0 0,0 1 0 0,0-1 0 16,-3-2 0-16,0-3 0 0,0 3 0 0,1-5 0 15,-1 2 0-15,0 0 0 0,-3 1 0 0,0-4 0 16,3 3 0-16,-3-2 0 0,3 0 0 0,-3-1 0 15,3-2-51-15,0 3-9 0,0-3-3 0,-3 0 0 16,3-6-111-16,0 3-22 0</inkml:trace>
  <inkml:trace contextRef="#ctx0" brushRef="#br0" timeOffset="31884.516">19591 2744 2187 0,'6'-3'62'0,"3"-2"14"0,-3 2-61 0,3-2-15 0,0 2 0 0,0 3 0 16,-3-5 106-16,3 2 18 16,0-2 4-16,-3 3 1 15,3-1-53-15,-3 0-12 0,0 3-1 0,0 0-1 0,3-5-34 0,-3 5-8 0,-3 0 0 16,2 0-1-16,-2 5-19 0,3-5 8 0,-6 0-8 0,3 3 0 16,0 0 0-16,-3 4 0 0,0 1 0 0,0 0 0 15,-3 3 0-15,-3-1 0 0,3 1 0 0,-3 2 0 16,1 1 0-16,-1-4 0 15,0 3 0-15,-3 1 0 0,3 1 0 0,0-1 0 16,-3-4 0-16,3 6 0 0,3-3 0 0,0 1 0 16,0-4 0-16,3 3 0 0,0-5 0 0,3 3 0 0,3-3-8 0,0 0 8 15,0-6 0-15,3 4 0 0,0-6-10 0,0 0 10 16,3 0 0-16,-1-6-11 0,1 4 11 16,3-3-8-16,-3-3-6 0,-3 0-1 0,3 0 0 0,0 0 0 15,-3-3-17-15,0 3-3 0,3-2-1 16,-3 2 0-16,-3-6-196 0,-1 7-39 15</inkml:trace>
  <inkml:trace contextRef="#ctx0" brushRef="#br0" timeOffset="32283.25">19222 2241 1792 0,'0'0'51'15,"0"0"10"-15,-3-2-49 0,3 2-12 0,0-6 0 0,0 6 0 0,0-2 105 0,0 2 19 0,0-8 3 0,3 2 1 16,0 1-52-16,3 2-9 16,0-2-3-16,0 2 0 0,3-2 0 0,3 3 0 0,-3-6 0 0,3 2 0 15,3 1-6-15,0-3-2 0,3 5 0 16,-4-5 0-16,4 1-32 0,0 1-8 0,0-2 0 16,0 0-1-16,6 3-15 0,-4 2-8 0,4-7 8 15,-3 7-13-15,3 3 13 0,0-5 10 0,-3 2-2 16,2 3 0-16,-2 0-8 0,0 0-11 0,-3 0 3 15,3 3 0-15,-3 2-148 0,-1-5-28 0,-2 3-7 16</inkml:trace>
  <inkml:trace contextRef="#ctx0" brushRef="#br0" timeOffset="42579.116">16359 3310 1620 0,'0'0'35'0,"0"0"-35"16,0 0 96-16,0 0 13 0,0 0 3 0,6 5 0 15,-3 3-33-15,0 0-7 0,0-2 0 0,0 9-1 16,-3 1-50-16,3-2-9 0,-3 4-3 0,3 9 0 15,-3-9-9-15,3 9 0 0,0-6 0 0,-3 3 0 16,3-3 0-16,0 0 0 0,0 3 0 0,0-3 0 16,0-5 0-16,0 5 0 0,-1-5 0 0,1 5 0 0,0-8 27 15,-3 6 3-15,0-3 1 0,3 2 0 0,-3-7-31 0,3 2 8 16,-3 0-8-16,3-2 0 16,0-1 0-16,0-2 0 0,0-5 8 0,0 2-8 0,0-5 0 0,3-5 0 0,-3 2 8 0,3-5-8 15,-3 0 17-15,3-2 1 0,0-3 0 0,3-3 0 16,-3 5-5-16,3-7-1 0,-3-1 0 0,3 1 0 31,0-1-12-31,0-2 0 0,-3 0 0 0,2-3 0 0,1 3 24 0,-3-3 8 0,3 3 1 0,0-3 1 16,0 3-3-16,0 0-1 0,0-1 0 0,0 7 0 15,-3-4-30-15,3 8 0 0,-3-4 0 0,0 7 0 16,0 0 0-16,-3 2 0 16,0 6 0-16,-3 0 0 0,0 0 0 0,0 0 0 0,0 0 0 0,0 6 0 15,-3 10 0-15,0-6 0 16,0 6 0-16,-3 3 0 0,3-4 30 0,-3 7 0 0,-3-7 0 0,3 7 0 31,0-1-48-31,-3-5-10 0,0-3-1 0,3 5-1 16,-3-4 43-16,0 1 9 0,0-4 2 0,3 2 0 0,0-2-24 0,0-1 0 0,1-2 0 0,2 3 0 15,0-3-15-15,3-5-7 0,0-3-2 0,0 5 0 16,3 0 24-16,0 0 0 0,0-2 0 16,2 0 0-16,1 2 0 0,0-5 0 0,3 0 0 0,0 0 0 15,3 0 0-15,-3 0 0 0,3-5 0 0,3 2 0 16,0 3 0-16,0-3 0 0,0 3 0 0,-1 0 0 15,4 0 0-15,-3 0 0 0,0 0 0 0,0 0 0 16,0 0 0-16,-3 0 0 0,0 0 0 0,0 0 0 16,-4 0 0-16,1 0 0 0,0-2 0 0,0 2 0 15,-3-3 0 1,-3 3 0-16,-3 0 0 0,3-2 0 0,-3 2 0 0,6-3 0 0,-6 3 0 0,0 0 0 0,3-5 0 0,-3 5 0 16,0-3 0-16,0-2 0 15,3 2 0-15,-3-5 0 0,0 8 0 0,3-5 0 0,-3-1 0 0,3 4 0 16,-3-6 0-16,3 3 0 15,3-1 0-15,-3-2 0 0,3 3 0 0,0 0 0 0,0-1 47 0,3 4 13 16,-3-9 4-16,3 6 0 0,-3 2-52 16,-1 1-12-16,4-6 0 0,-3 8 0 0,0-6-11 0,0 6-5 15,0 0 0-15,0 0-1 0,-3 6 17 0,3-6 0 0,0 8 0 0,-3-6 0 32,0 6 0-32,0 3 0 0,-3-3 0 0,0 0 0 0,0 2 0 0,-3 4 0 0,0-1 0 0,0 3-10 15,-3 0-2-15,3 2 0 0,-3 1 0 0,0-1 0 16,3 1 12-16,-3 2 0 0,3-3-9 0,-3 1 9 15,3-1 0-15,3-2 0 0,0-3 0 16,0 3 0-16,0-8-9 0,3 0 9 0,0 0 0 0,0-3 0 16,3-2-30-1,0 2 1-15,3-5 0 0,0 0 0 0,0-5-129 0,0 0-26 0</inkml:trace>
  <inkml:trace contextRef="#ctx0" brushRef="#br0" timeOffset="42839.868">17305 3612 1580 0,'6'0'67'0,"0"0"-54"16,0 0 123-16,0-6 25 0,0 4 5 0,0 2 1 16,3-5-63-16,-3 2-12 0,3 0-2 0,0-2-1 0,0 2-20 0,0 1-4 0,3-4-1 15,0 4 0-15,2 2 0 0,1-6 0 0,0 4 0 0,0 2 0 31,3-8-64-31,0 5 0 0,0 1-13 0,0-1 1 0,-1 0 12 0,-2 1 16 0,0 2-4 0,0-6-1 32,-3 6-11-32,0 0-14 0,0-2 3 0,0 2 1 15,-6 0-20-15,3 2-4 0,-3-2-1 0,-4 6 0 16,-2-6-155-16,3 2-31 0,-3-2-7 0</inkml:trace>
  <inkml:trace contextRef="#ctx0" brushRef="#br0" timeOffset="43043.326">17422 3715 1721 0,'0'0'72'0,"0"0"-57"16,0 0 98-16,0 0 20 0,0 0 4 0,0 0 1 15,0 0-46-15,5-5-8 0,1 5-3 16,0-3 0-16,3 3-13 0,0-8-4 0,3 5 0 0,0-2 0 16,0 3 0-16,3-1 0 0,0-2 0 0,0 2 0 15,-1 3-51-15,1-5-13 0,3 2 0 0,-3 3 0 16,-3 0 0-16,3-5 0 0,-3 5 0 0,3 0 0 15,-3 0 0-15,0 0-15 0,2 0 5 0,-2 0 1 16,-3 0-145-16,3 5-29 0,0-5-5 16</inkml:trace>
  <inkml:trace contextRef="#ctx0" brushRef="#br0" timeOffset="46221.051">18172 3501 1970 0,'0'0'56'0,"-3"-6"12"15,3 6-54-15,0 0-14 0,0 0 0 0,0 0 0 16,0 0 78-16,0 0 13 0,0 0 2 0,0 0 1 16,0 0-53-16,-3 6-10 0,0 2-3 0,0 0 0 0,0-1-16 0,3 7-3 0,-3-4-1 15,3 4 0 1,0-1-8-16,0-3 8 0,0 4-8 0,0-1 8 0,3-8-8 0,-3 6 0 0,3 2 0 0,0-5 0 16,0-3 10-16,0 0 0 0,3 6 0 0,-3-8 0 31,3 2-62-31,-3-2-12 0,2 2-2 0,1-5-1 0,0 0 39 0,0 0 8 0,0-5 2 0,0 2 0 31,0 3-20-31,0-8-4 0,3 3-1 0,-3 2 0 16,-3-2 86-16,3-1 17 0,0 4 3 0,-3-6 1 15,0 3-52-15,0-1-12 0,0-2 0 0,-3 3 0 0,3 2 54 0,-3 1 8 0,0-6 2 0,0 8 0 16,-3-5-52-16,3 5-12 0,0 0 0 0,0 0 0 16,0 0 54-16,0 0 8 0,0 0 2 0,0 0 0 15,-3 7-52-15,3 1-12 0,-3 0 0 0,3 3 0 16,3 0-20-16,-3-1-8 0,3 6 0 0,3-5-1 15,0 2 46-15,0 3 10 16,3-3 1-16,3 0 1 0,-4 3-74 0,7-8-15 0,-3 3-4 0,3-1 0 16,0-7 52-16,0 2 12 0,0-2 0 0,0-1 0 15,-3-2 0-15,2-2 0 0,-2 2 0 0,0-3 0 16,0-2 0-16,0 2 13 0,-3-7-2 0,0 4-1 16,0-2 35-16,-3-2 7 0,0 2 2 0,0-3 0 15,-3 1-36-15,3 2-7 0,-3-3-2 0,0 1 0 16,0-1-9-16,-3-2-12 0,3 2 2 0,0-2 1 15,-3-3 58-15,0 3 12 0,2 0 3 0,-2-3 0 16,0 0-64-16,-2-3-21 0,2 3 0 0,0 1 0 16,-3-1 33-16,3 0 8 0,0 3 0 15,0-1 1-15,0 4-35 0,0 4-7 0,0-1-2 0,0-1 0 16,0 8-14-16,0 0-3 0,0-6-1 16,0 6 0-16,0 0-172 0,0 0-35 0</inkml:trace>
  <inkml:trace contextRef="#ctx0" brushRef="#br0" timeOffset="47768.246">18178 3437 1242 0,'0'0'52'15,"0"0"-41"1,0 0 89-16,0 0 17 0,0 0 4 0,0 0 1 15,0 0-46-15,0 0-10 0,-3 5-2 0,3 3 0 16,-3 0-33-16,0-2-7 0,3 2-2 0,-3-3 0 16,0 3-10-16,0 0-3 0,3 0 0 0,-3 0 0 15,0 0-9-15,3-1 0 0,-3 1 0 0,3 0 0 16,-3 3 16-16,3-3 2 0,0 2 0 0,-3-2 0 16,3 3-10-16,-3 0-8 0,3-4 12 0,0 4-12 15,0 0-12-15,0 2-10 0,0-5-2 0,0 0 0 0,0 5 24 0,0-5 0 0,0 3 0 0,3-1 0 16,-3 6 17-16,0-5 8 0,3-1 2 0,-3 6 0 31,3-5-43-31,0 2-9 0,0 0-2 0,-3 0 0 0,3 3 43 0,-3-5 9 0,0-1 2 0,3 6 0 31,-3-5-43-31,0-1-9 0,0 1-2 0,0 0 0 16,0-4 43-16,3 4 9 0,-3-3 2 0,0 0 0 0,0 0-43 0,3 0-9 0,-3-3-2 16,0 3 0-16,0-8 27 0,0 5 0 0,0-5 0 0,0 0 0 15,0 0 0-15,0 0 0 0,0 0 0 0,0 0 0 16,0 0 0-16,0 0 0 0,0 0 0 0,0 0 0 15,0 0 0-15,0 0 0 0,6 0 0 0,-6 0 0 16,3-5 0-16,3 2 0 0,-3-5 0 0,-1 3 0 16,1-3 46-16,0 0 14 0,3 0 4 0,-3-2 0 15,0-3-52-15,0-1-12 16,0 1 0-16,0-3 0 0,0 0 0 0,3 3 0 0,-3-3 0 0,3-5 0 16,0 5 0-16,-3 0 0 0,3 3 0 0,0-3 0 15,-3 3 54-15,3 5 8 0,-3-5 2 0,0 5 0 16,0 0-52-16,0 0-12 0,-3-3 0 0,3 6 0 15,-3 0 0-15,0 0 0 0,0 2 0 0,0 3 0 16,0-8 54-16,0 8 8 0,-3-5 2 0,3 5 0 16,0 0-52-16,0-3-12 0,0 3 0 0,0 0 0 15,0 0 0-15,0 0 0 0,0 0 0 0,0 0 0 16,0 0 0-16,0 0 0 0,0 0 0 0,0 0 0 16,0 0 0-16,0 0 0 0,0 0 0 0,0 0 0 15,0 0 0-15,3 5 0 0,0 1 0 0,0 2 0 16,0-3 0-16,0 0 0 0,-3 0 0 0,3 6 0 15,0-3 0-15,-3 0 0 0,3-3 0 0,0 3 0 16,-3 3 0-16,3 2 0 0,0-5 0 0,-3 5 0 0,3-2 0 16,0-1 0-16,-1 1 0 0,1 2 0 0,0-8-13 0,3 6-6 0,-3 2-1 0,3-5 0 15,0 0 11-15,0 5 9 0,0-5-13 0,0 0 5 16,0-3 8-16,0 1-10 0,0 4 10 16,3-7-10-16,-3 2 10 0,3-5 0 0,-3 3-9 15,3 0 9-15,0-3 0 0,-3 2 0 16,3-2 0-16,-1 0 0 0,1-2 24 0,-3 2 8 15,6-3 3-15,-6 3 0 0,3-3-57 0,-3 3-11 0,3-5-3 0,-3 2 0 16,0 3 58-16,-3 0 11 0,3-5 3 0,-3 2 0 16,0 1-36-16,0-1 0 0,-3 3 0 0,3-5 0 15,0 2 0-15,-3 3 0 0,3-5 0 0,-3 2 0 16,3-2 0-16,0 2 0 0,-3-5 0 0,3 3 0 16,-3 0 0-16,3 2 0 0,-3-5 0 0,0 3 0 15,0-3 0-15,3 3 0 0,-3-3 0 0,0 0 0 16,0 0 0-16,0-3 0 0,0 1 0 0,0-1 0 15,0 1 0-15,0-1 0 0,0-2 0 0,0-1 0 16,0 4 58-16,0-3 5 0,0-1 1 0,0 4 0 16,0-3-64-16,3-1-20 0,-3-2 0 0,0 3 0 15,3-3 32-15,-3 6 7 0,2-6 1 0,-2 3 0 16,3-1-20-16,0 1 0 0,-3 3 0 0,3 2 0 0,0-6 0 0,0 7 0 16,0-1 0-16,-3 0 0 15,3 0-48-15,0 2-12 0,-3 1-4 0,3 3 0 16,-3 2-102-16,3-6-21 0,-3 6-4 0</inkml:trace>
  <inkml:trace contextRef="#ctx0" brushRef="#br0" timeOffset="48217.821">17898 3371 1792 0,'0'0'51'0,"0"0"10"0,0 0-49 0,0 0-12 0,0 0 0 16,0 0 0-16,0 0 54 0,0 0 8 0,3 0 2 0,3-3 0 15,3-2 3-15,0 2 1 0,2 3 0 0,4-8 0 16,3 8-16-16,3-7-4 0,3 1 0 0,0 1 0 16,2-3 23-16,1 0 4 0,0 0 1 0,3 0 0 15,6 0-61-15,5 0-15 0,4-5 0 0,0 5 0 16,-1 0 28-16,-2 0 2 0,0 0 1 0,2 0 0 16,-5 3-15-16,0-3-2 0,-1 0-1 0,1 0 0 15,0 3 6-15,-4 0 1 0,1-3 0 0,-3 5 0 16,-3-2-20-16,-7 2 0 0,-5-2 0 0,0 2 0 15,-6 1 0-15,0 2-11 0,-6 0 2 0,0 0 0 16,-3 0 9-16,-3 0 0 0,0 0 10 0,0 0-10 0,0 0 0 16,0 10 0-16,0-7 0 0,-6 2 0 0,3 3-12 0,0-3-9 15,-3 1-2-15,0-1 0 16,3 0-43-16,0 3-9 0,3-8-1 0</inkml:trace>
  <inkml:trace contextRef="#ctx0" brushRef="#br0" timeOffset="51739.047">19118 4070 1485 0,'0'0'31'0,"0"0"7"0,0 0-30 0,0 0-8 0,0 0 0 0,0 0 0 16,0 0 72-16,0 0 14 0,0 0 2 0,0 0 1 15,0 0-21-15,6-6-4 0,0 4 0 0,0 2-1 16,0-6-50-16,3 1-13 0,0 0 0 0,0 2 0 16,3-5 56-16,0 0 7 0,0 0 1 0,2-2 0 15,1 2-52-15,0-3-12 0,0-2 0 0,0 2 0 16,0-5 54-16,0 3 8 0,0 0 2 0,-4 0 0 16,-2 2 0-16,3-2 0 0,-3 2 0 0,-3 1 0 15,0 2-52-15,0 0-12 0,-3 5 0 0,0-5 0 16,-3 8 0-16,0 0 0 0,0 0 0 0,0 0 0 15,0 0 0-15,0 0 0 0,-3 8 0 0,-3 0 0 16,3 0 0-16,0 3 0 0,-3 2 0 0,0 3 0 0,3 2 0 16,0 1 0-16,0-1 0 0,0 1 0 0,3 2 0 0,0-2 0 0,0-1 0 15,0 3 0-15,0-2 0 0,0 5 0 0,0-6 0 16,3 6 0 0,-3 0 0-16,3-6 0 0,0 9 0 0,0-9 0 0,0 3 0 0,0-5 0 0,0 3 0 0,0-3 0 31,-3-3-48-31,3 0-13 0,-3 3-3 0,0-8 0 0,-3 0 52 0,0 3 12 0,-3-1 0 15,0-2 0-15,0-5 0 0,-3 2 0 0,0 0 0 0,1 1 0 16,-4-1 0-16,0 0 0 0,-3-5 0 0,3 5 0 16,0-5 0-16,-3 0 0 0,0 0 0 0,3 0 0 15,0 0 0-15,1-2 0 0,2-1 0 0,3 3 0 16,0-8-54-16,3 0-8 0,0 3-2 0,3 0 0 16,0 2-153-1,6-5-31-15</inkml:trace>
  <inkml:trace contextRef="#ctx0" brushRef="#br0" timeOffset="52084.847">19588 4239 1580 0,'0'0'67'16,"0"0"-54"0,0 0 130-16,0 0 25 0,0 0 6 0,0 0 1 15,0 0-64-15,3-8-13 0,0 5-2 0,0-2-1 16,3 2-38-16,0-2-7 0,0 0-2 0,3 5 0 15,0-8-12-15,0 8-2 0,3-8-1 0,-3 5 0 0,0-2-9 16,0 2-3-16,0 3 0 0,3-2 0 16,-6 2-11-16,2 0-2 0,-2 2-8 0,0 1 12 15,-3 0-12-15,0 2 0 0,3 3 0 0,-6 0 0 0,0-3 8 0,-3 8-8 0,0 1 0 0,-3-1 0 16,0 3 0 0,0 2-10-16,-2 1 0 0,-4-1 0 0,0 1-4 15,0-1-1-15,0-2 0 0,0 3 0 16,-3-6-17-16,3 3-4 0,3-6-1 0,0 6 0 0,3-8 37 0,0 0 0 0,3 0 0 0,1 0 0 15,4 0 0 1,1-3 0-16,0 0 0 0,3 1 0 0,3-4 0 0,0-2 0 0,3 3 0 16,3-3 0-1,-3 0-59-15,3-3-4 0,3 1-1 16,-3-4 0-16,-1-1-153 0,1-4-31 0</inkml:trace>
  <inkml:trace contextRef="#ctx0" brushRef="#br0" timeOffset="52364.871">20071 4128 2240 0,'0'0'64'0,"0"0"12"0,0 0-60 0,0 0-16 0,0 0 0 0,0 0 0 16,0 0 88-16,0-6 14 0,6 4 3 0,0-1 1 15,3 1-38-15,-1-1-7 0,1 0-1 0,3 1-1 16,0 2-11-16,3-8-3 0,0 2 0 0,3 1 0 15,0 0 7-15,3-1 2 0,2 1 0 0,4 3 0 16,0-6-54-16,0 2-8 0,0 4-4 0,-1-1 0 16,1-2 20-16,-6 5 3 0,3-3 1 0,-3 3 0 15,-4-3-12-15,1 3 0 0,-3-2 0 0,-3 2 0 16,0 0 0-16,-3 2 0 0,0-2 0 0,-3 3 0 16,-3 0-100-16,-3-3-23 0,3 5-4 0,-6 0-1 15,0 3-51-15,-6 0-10 0,0 0-3 0</inkml:trace>
  <inkml:trace contextRef="#ctx0" brushRef="#br0" timeOffset="52610.137">20112 4331 1482 0,'0'0'62'0,"0"0"-50"16,0 0 114-16,0 0 22 0,0 0 5 0,0 0 1 16,0 0-21-16,0 0-4 0,3 0-1 0,3 3 0 15,-3-3 0-15,3 0 0 0,3 0 0 0,-3 0 0 16,3-3-102-16,0 1-26 0,0-1 0 0,3 1 0 31,0-4 55-31,0 4 5 0,5-1 2 0,1-2 0 0,0 2-48 0,3-5-14 0,0 3 0 0,3 0 8 16,-3 2 8-16,2-2 3 0,1 2 0 0,0 3 0 15,-3-5-19-15,0-1 0 0,-1 4 0 0,-2-1 0 16,0 0-9-16,0 3-9 0,-3-2-2 0,0-1 0 16,3 3-86-16,-3-3-18 0,2 1-3 15</inkml:trace>
  <inkml:trace contextRef="#ctx0" brushRef="#br0" timeOffset="60283.473">9730 11650 2310 0,'0'-5'48'0,"0"5"11"15,-3-5-47-15,3 5-12 0,0-6 0 0,0 6 0 16,0 0 104-16,0 0 20 0,0 0 3 0,0 0 1 15,0 0-65-15,0 0-13 0,0 0-2 0,0 0-1 16,-3 8-24-16,0 0-5 0,0 0-1 0,0 3 0 16,3-1-17-16,-3 4 0 0,3-4 0 0,-3 6 0 15,3-3 12-15,0 6 0 0,-3-3-1 0,3 2 0 16,0-2-11-16,3 3-16 0,-3-3 4 0,3-3 1 0,0 0 11 16,0 0 0-16,0-2 0 0,0-3 0 15,3 0-53-15,0-6-9 0,0 1-2 0,0-3 0 16,0-3 30-16,0 1 6 0,3-6 0 0,-3 0 1 0,0-3 43 0,3 1 9 0,-4-1 2 0,4-2 0 15,-3 0-27-15,0 2 0 0,0-2-14 16,0 2 5 0,-3 1 37-16,3-1 8 0,-3 3 2 0,0 0 0 15,0 0-5-15,-3 3-1 0,3 0 0 0,-3 5 0 0,0 0-11 0,0 0-2 0,0 0-1 16,0 0 0-16,0 0-27 0,0 0-6 0,0 0-1 16,0 0 0-16,6 2 16 0,0 4 0 0,0-1 0 0,0 0 0 15,0 0 0-15,3 3 0 0,0-2 0 0,0-1 0 31,2 0-54-31,1-2-8 0,0 0-2 0,0-1 0 0,-3-2 52 0,3 0 12 16,0 0 0-16,-3 0 0 0,3-2-10 0,-3 2 1 16,0-3 0-16,-3-2 0 0,0 2 9 0,0-2 12 0,-1-1-2 0,1 4-1 15,-3-4 43-15,0 1 9 0,-3 0 2 0,3 0 0 16,-3-3-26-16,3 2-5 0,-3 1 0 0,0 0-1 16,-3-3-7-16,3 0-2 0,-3 0 0 0,3 0 0 15,-3-3-13-15,0 1-9 0,0-1 12 0,0 1-12 16,0-1 0-16,1 1 0 0,-1-4 0 15,0 6-12-15,3-2-112 16,-3-1-23-16,3 3-4 0</inkml:trace>
  <inkml:trace contextRef="#ctx0" brushRef="#br0" timeOffset="61072.099">10245 11428 1824 0,'0'0'38'0,"-3"0"8"0,-3-3-37 0,6 3-9 0,-6-2 0 0,6 2 0 16,-6-3 104-16,3 0 20 0,3 3 3 0,0 0 1 15,-3-2 0-15,3 2 0 0,0 0 0 0,-6-3 0 16,6 3-52-16,0 0-9 0,0 0-3 0,0 0 0 16,-6 0-51-16,6 0-13 0,-3 3 0 0,3-3 0 15,-3 8 0-15,0 0 0 0,0 0 0 0,0 2 0 16,3 3 0-16,3 3 0 0,-3 0 0 0,3 0 0 16,0 0 0-16,3 2 0 0,-3-2 0 0,6 0 0 15,0-3 0-15,0-2 0 0,0 2 0 0,3-5 0 16,0 0-72-16,3-3-16 0,0-2-4 0,-1-3-1 15,1 0-7-15,0-3 0 0,3-2-1 0,-3 0 0 16,0 0 70-16,-3-3 15 0,0-3 2 0,-1 3 1 0,1-2 13 16,-3 2 0-16,-3-3 12 0,3 0-12 15,-3 1 45-15,-3 2 3 0,3-3 0 0,-3 3 0 16,-3-2 16-16,3 2 3 0,-3 0 1 0,3 0 0 0,-3 3-9 0,0-3-2 16,0 0 0-16,0 3 0 0,0-1-23 0,0 1-5 0,0 2-1 15,0 3 0-15,0 0-2 0,0 0-1 0,0 0 0 0,0 0 0 16,0 0-16-1,0 0-9-15,0 0 10 0,0 0-10 0,3 3 0 0,0 5 8 0,0 0-8 0,0 2 0 16,0 4 0-16,-3-1 8 0,3 3-8 0,-3 2 0 16,3-2 0-16,-3 5 0 0,0-2 0 15,0-1 0-15,-3 1 0 0,3-1 8 0,-3-2-8 16,-3 3 0-16,0-3 0 0,0 0 0 0,0-3 0 0,-3 5-10 16,0-2 10-16,-3 0 0 0,-3 0 0 0,1 0 0 31,-1 0-29-31,0 0-1 0,0-1 0 0,-3 1 0 0,3-2 49 0,-3-1 9 0,0 0 3 15,1-2 0-15,-1-1-50 0,3-5-9 0,0 1-3 16,0-4 0-16,3 1 31 0,3-6 0 0,0 1 0 0,3-1 0 16,3-5-57-16,0 0-6 0,3 0-1 0,3-2 0 15,3-1-153-15,3-2-31 0</inkml:trace>
  <inkml:trace contextRef="#ctx0" brushRef="#br0" timeOffset="61387.547">10626 11608 2488 0,'0'0'52'0,"0"0"12"0,0 0-52 0,0 0-12 0,0 0 0 0,0 0 0 16,0 0 92-16,0 0 15 0,0 0 3 0,0 0 1 15,0 0-46-15,0 0-9 0,0 0-1 0,0 0-1 0,0 0-27 0,0 0-6 0,3 5-1 0,0 1 0 16,0 2-4-16,0-3-2 0,3 3 0 0,-3 2 0 15,0-2-6-15,0 5-8 0,-3-2 11 0,3 0-11 16,-3 2 9-16,3-3-9 0,-3 4 0 0,0-1 9 16,0 0-9-16,0 0 0 0,0 3 0 0,0 0 0 15,-3 0-12-15,3 3-5 0,0-1-1 0,0-2 0 16,-3 2-22-16,3 1-4 0,0-3 0 16,0 0-1-16,0 0-23 0,0-3-4 0,0-3 0 0,3-2-1 15,-3 0-113-15,0-8-22 0,0 0-5 0</inkml:trace>
  <inkml:trace contextRef="#ctx0" brushRef="#br0" timeOffset="64592.647">20979 3863 1580 0,'0'0'67'15,"0"0"-54"1,0 0 130-16,0 0 25 0,0 0 6 0,0 0 1 16,0 0-83-16,0 0-17 0,0 0-3 0,0 0-1 15,0 0-49-15,0 0-10 0,0 3-1 0,0 5-1 16,0 5 43-16,-3-2 9 0,3 2 2 0,0 5 0 16,0-2-52-16,0 5-12 0,0-7 0 0,3 7 0 15,-3-5-19-15,3 2-6 0,3-2-2 0,-4-3 0 0,1 3 16 0,3-3 11 0,0 1-13 0,0-4 5 31,0 1-18-31,3-3-3 0,-3 0-1 0,3-3 0 16,0 0-27-16,0-5-6 0,0 0-1 0,0 0 0 0,0-5 51 16,3 0 13-16,-3-3 0 0,2 0 0 0,-2 0 0 0,3-3 0 15,-3 3 0-15,0-2 0 0,0 2 28 16,-3 0 0-16,0-3 1 0,-3 3 0 0,3-2-1 0,-3 2-1 16,0-3 0-16,0 3 0 0,0-2 0 0,-3 2 0 0,0 2 0 0,3-1 0 15,-3 1 13-15,0 6 2 0,0 0 1 0,0 0 0 16,0 0-63-16,0 0-12 0,0 0-2 0,0 6-1 15,3 1 26-15,0 4 9 0,0 0 0 0,3 5-9 16,-3-6 9-16,3 3 0 0,-3 1 0 0,3-1-8 16,0 3-6-16,-1-8-1 0,4 5 0 15,0-3 0-15,0-2-6 0,0 3-2 0,0-6 0 0,0 1 0 16,0-1 23 0,0-5-9-16,0 0 9 0,3 0 0 0,-6-5 0 0,3-1 20 0,-3 1-2 0,3 0-1 15,-4-1-17-15,1-2 0 0,0-2 0 0,0 2 0 16,-3 3 33-16,3-9 3 0,-3 6 1 0,0-2 0 15,0-1-8-15,-3 1-1 0,3-1-1 0,0 1 0 16,-3-6-27-16,0 2 0 0,3 1 0 0,-3 0 0 16,0-3 0-16,3 3 0 0,-3 0 0 0,0-1 0 15,3 4-46-15,0-3-14 0,0 7-4 0,-3-2 0 16,0-2-153-16,0 7-31 0</inkml:trace>
  <inkml:trace contextRef="#ctx0" brushRef="#br0" timeOffset="65207.293">21702 3765 2100 0,'-6'-21'44'0,"3"16"10"0,0-3-43 0,3 0-11 0,0 0 0 0,-3 0 0 15,3 0 108-15,0 3 20 16,0 0 4-16,0 2 1 0,0 3-68 0,0 0-13 0,0 0-4 0,0 0 0 16,0 0-24-16,0 0-4 15,0 0-2-15,0 0 0 0,0 0-18 0,3 5 0 0,0 3 0 0,-3 8 0 16,3-5 0-16,0 7-20 0,0-2 2 0,0 5 1 16,0-8 25-16,3 6 4 0,-3-1 2 0,3 1 0 15,0-3-53-15,0 2-10 0,0-7-3 0,0 2 0 31,2-5-42-31,1 0-9 0,0-3-1 0,0-5-1 0,0 0 57 0,-3 0 11 0,3-5 2 0,0 2 1 16,-3-2 15-16,0-6 3 0,3 4 1 0,-3-4 0 16,3 0 58-16,-3 1 11 0,0-1 2 0,0-5 1 15,0 3 7-15,-1-3 0 0,-2 0 1 0,0 3 0 16,0-3 4-16,0 3 1 0,-3 0 0 0,0 0 0 16,0 2-27-16,0-2-6 0,0 2-1 0,0 6 0 0,-3-3-4 15,3 0-2-15,0 3 0 0,0 5 0 0,0 0-8 16,0 0-2-16,0 0 0 0,0 0 0 15,0 0-33-15,0 0-7 0,0 0-2 0,0 8 0 0,0 5 22 16,3-3 0-16,0 4 0 0,0 2 0 0,0 2 0 0,0 1 0 16,0 2 0-16,-3 0 0 0,3 0 0 15,-3 0 0-15,3-2 0 0,-3 2 0 0,0-3 0 0,0 1 0 16,-3-3 0-16,0 2 0 0,0-2 15 0,0 0 7 16,0-3 2-16,-3 3 0 0,-3-2-24 0,4-1 0 15,-4 3 0-15,0-3 8 0,0 0-8 0,0 0 0 0,0-2 0 0,-3 5 0 16,3-6 0-16,0 1 8 0,-3 5-8 0,3-8 0 15,0 0 0-15,0 0 0 0,0-3 0 0,1 3 8 16,-1 0-8-16,3-8 0 0,0 2-8 0,6-2 8 16,0 0-25-16,0 0 0 0,0 0 0 0,-3-2 0 15,3-6-211-15,3-3-43 16</inkml:trace>
  <inkml:trace contextRef="#ctx0" brushRef="#br0" timeOffset="65508.608">22107 3966 2408 0,'0'0'50'0,"0"0"12"15,3-5-50-15,0 2-12 0,0-2 0 0,-3 5 0 16,3 0 84-16,-3 0 15 0,3-5 2 0,-3 5 1 16,6 0-12-16,-6 0-2 0,0 0-1 0,0 0 0 0,0 0-37 15,0 0-7-15,0 0-2 0,3 2 0 0,0 1-27 0,-1 2-6 0,1 3 0 16,0-5-8-1,-3 8 12-15,0-1-4 0,0 1 0 0,0-1-8 0,0 4 11 0,0-1-11 0,0 3 10 0,0 0-10 32,-3 2 0-32,3 1 8 0,-3 2-8 0,1 0 0 0,2 3 0 0,-3-3 0 15,0 3 8-15,0 0-8 16,0-3 0-16,0 0 0 0,0 0 0 0,0-2 0 0,0-1-15 0,3-5-5 0,0 3-2 0,-3 0 0 31,3-5-110-31,0-1-23 0,3 1-4 0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0T21:44:15.73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10328 8592 1421 0,'0'0'60'0,"0"0"-48"31,-6-3 104-31,0 0 22 0,0 1 4 0,6 2 1 0,-6 0-30 0,1-3-5 0,-1 3-2 0,0 3 0 32,0-3-38-32,-3 2-8 0,3 1-2 0,-3 0 0 15,3 2-26-15,-3 3-6 0,0 0-1 0,3 0 0 0,-3 5 4 0,0 3 1 0,0 0 0 16,3 2 0-16,0 1-30 0,0 2 0 0,0 3 0 0,1-1 0 16,2-1 0-1,0-1-13-15,0 0 1 0,0 0 0 16,3-2 12-16,-3-1 16 0,3 1-3 0,0-1-1 0,3 1-12 15,-3-1 0-15,3-2 0 0,0 5 0 0,0-5 0 0,0 5 0 0,2-5 0 0,-2 3 0 16,3-3 0-16,0 0 0 0,0-1 0 0,0-4 0 16,3 0-19-16,-3-3-6 15,3-1-2-15,-3-1 0 0,3-4 27 0,-3 1-8 0,3 0 8 0,0-6 0 16,3 0 18 0,-3-2 9-16,0-3 1 0,2 0 1 0,-2-2-44 15,3-6-9-15,-3 0-1 0,3-3-1 0,0 1 34 0,-3-1 8 0,3-2 0 0,0 0 1 16,-3 0 12-16,0 0 3 0,0-3 0 0,-1 0 0 15,-2 0-5-15,0 0-1 0,0 1 0 0,-3-4 0 16,0 3-2-16,-3-2-1 0,0-1 0 0,0 4 0 16,-3 1-10-16,0 4-1 0,0-1-1 0,-3 3 0 15,0 3-11-15,0 0 8 0,-2 2-8 0,-1 1 8 16,0 2-24-16,0 0-6 0,0 3-1 0,-3-1 0 16,3 4-85-16,-3-1-18 0,0 3-3 0</inkml:trace>
  <inkml:trace contextRef="#ctx0" brushRef="#br0" timeOffset="774.45">10834 8631 1820 0,'-3'-2'38'0,"0"-4"8"0,0 4-37 0,0-4-9 0,0 4 0 0,-3-1 0 0,3 0 104 16,-2 1 18-16,2-1 4 0,-6 3 1 16,3 0-46-16,0 0-9 0,-3 3-1 0,0-1-1 0,0 4-59 0,-3 2-11 0,3-3 0 0,0 6 0 31,0 2 25-31,0 0 13 0,0 3 2 0,3 2 1 0,-3 1-31 0,4 2-10 15,-1 3 0-15,0 0 0 0,3 0 0 0,0-3 0 0,3 0 0 16,0-3 0-16,0 1 0 0,3-3 0 16,0 0 0-16,0 0 0 0,3-3 0 15,0 0 0-15,-1 0 0 0,4-2 0 0,3-1-8 0,0-2 8 0,0 0-13 16,3 0 5-16,0-5-20 0,0 2-4 16,0-2-1-16,0-3 0 0,2 0 33 15,-2-3 0-15,3-2 10 0,-3-3-2 0,0 0-8 0,-3 0-10 16,3-3 10-16,-3 1-13 0,2-3 13 0,-2-1 0 0,3 1 0 0,-3-3 0 15,0 3 48-15,-3-3 13 0,0 0 3 0,0-2 0 16,-3 2-52-16,0-5-12 0,-3 0 0 0,0-1 0 16,-3 1 54-16,0-3 8 0,-3 3 2 0,0 0 0 15,-3 3-52-15,0-1-12 0,-3 3 0 0,3 0 0 16,-3 6 0-16,-3-1 0 0,3 3 0 0,-3 3 0 16,-3 0 0-16,4 2 0 0,2 3 0 0,-6 0 0 15,0 0 0-15,0 3 0 0,-3-1 0 16,-3 4 0-16,3 4-150 0,-2 1-26 0,2-1-6 0</inkml:trace>
  <inkml:trace contextRef="#ctx0" brushRef="#br0" timeOffset="1663.982">10376 9449 1836 0,'-3'-8'52'0,"-3"3"12"0,3 2-52 0,-3 0-12 0,6 3 0 0,-3-2 0 32,-3-1 93-32,0 0 16 0,3 3 3 0,-3 0 1 15,-3 0-37-15,3 3-8 0,0 0-2 0,0-1 0 0,-2 4-1 0,-1 2 0 0,3 2 0 0,-3 1 0 31,0 2-52-31,3 5-13 0,-3 1 0 0,3 2 0 0,0-2 0 0,0 2 0 0,0 0 0 0,3 0 0 16,0 0 0-16,0-5 0 0,3 5 0 0,0-5 0 16,3 0 0-16,-3 0 0 15,3 0 0-15,0-3 0 0,0 0-48 0,3 1-13 0,0-1-3 0,0-3 0 16,3-2 64-16,0 3 0 0,3-6 0 0,0 3 0 16,2-5 0-16,1-1-22 0,0-2 3 0,0 0 1 15,3 0 5-15,-3-5 1 0,0 0 0 0,3 0 0 16,-4-3 12-16,1 0 0 0,0-6 0 0,-3 4 0 15,-3-1 13-15,3-2 6 0,0-3 1 0,-6 6 0 16,3-4 17-16,-3 1 4 0,0 0 1 0,-3-3 0 16,0 3-13-16,0-3-2 0,-3 0-1 0,-3 0 0 0,0 0 26 0,-3-2 4 15,3 2 2-15,-3 0 0 16,-3 0-42-16,3 0-8 0,-3 3-8 16,0-3 12-16,0 6-2 0,-3-1 0 0,0-2 0 0,0 5 0 0,-3 0-10 15,4 3 0-15,-4-1 0 0,3 4 0 0,0-4-16 0,-3 6-6 0,3-2-1 16,0 4 0-1,3 1-81-15,-3 0-17 0,6-1-3 0</inkml:trace>
  <inkml:trace contextRef="#ctx0" brushRef="#br0" timeOffset="2235.892">10930 9264 1577 0,'0'0'66'15,"-3"-6"-53"-15,3 6 93 0,0 0 18 16,0 0 4-16,0 0 1 0,0 0-12 15,0 0-2-15,-3-5-1 0,3 5 0 0,0 0-40 16,0 0-8-16,0 0-2 0,0 0 0 0,0 0-40 0,-3 5-8 16,0 3-1-16,0 0-1 15,3 5 40-15,0 1 8 0,0-1 2 0,0 3 0 0,0 0-64 0,-3 2-21 0,3 1 0 16,0 2 0-16,0 0 21 0,0 3 0 0,0 0 0 16,0 2 0-1,0 1 0-15,0-4 0 0,0 1 0 0,0 0 0 0,0-3 0 16,0 0 0-16,0-2 0 0,0-1 0 0,0-2 0 0,0 0 0 0,0-3 0 15,0 3 8 1,0-5-8-16,0-1 0 0,0-2 0 0,0 3 0 0,0-3 0 16,-3 2 0-16,3-2 0 0,0 0 0 0,0-2-44 0,0-1-5 0,0-5-1 15,0 0 0-15,0 0-127 16,0 0-26-16,0 0-5 0</inkml:trace>
  <inkml:trace contextRef="#ctx0" brushRef="#br0" timeOffset="2906.662">10370 10203 1235 0,'0'0'52'0,"0"0"-42"15,0 0 119-15,0 0 24 0,0 0 5 0,0 0 1 16,0 0-34-16,0 0-6 0,0 0-2 0,0 0 0 15,0 0-25-15,0 0-6 0,0 0-1 0,0 0 0 16,0 0-28-16,0 0-5 0,0 0-2 0,0 0 0 16,0 0-8-16,0 0-2 0,0 0 0 0,0 0 0 0,-3 5-20 0,3 3-4 15,0 3 0-15,0 2-1 16,0 0-5-16,0 6-1 0,0 2 0 0,0 3 0 16,0 0-9-16,0 2 8 0,0 0-8 0,0-2 8 15,-3 0-8-15,3-3 0 0,0-2 9 0,-3 2-9 16,0-3 0-16,3 1 0 0,-3-3-12 0,0 2 4 0,0-2 8 15,0-2 11-15,0 1-3 0,0 1 0 0,0-3-8 16,3 3 0-16,0 0 0 0,-3-3 0 0,3 1 0 16,0-4 0-16,0 1 0 0,0-3-11 0,0 0-9 15,3-3-3-15,-3 3 0 0,0-8 0 16,0 0-25-16,0 0-4 0,0 0-2 0,0 0 0 0,6-5-91 0,0-3-19 16,-3-3-3-16</inkml:trace>
  <inkml:trace contextRef="#ctx0" brushRef="#br0" timeOffset="3522.158">10861 10200 1900 0,'-12'0'40'0,"12"0"8"0,-6 0-39 0,6 0-9 0,-6 0 0 0,0 0 0 0,0 3 106 0,0 0 19 0,3-1 4 0,-3 1 1 16,1 2-48-16,-1 3-10 16,3-3-1-16,-3 6-1 0,3 0-32 0,-3 2-6 0,3 0-2 0,0 6 0 31,0-1-18-31,3 3-4 0,0 3-8 0,0 0 12 0,0-3-12 0,3 0 0 0,-3-2 0 0,3 2 0 15,3-3 0-15,-3-2 0 16,3 0 0-16,0 0 0 0,3-3 0 0,-4 1-12 0,4-1 3 0,-3-3 0 16,3 1-15-16,0-3-4 15,3-3 0-15,0 0 0 0,-3-2 0 0,0 0 0 0,3-3 0 16,-3-3 0-16,3 0 28 0,-3 1 0 0,2-3 0 0,-2-3 0 16,3 0 0-16,0 2 0 0,0-4 0 15,-3-1 0-15,0 1 46 0,3-1 14 0,-3-2 4 0,0 2 0 16,-3-2-64-16,3 0 0 0,-3-3-9 0,-3-3 0 15,0 3 39-15,-3-5 8 0,0 0 2 0,-3-3 0 16,0 3-6-16,0 0-1 0,-3 0 0 0,-3 2 0 16,3 1-33-16,-3 2 0 0,0 3 0 0,-3 2 0 15,0 0 22-15,3 4-2 0,-3 1-1 0,0 1 0 16,0 2-31-16,1 3-5 0,-1-2-2 0,-3 2 0 16,0 2-5-16,0 4 0 0,0-1-1 0,-3 3 0 15,3 0-165-15,0 2-33 0</inkml:trace>
  <inkml:trace contextRef="#ctx0" brushRef="#br0" timeOffset="4134.707">10456 11169 1561 0,'0'0'32'0,"0"0"8"0,0 0-32 0,0 0-8 0,0 0 0 0,0 0 0 16,0 0 108-16,0 0 20 0,0 0 4 0,0 0 1 16,0 0-30-16,0 0-7 0,0 0 0 0,0 0-1 15,0 0-27-15,0 0-4 0,0 0-2 0,0 0 0 16,0 0-21-16,0 0-4 0,-3 5-1 0,0 3 0 0,3 0-10 0,-3 0-2 0,3 0-1 0,0 5 0 16,-3-2-8-16,3 2-2 0,0 0 0 0,-3 0 0 15,3 1-5-15,0-1-8 0,-3 3 11 16,3 0-11-1,-3-3 8-15,3 3-8 0,0 0 0 0,-3-1 0 0,0 1 0 0,0 3 8 16,3-3-8-16,-2 2 0 0,-1-2 0 0,3 0 0 16,0 2 0-16,-3 1 0 0,3-3 0 0,0-3 0 0,-3 3 0 0,3-3 0 15,0 0-20-15,0-2 0 0,0-3-1 16,3 0 0-16,-3-3-31 0,0-5-5 0,0 0-2 0,0 0 0 16,6 0-161-1,-4-2-33-15,7-4-7 0</inkml:trace>
  <inkml:trace contextRef="#ctx0" brushRef="#br0" timeOffset="4624.54">10962 11050 1273 0,'0'0'53'0,"0"0"-42"15,0 0 101-15,0 0 21 0,-3-3 4 0,3 3 1 16,0 0-19 0,0 0-4-16,-6-3-1 0,6 3 0 0,-6 3-26 0,0 0-6 0,6-3-1 0,-6 2 0 15,1 4-21-15,2-1-5 0,-3 3-1 0,3 0 0 16,0 2-32-16,0 1-6 0,0 2-2 0,0 0 0 16,0 3 8-16,0 0 2 0,3 0 0 0,0 3 0 15,0-1-24-15,0 1 8 0,0-1-8 0,0 1 0 16,0-1 0-16,3 1 0 0,-3-3 0 0,0 2 0 15,0 1 0-15,3-3 0 0,-3 2 0 16,0-2 0-16,0 0-16 0,0 2-8 0,0-2-2 0,3 0 0 16,-3 0 42-16,0 2 8 0,3-2 1 15,-3 0 1-15,0 0-26 0,3-3 0 0,-3 3 0 0,0-3 0 16,3-2-20-16,-3 0-4 0,0-3 0 0,3-1 0 16,0 1-32-16,-3-2-6 0,3-4-2 0</inkml:trace>
  <inkml:trace contextRef="#ctx0" brushRef="#br0" timeOffset="14090.992">23741 8721 1444 0,'-3'-10'30'0,"3"10"6"0,-3-6-28 0,0 4-8 0,3-4 0 0,-3 4 0 16,0-4 92-16,0 4 18 0,0-1 3 0,-3 1 1 15,3-1-25-15,-3 0-5 0,0 1 0 0,3-1-1 16,-3 0-8-16,0 3-2 0,3 0 0 0,-3 0 0 16,0 0-18-16,0 3-4 0,1 0-1 0,-1 2 0 15,0 3-22-15,0-3-5 0,0 3-1 0,0 3 0 0,0 2-22 16,0 0 9-16,0 3-9 0,0 2 0 16,3-2 0-16,0 0 0 0,0 0 0 0,3 0 0 15,0 0 0-15,0 0 0 0,3 0 0 0,0-1 0 0,0-1 0 0,3 2 0 16,0-3 0-16,0 0 0 0,3 0-20 15,0-2 1-15,-3-3 1 0,6 2 0 0,-4-2-2 0,4-2-1 16,0-1 0-16,0-2 0 16,3-1 10-16,-3-2 3 0,3 0 0 0,0-2 0 15,-3-1 8-15,3-2 0 0,-4-1 0 0,1-2 0 0,0-2 0 0,0 2 0 0,0-3 0 0,0 1-8 16,-3-1 8 0,3-2 0-16,-3 0 0 0,0 2 0 0,0-2 44 0,-3 0 12 0,2-1 1 0,-5 1 1 15,3 0-42-15,-3-3-8 0,-3 3-8 0,0-3 12 16,0 0 40-16,-3 3 9 0,0-3 2 0,-3 3 0 15,1 0-51-15,-1 5-12 0,-3-3 0 16,0 6 0-16,0-1 0 0,0 1 9 0,-3 2-9 0,0 3 8 31,0 0-29-31,0 3-7 0,-3 2 0 0,0 1-1 0,1 2-114 0,-4 2-22 0,0 3-5 0</inkml:trace>
  <inkml:trace contextRef="#ctx0" brushRef="#br0" timeOffset="14812.987">23768 9412 1348 0,'0'0'28'0,"0"0"7"0,0 0-35 0,0 0 0 0,0 0 0 0,0 0 0 16,0 0 118-16,-6-3 17 0,0 1 3 0,6 2 1 15,-6 0-35-15,0 2-8 0,0-2 0 0,0 3-1 16,-3-1-36-16,3 4-7 0,0-4-2 0,-3 4 0 15,0 2-25-15,3 0-5 0,-3 2 0 0,0 1-1 16,3 2-9-16,-2 0-2 0,2 3 0 0,0 0 0 16,0 2-8-16,3 1 0 0,-3-3 0 0,3 5 0 15,3-5 0-15,0 0 0 0,0-3 0 0,0 3 0 0,3-3 0 16,0 3 0-16,0-3 0 0,3 0 0 16,-3 1 0-16,3-4 0 0,3 4 0 0,-4-7 0 0,4 4-10 15,-3-3 10-15,3 0 0 0,0 0-9 0,0-3-5 0,0 0-1 16,0 1 0-16,0-4 0 15,0-2 6-15,3 0 1 0,0 0 0 0,-3-2 0 16,0-1-17-16,-4-2-3 0,4-1-1 0,-3 1 0 0,3-3 29 0,-3 0 0 0,0-2 0 0,3-1 0 31,-6 1 36-31,3-1 12 0,0 0 4 0,-3-2 0 16,0 0 19-16,0-3 4 0,-3 0 1 0,3 0 0 0,-3 0-66 0,-3-2-10 0,3-1 0 0,-3 1-12 16,0 2 22-16,0 0 5 0,-3 0 1 0,3 3 0 15,-3 0-3-15,-3 2 0 0,3 1 0 16,-3 2 0-16,0 2-13 0,-3 1 0 0,1 0 0 15,-1 5 0-15,-3 0-36 16,3 0-1-16,-3 5 0 0,0 3 0 0,0 0-159 0,3 3-31 0</inkml:trace>
  <inkml:trace contextRef="#ctx0" brushRef="#br0" timeOffset="15556.183">23797 10298 1465 0,'0'0'30'0,"0"0"9"0,0 0-31 0,0 0-8 0,0 0 0 0,0 0 0 16,0 0 76-16,0 0 15 0,-3-2 2 0,3 2 1 15,-6-3-8-15,1 3-2 0,-1 3 0 0,0-1 0 16,0 1-32-16,-3 2-6 0,3 0-2 0,-3 3 0 15,3 0-8-15,0 3-1 0,0-1-1 0,0 4 0 16,0-1-18-16,0 0-4 0,3 0-1 0,-3 3 0 16,3-2-11-16,0-1 0 0,3 3 0 0,-3-3 8 15,3 0-8-15,0 3 0 0,0 0 0 0,0-3 0 16,0 0 11-16,3 3 6 0,0-3 2 0,0 1 0 16,0-1-35-16,3-3-8 15,0 4 0-15,-3-4-1 0,3 1-11 0,0-1-3 0,0-2 0 0,3 0 0 16,-3 0 39-16,0-2 0 0,3-4 0 0,0 1 0 0,-3-1 0 15,3-4 0-15,-1 2 0 0,-2-5 0 16,0 2 0-16,3-2 0 0,-3-3 0 0,0 0 0 16,3 0 0-16,-3-3 0 0,3-2 0 0,-3 0 0 15,0 0 24-15,3-3 12 0,-3 0 2 0,0 0 1 16,-3 0-11-16,0 0-3 0,0 0 0 0,0-2 0 0,-3-1 31 0,0 1 7 16,0-3 1-16,-3-1 0 15,0 4-56-15,0-1-8 0,0 1 0 0,-3-1-10 0,0 6 10 16,0 0 0-16,0 2 10 0,0 3-10 15,0 3 0-15,0 0 0 0,-3 2 0 0,3 0 0 16,-3 6-100-16,-3 2-25 0,3-2-6 0</inkml:trace>
  <inkml:trace contextRef="#ctx0" brushRef="#br0" timeOffset="16147.89">23806 11203 1789 0,'0'0'37'0,"0"0"9"0,0-5-37 0,0 5-9 0,0-5 0 0,0 5 0 16,0-3 101-16,0 3 19 0,0 0 3 0,0 0 1 16,0 0-24-16,0 0-5 0,0 0-1 0,0 0 0 15,0 0-25-15,0 0-5 0,0 0 0 0,0 0-1 16,0 5-12-16,0 6-3 0,3-1 0 0,-3 4 0 15,0-1-38-15,3 3-10 0,-3-3 0 0,0 5 0 16,3-2 0-16,-3 3 0 0,3-1 0 0,-3 4 0 16,0-4 0-16,3 3 0 0,-3-2 0 0,0 5 0 15,0-3 0-15,3 0-12 0,-3 0 2 0,0 0 1 16,0 0 9-16,0-2 12 0,0-1-2 0,0 1-1 16,0-3-19-16,0-3-4 0,0 0-1 0,0 1 0 15,0-4-27-15,-3-2-6 0,3 0 0 0,0 0-1 0,0-3 39 16,0 1 10-16,0-6 0 0</inkml:trace>
  <inkml:trace contextRef="#ctx0" brushRef="#br0" timeOffset="28851.621">5688 10571 1690 0,'-45'-6'35'0,"36"6"9"0,9 0-36 0,0 0-8 0,12-2 0 0,-3 2 0 16,-9 0 109-16,0 0 20 16,-6-3 4-16,6 3 1 0,0 0-45 0,0 0-9 0,6 0-1 15,0 0-1-15,0 0-32 0,-6 0-6 0,0 0-2 0,0 0 0 16,0 0 2-16,0 0 1 0,0 0 0 0,3 5 0 15,0 1-41-15,-3 2-20 0,3 0 1 0,-3 0 1 16,0 2 18-16,3 1 0 0,-3 2 0 0,0-2 0 16,0-1 0-16,3 1 0 0,-3-1 0 0,0 1 0 15,3-3 0-15,3-3 0 0,0 0 0 0,0-2 0 16,-6-3 0-16,6 3 0 0,-6-3 0 0,6-3 0 16,2-2 8-16,-2 2-8 0,3-5 0 0,0 0 9 15,0-2 18-15,0-1 3 0,3 0 1 0,0-2 0 16,-3 3-2-16,6-4 0 0,-3 4 0 0,3-3 0 15,-4-1-10-15,4 4-3 0,0-3 0 0,-3-1 0 16,0 1-16-16,0 0 0 0,-3-3 8 0,0 3-8 0,0-6 0 0,0 3 0 0,0 1 0 16,-3-1 0-1,2 2-54-15,1-1-8 0,-3 1-2 0</inkml:trace>
  <inkml:trace contextRef="#ctx0" brushRef="#br0" timeOffset="33338.989">12727 8689 1337 0,'0'0'56'15,"-3"-5"-44"1,3 5 92-16,-3-5 20 0,3 0 3 0,0 5 1 16,-3-3 0-16,3 3 0 0,0 0 0 0,-5-3 0 15,5 3-103-15,-6-2-25 0,3 2 0 0,-6 2 0 16,3 1 56-16,0 0 7 0,0 2 1 0,0 3 0 15,3 0-52-15,-3 0-12 0,0 2 0 0,0 1 0 0,0 2 0 0,3 3 0 0,-3-3 0 0,3 6 0 32,0-6 0-32,0 3 0 0,0 0 0 0,0 0 0 0,0-3 0 0,0 3 0 0,3 0 0 15,-3-1 0-15,3-1 0 16,0 2 0-16,0-1 0 0,0 1 0 16,0 0 0-16,3-3 0 0,-3 3 0 0,3-2 0 0,0 1 0 0,0-1 0 0,0 1 0 0,0-4 0 15,3 2-11-15,-3 1-5 0,3-7 0 0,3 4-1 16,-3-6-3-16,0 3-1 0,3-2 0 15,0-4 0 1,-3 1-4-16,3 0-1 0,0-3 0 0,-3 0 0 0,2-3 26 0,1 0 0 0,-3-2 0 0,3 0 0 16,0-3 0-16,0-3 0 15,0 1 12-15,-3-4-4 0,3 1-8 0,0 0 9 0,0-3-9 0,0 3 10 16,3-3 14-16,-6 0 2 0,3 0 1 0,-4 0 0 16,1-2 17-16,0 2 3 0,0 3 1 0,-3-3 0 15,-3 0-16-15,0 0-2 0,0 3-1 0,-3-3 0 16,0 3-5-16,0-1 0 0,-3 4-1 0,3-3 0 15,-2 2-12-15,-1 0-3 0,0 3 0 0,-3 1 0 16,3 1-8-16,0 1 0 0,-3 0 9 0,0 5-9 16,0-3-13-16,0 6-7 0,0-3-2 0,0 5 0 15,0 0-137-15,0 3-27 0</inkml:trace>
  <inkml:trace contextRef="#ctx0" brushRef="#br0" timeOffset="34145.188">12668 9586 1668 0,'0'0'35'0,"0"0"7"0,0 0-34 0,0 0-8 0,0 0 0 0,0 0 0 16,0 0 92-16,0 0 17 0,0 0 3 0,-9 3 1 16,9-3-37-16,-6 3-8 0,0-1-2 0,3 1 0 15,-3 2-10-15,0 1-1 0,3-1-1 0,-3 0 0 16,3 0-43-16,-3 3-11 0,3 0 0 0,0 0 0 0,-3 0 0 0,3 3 0 0,0-1 0 0,0 1 0 31,0 0 0-31,3 2 0 0,-2-3 0 0,2 4 0 0,-3-1 0 0,3 0 0 16,0 3 0-16,0 0 0 15,0 0 0-15,3 2 0 0,-3 3 0 0,0 1 0 0,2-7 0 0,1 4 0 0,-3-3 0 0,3 0 0 16,0 0 0-16,3-3 0 16,-3 0 0-16,3-2 0 0,-3-1 0 0,3 1 0 0,0-3 0 0,-3 0 0 15,3-3-49 1,0-2-12-16,-3 2-3 0,3-2 0 0,0-3 52 0,0 2 12 0,0-2 0 0,0-2 0 16,0-1 0-16,0 0 0 0,3-2 0 15,-3 0 0-15,0-3 20 0,2-3 8 0,-2 1 0 0,0-4 1 16,0-2-17-16,3 1-4 15,-3-1-8-15,0-5 12 0,0 2 8 0,0-2 0 0,0 0 1 0,0-3 0 16,0 3 0-16,-3 2 0 0,0 1 0 16,0-3 0-16,-3 5 0 0,0 0 0 0,0 0 0 0,-3 0 0 15,0 5-5-15,0-2 0 0,-3 3-1 0,0-1 0 16,0 3-7-16,-3 3-8 0,0-3 11 0,0 5-11 16,-3-2 0-16,3 5 0 0,-2-3 0 0,2 6 0 15,-3-3-53-15,3 5-8 0,0 0-2 0</inkml:trace>
  <inkml:trace contextRef="#ctx0" brushRef="#br0" timeOffset="34966.132">12686 10378 1337 0,'0'0'28'0,"0"0"6"0,-6-3-34 15,3 0 0-15,3 3 0 0,-6-2 0 16,6 2 109-16,-6 0 15 0,0 0 4 0,0 2 0 0,0 1-27 16,0 0-5-16,0 2 0 0,0 0-1 15,0 0-50-15,0 1-9 0,0 2-3 0,0 0 0 0,0 0 25 0,0 0 5 0,3-1 1 0,-2 4 0 16,2 0-64-1,0-1-18-15,3 3-1 0,-3-2 0 16,3 2 19-16,-3 0 0 0,3 3 0 0,0 0 0 16,3 0 0-16,-3 3 0 0,3-3 0 0,-3 2-10 0,3 1 25 0,-3 2 5 0,3 0 0 0,0 0 1 15,-1-2-21-15,1-1 0 0,0 3 0 16,3-5 0-16,-3 3-47 16,0-6-13-16,3 0-4 0,-3 0 0 0,0-2 52 0,3 0 12 0,-3-4 0 15,0 1 0-15,3-2 8 0,-3-1 5 0,3 0 1 0,0-2 0 16,0-3-22-16,-3 3-5 0,3-1-1 0,0-2 0 31,-3 0 14-31,3-2 8 0,0-1 0 0,0 0-8 16,0-2 0-16,0 0 0 0,0-1 0 0,-1-2 0 0,1 1 11 0,0-4-11 0,0 0 10 0,-3-5-10 15,3 3 0-15,0-5-13 0,-3-1 1 0,3-2 0 16,0 0 52-16,-3 0 12 0,-3-3 1 0,3 3 1 16,-3 0-30-16,3-1-7 0,-3 4-1 0,-3-1 0 15,3 1-1-15,-3 5-1 0,0-3 0 0,0 5 0 16,-3 1-27-16,0-1-6 0,0 3-1 0,-3 0 0 0,3 3 41 15,-3-3 8-15,4 3 2 0,-4 2 0 16,0 0-50-16,0 1-9 0,3 2-3 16,-3 0 0-16,3 0-3 15,0 2-1-15,0 1 0 0</inkml:trace>
  <inkml:trace contextRef="#ctx0" brushRef="#br0" timeOffset="35894.454">12692 11301 1420 0,'0'0'29'0,"0"0"8"0,0 0-29 0,0 0-8 16,0 0 0-16,-6-3 0 0,6 3 97 0,-6-2 19 0,0 2 3 0,6 0 1 16,-6 0-32-16,0 0-5 0,0 0-2 0,0 0 0 15,0 0-17-15,6 0-3 0,-6 2-1 0,0 1 0 16,0 0-19-16,0-1-4 0,0 4-1 0,-3-1 0 15,3 0-28-15,0 1-8 0,-2 1 0 0,2 1 0 16,0 0 32-16,-3 3 1 0,3 0 1 0,0-1 0 16,-3 3-3-16,3 3-1 0,3-3 0 0,-3 3 0 31,3 3-45-31,-3-1-9 0,3 1-1 0,0-1-1 0,3 4 26 0,-3-4 0 16,3 1 0-16,0-1 0 0,0 1 0 0,0-3 0 15,0-1 0-15,3 1-8 0,0-3 8 16,-3 1 0-16,3-4 0 0,3 4 0 0,-3-7 0 0,0 4 0 15,3 0 0-15,-3-3 0 0,3-3 0 0,0 3 0 0,0-3 0 0,-3 0-8 16,3 1 29-16,0-4 7 0,0 1 0 0,0 0 1 16,-1-3-29-16,-2 0 0 0,3 0 0 0,0 0 0 0,0-3 0 15,0 0 0-15,0 1 0 0,0-1 0 16,0-2-20 0,0-1-11-16,0 1-1 0,0 0-1 0,3-3 53 0,-3 0 10 0,3 0 2 0,0-3 1 15,0 1-52-15,0-3-10 0,3-1-3 0,-4-1 0 16,1-4 32-16,0 1 8 0,-3-6 1 0,6 3 0 0,-6-3 7 0,-3 0 2 15,3 0 0-15,-3 0 0 0,0 3 9 16,-3 3 1-16,0-1 1 0,-3 3 0 0,0 0-3 0,0 3-1 0,-3 0 0 16,-3 2 0-16,0 3-8 0,0 0-1 15,0 0-1-15,-3 3 0 0,4-3-3 0,-4 3-1 0,0 0 0 0,3 2 0 16,-3 0-11-16,3 3-16 16,-3 0 4-16,3 0 1 0,-3 0 20 0,3 3 4 0,0-3 1 0,3 3 0 31,-3-1-55-31,4 1-11 0,-1 2-3 0</inkml:trace>
  <inkml:trace contextRef="#ctx0" brushRef="#br0" timeOffset="44887.71">13391 8764 1151 0,'0'0'48'0,"0"0"-38"16,0-6 82-16,0 6 17 0,0-5 3 16,0 0 1-1,0 5 12-15,0-6 3 0,0 1 0 0,0 5 0 0,0 0-52 0,0-5-9 0,0 5-3 0,0 0 0 16,0 0-1-16,0 0-1 0,0 0 0 0,0 0 0 15,0 0-23-15,0 0-5 0,0 0-1 0,0 0 0 16,0 0-12-16,0 0-2 0,-3 5-1 0,3 3 0 16,-3 0-6-16,3 0-2 0,0 2 0 0,0 1 0 15,0 2-10-15,0-2 8 0,3 2-8 0,-3 3 8 16,0-3-8-16,0 3 0 0,0-3 0 0,0 3 0 16,0 0 0-1,3 0 0-15,-3-3 0 0,0 3 0 0,3 0 0 0,-3 0 0 0,0 2 0 0,0 1 0 16,0-3 0-16,0 2 0 0,0-2 0 0,0 0 0 15,3 0 0-15,-3-3 0 0,0 3 0 0,0-3 0 32,3-2-46-32,-3 2-14 0,0-2-4 0,0-3 0 0,0-1 50 0,0 1 14 15,0 0 0-15,3-2 0 0,-3-6-160 0,0 5-24 0,0-5-4 0</inkml:trace>
  <inkml:trace contextRef="#ctx0" brushRef="#br0" timeOffset="45602.549">13344 9565 1489 0,'0'0'42'0,"0"0"10"0,0 0-42 15,0 0-10-15,0 0 0 0,0 0 0 0,0 0 76 0,0 8 14 0,-3-2 2 0,3-1 1 16,0 0-33-16,-3 3-6 0,3-3-2 0,0 3 0 16,0 0 6-16,0 0 1 0,0 3 0 0,0-1 0 15,0 1-28-15,3 2-6 0,-3 0-1 0,0 1 0 16,3-1-16-16,-3 0-8 0,0 0 0 0,0 3 8 16,0-3-24-16,0 1-4 0,0-1-2 0,0 0 0 15,0 0 22-15,0 3 0 0,0-3 0 0,3 1 0 16,-3 2 0-16,0-3 0 15,0 0 0-15,0 0 0 0,0 0 0 0,0 1 0 0,0-4 0 0,0 1 0 16,0-1 17-16,0 1 8 0,3-3 2 0,-3 0 0 16,0 0-43-16,3-3-9 15,-3 3-2-15,0-3 0 0,2 1 18 0,-2-6 9 0,0 5-10 0,0-5 10 16,0 0-176-16,0 0-30 0,0 0-6 0</inkml:trace>
  <inkml:trace contextRef="#ctx0" brushRef="#br0" timeOffset="46307.426">13344 10536 1451 0,'0'0'30'0,"0"0"7"0,0 0-29 0,0 0-8 0,0 0 0 0,0 0 0 0,0 0 83 0,0 0 15 15,0 0 3-15,0 0 1 16,0 0-19-16,0 0-4 0,0 0-1 0,0 0 0 0,0 0-14 0,0 0-2 0,0 0-1 0,0 0 0 31,0 0-17-31,0 0-3 0,0 0-1 0,0 0 0 0,-3 6-24 0,-3-4-6 16,6-2-1-16,-6 6 0 15,3 2-9-15,0-3 0 0,3 0 0 0,-3 3 0 0,3 0 0 0,-3 0 0 0,3 0 0 0,0 2 0 16,-3 1 25-16,3 2 3 16,0 0 1-16,0 3 0 0,0 0-19 0,0 3-10 15,0-3 10-15,0 2-10 0,0-2 0 0,0 0 0 0,0 0 0 16,0 0 0 0,0-3 0-16,0 3 0 0,0-3 0 0,0 0 0 0,0 0 0 0,0-2 0 0,0 0-8 15,3-1 8-15,-3-2-29 0,0-3 1 16,3 3 0-16,-3-2 0 0,0-6 28 0,0 5 0 0,0 0 0 15,0-5 0 1,3 6-48-16,-3-6-16 0,0 0-3 0,0 0-1 0,0 0-33 0,0 0-7 16,0 0-2-16</inkml:trace>
  <inkml:trace contextRef="#ctx0" brushRef="#br0" timeOffset="47031.028">13332 11304 1426 0,'0'0'40'0,"0"0"9"16,-3-3-39-16,3 3-10 0,-3-5 0 0,3 5 0 15,0 0 92-15,0 0 16 0,0 0 3 0,0 0 1 16,0 0-31-16,0 0-5 0,0 0-2 0,0 0 0 16,0 0-14-16,-3 2-2 0,3-2-1 0,-6 6 0 15,3-1-9-15,0 0-3 0,3 3 0 0,-3 0 0 16,3 0-13-16,-3 0-4 0,3 0 0 0,0 3 0 0,0-1-13 0,0 3-3 0,0 3-1 0,0 0 0 31,0 0-11-31,0 0 8 0,0 2-8 0,0 4 8 16,0-4-8-16,0 1 0 0,0-1 9 0,0 3-9 15,0-5 20-15,0 3 0 0,0-3 0 0,0-1 0 0,0-1-30 0,0-1-6 0,0 0-2 16,0-2 0-16,3-1 18 0,-3-2 0 0,0 0 0 0,0 0 0 16,3-3 0-16,-3 1 0 15,0 2 0-15,0-8 0 0,0 0 0 0,3 2 0 0,-3-2-8 0,0 0 8 16,0 0-24 0,0 0-2-16,0 0 0 0,3 6 0 15,-3-6-43-15,0 0-9 0,0 0-2 0</inkml:trace>
  <inkml:trace contextRef="#ctx0" brushRef="#br0" timeOffset="58612.764">15329 8644 1413 0,'0'0'29'0,"0"0"7"16,0 0-28-16,-3-5-8 0,0 3 0 0,3 2 0 15,-6-3 88-15,6 3 16 0,-3-3 3 0,3 3 1 16,-6-2-8-16,0 2 0 0,6 0-1 0,-9 0 0 16,3 0-35-16,0 2-6 0,3 1-2 0,-3 0 0 15,0 2-24-15,3 3-6 0,-2-3-1 0,-1 3 0 16,3 0-11-16,-3 3-2 0,0 2-1 0,3 0 0 16,-3 3-11-16,3 0 0 0,-3 0 0 0,3 2 8 15,0 1-8-15,3-3 0 0,-3 2 0 0,0-2 0 0,3 0 0 0,0 0 0 0,0-3 0 16,3 0 0-16,0 0 0 0,0 1 0 0,0-4 0 0,3 1 0 15,0-3 0-15,0 0-9 16,0 0 9-16,0-3 0 0,3 3-13 0,-4-3 4 0,4-2 1 0,0 2 0 16,-3-5 8-16,3 3-13 0,0-3 5 0,-3 0 8 15,0-3 0-15,3 0 0 16,-3-2 0-16,0 0 0 0,0 0 0 0,0-1 0 0,0-2 0 0,-3-2 0 31,3 2 17-31,-3-3-1 0,3 1-1 0,-3-4 0 0,0 1 20 0,-3 0 4 0,3 0 1 0,-3-3 0 16,0 3-13-16,0-3-3 0,-3-3 0 0,3 1 0 15,-3 2 11-15,0 0 1 0,0-3 1 0,-3 6 0 16,3 0-24-16,-3 0-5 0,0 2 0 0,0 1-8 16,0 2 23-16,0 0-3 0,0 2 0 0,-3 4 0 31,3-1-58-31,-3 3-12 0,-3 0-2 0,0 3-1 0,3 2-83 16,-2 0-16-16,2 3-3 0</inkml:trace>
  <inkml:trace contextRef="#ctx0" brushRef="#br0" timeOffset="59415.555">15332 9438 1413 0,'0'0'29'0,"0"0"7"15,-6 3-28-15,3-3-8 0,-3 3 0 0,0-1 0 16,0 1 82-16,0 2 15 0,0-2 3 0,-3 2 1 16,3 0-22-16,0 1-5 0,0 2-1 0,-2 0 0 15,2-1-17-15,0 4-3 0,3 2-1 0,-3 1 0 16,0-1-21-16,0 3-5 0,0-3-1 0,3 3 0 0,0 2-15 0,0-5-10 0,0 3 12 0,0 0-12 15,0 0 0-15,3 0 0 0,0 3 0 0,0-4 0 16,3 1 8 0,-3 0-8-16,3-3 0 0,-3 3 0 0,3-3-14 0,0 3-6 0,0-2-2 0,0 1 0 15,0-1 31-15,3 2 7 0,-3-3 0 0,3-3 1 32,0 4-27-32,0-6-6 0,0-1 0 0,0 1-1 0,-1-2 17 0,4-4 0 0,-3 4 0 0,3-6 0 15,-3 0 0-15,3-6 0 0,-3 4 0 0,0-6 0 16,0 0 0-1,0 0 0-15,0-3 0 0,0-2 0 0,0 0 18 0,0 0 7 0,-3-3 2 0,3 0 0 16,0 0 1-16,-3 0 0 0,0 0 0 0,0-2 0 16,-3-1-16-16,0 1-2 0,0-1-1 0,-3-2 0 15,0 2 33-15,0-2 6 0,0 0 2 0,0 0 0 16,-3 2-29-16,3 4-5 0,-3-1-2 0,0 0 0 16,0 5-14-16,0 1 0 0,0 2-9 0,0 0 9 15,-3 2-23-15,3 4 2 0,-6-1 0 0,3 1 0 16,0 7-95-1,0 0-18-15,1 6-4 0</inkml:trace>
  <inkml:trace contextRef="#ctx0" brushRef="#br0" timeOffset="60182.465">15335 10378 1193 0,'0'0'50'0,"-3"-3"-40"16,-3 0 108-16,3 3 22 0,3 0 4 0,-6-2 0 16,0-1-31-16,3 3-6 0,3 0-2 0,-6 3 0 15,-3-1-39-15,3 4-8 0,0-4-2 0,0 4 0 16,0 1-23-16,-2 1-5 0,-1 0 0 0,0 6-1 15,0-4-7-15,-3 3-2 0,0 1 0 0,3 2 0 16,-3-1-1-16,3-1 0 0,0 1 0 0,3 1 0 0,0 0-17 0,0 0 0 0,3 3 0 0,0-3 0 31,3 2 0-31,0 1 0 0,0 2 0 0,3 0 0 0,0-3 0 16,0 4 0-16,0-4 0 0,3 3 0 0,0-5 0 0,0-3 0 0,3 1-11 16,0-1 11-1,0-5-20-15,0 0 4 0,3-3 0 0,0 0 0 0,0-5 0 0,0 0 1 0,-1-2 0 16,4-1 0-16,-3-2 4 0,0-3 1 0,0-3 0 15,0-2 0-15,-3 0 10 16,0 0 0-16,3-6 0 0,-3 3 0 0,0-2 0 0,-1-1 12 0,1 1-2 16,-3-1-1-16,-3 0 12 0,0 4 3 0,0-1 0 0,0 3 0 15,-6-3 35-15,3 0 7 0,-6 0 2 0,3 0 0 16,-3 0-55-16,0 3-13 0,-2 0 0 0,2-1 0 16,-3 1 0-16,0 3 0 0,3 2 0 0,-3 0 0 15,0 2 0-15,0 1 0 0,0 3 0 0,-3 2 0 16,3 0-16-16,-3 2-8 0,3 3-3 0,0 3 0 15,-2 0-141-15,2 6-28 16</inkml:trace>
  <inkml:trace contextRef="#ctx0" brushRef="#br0" timeOffset="60952.526">15222 11375 1136 0,'0'0'24'0,"3"-5"4"16,-3 0-28-16,3-1 0 0,0 1 0 0,0 0 0 0,-3-1 79 0,3 4 9 0,-3-4 3 0,3 4 0 15,-3 2-1-15,0 0 0 0,0-5 0 0,0 5 0 16,0-6-21-16,0 6-4 0,0 0-1 0,0 0 0 16,0 0 0-16,0 0 0 0,0 0 0 0,0 0 0 15,0 0 0-15,-6 0 0 0,6 0 0 0,-6 3 0 0,0 0-51 16,0 2-13-16,0-3 0 0,0 4 0 15,0 2 54-15,-3 0 8 0,3 0 2 0,0 2 0 16,3-2-72-16,-3 5-15 0,3-2-2 0,0 5-1 0,0-3 26 0,0 6 0 0,0-1 0 16,0 1 0-16,3 2 0 0,0 0 0 15,3 0 0-15,-3 0 0 0,3-2 0 0,0-1 0 0,0-2 0 0,0-3 0 16,0 1 0-16,3-1-10 16,0-3 10-16,-3-2 0 15,3 0 16-15,3 0 11 0,-3-2 1 0,0-1 1 16,0-3-74-16,0 1-15 0,3-3-4 0,0-3 0 0,0 3 52 0,-3-2 12 15,2-3 0-15,1-3 0 0,0 0 0 0,0 0 0 0,0 0 0 0,0-5 0 16,-3-1 0-16,3-2 0 0,-3 1 0 0,0-1 0 16,0-3 24-16,0 1 7 0,0-1 1 0,-3 1 1 15,0-1-2-15,0 1-1 0,0 2 0 0,-3 0 0 16,0 0 6-16,0 5 2 0,-3-2 0 0,0 0 0 16,0 2-14-16,-3 1-4 0,3 2 0 0,-3 0 0 15,0 0-8-15,-3 3-1 0,3-3-1 0,-3 5 0 16,-3 0-10-16,3 1 0 0,-3 2 0 0,0 0 0 15,1 0 0-15,-1 2 0 0,0 1 0 0,0 2 0 16,0 3-31 0,0-2-8-16,0 2-1 0,3-1-1 0,0 4-139 0,0-3-27 0</inkml:trace>
  <inkml:trace contextRef="#ctx0" brushRef="#br0" timeOffset="72099">16049 8602 1185 0,'0'0'50'0,"0"0"-40"15,0 0 105-15,0 0 21 0,0 0 4 0,0 0 0 16,0 0-23-16,-6-3-5 0,6 3 0 0,0 0-1 31,0 0-22-31,0 0-4 0,0 0-1 0,0 0 0 0,-6 0-24 0,6 0-6 0,-6 3-1 0,6-3 0 16,-3 5-19-16,0 3-4 0,3 0-1 15,-2 6 0 1,2-1-13-16,0 0-2 0,0 3-1 0,2 2 0 16,-2 1-5-16,0-1-8 0,3 1 11 0,0-1-11 0,-3 1 8 0,3 0-8 0,-3-4 0 0,3-1 0 15,-3 2 0-15,3-3-19 0,-3 3 4 16,0-3 1-16,3 0 25 0,-3-2 5 0,0 2 0 0,0-3 1 15,3 1-17-15,-3 0 0 0,0-1 0 0,0-2 0 16,0 3 0-16,0-1 0 0,0-2-11 0,0 3 11 16,0-3-40-16,0 0 0 0,0 0-1 0,0-3 0 15,0 0-50-15,0-5-9 16,0 0-3-16</inkml:trace>
  <inkml:trace contextRef="#ctx0" brushRef="#br0" timeOffset="72888.113">15981 9444 1579 0,'0'0'32'0,"0"0"10"0,0 0-34 16,0 0-8-16,3-3 0 0,-3 3 0 0,0 0 76 0,0 0 14 0,0 0 2 0,0 0 1 16,0 0-7-16,0 0-2 0,0 0 0 0,0 8 0 15,0 0-28-15,-3 0-5 0,3 2-2 0,-3 4 0 16,0 1-20-16,3 1-4 0,0 3-1 0,-3-1 0 15,3 1-12-15,-3 2-4 0,3-2 0 0,-3-1 0 16,3-2-8-16,-3 2 0 0,3-2 0 0,0 0 8 16,0 0-8-16,0 0 0 0,0 0 0 0,0-3 8 15,0 3-8-15,0-3 0 16,3 3 0-16,-3-3 0 0,0 1 0 0,3-1 0 0,-3 0 0 0,0-2 0 16,3 2 0-16,0-5 0 0,-3 0-9 0,3 0 9 15,0-3-59-15,-3-5-5 0,0 0 0 0</inkml:trace>
  <inkml:trace contextRef="#ctx0" brushRef="#br0" timeOffset="73556.906">15915 10338 1576 0,'0'0'32'0,"0"0"9"0,0 0-33 16,0 0-8-16,0 0 0 0,0 0 0 0,0 0 84 0,0 0 14 0,0 0 3 0,0 0 1 15,-6 0-34-15,6 0-6 0,0 0-2 0,-6 5 0 0,3-2-15 0,1 2-3 0,-1 0-1 0,0 3 0 31,0 0-5-31,3 0-2 0,0 3 0 0,-3-1 0 0,3 4-17 0,0-4-3 0,0 3-1 0,0 1 0 32,0-1-5-32,0 0 0 0,0-2-8 0,0 2 12 0,0 0-12 0,0 0 0 0,0 1 0 0,0 2 0 15,0-3 0-15,-3 0 0 0,3 3 0 0,0-3 0 16,0 0 0-16,-3 3 0 0,3 0 0 0,0-3 0 16,0 3 0-16,0-3 0 0,0 1 0 0,0-1-10 15,0 0 10-15,0-2-12 0,0-3 12 0,3 2-12 31,-3-4-22-31,0-1-5 0,3 0-1 0,-3-5 0 0,0 0-95 16,0 0-19-16,0 0-4 0</inkml:trace>
  <inkml:trace contextRef="#ctx0" brushRef="#br0" timeOffset="74191.212">15868 11272 1806 0,'0'0'51'0,"0"0"12"0,0 0-51 0,0 0-12 0,0 0 0 0,0 0 0 15,0 0 80-15,0 0 12 0,0 0 4 0,-6 3 0 16,3 2-29-16,3-5-6 0,-3 8-1 0,0-3 0 15,3 0-17-15,-3 3-4 0,3-2-1 0,0 4 0 16,0 1-16-16,0-1-3 0,0 4-1 0,0 2 0 16,0-1-8-16,0 1-2 0,0 3 0 0,0 2 0 15,-3 0-8-15,3 3 12 0,0 0-12 0,0 0 12 16,0-1 11-16,0-1 2 0,0-1 1 0,0 0 0 0,0-3-39 16,3-2-8-16,-3-3-2 0,3 1 0 0,-3-4 23 0,0 4 0 15,3-7 0-15,-3 1 0 0,0 0 0 0,3 0 0 0,-3-2 0 16,0 2 0-16,3-3 0 0,-3-5 0 15,0 0 0-15,0 0 0 16,0 0-48-16,0 0-1 0,0 0-1 0,3 0 0 16,3 2-228-16</inkml:trace>
  <inkml:trace contextRef="#ctx0" brushRef="#br0" timeOffset="94759.583">17865 8869 1302 0,'0'0'27'0,"0"0"7"16,0 0-34-16,0 0 0 0,0 0 0 0,0 0 0 16,0 0 108-16,0 0 14 0,0-5 3 0,0 5 1 15,0 0-41-15,0-5-8 0,0 5-1 0,0 0-1 0,0 0-9 16,-3-3-2-16,3 3 0 0,0 0 0 0,0 0 0 15,0 0 0-15,0 0 0 0,-6-5 0 0,6 5 0 16,0 0 0-16,0 0 0 0,-6-3 0 0,6 3-51 0,-6 0-13 0,6 0 0 0,-6 3 0 16,0 0 0-16,6-3 0 0,-9 2 0 0,6 6 0 15,-3-3 0 1,0 1 0-16,4 2 0 0,-4 2 0 0,3-2 20 0,-3 5 0 0,6 1 1 0,-3-1 0 16,0 0-21-16,0 3 0 0,0 2 0 15,0 1-8-15,3 0-8 0,-3-1 0 0,3 3-1 0,0-2 0 16,0-1 17-16,0 3 0 0,0-5 0 0,3 5 0 15,0-7 0-15,-3 2 0 0,3-6 0 0,0 3 0 16,3-5-11-16,-3 0 2 0,3 0 0 0,-3 0 0 16,2-3 1-16,1-2 0 0,0 2 0 0,3-2 0 31,0-3 20-31,-3 0 4 0,3 0 0 0,0-3 1 0,0 1-32 16,3-4-6-16,0-2-2 0,0 1 0 0,0-7 23 0,3 4 0 15,-1-6 0-15,1 0 0 0,0 0 8 0,-3-2-8 0,0-4 12 0,0 1-4 16,0 3 16-16,-3-3 2 0,0 2 1 0,-3-2 0 15,0 2 1-15,-3 3 0 0,-3 1 0 0,0-1 0 16,0 0-6-16,-3 5-1 0,-3-2 0 0,0 0 0 16,-3 2-10-16,3 3-3 0,-3-2 0 15,-3 4 0-15,0 1-8 0,0 0 0 0,0 2 0 0,0 1 0 16,0 2 0-16,-2 0 0 0,2 0-12 0,0 2 12 16,0 3-59-16,0 1-4 0,0-1-1 0,0 6 0 15,-3-1-256-15</inkml:trace>
  <inkml:trace contextRef="#ctx0" brushRef="#br0" timeOffset="95387.225">17829 9650 1552 0,'0'0'44'0,"0"0"10"0,0 0-43 15,0 0-11-15,0 0 0 0,0 0 0 16,0 0 104-16,0 0 20 0,-3 5 3 0,3-5 1 0,-3 3-52 0,0 2-9 0,3-5-3 16,-3 8 0-16,0-3 0 0,3 1 0 0,-3-1 0 0,0 3 0 15,3 3 0-15,0-1 0 0,-2 1 0 0,2 2 0 31,0 0-76-31,-3 3-16 0,3 0-4 0,0 0 0 0,-3 2 32 0,3 1 0 0,0 2 0 0,0-2 0 16,0 2 24-16,0 0 5 0,0-3 1 0,0 1 0 31,0-1-48-31,3-2-10 0,-3 0-1 0,0 0-1 0,3-5 30 0,-3 2-9 0,0-5 9 0,2 2 0 16,1-2 20-16,-3-2 10 16,3 2 2-16,-3-3 0 15,0-5-180-15,0 0-35 0,0 0-7 0</inkml:trace>
  <inkml:trace contextRef="#ctx0" brushRef="#br0" timeOffset="96946.063">17856 11269 1337 0,'0'0'28'0,"0"0"6"0,0 0-34 0,0 0 0 0,0 0 0 0,0 0 0 0,0 0 109 0,0 0 15 15,0 0 4-15,0 0 0 16,0 0-1-16,0 0 0 0,0 0 0 0,0 0 0 0,0 0-50 0,-6 6-9 0,6-6-3 0,-3 5 0 15,0 0-1 1,0 3 0-16,0-3 0 0,3 3 0 16,-3 0-28-16,0 3-5 0,0-1-2 0,3 4 0 0,-3-1-10 0,3 3-3 0,-3 2 0 0,3 1 0 15,0-1 3 1,-3 6 0-16,3 0 0 0,0 0 0 0,0-3-34 0,0 3-6 0,0-3-2 0,3 0 0 16,-3-2 37-16,3-1 7 0,0-2 2 0,-3-3 0 15,3 0-23-15,0-2 0 0,0 0 0 0,-3-3 0 16,3 0 0-16,0-3 0 0,-3-3 0 15,0-2 0-15,0 0-47 0,3 6-13 0,-3-6-4 0,6 0 0 32,-3 0-93-32,0 0-19 0,3-3-4 0</inkml:trace>
  <inkml:trace contextRef="#ctx0" brushRef="#br0" timeOffset="99093.486">17770 10629 1284 0,'0'-13'27'0,"-3"7"5"0,3 4-32 0,0-3 0 0,-3-1 0 0,3 1 0 16,0 0 104-16,-3 2 13 0,3-2 3 0,0 5 1 15,0-6-29-15,0 6-5 0,0 0-2 0,0 0 0 16,0 0-17-16,0 0-3 0,-3-2-1 0,3 2 0 15,0 0 0-15,0 0 0 0,0 0 0 0,0 0 0 16,0 0-51-16,-6 2-13 16,3 4 0-16,-3 2 0 0,3 0 0 0,0 0 0 0,0 2 0 0,-3 1 0 15,3 5 0-15,0-1 0 0,0 4 0 0,0-1 0 16,0 4 0-16,3-1 0 0,0 3 0 0,0-3 0 16,0 0 0-16,0 0 0 0,3-5 0 0,-3 5 0 15,3-5 20-15,0-3 0 0,0 3 1 0,0-3 0 16,3-2-33-16,-3 0-8 0,3-4 0 0,-3 1-1 15,3 0 21-15,0-5 0 0,-3 2 0 0,3 1 0 16,0-6-15-16,0 2 5 0,0-2 1 0,0-2 0 16,0-1 9-16,3-2 14 0,-4-1-3 0,4-2-1 15,-3 0-10-15,3 1 0 0,0-1 0 0,0-3 0 16,0 0 0-16,-3-2-9 0,3 3 9 0,-3-4-13 16,0 1 33-16,0-3 6 0,0-2 2 0,-3-1 0 0,0 1 14 15,-3-3 3-15,0-1 1 0,-3 4 0 0,0-3-5 16,0 5-1-16,-3 0 0 0,-3 0 0 0,0 3-15 0,3 5-3 0,-3 0-1 15,-3 0 0-15,3 3-21 16,-3 2 0-16,0 0 0 0,1 1 0 16,2 2 0-16,-3 0 0 0,3 2 0 0,-3 1 0 15,0 0-149-15,0-1-35 0,-3 1-6 0</inkml:trace>
  <inkml:trace contextRef="#ctx0" brushRef="#br0" timeOffset="107796.263">18559 8798 1579 0,'0'0'32'0,"0"0"10"0,0 0-34 15,0 0-8-15,0 0 0 0,-6 0 0 0,0 3 53 0,0-3 9 0,3 2 2 0,-3 1 0 16,0 2 0-16,0 0 0 16,0 1 0-16,0-1 0 0,-3 0-52 0,3 3-12 0,3-2 0 0,-3 4 0 15,0-2 0-15,0 0 0 0,0 3 0 0,3 2 0 16,-3-3 0-16,3 4 0 0,0-1 0 0,0 0 0 15,0 0 0-15,3 3 0 0,0 0 0 0,0 0 0 16,0 3 0-16,0-1 0 16,0 1 0-16,3-1 0 0,0-2 0 0,0 2 0 15,0-2 0-15,0-2 0 0,3-1 20 0,0 0 2 0,0-2 0 0,3-3 0 16,-3 2-35-16,3-5-7 0,0 3-2 0,0-5 0 16,-3 0 22-16,3-1 0 0,0-2 0 0,0 0 0 15,0-2 0-15,-3-4 0 0,5 4 0 0,-5-6 0 16,3 2 0-16,0-4 0 0,0-1 0 0,0 1 0 15,0-1 0-15,0-2 0 0,0-3 0 0,0 3 0 16,-3-3 47-16,0 0 13 0,0 0 4 0,-3 0 0 16,0 0 0-16,3 1 0 0,-6 1 0 0,0-2 0 15,0 3 0-15,-3 0 0 0,0 0 0 0,-3 0 0 16,0-1-52-16,0 4-12 0,0-1 0 0,0 1 0 16,-3 2 28-16,0-3 2 0,3 3 1 0,-3 3 0 15,0-3-31-15,0 3 0 0,3 2 0 0,-3 0 0 16,3 3-21-16,-3 0-7 0,1 0-2 0,2 3 0 15,-3 0-78-15,0 2-16 0,0 3-4 0</inkml:trace>
  <inkml:trace contextRef="#ctx0" brushRef="#br0" timeOffset="108555.604">18585 9597 1424 0,'0'0'29'0,"0"0"8"0,0 0-29 16,0 0-8-16,0 0 0 0,0 0 0 0,-3 5 85 16,-3-2 16-16,3 0 3 0,3-3 1 0,-5 5-33 0,2 0-6 0,-3 0-2 0,3 1 0 15,0-1 0 1,0 0 0-16,0 1 0 0,0 2 0 0,0 0-16 15,3-1-3-15,-3 1-1 0,0 3 0 0,0-3-27 0,3 3-5 0,-3-1-2 0,3-2 0 16,-3 3-10-16,3-1 0 16,-3 3 0-16,3-2 0 0,0 2 0 0,0 3 0 0,0 3 0 0,0-3 0 15,0 2 0-15,0 1 0 0,3-1 0 0,-3 1 0 16,3-4 0-16,0 1 0 16,0-2 0-16,0 1 0 0,0-4 12 0,0 0-2 0,0-1-1 0,3 1 0 15,-3-6-9-15,0 3-17 0,3-5 4 0,-1 2 1 16,1-5 12-16,0 3 0 0,-3-3-10 0,3-3 10 15,0 0 0-15,0 1 0 0,-3-4-9 0,3-2 9 16,0 1 0-16,0-1 0 0,0-3 0 0,0-2 0 16,0-3 10-16,0-3 6 0,0 1 0 0,0-1 1 15,-3 1-1-15,3-3-1 0,-3-1 0 0,0 4 0 16,-3-1 13-16,0 1 4 0,0-1 0 0,0 1 0 16,-3 2-12-16,0 3-3 0,0 0 0 0,-3-1 0 15,0 1-17-15,0 5 0 0,0-2 0 0,0 4 0 16,0-2 19-16,0 3 0 0,0 0 0 0,0-1 0 15,0 6-31-15,0-2-5 0,0 2-2 0,0 2 0 16,3 1-58-16,-3 2-12 0,0 3-3 0</inkml:trace>
  <inkml:trace contextRef="#ctx0" brushRef="#br0" timeOffset="109331.323">18576 10505 1549 0,'0'0'44'0,"0"0"9"16,0 0-42-16,0 0-11 0,0 0 0 0,0 0 0 16,0 0 100-16,0 0 17 0,0 0 4 0,0 0 1 15,0 0-41-15,-6 0-8 0,6 0-1 0,-5 5-1 16,-1-2-14-16,0 2-2 0,0 0-1 0,0 0 0 15,0 3-22-15,0-2-4 0,0 2 0 0,0 0-1 0,3-1-10 0,-3 4-1 16,0 0-1-16,0-1 0 16,3 3 13-16,0 1 4 0,0-1 0 0,0 3 0 0,3 0-49 0,0 0-10 0,0-1-1 15,0 1-1-15,0 0 29 16,3 0 0-16,0-3 0 0,0 1 0 0,0-1-13 0,0-3 3 0,3 1 1 0,0-3 0 31,0 0-14-31,0 2-2 0,0-4-1 0,0 2 0 0,0-6 10 0,0 4 1 16,0-4 1-16,0 1 0 0,0-3 3 15,-1 0 1-15,4 0 0 0,-3-3 0 0,0 1 10 0,3-4 0 0,-3 1-9 0,0 0 9 32,3-1-34-32,-3-4-2 0,0 2-1 0,0-3 0 0,0-2 69 0,0-3 15 0,0 3 2 15,0-3 1-15,-3 0-17 0,0 0-3 0,0-2-1 0,0 2 0 32,0 0 9-32,-3-3 2 0,-3 4 0 0,3-1 0 0,-3 3-25 0,0-1-5 0,0 1-1 0,-3 0 0 15,0 2-9-15,0 3 0 0,0-2 0 0,0 2 0 16,-3 2 0-16,3-1 0 0,-3 1 0 0,3 4 0 15,0-4 53-15,-3 4 9 0,3 2 2 0,0 0 0 16,-3 0-84 0,4 2-17-16,-1-2-3 0,0 6-1 0,-3-1-107 0,0 3-22 0,3 0-4 0</inkml:trace>
  <inkml:trace contextRef="#ctx0" brushRef="#br0" timeOffset="110106.596">18597 11264 1523 0,'0'0'32'0,"0"0"7"0,0 0-31 0,0 0-8 0,0 0 0 0,0 0 0 0,-6 0 64 16,6 0 12-16,0 0 3 0,-6 0 0 16,6 0-12-16,-6 3-3 0,6-3 0 0,-9 5 0 0,4-2-1 15,2 5-1-15,-3-3 0 0,0 3 0 16,3-3-29-16,0 3-5 0,0 0-2 0,-3 3 0 15,3-1-14-15,0 1-4 0,0-1 0 0,3 4 0 16,0-1-8-16,-3 0 0 0,3 0 0 0,0 3 8 0,0-3-8 16,0 3 0-16,0 3 0 0,0-1 0 15,0-2 0-15,0 0 0 0,0 2 0 0,0-2 0 0,3 0 0 0,-3 0 0 0,3-3 0 16,-3 1 8-16,3-1-8 16,0-3 0-16,0 1 0 0,0 0 0 0,3-4 0 0,-3-1 0 0,0 2 0 15,3-3 0-15,-3 0 0 16,0 1 0-16,2-4-9 0,-2 4 9 15,3-4-29-15,0 1-3 0,-3-3 0 0,3 2 0 0,0-2 32 16,-3-2 0-16,3 2 0 0,0-3 0 0,-3 1 0 0,3-4 0 0,0 4 0 0,-3-6 0 16,3 2 24-16,0-2 10 0,0 0 2 0,0-2 1 15,0-1-5-15,0-2 0 0,-3 0-1 0,3-3 0 16,0-3 2-16,0 1 1 0,-3-1 0 16,0-2 0-1,-1 3-6-15,1-3-2 0,-3 2 0 0,3 1 0 0,-3 2 14 0,0 2 2 0,-3 1 1 16,0 0 0-16,1 2-18 0,-1 1-3 0,-3 2-1 0,0 0 0 15,3 0-10-15,-3 3-3 0,0-1 0 0,0 4 0 16,3-1-8-16,-3-2-11 0,0 5 3 0,-3-3 0 16,3 3 8-16,0 0 0 0,0 0 0 0,0 0 0 15,3 0 0-15,-3 3 0 0,0-1 0 0,0 4 0 16,3-1-131-16,-3 0-24 0,3 1-5 0</inkml:trace>
  <inkml:trace contextRef="#ctx0" brushRef="#br0" timeOffset="120293.706">20544 8864 1526 0,'0'0'43'0,"0"0"10"15,0 0-42-15,0 0-11 0,0 0 0 0,0 0 0 16,0 0 112-16,0 0 20 0,0 0 4 0,0 0 0 0,0 0-30 16,0 0-6-16,0 0-2 0,0 0 0 15,0 0-24-15,0 0-5 0,0 0-1 0,0 0 0 16,0 0-16-16,0 0-4 0,-6 3-1 0,0-1 0 0,3 4-26 0,0-1-5 0,0 3 0 0,0 0-1 15,0 0-5-15,0 2-1 0,0 1 0 0,0 2 0 16,0 0-9-16,3 1 0 0,-3-1 0 0,3 5 0 16,0-2 16-16,0 5 0 0,0-2 1 15,0 2 0-15,0 0-27 0,0 3-6 0,0-3 0 16,0-2-1-16,0-1 17 0,0 1-10 0,0-3 10 16,0 0-8-16,0-3-5 0,0-3-1 0,0 4 0 0,0-4 0 15,0 1-4-15,0-3-1 0,0 0 0 0,0 0 0 16,0 0-41-16,0-3-8 0,0-5-1 15,0 0-1-15,0 0-170 0,0 0-35 0</inkml:trace>
  <inkml:trace contextRef="#ctx0" brushRef="#br0" timeOffset="121107.845">20499 9674 1500 0,'0'0'31'0,"0"0"8"0,0 0-31 0,0 0-8 0,0 0 0 16,0 0 0-1,0 0 108-15,0 0 20 0,0 0 4 0,0 0 0 0,0 0-37 0,0 0-8 0,0 0-2 0,0 0 0 16,0 0-29-16,-6 5-5 0,3 0-2 0,0 1 0 16,0-1-31-16,3 3-6 0,-3 0-2 0,1 0 0 31,2 2-10-31,0 1 0 0,0 0 0 0,0 2 0 0,0 3 0 0,0-1 0 0,2 4 0 0,-2 2 0 31,0 0 0-31,0 3 0 0,0 0 0 0,0 0 0 0,0-3 0 16,0 0 0-16,0 0 0 0,0 0 0 15,-2-5 0-15,2 0 0 0,0 0 0 16,0 0 0-16,-3-5 0 0,3 2 0 0,0-3 0 0,0 1 0 16,-3-3 8-16,3 0-8 0,0 0 12 0,0-3-4 0,0 0-52 15,0-5-10-15,0 0-2 0,0 0-1 0,0 0-170 0,0 0-33 16</inkml:trace>
  <inkml:trace contextRef="#ctx0" brushRef="#br0" timeOffset="121784.373">20511 10518 1568 0,'0'0'32'0,"0"0"9"15,0 0-33-15,0 0-8 0,0 0 0 0,0 0 0 16,0 0 88-16,0 0 15 0,0 0 3 0,0 0 1 16,0 0-26-16,0 0-5 0,0 0 0 0,-6 2-1 15,6-2-16-15,-6 6-3 0,6-6-1 0,-3 5 0 16,0 0-17-16,0 1-3 0,3-1-1 0,-3 3 0 15,3 0-34-15,-3 2-12 0,3 1 0 0,0 0 0 0,0 2 32 16,-3 0 6-16,3 3 2 0,0 0 0 0,0 0-28 16,0 2 0-16,0 1 8 0,3-1-8 0,-3 1 0 0,0-1 0 15,3 1 0-15,-3-1 0 0,0-2 0 0,0-3 0 0,0 3-11 0,0-2 11 16,3-1-8 0,-3 0 8-16,0-2-8 0,3-1 8 0,-3 1-20 15,0-1 0-15,3-2 1 0,-3 3 0 16,3-3-19-16,-3-3-4 0,0 3-1 0,3 0 0 15,-3-3-118-15,0-5-24 0,0 6-5 0</inkml:trace>
  <inkml:trace contextRef="#ctx0" brushRef="#br0" timeOffset="122552.656">20520 11359 1552 0,'0'0'44'0,"0"0"10"0,0 0-43 0,0 0-11 0,0 0 0 0,0 0 0 15,0 0 102-15,0 0 18 0,0 0 4 0,0 0 1 16,0 0-46-16,0 0-10 0,0 0-1 0,0 0-1 16,0 0-3-16,0 0 0 0,0 0 0 0,0 0 0 15,0 0-6-15,0 0-2 0,0 0 0 0,-6 3 0 16,3 2-23-16,-3 1-5 0,3-1 0 0,0 3-1 16,0 0-37-16,3 0-7 0,-3 2-2 0,3 1 0 15,0 5 39-15,-3-3 8 0,3 5 2 0,0 1 0 16,0-1-30-16,0 1 0 0,0 2 0 0,0 3 0 15,0-6 0-15,0 4 0 0,0-4 0 0,-3 1 0 0,3-3 0 16,0-3 0-16,0 3-11 0,0-6 11 16,0 3-17-16,0 1 4 0,0-4 1 0,-3 1 0 0,3-1 4 15,0-2 8-15,-3 0-13 0,3 3 5 0,-2-6 8 16,2 1 0-16,0 1-9 0,0-7 9 0,-3 6-9 0,3-6 9 0,0 5-12 0,0-5 12 16,0 0-38-1,0 0-1-15,0 0 0 0,0 0 0 16,0 0-5-16,0 0 0 0,0 0-1 0,0 0 0 0,0 0-19 15,0 0-3-15,0 0-1 0,3-5 0 0,-1 2-251 16</inkml:trace>
  <inkml:trace contextRef="#ctx0" brushRef="#br0" timeOffset="142531.719">21431 8930 1337 0,'0'0'28'0,"0"0"6"16,0 0-34-16,-6-5 0 0,6 5 0 0,-3-3 0 16,3 3 109-16,0 0 15 0,-3-2 4 0,3 2 0 15,-3-6 0-15,3 6 0 0,-3-5 0 0,3 5 0 16,0 0-52-16,0 0-9 0,-3-3-3 0,3 3 0 0,0 0-51 16,0 0-13-16,0 0 0 0,0 0 0 0,0 0 36 0,0 0 4 0,0 0 0 15,0 0 1-15,0 0-14 0,0 0-3 0,0 0-1 0,0 0 0 16,0 0-23-16,0 0 0 0,0 0 0 0,-3 6 0 15,3 2 0-15,0 0 0 0,0 2 0 0,0 1 0 16,0-1 20-16,0 1-1 0,0 2 0 0,0 3 0 31,0-3-31-31,0 3-5 0,0 0-2 0,0 3 0 0,-3-4 19 0,3 4 0 0,0-1 0 0,0-2 0 16,0 0 0-16,0-3 0 16,0 1 0-16,0-1 0 15,0 0 0-15,-3-2 0 0,3 2 0 0,0-2 0 0,0-4-43 0,-3 1-5 16,3 3 0-16,0-6-1 15,0 3-95-15,-3-2-18 0,3 1-4 0</inkml:trace>
  <inkml:trace contextRef="#ctx0" brushRef="#br0" timeOffset="143190.104">21389 9751 1824 0,'0'0'38'0,"0"0"8"0,0 0-37 0,0 0-9 0,0 0 0 0,0 0 0 15,0 0 104-15,0 0 20 0,0 0 3 0,0 0 1 16,0 0-52-16,0 0-11 0,0 0-1 0,0 0-1 15,0 0-50-15,0 0-13 0,0 0 0 0,0 0 0 16,-3 7 35-16,3 1 1 0,-3 0 1 0,3 3 0 16,0-1-29-16,0 1-8 0,0 0 0 0,0 5 0 15,0-3 0-15,3 3 0 0,-3 2 0 0,0 1 0 16,3-1 0-16,-3 1 8 0,0-3-8 0,0 2 0 0,0-2 0 16,0 0 0-16,0 0 0 0,0 0 0 15,0-3-15-15,0 0 3 0,0-2 0 0,0 2 0 0,0 0-5 0,0-2-1 16,0-1 0-16,0 1 0 15,0-1-30-15,-3 1-7 0,3-3-1 0</inkml:trace>
  <inkml:trace contextRef="#ctx0" brushRef="#br0" timeOffset="143919.877">21380 10700 1474 0,'-3'-5'62'16,"0"2"-50"-16,0 1 104 0,3 2 21 0,-5-5 4 15,5 5 1 1,-3 0-50-16,3 0-9 0,-6 0-3 0,6 0 0 0,-6 0-30 0,0 5-6 0,6-5-2 0,-6 5 0 16,0 3-18-16,0 0-3 0,0 3-1 0,0-1 0 15,3 6-20-15,0 0 0 0,0 0 0 16,0 2 0-16,0 1 18 0,0-1-1 0,3 1 0 0,-3-1 0 15,0 1-27-15,3-3-6 0,0 2 0 0,3-2-1 16,-3 0 17-16,3-3 0 16,0 3 0-16,0-3 9 0,0 1-20 0,3-4-4 15,0 3-1-15,0-2 0 0,3 0-3 0,0-3-1 0,-3 0 0 0,3-1 0 16,0-1-2-16,-1-4-1 0,-2 4 0 16,3-6 0-16,-3 0 2 0,3-3 0 0,-3 0 0 0,3-5 0 15,0 3 21-15,0-3 0 0,0-2 0 0,0-1 0 16,0 0 11-16,3 1 3 0,-3-1 1 0,0-2 0 15,-1 2 36-15,1-2 7 0,0 0 2 0,-3 0 0 16,0 0-23-16,-3-1-4 0,0 1-1 0,0-3 0 16,-3 0 8-16,0 0 2 0,0 1 0 0,-3-4 0 15,0 3-42-15,0 0 0 0,-3 0-16 0,0 3 5 16,0 0 60-16,-3 5 12 0,1-3 3 0,-1 6 0 16,0 0-52-16,0 0-12 0,0 2 0 0,-3 3 0 0,3 0 0 15,-3 5 0-15,3-2 0 0,0 2 0 16,0 3-55-16,0 0-13 0,-3 0-4 15,3 5 0-15,1-2-156 0,-4 5-31 0</inkml:trace>
  <inkml:trace contextRef="#ctx0" brushRef="#br0" timeOffset="144674.505">21428 11484 1337 0,'0'0'28'0,"0"0"6"16,0 0-34-16,0 0 0 0,-3-6 0 0,3 6 0 15,0 0 109-15,-6-2 15 0,6 2 4 0,0 0 0 0,0 0-52 0,-3-3-9 16,3 3-3-16,0 0 0 0,-6 0 12 0,0 3 3 0,6-3 0 0,-6 2 0 16,0 4-34-16,3-1-6 0,-3 3-2 0,3 0 0 15,0 2-21-15,0 1-5 0,0 2-1 0,1 0 0 31,-1 3-10-31,0 0 0 0,3 0 0 0,0 0 0 0,-3 0 0 0,3 2 0 16,0-2 0-16,0 0 0 0,0-3 0 16,0 1-9-16,3-1 9 0,-3-3-13 0,0 4 2 0,3-1 1 0,0-3 0 15,-3 4 0-15,2-4 1 0,1 3 0 0,-3-2 0 0,3 0 0 16,0-1-3-16,0-2 0 16,0 0 0-16,0 0 0 0,0-3-9 0,3 1-3 0,-3-1 0 0,3-2 0 15,0-1 24-15,-3-2 0 0,3-2 0 0,3-1 0 16,-3 0 0-16,0-2 0 0,0-3 0 0,0 0 0 15,3 0 0-15,-3-2 0 0,3 2 0 0,0 0 0 16,-3-3 45-16,2 1 14 0,-2-1 2 0,0 0 1 16,0 1-15-16,0-3-3 0,-3 2-1 0,0-2 0 15,0-1 3-15,-3 1 1 0,-3-3 0 0,3 0 0 16,-6 1-6-16,3-1-1 0,-3-3 0 0,0 1 0 16,0-1-32-16,-2 3-8 0,2 0 0 0,-3 1 0 15,0 1 0-15,0 4 0 0,0-1 0 0,0 3 0 16,3 3 0-16,-3 2 0 0,0-2 0 0,0 5 0 15,3-3-100 1,-3 3-23-16,0 3-4 0</inkml:trace>
  <inkml:trace contextRef="#ctx0" brushRef="#br0" timeOffset="151527.325">15704 13016 2030 0,'0'0'57'0,"0"0"14"15,0 0-57-15,0 0-14 0,0 0 0 0,0 0 0 0,-3 0 64 0,-3 0 9 0,0 0 3 0,0 2 0 32,0 1-27-32,0 0-5 0,-3 2 0 0,0 0-1 0,0 0-18 15,1 3-3-15,-1-2-1 0,-3 4 0 0,0 1-3 0,0 2-1 0,0 3 0 0,0 0 0 16,0 5-6-16,0 0-2 0,3 0 0 0,-3 3 0 15,1 0 14-15,2-3 2 0,0 3 1 0,3 0 0 16,0-3-26-16,3 3 0 0,0-3 0 0,3 0 0 16,0-2-46-16,0-1-14 0,3-2-4 15,0 3 0 1,0-6 0-16,3 0 0 0,3-2 0 0,0-3 0 0,2-1 46 0,1-1 9 0,0-4 9 0,3-2-13 16,-3 0 4-16,3-2 1 0,0-4 0 0,3-1 0 15,-3-4 20-15,-1 0 4 0,4-2 0 0,-3 0 1 16,-3-3 27-16,0 0 4 0,0 0 2 0,-3-2 0 15,0-1-30-15,-3 3-7 0,-3-2-1 0,0-1 0 16,0 1 42-16,-3-1 8 0,0-2 2 0,-3 0 0 16,0 2-7-16,-3-2-1 0,0 3 0 0,0-1 0 15,-6 1-30-15,3 2-6 0,-3 0-2 0,-3 3 0 16,0-1-10-16,0 4-8 0,1 2 12 0,-1 0-12 16,-3 3 8-16,-3-1-8 0,3 4 0 0,-3-1 0 15,0 3-10-15,1 3-6 0,2-1 0 0,0 4-1 16,3 2-140-16,3 0-28 0,3 0-6 0</inkml:trace>
  <inkml:trace contextRef="#ctx0" brushRef="#br0" timeOffset="151955.538">15972 13106 1729 0,'-9'5'72'0,"3"-2"-57"15,0 2 59-15,0 3 12 0,0-3 2 0,0 6 1 16,-3-3 0-16,6 2 0 0,-3 1 0 0,3 2 0 16,0 0-59-16,0 3-12 0,0 0-2 0,3 0-1 15,0 2-15-15,0-4 0 0,3 1 0 0,0 1 0 16,3-5-25-16,0 2-8 0,3-2-2 0,0-1 0 15,3-2-37-15,0 0-8 0,3-2-2 0,0-4 0 16,0-2 14-16,2 0 4 0,1-2 0 0,0-4 0 16,0 1 48-16,0-3 16 0,-3 0-10 0,3 0 10 15,-3-5 56-15,-1 2 16 0,-2-5 3 0,0 1 1 16,0-4-6-16,0 1-1 0,-3-4 0 0,0 1 0 16,-3 0-4-16,0 0-1 0,-3 0 0 0,-3 2 0 15,0-2 0-15,-3 2 0 0,0 4 0 0,-6-4 0 16,3 3 0-16,-6 3 0 0,3-3 0 0,-6 5 0 15,0 1-64-15,-2-1-12 0,-1 6-4 0,-3 0 0 16,-3 2 8-16,0 3 8 0,-3 0-13 0,1 5 5 16,-1 1-43-16,3 2-8 0,0 0-1 0,0 5-1 15,4 0-140-15,2 3-28 0</inkml:trace>
  <inkml:trace contextRef="#ctx0" brushRef="#br0" timeOffset="152361.179">16701 13193 1212 0,'-12'-5'25'0,"12"5"6"0,-6 0-31 0,0-3 0 0,0 0 0 0,6 3 0 16,0 0 84-16,-6-2 10 0,6 2 2 0,0 0 1 16,0 0 18-16,0 0 3 0,0 0 1 0,0 0 0 15,0 0-47-15,0 0-10 0,0 0-2 0,6-3 0 16,3 3-37-16,-3-3-8 0,6 3-2 0,0-2 0 15,3 2 39 1,0 0 8-16,6 0 2 0,0-3 0 0,-1 3-45 0,4-3-9 0,0 1-8 0,0-3 12 16,0-1-12-16,-1 1 0 0,-2 0 0 0,0-1-11 15,0 1-6-15,3-3-2 0,-3 3 0 0,-1 0 0 16,-2-1-22-16,0 1-5 0,-3 0-1 0,0-1 0 16,-3 1-33-16,0 0-8 0,-3 0 0 0</inkml:trace>
  <inkml:trace contextRef="#ctx0" brushRef="#br0" timeOffset="152676.614">16963 12934 1814 0,'0'-11'52'0,"0"3"10"0,0 0-50 0,0 6-12 0,3-4 0 0,-3 6 0 16,3-2 76-16,-3 2 12 0,6-3 2 0,-3 3 1 15,3 0-13-15,3 0-2 0,0 3-1 0,-3-3 0 16,3 2-44-16,3 4-9 0,-3-4-2 0,2 1 0 16,1 2 36-16,0 0 6 0,0 1 2 0,0-1 0 31,-3 0-76-31,0 3-14 0,0-2-3 0,-3 1-1 0,0 4 30 0,-3 0 0 0,0-3 8 0,0 2-8 16,-6 3 8-16,3 1-8 0,-6-1 0 0,0 3 0 15,0-3 0-15,-3 3 0 0,0 2 0 0,0 1-9 16,-3-1-23-16,0 1-4 0,0-1 0 15,-3 1-1-15,4-3 4 0,2-3 1 0,-3 0 0 0,0 1 0 16,3-4-168-16,-3-2-32 0</inkml:trace>
  <inkml:trace contextRef="#ctx0" brushRef="#br0" timeOffset="153159.508">17445 12920 1824 0,'0'0'38'0,"0"0"8"16,0 0-37-16,0 0-9 0,3 6 0 0,0-4 0 0,-3 6 104 0,-3-2 20 0,3 2 3 0,-3-1 1 16,0 1-52-16,-3 6-9 0,3-4-3 0,-3 3 0 15,4 3-51-15,-4 3-13 0,0-1 0 0,0 4 0 16,3-1 0-16,-3 0 0 0,3 0 0 0,0 3 0 16,-3-6 0-16,6 1-16 0,-3-1 3 0,0-2 1 31,3 0-32-31,0-3-7 0,0-2-1 0,-3-3 0 15,3 0 42-15,0 0 10 0,0-8 0 0,0 0 0 0,0 0 0 0,0 0 0 0,0 0 0 0,0 0 0 16,0 0-13-16,0 0 2 0,0-8 1 0,0-3 0 16,0-2 10-16,0-5 0 0,0-4 0 0,0-1 0 15,0-1 0-15,0-3 0 0,0 1 0 0,0-3 0 16,0 0 0-16,3 2 16 0,-3 1-4 0,3-3-1 16,0 2 26-16,0-5 6 0,0 1 1 0,3-1 0 15,0 3 6-15,3-3 2 0,0 0 0 16,2 3 0-16,-2 8-16 0,3 2-4 0,0 1 0 0,3 5 0 15,-3 2-32-15,3 1 0 0,0 4 0 0,3 1 0 16,-4 2 0-16,1 3 0 0,0 0 0 0,0 3 0 16,0 5 29-16,0 0-1 0,-3 5 0 0,3 3 0 15,-3 2-44-15,-3 4-10 0,2 4-2 16,-2 1 0-16,0 2 47 0,-3 0 9 0,3 0 1 0,-3 3 1 16,0-1-48-16,-3 1-10 0,3 0-1 15,-3 2-1-15,0-2-2 0,-3 2-1 0,3-2 0 0,0 0 0 16,-3-3-27-16,0-5-4 0,3 2-2 0,-3-5 0 15,0-2-22-15,-3-3-5 0,3 0-1 0</inkml:trace>
  <inkml:trace contextRef="#ctx0" brushRef="#br0" timeOffset="153371.368">17469 13140 1728 0,'-12'-13'36'0,"6"10"8"0,3-2-35 0,3 0-9 0,-3-1 0 0,3 1 0 15,0 0 73-15,3 2 13 0,0-2 2 0,0-1 1 16,3 4-22-16,3-1-5 0,0 1-1 0,3-1 0 16,3 0-19-16,0 3-4 0,3-2-1 0,2 2 0 15,1-3-17-15,3 3-4 0,3 0-1 0,0-3 0 16,-1 1-15-16,1-1 0 0,0-2-9 0,3-1 9 16,-3 1-195-16,5 0-33 0</inkml:trace>
  <inkml:trace contextRef="#ctx0" brushRef="#br0" timeOffset="154215.714">15749 13857 1883 0,'-21'19'39'0,"12"-11"10"0,0-1-39 0,-3 1-10 16,3 3 0-16,-3 0 0 0,0 2 40 0,0 0 5 0,-2 3 2 0,2 5 0 16,-3-2-34-16,3 2-13 0,0 0 11 0,0 0-11 15,3 0 0-15,0 0 0 0,0-2 0 0,3 2 0 16,0-2-20-16,6-1-3 0,-3 1-1 0,6-3 0 15,0-1-40-15,3-1-9 0,0-1-2 0,3-2 0 16,3-1-33-16,0-2-6 0,3-5-2 0,3-1 0 16,0-4 56-16,2-1 12 0,-2-2 1 15,3-1 1-15,0-4 90 0,0-3 19 0,-3-3 3 0,2 0 1 16,1 0-3-16,-3 0 0 0,3-2 0 16,0 2 0-16,-6-3 0 0,0 1 0 0,-1-1 0 0,-5 1 0 15,-3-1 11-15,0 1 1 0,-6 2 1 0,-3-3 0 16,0 6-21-16,-3-3-4 0,-5 3 0 0,-1 0-1 0,0 2 10 0,-6 0 3 15,3 1 0-15,-6 2 0 0,3 0-52 0,0 3-12 16,1-1 0-16,2 1 0 16,-3 0 0-16,3 2 0 0,0-2 0 0,3 2 0 15,6 1 0-15,0-1 0 0,6 3 0 0,0-5 0 0,3-3 0 0,6 0 0 0,3 0 0 16,0 0 0-16,6-3 0 0,0 1 0 0,2-1 0 0,1 1 0 16,6-1 0-16,3-2 0 0,0 2 0 15,2-2 0-15,-2 2 0 0,3-2-12 0,-3 0 3 16,-1 0 0-16,-2 2 9 0,-6 3 0 0,0-2 0 0,0 4 0 15,-6 1 11-15,2 2 4 0,-5 1 1 0,0 4 0 16,-3 1 32-16,-3 0 8 0,3 2 0 16,-6 0 1-16,3 3-45 0,-3 3-12 15,-3-3 0-15,3 5 0 0,-3-2 53 0,0 2 9 0,3-3 2 16,-3 4 0-16,0-1-52 0,0 3-12 0,0-3 0 0,0 3 0 16,0 2 0-16,0 1 0 0,3-1 0 0,-3 1 0 15,0 2 0-15,0 3 0 0,0 0 0 0,-3 2 0 16,3-2 0-16,0 2 0 0,0-2 0 0,0 3 0 15,0-4 0-15,-3 1 0 0,3 0 0 0,-3 0 0 16,3 0 0-16,-3-3 0 0,0 3 0 0,0 2 0 16,0-2 0-16,0 0 0 0,0 2 0 0,0-2 0 15,0 0-72-15,3-3-16 0,-3-2-4 0</inkml:trace>
  <inkml:trace contextRef="#ctx0" brushRef="#br0" timeOffset="154872.918">16407 14116 1580 0,'0'0'67'0,"0"0"-54"16,0 0 92-16,0 0 19 0,5 0 3 0,1-2 1 15,3 2-52-15,0 0-9 0,3-3-3 0,0 0 0 16,0 1-14-16,3-3-3 0,0 2-1 0,0-2 0 16,2-1-23-16,-2 4-5 0,0-6-1 0,6 2 0 15,-3-2-17-15,0 3 0 0,3-3 0 0,2 0 0 16,-2 0 0-16,3 3 0 0,-3 0 0 16,3-1 0-16,-3 1 0 0,2 3 0 15,-2-4 0-15,-3 4 0 0,0-1 0 0,0 0 0 16,0 1 0-16,-3-1 0 0,-1 0 0 0,-2 1 0 0,0-1 0 15,0 0 0-15,-3-2 0 0,3 3 0 0,-3-1 0 0,0 0 0 16,0-2 0-16,0 2 0 0,0-2 0 0,-3 2 0 16,0-2 0-16,0 2 0 0,-1-2-15 0,1 0 5 15,-3 0-36-15,0-1-7 0,0 1-2 16,-3-3 0-16,0 3 55 0,-3-3 0 0,0 0 0 0,0 0 0 0,-3 0-9 16,1 0-4-16,-4 0-1 0,0 0 0 15,0 0 14-15,-3 0 0 0,0-2 0 16,0 2-9-16,-3 0 17 0,0 3 3 0,-3-1 1 0,4 1 0 15,-4 2-12-15,0 1 8 0,3 2-8 0,0 0 8 0,3-3 28 0,0 6 6 16,3-3 1-16,0 0 0 0,0 2-7 16,9-2 0-16,0 0-1 0,0 0 0 0,0 0-8 0,0 0-2 0,0 0 0 0,9 6 0 15,0-1-7-15,0 0-2 16,6 0 0-16,-3 1 0 0,3-1 0 0,3-2 0 0,0 2 0 0,-1 3 0 16,-2-3-16-16,3 1-14 15,-3-1 2-15,3 0 1 0,-3 3 11 0,0-3 0 0,0 3 0 0,-1 0 0 16,-5 0 0-1,3 3 0-15,-3-1 0 0,-3 1 0 0,0 2 49 0,-3 0 12 0,-3 3 3 0,0 0 0 16,-3 0-64-16,-3 0-21 0,0 2 0 0,0-2 0 16,-3 0 33-16,-3 0 8 15,1-3 0-15,-4 0 1 0,3 1-68 0,-3-1-13 0,0-2-4 0,0 2 0 16,0-5-51 0,0 2-10-16,0-2-3 0,4 0 0 0,2 0-77 0,0-3-16 0</inkml:trace>
  <inkml:trace contextRef="#ctx0" brushRef="#br0" timeOffset="155634.166">17511 13709 2269 0,'-3'5'64'0,"0"3"15"0,0 0-63 0,0-3-16 15,0 3 0-15,0 0 0 0,0 0 38 0,0 0 5 0,3 3 1 0,-3-3 0 16,0 5-27-16,0-3-5 0,3 4 0 16,-3-1-1-16,0 0-3 0,0 3 0 0,3-3 0 0,-3 3 0 15,0 3-8-15,0-1 0 0,3 1 0 0,0-1 0 16,-3 3 0-16,3-2 0 0,0-3 0 0,0 0 0 31,-3 0-46-31,3-6-14 0,0 3-4 0,-3-2 0 0,3-3 49 16,0 0 15-16,-3 0 0 0,3-3-10 0,0-5 10 0,0 0 0 0,0 0 0 0,0 0 8 15,0 0-8 1,0 0 0-16,-3-8 0 0,-3-2 0 0,3-4-9 0,0-2 0 0,3-5 0 0,-3 0 0 16,3-5 9-16,-3-1 0 0,3-2 0 0,0 0 0 15,0 2 0-15,0 1 0 0,3 0 0 0,0-1 0 16,0 1 0-16,3-1 12 0,0-2 0 16,0 0-1-16,3 0 23 0,3 0 5 0,0 0 1 0,0 2 0 15,3 3-13-15,3 3-3 0,-3 5 0 0,2 0 0 16,1 3-5-16,0 3-2 0,-3-1 0 0,3 3 0 15,0 5-27 1,-3 1-6-16,-1-1 0 0,-2 6-1 0,3-1 17 0,-6 4 0 0,0 2 0 0,0 0 0 31,-3 2 28-31,0 3 10 0,-3 3 2 0,0 0 0 0,-3 3-29 0,0 2-11 0,-3-3 8 16,0 6-8-16,0-5 0 0,-3 2 0 0,-3-3-9 0,0 1 9 16,-3 0-37-16,0-4-1 0,0-1 0 0,-2 1 0 0,2-1 11 15,-3-1 3-15,3-2 0 0,-3-1 0 16,6-2 4-16,-3-3 0 0,3 3 1 0,3-5 0 0,0 2 6 15,6-5 1-15,0 0 0 0,0 0 0 16,0 0 2-16,0 0 1 0,0 0 0 0,6-5 0 0,0 0 9 0,6-1 14 16,0 1-3-16,0-3-1 15,3 3 28-15,0 0 6 0,0-3 0 0,2 2 1 0,-2 1-3 0,0 0-1 0,0-1 0 16,0 1 0-16,-3 2-9 0,3 1-3 16,-3-1 0-16,-3 1 0 15,0 4-21-15,-1-2-8 0,1 3 0 0,-3-1 9 0,0 4-9 0,-3-1 0 0,0 3 0 16,0 0 0-16,-6 0 33 0,0 5 5 0,-3-2 1 0,0 5 0 15,-3-3-31-15,1 5-8 0,-1-2 0 16,-3 3 0-16,0 2-28 16,-3 0-9-16,0 0-3 0,-6 3 0 0,0-3 68 0,1 0 14 0,-4 3 2 0,0-3 1 15,-3-2-45 1,0-1 0-16,-2-2-10 0,-1 0 2 0,3-3-24 0,3 1-4 16,-3-1 0-16,-2 0-1 15,2-2-38-15,0-1-7 0,-3 1-2 0</inkml:trace>
  <inkml:trace contextRef="#ctx0" brushRef="#br0" timeOffset="156147.447">15692 14773 1824 0,'0'0'38'0,"0"0"8"0,0 0-37 0,0 0-9 0,0 0 0 15,0 0 0-15,0 0 53 0,0 0 9 0,0 0 2 0,0 0 0 16,0 0 0-16,-3 2 0 0,-3 4 0 0,3-1 0 16,0 3 0-16,3 0 0 0,-3 2 0 0,0 1 0 15,3 2-52-15,-3 0-12 0,3 1 0 0,0 1 0 16,0 1 0-16,0 3 0 0,3-3 0 15,-3 5 0-15,0 0 0 0,3 3 0 0,-3 0 0 0,0 2 0 16,3 1 0 0,-3 2 0-16,3 2 0 0,0 1 0 0,-3 0 0 0,3-3 0 0,0 0 0 15,-3-2 0-15,3-4 0 0,-3 1 0 0,0-3 0 0,3-2 0 16,-3-1 0-16,0-2 0 0,0 0 0 0,0-3 0 16,3 1-48-16,-3-6-13 0,0 0-3 0,3 0 0 15,-3-8-102-15,0 0-21 0,0 0-4 0</inkml:trace>
  <inkml:trace contextRef="#ctx0" brushRef="#br0" timeOffset="156728.743">16076 14844 1459 0,'0'0'61'0,"0"0"-49"16,0 5 103-16,-3 1 20 0,0-1 4 0,3 3 1 15,-3 0-45-15,0 0-9 0,0 0-2 0,0 2 0 16,0 1-29-16,0-1-7 0,-3 1 0 0,3 0-1 16,-3 2-23-16,0 0-4 0,3 0 0 0,-2 3-1 15,2 0-19-15,-3 0 0 0,3 2 8 0,0 1-8 16,3 2 0-16,-3 0-9 0,3 0 1 0,-3 1 0 15,6-4-16-15,-3 3-4 0,3-5 0 0,3 3 0 16,-3-6-1-16,5-2-1 0,-2-4 0 0,6-1 0 16,-3-4 2-16,3 1 0 0,0-3 0 15,0-5 0-15,0-1 12 0,3-1 4 0,-3-4 0 0,0-2 0 16,2-1 12-16,-2-4 12 0,0 2-3 16,0-5 0-16,0 5 27 0,0-2 6 0,0-1 1 0,-3 0 0 15,0 4 5-15,0-1 2 0,-3 0 0 0,-3 0 0 0,0 0 11 0,-3 3 3 0,-3-3 0 16,-3 0 0-16,0-2-52 0,-3 2-12 0,0-5 0 0,-3 5 0 15,0-3 54-15,0 1 8 0,0 2 2 16,-3 0 0-16,-2 3-64 0,-1 2-26 0,0 0 2 16,0 4 0-1,0 1-13-15,-3 4-3 0,0 2 0 0,1 0 0 0,2 5-111 0,3 3-22 16,0 0-5-16</inkml:trace>
  <inkml:trace contextRef="#ctx0" brushRef="#br0" timeOffset="157118.471">16808 14963 1541 0,'-6'3'44'0,"0"-3"9"16,6 0-42-16,0 0-11 0,0 0 0 0,0 0 0 16,0 0 56-16,0 0 8 0,0 0 3 0,0 0 0 0,0 0-3 15,0 0 0-15,0 0 0 0,3 2 0 16,3 1 0-16,3-3 0 0,0 0 0 0,0 0 0 0,3 0-51 0,0 0-13 0,3-3 0 16,0 3 0-16,0 0 54 0,0 0 8 0,-1 0 2 0,4 0 0 15,-3 0-64-15,0 0 0 0,3 0-9 0,0 0 0 16,-3 0 9-16,2 0 0 0,1 0 0 15,0 0 0-15,-3 0 0 16,0 0 0-16,0 0 0 0,0 0 0 0,-3 0 0 0,0 0 12 0,-1 0-2 16,-2 0-1-1,0-2-9-15,0 2-12 0,-3 0 2 0,0 0 1 0,-3 0-37 0,-3 0-7 0,6 0-2 16,-6 0 0 0,0 0-18-16,0 0-4 0,0 0-1 0</inkml:trace>
  <inkml:trace contextRef="#ctx0" brushRef="#br0" timeOffset="157380.981">17103 14786 1824 0,'-9'-5'38'0,"0"2"8"0,0-2-37 0,3 2-9 0,0-2 0 0,0 2 0 15,0 0 104-15,6 3 20 0,-3-2 3 0,3 2 1 16,0 0-52-16,0 0-9 0,0 0-3 0,0 0 0 16,0 0 0-16,0 0 0 0,3-3 0 0,3 3 0 15,0 3-52-15,3-1-12 0,0 4 0 0,0-1 0 16,3 3 0-16,-3 0 0 0,3 2 0 0,0 1 0 15,0 0 24-15,3 2 2 0,-4 0 0 0,1 3 0 16,-3-5-18-16,3 2-8 0,-3 3 0 0,-3-3 8 16,0-3-8-16,-3 4 8 0,0-4-8 0,-3 1 8 0,0 2-8 0,0-5 0 15,-3 3 0-15,-3-1 0 0,0 1 0 16,-3-3-11-16,-3 2 1 0,0 1 0 16,0-1-22-16,1-2-5 0,-4 3-1 0,0-3 0 15,0 0-94-15,0-3-20 0,0 0-3 0</inkml:trace>
  <inkml:trace contextRef="#ctx0" brushRef="#br0" timeOffset="157772.434">17547 14669 1580 0,'0'0'67'0,"0"0"-54"16,0 0 134-16,-3-5 26 0,3 5 6 0,-3-3 1 15,3 3-84-15,-6-2-16 0,6 2-3 0,-6-3-1 16,6 3-9-16,-6 0-3 0,0 3 0 0,-3-1 0 16,3 1-51-16,-3 5-13 0,3-3 0 0,-3 6 0 15,0 2 0-15,-3 0 0 0,3 6 0 0,0 2 0 16,-3 0 0-16,4 6 0 0,-1-1 0 0,0 3 0 15,3-2 0-15,0-3 0 0,0-1 0 0,3 1 0 16,0-3 0-16,3-2 0 0,3 2 0 0,3-5 0 16,-3 0 0-16,6-3 0 0,0-2 0 0,3-1 0 15,-1-2 0-15,1-3 0 0,6 1 0 0,0-4 0 0,-3-2 0 0,6 0 0 16,0-5 0-16,-1 2 0 16,1-2 0-16,-3 0 0 0,0-3 0 0,0 0 0 0,0 0 0 15,-3 0 0-15,2-2 0 0,-2-1 0 16,-3 3-48-16,0 0-13 0,0-3-3 0</inkml:trace>
  <inkml:trace contextRef="#ctx0" brushRef="#br0" timeOffset="158433.339">15612 15873 1877 0,'0'0'53'0,"0"6"12"0,0-6-52 0,0 0-13 0,0 0 0 0,-3 5 0 15,3 0 68-15,0 1 10 0,0-1 2 0,0 0 1 16,0 3-26-16,0 3-6 0,0-1-1 0,-3 1 0 16,3 5-17-16,0 0-4 0,0-1-1 0,-3 7 0 15,3-4-9-15,0 6-1 0,0-3-1 0,0 6 0 16,0-6-15-16,0 3 8 0,0-1-8 0,0 1 0 16,0 0 8-16,3 0-8 0,-3 2 0 0,0 3 9 15,3-5-9-15,0 3 0 16,0-1 0-16,0 1 0 0,0-4-28 0,0-1 1 0,0-4 1 15,0 1 0-15,3-6-34 0,-3 0-6 0,2-2-2 0,-2-3 0 16,0-3-146-16,0-3-30 0</inkml:trace>
  <inkml:trace contextRef="#ctx0" brushRef="#br0" timeOffset="158688.254">15990 15902 2131 0,'0'0'60'0,"0"0"14"0,0 0-59 0,0 0-15 0,0 0 0 0,0 0 0 16,0 0 84-16,-3 6 13 0,0-1 3 0,0 3 1 16,0 3-29-16,0-4-5 0,-3 7-2 0,3 2 0 15,-3-1-53-15,0 7-12 0,0-1 0 0,0 0 0 16,3 3 52-16,-3 0 9 0,0-1 3 0,0 1 0 31,3 0-64-31,0-5 0 0,0 2-9 0,0 0 0 0,3 0 9 0,-3 3-12 0,3 0 12 0,3 0-12 16,-3 2 12-16,3 0-8 0,0 1 8 0,0-1-8 15,0-4-30-15,3 1-6 0,0-4 0 0,0-1-1 16,-3-2-134-16,3-3-26 0,0-2-6 0</inkml:trace>
  <inkml:trace contextRef="#ctx0" brushRef="#br0" timeOffset="159060.079">16567 16141 1052 0,'0'0'44'0,"6"-3"-35"15,0 3 53-15,0 0 10 16,0-3 3-16,3 3 0 0,0 3 42 16,0-3 9-16,0 3 2 0,3-3 0 0,3 2-76 0,-1 1-16 0,4 0-2 15,0-1-1-15,0-2-5 0,3 3-2 16,0-3 0-16,3 0 0 0,-4 0-17 0,4 0-9 0,-3 0 10 0,0 0-10 16,-3 2 0-16,3 1 0 15,-4-3 0-15,1 3 0 0,0 2 0 0,0-2 0 0,0 2 0 0,0-2 0 31,0 2 0-31,-4-5 0 0,4 3 0 0,-3-3 0 0,0 0 0 0,-3 0-16 0,0 0 1 0,-3-3 1 16,0 0-65 0,0 1-13-16,-3-4-2 0</inkml:trace>
  <inkml:trace contextRef="#ctx0" brushRef="#br0" timeOffset="159359.288">17097 15895 1824 0,'-15'0'38'0,"3"2"8"0,0 1-37 0,0-3-9 0,1 2 0 0,2-2 0 16,0 3 97-16,3 0 18 0,-3-1 3 0,9-2 1 15,0 0-45-15,0 0-9 0,0 0-1 0,0 0-1 16,0 6-43-16,0-1-8 0,0 0-1 0,6 1-1 16,0-1 17-16,3 0 3 0,3 3 1 0,2-3 0 0,-2 3 1 0,6 0 1 15,-3 3 0-15,3-3 0 0,0 2-33 0,0-2-17 0,-3 3 1 0,2-1 1 16,-5-2 15-16,3 3 0 0,-6 0 0 0,0-1 0 15,0 1 10-15,-3-3-10 0,0 5 8 16,-6-5-8-16,0 2 0 16,0 1 0-16,-3 0 0 0,-3-1 0 15,0 1-20-15,-3-3-5 0,0 5-2 0,-6-5 0 16,3 2-25-16,-3-2-4 0,1-2-2 0,-4 2 0 0,0 0-134 16,0-1-28-16</inkml:trace>
  <inkml:trace contextRef="#ctx0" brushRef="#br0" timeOffset="159718.962">17517 15778 1824 0,'0'0'76'16,"0"0"-60"0,0 0 89-16,0 0 19 0,0 0 3 0,0 5 1 15,3 3-52-15,-3-2-9 0,0-1-3 0,0 3 0 16,0 0-51-16,0-3-13 0,0 3 0 0,-3 3 0 0,3-1 54 0,-3 1 8 16,3 2 2-16,-3 0 0 15,0 6-64-15,3-1-15 0,-3 3-1 0,0 3-1 16,3 0 17-16,-3 3 9 0,3 2-1 15,0-3 0-15,0 1-22 0,0-4-5 0,0-1-1 0,0-4 0 16,0 1-12-16,3-4-4 0,-3-1 0 0,3-1 0 16,0 0-21-16,0-2-5 0,0-1-1 0,0 1 0 15,-3-3-52-15,3-3-10 0,0 0-3 0</inkml:trace>
  <inkml:trace contextRef="#ctx0" brushRef="#br0" timeOffset="160026.901">17460 15775 1758 0,'-6'-13'36'15,"0"5"10"-15,0-2-37 0,0 4-9 0,3-2 0 0,-3 3 0 0,4 3 104 0,2 2 20 0,0 0 3 0,0 0 1 16,0 0-53-16,0 0-11 0,0 0-1 0,5 5-1 16,1 0-34-16,3 3-8 0,3 0 0 0,0 3-1 15,3-1 16-15,3-2 3 0,0 3 1 0,3-1 0 16,-1-2-20-16,-2 5-4 0,3-2-1 0,0 0 0 15,0 2-3-15,-3 0-1 0,-3 3 0 0,2 0 0 16,-5 2-10-16,0 1 0 0,-3 2 0 0,0 0 0 16,0 0 0-16,-3 1 0 0,-3-1 0 0,0 0 0 15,-3-3 0-15,0-2 0 0,0-3 0 0,-3 1 0 16,-3-1 0-16,-3-2 0 0,0-4 0 0,0 4 0 0,-6-3-8 16,3 0-8-16,-5-3 0 0,-1 3-1 15,0-3-46-15,0 1-9 0,-3-1-1 0,0 0-1 16,3 1-42-16,1-4-8 15,-1 1-1-15</inkml:trace>
  <inkml:trace contextRef="#ctx0" brushRef="#br0" timeOffset="161874.615">13853 7343 1094 0,'-6'-6'46'16,"-3"-2"-37"0,3 0 44-16,0 1 9 0,-3-4 2 0,0 0 0 15,0 3 50-15,3-2 10 0,-3-1 3 0,0 3 0 0,0-2-50 16,-3 2-9-16,3-3-3 0,0 3 0 15,-2 0-5-15,-1 0 0 0,-3 0-1 0,3 3 0 0,-3-3-28 0,-3 3-6 0,3 0-1 0,-3-1 0 32,-2 1 6-32,-1 0 1 0,0 2 0 0,-3-2 0 15,0 0-14-15,-3 2-2 0,1 0-1 0,-1 3 0 0,3-2-14 16,-3 2 0-16,3-3 0 0,-2 3 0 16,2 3 11-16,-3-1-1 0,0 1 0 0,1 2 0 0,-1 0-10 15,-3 1 0-15,3-1 0 0,0 3 0 0,4-3 0 0,-1 3-14 0,0 0 3 0,3 0 1 16,0 3 19-16,3-1 4 0,1 1 1 0,-1-1 0 15,3 4-14-15,-3-1 0 16,3 0 0-16,-3 3-10 0,3-3 0 0,-3 3 0 0,1-3 0 0,-1 6 0 16,0-1 10-16,-3 1 0 0,3-1 0 0,-3 6 0 15,1 0 0-15,-1 0 0 16,0 0 0-16,0 2 0 0,3 1 0 0,0-4 0 0,0 1 0 0,1 3 0 16,-1-6 0-16,3 3 0 0,0 0 0 0,-3-1 0 15,3 1 0-15,3-3 12 0,-3 3-2 0,1 0-1 16,2 2-9-16,0-2 0 0,0 0 0 0,0 0 0 15,3 0 0-15,0-6-12 0,3 3 2 0,0 0 1 16,3-2 9-16,0 0 0 0,0-4 0 0,0 4 0 16,6-3 0-16,0-3 14 0,3 0-3 0,0 1-1 15,3-1-10-15,0-3 0 0,3 4 0 0,3-1 0 16,0-3-8-16,-1 4-1 0,1-4 0 16,3 6 0-16,3-5 9 0,-3-1 0 0,6 1 0 0,-3 2 0 15,5-2 0-15,1-1 0 0,0 1 0 0,6 2 0 0,-4-5 8 16,4 3 4-16,0-4 1 0,0 1 0 0,-1 0-13 15,1 0 0-15,-3-2 0 0,3-1-10 0,2 0 1 0,1-2 0 16,0 2 0-16,3-2 0 16,-4-3 9-16,1 0 14 0,0-3-3 0,-1 3-1 0,-2-3-10 15,0 1 0-15,-3-1 0 0,2-2 0 16,1 2 0-16,-3-5-14 0,3 3 3 0,2-3 1 0,-2 0 18 0,0 0 3 0,-3-2 1 16,2-1 0-16,-2 3-12 15,-3-3 0-15,3 4 0 0,-4-4 8 0,1-2-17 16,-3 2-4-16,3-2-1 0,0 2 0 0,-1 1 27 0,-2-1 6 0,0 1 1 0,3-1 0 15,-3 3-7-15,-3-3-1 0,-1 1 0 16,-2-1 0-16,0 1 10 16,-3-1 2-16,3 1 0 0,-6-4 0 15,0 4 4-15,-3-3 0 0,-1-1 1 0,-2 1 0 0,0 0-10 16,0-3-3-16,-3 0 0 0,-3 0 0 0,0 0 5 0,-3-2 1 0,0-1 0 0,0-2 0 16,-3 3-2-16,3-4 0 0,-2-1 0 0,-1 1 0 15,-3 1-5-15,-3 0-2 0,3 0 0 16,-3-3 0-16,0 3-5 0,-3 0 0 0,3-3-8 0,-3 0 12 15,0 0-12-15,-2 1 11 0,-1-1-11 0,-3-3 10 16,3 3 11-16,-3 1 3 0,0-1 0 0,1 3 0 16,-1 2-24-16,0 3 0 0,-3 3 0 0,3 0 0 15,-3 2-18-15,1 3-8 0,-4 0-2 16,3 0 0-16,-3 3-6 0,0 2-2 0,1-2 0 0,-1 5 0 16,3 3-140-1,0-1-28-15,0 1-5 0</inkml:trace>
  <inkml:trace contextRef="#ctx0" brushRef="#br0" timeOffset="163071.062">15993 7427 1026 0,'-3'-8'43'0,"0"0"-35"16,0-2 85-16,0 2 17 0,0 0 3 0,-3 0 1 16,0-3 0-16,0 4 0 0,0-1 0 0,-3 0 0 0,0-3-24 0,0 6-5 0,0-3-1 15,-3 3 0 1,1-3-46-16,-1 2-10 0,-3 1-1 0,0-3-1 0,0 5 30 0,-3-2 7 0,0 2 1 0,-3 1 0 15,-2-1-52-15,-1 3-12 0,-3 0 0 0,-6 0 0 16,3 5 35-16,-2-2 4 16,-4 2 1-16,0 3 0 15,1 0-13-15,-1 0-3 0,3 5 0 0,-6-2 0 0,7 2-24 16,-1 3 0-16,3 0 0 0,-3 3 0 0,4-1-13 0,2 3-8 0,0 0-2 16,0 6 0-16,3-3 37 0,4 0 7 0,2-1 2 0,-3 1 0 15,6 0-39-15,0 0-7 0,3 0-1 0,0-1-1 16,3-1 40-16,1 1 8 0,2-1 1 0,-3 1 1 15,6-1-44-15,-3 1-9 0,3-1-1 0,0-1-1 16,3 2 48-16,0-4 10 0,0 2 1 0,3 3 1 16,0-5-30-16,0-1 0 0,3 1 0 15,0-1 0-15,0-2-45 0,2 0-15 16,1 0-4-16,3 0 0 0,3-3 103 0,0 0 20 0,3 0 4 0,0-2 1 16,3-1-82-16,2 4-16 0,1-4-3 0,3 1-1 15,0-1 29-15,0 1 9 0,-1-3 0 16,7 0 0-16,-6-3-26 0,3 0 2 0,-1 1 0 0,4-4 0 15,0 1 24-15,0 0 0 0,-1-3 0 0,1 2 0 16,0-2 0-16,3-2 0 0,-4 2 0 0,1-3 0 0,3 0 0 16,-3-2 0-16,-1-3 0 0,4 0 0 0,-3 3 46 15,3-3 14-15,-4 0 4 0,4 0 0 0,-3 3-52 0,-1-3-12 0,1 0 0 16,-3-3 0 0,0 3 0-16,0 1 0 15,-1-4 0-15,-2 0 0 0,3 3 0 0,-3-2 0 0,2 2 0 0,-2 0 0 0,-3-3 11 16,0 3-1-16,0 0 0 0,-4 1 0 0,1-1-10 0,-3 0-14 0,3 0 3 15,-6-3 1-15,0 3 10 0,-3 0 0 0,3 0 0 16,-7-2 0-16,1 2 34 0,-3-3 9 0,0 1 1 0,0-1 1 16,0 0-21-1,-3-2-5-15,0 3-1 0,0-4 0 0,0 1-18 0,-3-3 0 16,3 3 0-16,-3-3 0 0,3 0 0 0,-3 3 0 0,0-3 0 16,0 0 0-16,0 3 38 0,-3-3 1 0,3-2 0 0,0 2 0 15,-3 0-19-15,3 0-3 0,-3-2-1 0,0 2 0 16,0 2-6-16,0-1-2 0,-3-1 0 0,3 0 0 15,0 3-8-15,-3-3 0 0,3 3 0 16,-3-1 0-16,0 4 0 0,-2-4 0 0,-1 4 0 0,0-1 0 16,0 3 0-16,0-2 0 0,-3-1 0 0,0 3 0 15,-3-2 0-15,3 2 0 0,-3 0 0 0,-3 0 0 16,-2-3 0-16,2 6 0 0,-6-3 0 0,3 0 0 16,-3 3 0-16,3 0 0 0,-2-1 0 0,-4 4 0 15,3-4 0-15,-3 4 0 0,0-4 0 0,-2 1 0 16,-1 0 0-16,-3-1 0 0,0 1 0 0,-2 3 0 0,2-1 0 15,0 0-12-15,-2 3 0 0,2 0 1 16,0 0-33-16,3 3-8 0,-2-3 0 0,2 3-1 16,0-1-111-16,0 3-23 0,0-2-4 0</inkml:trace>
  <inkml:trace contextRef="#ctx0" brushRef="#br0" timeOffset="167614.353">19874 12666 1580 0,'0'0'67'15,"-3"-2"-54"1,3 2 110-16,-3-3 21 0,-3-2 5 0,6 5 1 16,-3-3-86-16,3 3-18 0,0-5-3 0,0 5-1 15,-3-5 17-15,3-1 3 0,0 1 1 0,3 2 0 16,0-2-50-16,3 0-13 0,0 2 0 0,3-2 0 15,0 2 0-15,3-2 8 0,3 2-8 0,3-2 0 16,0 0 8-16,2-1-8 0,1 1 0 0,0 0 8 16,0-3-8-16,3 3 0 0,-3-1 0 0,-1 1 0 0,-5 0 0 0,0 2 0 15,0-2 0-15,-3 2 0 0,0 3 0 0,0-3 0 16,-3 3 0-16,-3 0 0 0,0 0 0 0,-3 3 0 0,-3-3 0 16,0 0 0-1,3 5 0-15,-3 1 0 0,-3 2-11 0,3 0 11 0,-3 2 8 0,-3-2 8 0,3 3 0 16,-3 2 1-16,3 3-17 0,-3-3 8 15,3 3-8-15,-3 2 0 0,3 1 10 0,0-1-10 0,0 4 8 16,3 1-8-16,0-4 8 16,0 2-8-16,0 0 8 0,0 0-8 0,6-2 0 0,-6-3 0 0,3 0 0 0,-3 0 0 15,3-6 0-15,-3 3 0 0,0 1 0 16,0-1 0-16,0-3 0 0,-3 1-14 0,3 2 5 16,-3-2 1-16,-3 2-8 0,3-2-2 0,-3 2 0 15,-3-3 0-15,0-2 26 16,-3 3 6-16,0-3 1 0,-3 0 0 0,1 0-15 0,-1 0 0 0,-3 0 8 0,0 0-8 15,0 0 12-15,-3 0-1 0,3-3 0 0,1 0 0 16,-1 0-1-16,3-2 0 0,0 0 0 0,3-1 0 16,0-2-10-16,3-2 0 0,0 2 0 0,3-3 0 15,0-2-17-15,3 2-6 0,0-2-1 0,0-3 0 16,6 3-48-16,0-3-11 0,3 0-1 0</inkml:trace>
  <inkml:trace contextRef="#ctx0" brushRef="#br0" timeOffset="167996.121">20380 12939 1599 0,'-12'5'33'0,"12"-5"8"15,-6 3-33-15,0 0-8 0,6-3 0 0,-8 0 0 0,8 0 111 0,-6 2 20 0,6-2 4 0,0 0 1 16,0 0-32-16,0 0-7 0,0 0-1 0,0 0 0 15,0 0-29-15,0 0-7 0,0 0 0 0,6-2-1 16,-1-1-18-16,4 0-3 0,0 1-1 0,3-1 0 16,0 0-11-16,0 1-2 0,0-4-1 0,0 6 0 15,-3-2-10-15,0 2-1 0,0-3-1 0,-3 3 0 16,0 3 5-16,-3-3 0 0,0 2 1 0,-3-2 0 16,0 0-17-16,0 6 0 0,-3 2 0 0,0 0 0 31,-3 2-48-31,0 1-12 0,-3 2-4 0,0 3 0 0,-3-3 0 15,0 3 0-15,0 0 0 0,3 2 0 0,-3 1 52 0,3-1 12 0,3 1 0 0,0-3 0 16,0 0-54-16,6 2-8 0,-3-5-2 16,6 1 0-16,0-4 52 0,0-2 12 0,3 0 0 0,3-3 0 15,0 1-25-15,3-6-3 16,-3 0 0-16,3-3 0 0,0 0 10 0,3-2 2 0,-3-3 0 0,6 0 0 16,-4-5-106-16,1 2-21 0,0-2-4 0</inkml:trace>
  <inkml:trace contextRef="#ctx0" brushRef="#br0" timeOffset="168801.023">20714 12563 2310 0,'0'0'48'0,"-6"-2"11"0,6 2-47 0,0 0-12 0,0 0 0 0,0 0 0 0,0 0 88 0,0 0 15 0,0 0 3 0,0 0 1 15,0 0-69-15,0 0-14 0,0 0-2 0,0 7-1 16,-3 1 12-16,3 0 3 0,3 3 0 0,-3 0 0 16,3-1-25-16,0 3-11 0,0 1 10 0,0 1-10 15,0 7 0-15,0 1 0 0,3 1 0 0,-4 5 0 16,1-5 0-16,3 3-18 0,-3-4 2 0,0 1 1 16,0-3-5-16,0-2 0 0,-3-3-1 0,0 0 0 15,3-3-4-15,-3-2-1 0,0 2 0 16,0-5 0-16,0 0-14 0,0 0-2 0,0-1-1 0,3-1 0 15,-3-6 35-15,0 0 8 0,0 0 0 0,0 0 0 16,3-3 0-16,3 0 0 0,0 1 0 0,0-3 0 16,0-3 0-16,0 0-12 0,3 0 12 0,-3-5-12 15,3 2 27-15,0-2 5 0,0-6 0 0,0 3 1 16,0-2 8-16,-1-1 2 16,4-2 0-16,0 3 0 0,-3-1 2 0,0 1 1 0,0-1 0 0,0 0 0 15,0 6-10-15,-3 0-3 0,0 2 0 0,-3 1 0 16,0 2-7-16,0 5-2 0,-3 3 0 0,0 0 0 15,0 0-1-15,0 0-1 0,0 0 0 0,0 0 0 16,-6 8-2-16,0 3-8 0,-3-1 12 0,0 4-4 16,0-1-8-16,0 3 0 0,0 0-12 0,3 2 12 0,-3-2-15 15,6-3 5-15,0 3 1 0,0-3 0 0,0 1-5 16,3-4-1-16,3 1 0 0,0-3 0 0,3 0-8 0,3-6-1 0,0 4-1 16,0-1 0-1,3-3-1-15,-3-2 0 0,3 0 0 0,0 0 0 0,0-2 6 16,-3 2 2-16,3 0 0 0,-1-3 0 15,-2 3-10-15,3-2-3 0,-3 2 0 0,0-6 0 0,0 6 31 16,-3-5 0-16,0 2 0 0,0-2 0 0,-3 2 20 0,-3 3 9 0,3-5 3 0,-3 5 0 16,0 0 0-1,0-5 0-15,0 5 0 0,-3-6 0 0,3 6-32 0,0-5 0 16,0 0 0-16,0 5 0 0,0-5 57 0,0 2 6 16,0-2 1-16,0 5 0 0,3-6-52 0,-3 4-12 15,3-4 0-15,3 4 0 0,-6 2 0 0,6-5 0 0,-3 2 0 0,3 0 0 16,0 3 0-16,0 0 0 0,3 0 0 0,-9 0 0 15,8 6 0-15,-2-4 0 0,0 6 0 0,0 0 0 16,-3 0 13-16,3 3 0 0,-6 2 0 0,3 0 0 16,-3 0-13-16,0 0-13 0,-3 1 2 0,0 2 1 15,-3-3-16-15,0 3-3 0,0 2-1 16,0 1 0-16,-2-3-7 16,2 5-2-16,0-3 0 0,0 3 0 0,0-2 14 0,6 0 2 0,-3-1 1 15,3-2 0-15,3 0 13 0,0-3 9 0,0-2-12 0,3-3 12 16,0-3-8-16,3-3 8 0,2 1 0 0,1-6 0 15,0 1 0-15,3-6-8 0,0 0 8 0,3-5 0 16,0 2-28-16,3-5-3 0,-1 0 0 0</inkml:trace>
  <inkml:trace contextRef="#ctx0" brushRef="#br0" timeOffset="169317.793">21630 12902 2120 0,'-8'3'60'0,"2"-3"13"0,6 0-58 16,0 0-15-16,0 0 0 0,0 0 0 0,0 0 35 0,0 0 4 0,8 0 1 0,-2 0 0 15,3 0 26-15,3-3 6 0,3 3 0 0,-3 0 1 16,6-3-29-16,-3 3-5 0,3 0-2 0,0 0 0 16,2 0-15-16,1 0-3 0,3 0-1 0,3 3 0 15,3-3 6-15,5-3 2 0,1 3 0 0,6-2 0 0,-7-4-17 16,-2 4-9-16,6-4 10 0,-6 1-10 16,-4 2 0-16,-2 1 0 0,0 2 0 0,0-3 0 0,0 3 11 15,-1 0-11-15,1-3 12 0,-3 3-12 16,0 0-23-16,-3-2-11 0,-1-1-2 0,-2 3-1 0,-3 0 37 0,0 0 0 15,-3-2 0-15,-3 2 0 16,0 0-59-16,-3-3-4 0,3 0-1 16,-3 3 0-16,0-2-51 0,-3-1-10 0,-3 3-3 0</inkml:trace>
  <inkml:trace contextRef="#ctx0" brushRef="#br0" timeOffset="169662.288">22267 12640 1824 0,'-14'-5'38'0,"14"5"8"0,-6-3-37 0,0 0-9 0,6 3 0 0,0 0 0 16,0 0 88-16,0 0 15 0,0 0 3 0,0 0 1 15,0 0-13-15,0 0-2 0,0 0-1 0,0 0 0 16,0 0-27-16,3 3-4 0,0 2-2 0,3 1 0 16,2-1-46-16,1 3-12 0,6-3 0 0,0 3 0 15,0 0 40-15,6 0 7 0,-3 0 1 0,3 2 0 16,-1 1-34-16,1-3-6 0,-3 3-8 0,0-1 11 15,-3 3-11-15,-3-2 0 0,0 0 0 16,-3 2 8-16,-3-3-8 0,-3 4 12 0,0-1-12 0,-3 3 12 16,-3-6-12-16,-3 3 12 0,-3-2-12 0,0 2 12 15,-3-2-12-15,-3-1 0 0,0 1 0 0,-3 0 0 16,0-1-8-16,0-2-4 0,1 0-1 0,-4 0 0 16,3 0-34-16,3 0-6 15,-3 2-2-15,3-2 0 0,0 0-7 0,6 0-2 0,1 0 0 16,-1-2 0-16,3 1-102 0,3-1-21 15,3-6-4-15</inkml:trace>
  <inkml:trace contextRef="#ctx0" brushRef="#br0" timeOffset="170193.459">23003 12500 1997 0,'0'0'41'0,"0"0"11"15,0 0-41-15,0 0-11 0,0 0 0 0,0 0 0 16,0 0 81-16,0 0 15 0,0 0 2 0,0 0 1 0,0 0-37 0,3 8-7 0,0-3-2 16,0 3 0-16,3 0 4 0,0 0 1 15,2 2 0-15,-2 1 0 0,6-1-46 0,-3 1-12 16,3 0 0-16,3 2 0 0,0 0 0 0,0 0 0 0,0 1 0 0,3-1 0 16,-4 0 16-16,4 3 0 0,0-3 1 0,0 0 0 15,0 1-27-15,0-4-6 16,0-2 0-16,-1 0-1 0,-2-3-140 0,0-2-28 0,0-3-6 15,0 0-1-15,-3-5-39 16</inkml:trace>
  <inkml:trace contextRef="#ctx0" brushRef="#br0" timeOffset="170415.745">23613 12526 1580 0,'0'0'67'0,"0"0"-54"15,0 0 139-15,0 0 28 0,0 0 6 0,0 0 1 16,-6 0-43-16,0 0-9 0,0 3-2 0,0-3 0 15,-3 2-106-15,3 1-27 0,-3 0 0 0,0 2 0 16,0-2 56-16,0 5 7 0,-2-3 1 0,2 5 0 16,-3-2-52-16,0 3-12 0,0 0 0 0,0 2 0 15,0 0 0-15,0 3 0 0,0 0 0 0,-3 5 0 0,3-2-13 16,1-1-6-16,-4 1-1 0,0-1 0 16,0 1-108-16,-3-1-21 0,0-2-5 0,0 0-1 15,6-3-149-15</inkml:trace>
  <inkml:trace contextRef="#ctx0" brushRef="#br0" timeOffset="170693.514">23294 12785 2032 0,'6'-5'42'0,"0"3"10"0,0-4-41 16,0 1-11-16,0 2 0 0,0 1 0 0,0-1 107 0,-3 3 19 0,3 0 4 16,-3 0 1-16,3 5-34 0,-3-2-6 0,0 2-2 0,0 3 0 15,0 0-35-15,0 0-7 0,0 3-2 0,0-1 0 16,0 3-21-16,0 1-4 0,0-1 0 0,0 3-1 15,0-3-31-15,0 0-5 0,0 3-2 0,-3-3 0 16,3 3 38-16,-3-3 7 0,0 1 2 0,3 2 0 16,-3-1-28-16,0-1 0 0,3 2 8 0,-3 2-8 15,0 1 0-15,2 2 0 0,-2 0 0 0,0 3-11 16,0-6-11-16,3 1-2 0,-3-1-1 0,0 1 0 16,3-6-28-16,-3 0-6 0,3-2-1 0,-3-1 0 15,3-2-132-15,0 0-26 0,0-5-6 0</inkml:trace>
  <inkml:trace contextRef="#ctx0" brushRef="#br0" timeOffset="170965.148">23586 13103 1607 0,'3'-8'68'0,"3"0"-55"16,-3 3 142-16,0-3 28 0,3 0 5 0,0 0 2 0,-3 3-73 15,3-1-14-15,0 1-3 0,0 2-1 16,0-2-60-16,0 3-12 0,3-1-3 0,-4 3 0 0,1-3 34 0,3 3 6 0,-3-2 2 0,0 2 0 15,0 0-54-15,0 0-12 0,-3 2 0 0,0 1 0 16,0 2 13-16,-3 0 6 0,3 6 1 0,0 0 0 16,-3 2-32-16,-3 0-7 0,3 0-1 15,-3 6 0-15,0-3 12 0,0 5 8 0,-3 0-12 0,3 0 12 16,-3 0-53-16,0-2-4 16,0 2-1-16,0-2 0 0,0-4 28 0,3-1 6 0,-2-1 0 0,5 0 1 15,-3-2 0-15,6-3 0 0,-3 0 0 0,5-3 0 16,1 0 23-16,0 1 0 0,3-6 0 0,3 2 0 15,-3 1 0-15,3-3 10 0,0-3 1 0,0 3 0 16,0-2-3-16,0-1-8 0,0-2 12 0,0-1-4 16,-4 1-8-16,4 0 0 0,-3-1 0 0,3 1 0 15,-3-3-136-15,0 0-19 0,3 3-4 0</inkml:trace>
  <inkml:trace contextRef="#ctx0" brushRef="#br0" timeOffset="172035.5">19821 14111 1136 0,'0'0'24'0,"0"0"4"0,0 0-28 0,0 0 0 0,0 0 0 0,0 0 0 16,0 0 86-16,0 0 11 0,0 0 3 0,0 0 0 16,0 0-16-16,9 0-2 0,-3 3-1 0,0-6 0 15,5 3-13-15,-2-3-4 0,3 1 0 0,0-3 0 16,3-3 21-16,3 0 4 16,0-3 1-16,6-2 0 0,-7 0-42 0,4-3-8 0,0 0-1 0,0 0-1 31,0 0-30-31,-6 3-8 0,3 0 0 0,-4 2 0 0,-2 0 29 0,-3 4 5 0,0 1 1 0,-3 1 0 15,0 2-23-15,-3 3-12 0,-3 0 12 0,3 3-12 16,0 5 18-16,-3 0-3 0,0 2-1 0,0 1 0 16,0 8-5-16,0-4-1 0,0 7 0 0,0 1 0 15,0-1-8-15,-3-1 0 0,6-3 0 0,-3 3 0 16,0 1-19-16,0-4 4 0,0 1 1 0,-3 2 0 16,3-3-26-16,-3 1-4 0,3 2-2 0,-3-2 0 15,-3 2 11-15,3 0 3 0,-3-3 0 0,0 4 0 16,0-4 0-16,0 1 0 0,0-1 0 0,-3-2 0 15,1 0 32-15,-4 0 0 0,3-3 0 0,-3 3 0 0,0-6 0 16,-3 1 0-16,3 0 0 0,-6-1 0 0,3-2 44 16,0 0 16-16,1 0 4 0,-4 0 0 0,0-3-52 0,3-2-12 0,3 2 0 0,-3-2 0 15,0-1 54-15,3-2 8 0,0 0 2 0,1 3 0 16,2-3-52-16,0 0-12 16,0-3 0-16,3 1 0 0,0-1-11 0,6 3-5 0,-3-2 0 0,-3-4-1 31,6 1-24-31,0 0-5 0,0-1-1 15</inkml:trace>
  <inkml:trace contextRef="#ctx0" brushRef="#br0" timeOffset="172316.734">20547 14233 2014 0,'0'0'84'0,"-6"2"-67"16,0-2 100-16,6 0 20 0,-6 3 4 0,0 0 1 16,6-3-60-16,-3 0-12 0,3 0-2 0,-6 2-1 15,6-2-23-15,0 0-5 0,0 0-1 0,-3 6 0 16,3-6-12-16,-3 8-2 0,0-3-1 0,0 0 0 16,3 1-14-16,0 1-9 0,-3 1 12 0,3 3-12 15,0 0 8-15,0 2-8 0,0 0 0 0,0 6 0 0,0-1 0 0,0 1 0 0,0 2 0 0,0 0 0 16,-3 0 0-1,3 0-12-15,0-2 0 0,-3 2 0 16,0-3-39-16,3 1-7 0,-3-3-2 0,0 0 0 16,0 0-105-16,1-1-22 0,-1-1-4 0</inkml:trace>
  <inkml:trace contextRef="#ctx0" brushRef="#br0" timeOffset="173212.195">20788 13825 2457 0,'-6'0'51'0,"0"3"13"0,3-3-52 0,3 0-12 0,0 0 0 0,-6 3 0 16,6-3 60-16,-3 2 8 0,3-2 3 0,-6 3 0 15,3 2-35-15,3 1-6 0,-3-1-2 0,0 5 0 16,3 1-12-16,0 2-2 0,3 3-1 0,-3 5 0 16,0 0-13-16,3 3 0 0,-3 5 0 0,3-2 0 15,-3-1-13-15,3-2-9 0,0 0-2 0,0 0 0 16,0-6-4-16,0 3-2 0,0-2 0 0,0 2 0 16,0-2-25-16,0-1-5 0,0 3 0 15,0-2-1-15,0-1-2 0,0 1 0 0,3-1 0 16,-6-2 0-1,3 0 10-15,0-5 1 0,0-1 1 0,0-2 0 0,0-2 19 0,0-4 3 0,0-2 1 16,3 0 0-16,0-5 4 0,0-3 0 0,0-3 1 0,0 1 0 16,2-6 33-16,-2 3 6 0,3-3 2 0,0-3 0 15,-3 3 38-15,3-2 8 0,0-1 2 0,0 1 0 16,0 2-18-16,-3 0-3 0,3 0-1 0,-3 0 0 0,0 0 16 0,0 1 4 0,0-1 0 16,0 2 0-16,-3 1-8 0,3-3 0 15,0 6-1-15,-4-1 0 16,1 3-28-16,0 3-6 0,-3 0-1 0,0 5 0 0,0 0-20 0,0 0-13 0,0 0 1 0,0 0 1 15,0 0 60-15,0 0 12 0,0 8 3 0,-3 0 0 32,3-1-72-32,-3 1-15 0,1 3-2 0,-1 0-1 0,0-1-10 0,-3 3-1 0,0 1-1 0,3-4 0 15,-3 1 38-15,0-1 10 0,3-2 1 0,-3 3 0 16,3-3-11-16,0 0-9 0,0 0 9 0,0 0-13 16,3-3 13-16,0 3-9 0,0-8 9 0,0 5-8 15,3 0 8-15,0-2-10 0,0 0 10 0,3-1-10 16,-3 1 10-16,3 0 0 0,0-3 10 0,0 0-10 15,3 0 0-15,-3 0-13 0,2-3 1 16,1 0 0-16,3 1 12 0,0-1 0 0,3-2 0 0,-3 2-9 16,3-2-19-16,3 0-3 0,-3-3-1 15,2 2 0-15,1-2-18 0,-3 3-4 0,3-3-1 0,-3 3 0 16,-3 0 28-16,0-1 6 0,0 1 1 0,-3 0 0 16,0 2 10-16,-4 0 10 0,-2 1-13 0,-3 2 5 15,0 0 57-15,0 0 12 0,6 0 3 0,-6 0 0 16,0 0 0-16,0 0 0 0,0 0 0 0,0 0 0 0,0 0-17 15,0 0-3-15,0 0-1 0,0 0 0 16,0 0-18-16,0 0-3 0,0 0-1 0,0 0 0 16,0 0 16-16,-3 5 3 0,3 0 1 0,-3 1 0 0,3-1-14 15,3 0-3-15,-3 1-1 0,0-1 0 0,3 3-23 0,0 0 0 0,0 0-12 0,0 0 4 32,0 0 8-32,0 2 9 0,0 1-1 0,0 2-8 0,0 0 0 0,0 3 0 0,0 0 0 0,0 5 0 15,-3-2 0-15,3 2 0 0,0 3 0 16,0-3 0-16,-3 0 0 0,3 0 0 0,0-2 0 0,-3-4 0 31,3 1-44-31,0-2-16 0,-3-1-4 0,3-3 0 0,0-2 0 0,0 0 0 16,-3 0 0-16,3-2 0 15,0-4-153 1,-3-2-31-16</inkml:trace>
  <inkml:trace contextRef="#ctx0" brushRef="#br0" timeOffset="173684.388">21878 14167 2001 0,'-6'2'41'0,"6"-2"11"0,0 0-41 0,0 0-11 0,0 0 0 0,0 0 0 0,0 0 67 16,0 6 11-16,0-6 2 0,3 5 1 15,2 0-17-15,4-2-3 0,0-1-1 0,6-2 0 0,0 3 7 16,3-3 1-16,6 3 0 0,0-3 0 16,-1 0-55-16,4 2-13 0,0-2 0 0,0 0 0 0,-3 3 0 0,-1-3 0 15,1 0 0-15,0 0 0 0,3 0 0 0,-3 0 0 0,5 0 0 0,1-3 0 16,-3 3 0-16,0 0 0 0,0-2 0 0,-1 2 0 16,-2-3 0-16,-3 3 0 0,-3-3 0 0,0 3 0 15,-3-2 0-15,-4 2 0 0,-2 0 0 0,0 0 0 16,0 0-48-16,-3 0-13 15,-3-3-3-15,0 1 0 0,-3 2 0 0,0 0 0 0,0 0 0 0,0 0 0 16,0 0-160-16,0-6-33 0</inkml:trace>
  <inkml:trace contextRef="#ctx0" brushRef="#br0" timeOffset="173993.894">22303 13992 1824 0,'0'0'76'0,"0"0"-60"15,0 0 89 1,0 0 19-16,0 0 3 0,0 0 1 0,0 0-52 0,0 0-9 0,0 0-3 16,6 3 0-16,0 2 0 15,3 0 0-15,3 1 0 0,-3 1 0 0,3 1 0 0,3 0 0 0,-3 0 0 0,5 0 0 16,-5 3-56-16,3-3-8 0,3 0 0 0,-6 0-12 31,3 0 12-31,-3 0 0 0,0-1 9 0,0 1-9 0,-4 0 9 0,-2 0-9 0,0 0 8 0,0 0-8 16,-3 0 8-16,0 0-8 0,-3 0 8 0,0 0-8 15,0 0 9-15,-3 0-9 0,0 0 10 0,0 0-10 16,-6 0 0-16,3 2 0 0,-2-2 0 16,-4 0 0-16,0 3 0 15,0-3-16-15,-3 0 1 0,3 2 1 0,-3 1-30 16,0-1-5-16,3 1-2 0,-3-3 0 0,4 2-88 16,2-2-17-16,0 0-4 0</inkml:trace>
  <inkml:trace contextRef="#ctx0" brushRef="#br0" timeOffset="174431.702">23015 13802 1698 0,'0'0'72'0,"0"0"-58"16,-3-3 91-16,3 3 19 0,0 0 3 0,0 0 1 15,0 0-43-15,0 0-8 0,0 0-1 0,0 0-1 16,0 0-15-16,0 0-4 0,3 5 0 0,0 0 0 31,3 1-20-31,-1 2-5 0,4 2-1 0,0 1 0 0,3 2-30 0,0 0 0 0,3 3 0 0,0 3 0 16,6-1 25-16,0 3-1 0,-1 3 0 16,1 0 0-16,0-3-24 0,0-2 0 0,0-1 0 0,-3-2 0 15,-1-3-18 1,-2 1-6-16,0-6 0 0,0-1-1 0,0-1-90 0,-3-4-17 0,-3-2-4 0,0 0-1 31,0-2-71-31,0-4-15 0</inkml:trace>
  <inkml:trace contextRef="#ctx0" brushRef="#br0" timeOffset="174704.996">23550 13849 1934 0,'6'-8'40'0,"0"0"9"0,-3 3-39 0,0 0-10 0,0-1 0 0,-3 1 0 0,0 5 124 0,0 0 24 0,0 0 4 0,0 0 0 16,0 0-53-16,-3-3-11 0,-3 1-3 0,0 2 0 15,-3 2-35-15,0 1-7 0,1 0-2 0,-1 2 0 16,-3 0-17-16,0 3-4 0,0 3-1 0,-3 2 0 16,0 3-19-16,0 0 0 0,3 5-13 0,-3 0 5 0,1 0 8 0,-4 3 0 0,0-3 0 15,0 3 0 1,-3-5-124-16,-3-1-24 0,3 1-4 0</inkml:trace>
  <inkml:trace contextRef="#ctx0" brushRef="#br0" timeOffset="174962.307">23372 13974 1698 0,'0'0'72'15,"0"0"-58"-15,0 0 121 0,0 0 24 0,0 7 5 0,3-1 0 16,-3 4-48-16,0-2-9 0,0 5-3 0,0-2 0 16,0 2-37-16,-3 3-8 0,3 0-2 0,-3 0 0 15,3-3-28-15,0 3-5 0,0 0-2 0,0 0 0 16,0-3-22-16,0 3 9 0,0-3-9 0,0 3 0 15,0 0 8-15,0 0-8 0,0 2 0 0,3 1 0 16,-3-1 0-16,0 3 0 0,3 1 0 0,-3-1 0 16,3-3 0-1,0 1 0-15,0 2 0 0,0-5 0 0,0 0 0 0,0-3 0 0,3 0 0 0,-3-2 0 16,0-3-53-16,-1 0-18 0,-2-3-3 0,3-2-1 16,-3-3 8-16,0 0 2 0,0 0 0 0,6 2 0 15,-3-4-92-15,3-1-19 0,0-2-3 0</inkml:trace>
  <inkml:trace contextRef="#ctx0" brushRef="#br0" timeOffset="175255.522">23702 14164 1579 0,'0'0'32'0,"0"0"10"16,3 0-34-16,3 0-8 0,-6 0 0 0,3 0 0 0,-3 0 156 0,0 0 28 0,0 0 7 0,3 3 1 15,-3-3-52-15,3 5-9 0,-3-5-3 0,3 5 0 16,-3 1-51-16,0-1-10 0,0 3-3 0,0-3 0 15,0 3-51-15,-3 0-13 0,3 3 0 0,-3-4 0 16,3 7 54-16,-3-4 8 0,0 4 2 0,0-1 0 16,0 3-52-16,3 2-12 0,-3 1 0 0,0 2 0 15,3-3 0-15,-3 1 0 0,0-1 0 0,0-2 0 16,3 0-48-16,-3-5-13 0,0-3-3 0,3 0 0 16,0-8-102-16,0 0-21 0,0 0-4 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0T21:47:46.05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11656 9266 1094 0,'0'0'46'0,"0"0"-37"15,0 0 98-15,0 0 19 0,0 0 4 0,-6 0 1 16,6 0-19-16,0 0-3 0,-6 0-1 0,6 0 0 15,0 0-20-15,0 0-4 0,0 0 0 0,0 0-1 16,0 0-12-16,0 0-3 0,0 0 0 0,0 0 0 16,0 0-19-16,0 0-4 0,0 0-1 0,0 0 0 15,0 0-16-15,0 0-3 0,0 0-1 0,0 0 0 0,0 0-9 0,0 0-3 0,0 0 0 16,0 0 0-16,0 0-4 0,0 0 0 0,0 0-8 0,0 6 12 31,3-1-12-31,0 3 11 0,0 0-11 0,-3 0 10 16,3 0-10-16,0 2 0 0,0 1 9 0,-3-3-9 0,3 2 0 15,0 1 0-15,0-1 0 0,0-2 0 16,0 3 0-16,0-3-18 0,3 0 3 0,-3 0 1 16,0 0-21-16,0 0-4 0,2-3-1 0,-2 0 0 0,3-2-5 15,-3 0-2-15,3-1 0 0,0 1 0 0,-3-6 38 0,3 1 9 16,0-1 0-16,0 0 0 0,0-2 0 0,0 0 0 0,0-3 0 16,0 0 0-16,0 3 0 0,0-3-12 0,0 0 12 0,-3 0-12 15,3 0 12-15,-3 2 8 0,0-1-8 16,3 1 11-16,-3 1 42 0,0 0 9 0,-3-3 2 0,0 2 0 15,0 1 0-15,0 0 0 0,0 0 0 0,0 5 0 16,0-8-48-16,0 8-8 16,-3-6-8-16,3 6 9 0,0 0-9 0,0 0 0 0,0 0-10 0,0 0 10 15,0 0 0-15,0 0 0 0,0 0 0 0,0 0 0 16,0 0 0-16,0 0 0 0,0 0 0 0,0 0 0 16,6 6 19-16,-3-1 9 0,0 0 3 0,0 0 0 15,2 3-50-15,-2 0-9 0,0-2-3 0,0 4 0 16,0-2 31-16,-3 3 0 0,3-1 0 0,-3 1 0 15,0 2 0-15,0 3 0 0,0 0 0 0,0 0 0 16,-3 0 0-16,3 2 0 0,-3-2 0 0,-3 0 0 16,3 2 0-16,-2-2 0 0,-1 0 0 0,0-3 0 15,-3 1-10-15,0-4 10 0,0 1-10 0,0 2 10 16,-3-5 0-16,0 0 0 0,3 3-8 0,-6-4 8 16,3 1 0-16,-3 0 0 0,1-2 9 0,-4-1-9 15,0 0 0-15,0 1 8 0,-3-4-8 0,0 1 0 16,3-1 0-16,-2 1 0 0,2-3 0 0,0 3 0 0,3-1 0 0,3-2 0 15,0 0 0-15,3-2 0 0,3 2 0 0,0-3 0 16,6 3 0-16,0 0 0 0,0 0 0 0,3-5 0 0,0 0 0 16,6-3 0-16,0 2-100 15,6-2-22-15,3 0-5 0</inkml:trace>
  <inkml:trace contextRef="#ctx0" brushRef="#br0" timeOffset="449.543">11986 9528 2030 0,'0'0'57'0,"0"0"14"0,0 0-57 0,0 0-14 0,0 0 0 0,0 0 0 16,0 0 105-16,0 0 19 0,0-5 3 0,3 0 1 15,0 2-52-15,0-2-9 0,3 2-3 0,0-2 0 31,0-1 0-31,0 1 0 0,0 0 0 0,0 2 0 0,3-2-38 0,-3 2-8 0,0 1-2 0,3-1 0 16,-3 0-25-16,0 1-6 0,0 2-1 0,-1-3 0 16,-2 3 16-16,3 3 0 0,-3-3 0 0,0 5 0 15,0-2 0-15,0 2 0 0,0 0 0 0,-3 3 0 0,0 0 9 16,0 0 5-16,0 3 1 0,0 2 0 16,-3-3-38-16,0 4-7 0,-3-1-2 15,3 3 0-15,-3-3-8 0,0 0-3 0,-2 3 0 0,2-3 0 16,-3 1 5-16,3-4 1 0,-3 3 0 15,3-2 0-15,0-3 17 0,0 3 3 0,0-1 1 0,3-2 0 16,0-3 0-16,3 1 1 0,0-6 0 0,0 0 0 16,0 5 15-16,0-5 13 0,6 5-2 0,0-2-1 0,0-3 2 0,0 0 1 15,0 0 0-15,0-3 0 0,3 3 4 0,-3-2 1 0,3-4 0 16,-1 4 0-16,1-1-5 16,-3 0-1-16,3 1 0 0,0-4 0 0,0 1-12 0,-3 2 8 15,3-4-8-15,0 1 0 16,3-2-90-16,-3 3-24 0,3-3-5 0</inkml:trace>
  <inkml:trace contextRef="#ctx0" brushRef="#br0" timeOffset="1684.996">12585 9301 1792 0,'-3'-6'51'0,"3"4"10"0,0 2-49 16,0-6-12-16,-3 4 0 0,3 2 0 0,0-5 116 0,0 5 21 0,-3-6 4 0,0 1 1 15,3 5-42-15,-3-3-8 0,3 3-1 0,-3-5-1 16,3 5-2-16,0 0 0 0,-3-3 0 0,3 3 0 15,0 0-65-15,0 0-14 0,-3-2-9 16,3 2 12-16,0 0 4 0,0 0 0 0,0 0 1 0,0 0 0 31,0 0-17-31,0 0 8 0,0 0-8 0,-6 2 0 16,3 4 0-16,0-1 0 0,0 0 0 0,0 6 0 0,3-3 0 0,3 0 0 16,0 0 0-16,-3 0 0 0,3 2-16 0,0-2-8 0,3 0 0 0,-3 0-1 15,3 0 25-15,3 0 0 0,-3-3 0 0,2-2 0 31,1-1-56-31,0 1-7 0,3 0-1 0,0-3 0 0,0 0 0 0,3 0 0 0,0-3 0 0,3 0 0 16,-3 1 29-16,-1-4 6 0,4 1 1 0,-3 3 0 16,0-6 28-16,0 2-9 0,-3-2 9 0,0 0 0 15,-3 0 0-15,0 1 0 0,0-1 0 0,-3 2 11 16,-4-2 22-16,1 3 5 0,0 0 1 0,-3-3 0 16,-3 3 12-16,3-1 2 0,-3-2 1 0,-2 3 0 15,2 0-8-15,0-1-2 0,-3 1 0 0,3 0 0 16,3 5-12-16,0 0-4 0,-3-3 0 0,3 3 0 0,0 0-9 15,0 0-3-15,0 0 0 0,0 0 0 0,0 0-16 0,0 0 0 16,-3 6 8-16,3 1-8 0,3 1 0 16,0-2 0-16,0 2 0 0,0 2 0 0,0 1 0 0,3-1 0 15,-3 4 0-15,2-1 0 16,-2-3-23-16,3 4-5 0,-3-1 0 16,0 0-1-16,0 0 45 0,0 1 10 0,-3 1 2 0,3-1 0 0,-3 2-28 0,0-3-14 15,-3 3 2-15,3 0 0 0,-3-3-4 0,-3 0 0 16,0 0 0-16,0 0 0 0,1-2 4 0,-4 2 0 0,3-2 0 15,-6-1 0-15,3-2 12 0,-3 3-9 0,0-3 9 0,0 0-8 32,0-3 8-32,-3 0 0 0,0 1 0 0,-2-1 0 0,2-5 0 15,0 3 0-15,0-1 10 0,0-2-10 0,0-2 0 0,3-1 0 0,0 0 0 16,0 1 0-16,6-1 0 0,-2-2 0 0,5-1-13 0,0 1 4 16,0-3-29-16,3 3-6 0,0-3 0 15,3 0-1-15,3-2-27 0,-1-1-4 0,4 0-2 0</inkml:trace>
  <inkml:trace contextRef="#ctx0" brushRef="#br0" timeOffset="2004.869">13043 9362 1337 0,'12'-3'28'0,"-12"3"6"15,6 0-34-15,-3 0 0 0,3 0 0 0,-6 0 0 0,6 0 108 0,-6 0 16 0,6 0 2 0,-6 0 1 16,0 0-22-16,3 0-4 0,-3 0-1 0,0 0 0 15,6 0-7-15,-6 0-1 0,0 0-1 0,0 0 0 16,0 0-17-16,3 3-3 0,-3-3-1 0,0 0 0 16,0 0-14-16,0 0-4 0,0 0 0 0,5 5 0 15,-5-5-14-15,3 5-3 0,-3 0-1 0,3 3 0 0,-3 0-10 0,0 0-1 0,0 0-1 0,0 3 0 32,0-1-10-32,0 4-1 0,0-1-1 0,0 3 0 15,0 2-10-15,-3 1 0 0,3 2 0 0,0-3 8 0,-3 1-8 0,3-1 0 16,0 1 0-16,-2-3 8 0,2 0-8 0,-3-3 0 0,3 0 0 15,-3 0 0-15,3-2 0 0,0 0 0 16,-3-1 0-16,3 1 0 0,0-3-20 0,0-3-2 0,0 3-1 16,0-8 0-16,3 5-103 0,-3-5-21 15,0 0-4-15</inkml:trace>
  <inkml:trace contextRef="#ctx0" brushRef="#br0" timeOffset="7319.948">16383 5178 1792 0,'0'0'51'0,"0"0"10"0,0 0-49 0,0 0-12 0,0 0 0 0,0 0 0 16,0 0 54-16,0 0 8 0,0 0 2 0,0 0 0 15,-3 6-52-15,0 1-12 0,-3 1 0 0,3 6 0 16,-3-4 34-16,3 3 4 0,-3 1 1 0,0 4 0 31,3-2-63-31,-3 5-12 0,3-2-2 0,-3 2-1 0,3 3 39 0,-3-3 0 0,0 5 0 0,3-2 0 16,-3-3 0 0,0 1 0-16,3-4 0 0,-3 1 0 15,0-4-59-15,3-1-4 0,-2-4-1 0,-1-2 0 0,3 3 52 0,0-6 12 0,3-5 0 16,0 0 0-16,0 0 0 0,0 0 0 0,0 0 0 0,-3-5 0 15,0-6 0-15,3 1 0 0,0-6 0 0,0-5 0 16,3-1 35-16,3-4 9 0,0-3 3 0,0-3 0 16,2 6-12-16,1-1-3 0,3 1 0 0,0-3 0 15,0 2 3-15,3-2 0 0,0 3 0 0,0-4 0 16,-3 1 5-16,3 3 0 0,-1-3 1 0,-2 5 0 0,3 3-1 16,-3 2-1-16,0 3 0 0,0 3 0 15,-3 3 18-15,-3 2 4 0,3 2 1 0,-3 1 0 16,0 5-50-16,-3 3-12 0,3 5 0 15,0 0 0-15,-4 5 0 0,4 5 0 0,0 1 0 0,0 7 0 16,-3-7 0-16,0 5 0 0,3-1 0 0,-3 1 0 0,0 0 0 0,0-3 0 0,0 0 0 16,0 3 0-16,-3-3 0 0,3 3 0 15,-3 0 0-15,0 0 0 0,-3 2 0 0,3-2 0 0,-3 8 0 0,0-8 0 32,3 0-48-32,-3-1-13 0,0-2-3 0,0 1 0 15,0-4 0-15,0 1 0 0,0-3 0 0,0-3 0 16,3 0-58-16,-3 0-12 0,0-2-2 0</inkml:trace>
  <inkml:trace contextRef="#ctx0" brushRef="#br0" timeOffset="7591.268">16329 5303 1337 0,'0'0'56'16,"0"0"-44"-16,0 0 97 0,0 0 20 0,0 0 4 0,0 0 1 15,0 0-30-15,0 0-7 0,0 0-1 0,6 5 0 16,3 0-27-16,0-2-5 0,3-1-2 0,0 4 0 16,3-4-26-16,-3 1-6 0,2 2-1 0,-2-2 0 15,3 0-18-15,3-1-11 0,-3 1 12 0,3 2-12 16,-3-2 0-16,0-3-14 0,2 3 1 0,-2-3 0 15,3-3-190-15,-3 0-37 0</inkml:trace>
  <inkml:trace contextRef="#ctx0" brushRef="#br0" timeOffset="8718.588">16365 5967 1579 0,'0'0'32'0,"0"0"10"0,0 0-34 0,0 0-8 0,0 0 0 16,3 8 0-16,-3 0 53 0,-3 0 9 0,3 2 2 0,-3-2 0 15,3 5 0 1,-3 1 0-16,0-1 0 0,0 0 0 0,0 3-52 0,3 0-12 0,-3 0 0 0,0 2 0 16,0 1 0-1,0-1 0-15,0 3 0 0,0 1 0 0,0-1 0 0,0 0 0 0,0 0 0 0,0 0 0 16,0-2 0-16,3-3 0 0,-3-1 0 0,0-1 0 15,3-4 0-15,0-2 0 0,-3 0 0 0,3-3 0 16,0-5 0-16,0 0 0 0,0 0 0 0,0 0 0 16,0 0 53-16,0 0 8 15,0-7 2-15,3-1 0 0,-3-6-50 0,3-2-13 0,0 1 0 0,0-7 0 16,0 1 0-16,0-3 0 0,0 1 0 0,0-4 0 16,3 3 56-16,-3 3 7 0,0 0 1 0,3-3 0 15,0 3-52-15,0 0-12 0,0-3 0 0,0 3 0 0,0 0 54 16,0-3 8-16,3 3 2 0,0 0 0 15,-1 2-52-15,1 1-12 0,0 2 0 0,0 0 0 16,3 3 0-16,-3 2 0 0,3 3 0 0,0 0 0 16,-3 3 0-16,0 2 0 0,3 0 0 0,-3 6 0 15,0 0 0-15,-1 5 0 0,1 0 0 0,0 2 0 16,0 1 0-16,0 5 0 0,-3 0 0 0,0 2 0 16,0-2 0-16,-3-3 0 0,0 3 0 0,-3 0 0 0,0-3 0 0,-3 0 0 15,0 1 0-15,0-1 0 0,-3-3 0 0,3 1 0 16,-3 0 0-16,-3-1 0 0,3-2 0 0,-3 0 0 0,3 0 0 0,-3-3 0 15,4 3 0 1,-1-2 0-16,-3-1 0 0,3-3 0 0,3 1 0 0,3-3 0 0,0 0 0 0,0 0 0 16,0 0 0-16,0 0 0 0,0 0 0 15,0 0 0-15,0 0 0 0,3-3 0 0,0-2 0 0,3 0 0 16,3 0 0-16,-4-1 0 0,4-2 0 0,3 3 0 16,-3 0 0-16,3 0 0 0,0-3 0 0,3 2 0 15,-3 1 0-15,3 2 0 0,-3-2 0 0,3 5 0 16,-4-3 13-16,4 3 0 0,-3 3 0 15,-3-3 0-15,0 5-13 0,0-2-18 0,-3 2 4 0,0 1 1 16,-3 2 13-16,-3-1 0 0,0 1 0 0,-3 3 0 16,-3 0 0-16,0-1 0 0,-3 3 0 0,0 3 0 15,-6 0 0-15,0 3 0 0,-2-1 0 0,2 3 0 16,-3-2 27-16,0-1 8 0,3 1 1 0,-3-1 1 16,-3 1-37-16,1-6 0 0,-4 3 0 0,0-5 0 15,3 2-24-15,-6-5-10 0,3 0-2 0,1 0 0 16,2-3 36-16,0-2 0 0,3-1 0 0,3-2 0 15,0 0-58-15,6-2-5 0,0-1-1 0</inkml:trace>
  <inkml:trace contextRef="#ctx0" brushRef="#br0" timeOffset="10876.375">16612 6848 1094 0,'0'0'23'0,"0"0"5"0,0 0-28 0,0 0 0 0,0 0 0 0,0 0 0 16,0 0 108-16,0 0 16 0,3-5 3 0,-3 5 1 15,3-6-52-15,-3 6-9 0,0-2-3 0,0 2 0 0,3-6 38 16,-3 1 7-16,0 0 2 0,0 5 0 16,-3-6-24-16,3 6-5 0,0-2-1 0,0 2 0 15,-3-5-13-15,0-1-4 0,-3 4 0 0,0-4 0 0,0 6-51 16,0-2-13-16,0 2 0 0,-3 0 0 0,0 2 0 0,-3-2 0 0,3 6 0 0,-2-4 0 15,-1 4 0-15,0-1 0 0,-3 0 0 0,0 3 0 32,0 0 0-32,0 0 0 0,0 2 0 0,0 1 0 15,1 0 0-15,2-1 0 0,0 1 0 0,3-1 0 0,0 4 0 0,3-1 0 0,0 0 0 0,6 0 0 16,0 1 0-16,0 1 0 0,6 1 0 0,0-2 0 16,0 1 0-1,6-4 0-15,0 2 0 0,0-2 0 0,2-3 0 0,1-3 0 0,3 3 0 0,0-5 0 16,0-1 0-16,-3-2 0 0,0 0 0 0,2 0 0 15,-2-5 0-15,3 2 0 0,0-2 0 0,0 2 0 16,-3-2 0-16,3 0 0 0,0-3 0 0,-4 3 0 16,1 2-151-16,0-2-33 0,-3-1-6 0</inkml:trace>
  <inkml:trace contextRef="#ctx0" brushRef="#br0" timeOffset="11478.342">16454 7374 1697 0,'0'0'35'0,"0"0"9"16,0 0-35-16,0 0-9 0,0 0 0 0,0 0 0 15,0 0 87-15,0 0 15 0,3 6 3 0,0-1 1 16,0 3-41-16,0 3-8 0,0-1-1 0,-3 6-1 16,3 0-15-16,-3 2-2 0,0 4-1 0,0 1 0 15,0-1-20-15,0 1-4 0,-3-2-1 0,3 3 0 16,-3-3-12-16,0 1 11 0,0-1-11 0,-3-3 10 16,3 1-10-16,0-1 0 0,0 1 9 0,0-1-9 15,-3 1 0-15,3 2 0 0,0 0 0 0,-3 0 8 16,3-2-8-16,0-1 0 0,-3 1 0 0,3 0 8 0,1-4-8 15,-1-1-15-15,3-1 4 0,-3-3 1 16,3-2-98-16,-3-2-19 0,3-4-4 0</inkml:trace>
  <inkml:trace contextRef="#ctx0" brushRef="#br0" timeOffset="11859.199">16481 7441 1576 0,'-18'-30'32'0,"12"20"9"0,0-1-33 0,0 1-8 0,0 2 0 0,0 0 0 16,0 0 101-16,0 3 19 0,3-1 3 0,-3 4 1 16,6 2-27-16,0 0-5 0,0 0 0 0,0 0-1 15,0 0-17-15,0 0-3 0,0 0-1 0,0 0 0 16,6 0-24-16,3 2-5 0,0 4-1 0,0-1 0 16,0 3-8-16,6 0-1 0,-3 2-1 0,0 4 0 15,3-4-9-15,-3 3-1 0,0 3-1 0,2 0 0 16,1 0-7-16,0 0-2 0,0 0 0 0,3 2 0 15,-3 1-10-15,0-3 0 0,0 0 0 0,-4-1 0 16,1-1 0-16,-3-1 0 0,0 0 0 0,-3 3 0 16,-3-5 0-16,-3 2 0 0,0 0 0 0,-6-2 0 15,0 2 0-15,-3-3 0 0,0 1 0 0,-3 2 0 16,-2-2 0-16,2 2 0 0,-3 0 0 0,0 3 0 0,3-3-9 16,-3 1 9-16,0-1-12 0,0 3 12 15,0-3-16-15,1 0 4 0,-4 0 1 0,3-2 0 16,-3 0-2-16,3-3-1 0,0 2 0 0,3-2 0 15,0-3-19-15,4 1-4 0,-1-1-1 0,3-2 0 16,0-3-30-16,6 0-7 0,0 0-1 0</inkml:trace>
  <inkml:trace contextRef="#ctx0" brushRef="#br0" timeOffset="21843.971">15895 9049 1257 0,'0'0'26'0,"0"0"6"15,-3-5-32-15,3 2 0 0,0 3 0 0,0-5 0 16,0 5 75-16,0 0 8 0,0-5 1 0,0 5 1 16,0 0 34-16,0 0 6 0,0 0 2 0,0 0 0 15,0 0-46-15,0 0-9 0,3-5-1 0,-3 5-1 16,0 0-17-16,3-3-3 0,2 3-1 0,-5 0 0 15,6 0-15-15,0 3-3 0,0-1-1 0,0 3 0 16,0-2-12-16,0 2-2 0,0 1-1 0,3-1 0 16,-3 3-15-16,3 0 11 0,-3 2-11 0,3 1 10 0,0 0-10 0,0 2 0 15,3 0 0-15,-3 0 0 16,-1 3 0-16,4-3 8 0,0 1-8 0,0 1 0 0,-3-4 0 0,0 2 0 0,0-2 0 16,3-1 0-16,-6-2 0 0,3 0 0 15,-3 0 0-15,0 0 0 16,0 0-29-16,0-3-11 0,0 1-3 0,-4-4 0 15,4 1-119-15,0-6-24 0,0 3-5 0</inkml:trace>
  <inkml:trace contextRef="#ctx0" brushRef="#br0" timeOffset="22093.958">16374 9044 1690 0,'0'-11'35'0,"0"11"9"0,0 0-36 0,0-5-8 0,0 5 0 0,0 0 0 16,0 0 103-16,0 0 18 0,-3-5 4 0,3 5 1 15,0 0-35-15,0 0-7 0,0 0-2 0,0 0 0 16,0 0-26-16,-6 5-4 0,0-2-2 0,0 2 0 16,0 0-14-16,0 1-2 0,0-1-1 0,0 3 0 15,-3 2-33-15,3 1 0 0,0-3-15 0,-3 5 5 16,0-2 10-16,3 2 12 0,-2 0-2 16,-1 1-1-16,0-4-9 0,-3 3 0 0,3 1 0 0,-3-4 0 15,3 3 0-15,0-5 0 0,-3 3 0 0,3-1 0 16,0-2-49-16,-3-2-12 0,3 2-3 0,1-3 0 15,-1 0 0-15,0 1 0 0,0-1 0 0</inkml:trace>
  <inkml:trace contextRef="#ctx0" brushRef="#br0" timeOffset="22498.345">16145 9266 1227 0,'0'0'52'0,"0"0"-42"15,0 0 109-15,0 0 21 0,0 0 5 16,0 0 1-16,0 0-57 0,0 0-11 0,0 0-2 0,0 0-1 15,0 0-9-15,3 6-2 0,-3-1 0 0,0 3 0 16,3-3 0-16,-3 3-1 0,0 3 0 0,0-3 0 16,2 5-38-16,-2-3-7 0,0 1-2 0,3 5 0 15,-3-3-24-15,0 6-6 0,3-4-1 0,-3 7 0 16,0-4 15-16,3 3 0 0,-3 3 0 0,0-3 0 16,0 0 0-1,0 1 0-15,0-4 0 0,0 3 0 0,0-2 0 0,0-3 0 0,-3 0 0 0,3-3 0 16,0 0 0-16,-3 0 0 0,3-5 0 0,0 3 0 15,-3-3 11-15,3 0 5 0,0-3 0 0,0-5 1 16,0 0-129-16,0 0-27 16,0 0-5-16</inkml:trace>
  <inkml:trace contextRef="#ctx0" brushRef="#br0" timeOffset="22987.968">16279 9629 1299 0,'0'0'55'0,"0"0"-44"16,0 0 101-16,0 0 21 0,0 0 4 0,0 0 1 15,0-6-9-15,0 1-1 0,0 0-1 0,0 0 0 16,2-1-50-16,1 1-9 0,3 0-3 0,-3 2 0 15,3-5-5-15,3 3 0 0,-3 0-1 0,3-1 0 16,0 1-19-16,0 0-4 0,0 2-1 0,0 0 0 16,0 1-20-16,0-1-4 0,-3 0-1 0,3 1 0 15,-3 2-10-15,0 2 0 0,-1-2 0 0,-2 3 0 16,3 2 0-16,-3 1 0 0,-3 4 0 0,3-2 0 16,-3 3-15-16,-3-3-5 0,3 5 0 0,-3-2-1 15,-3-1-12-15,1 3-3 16,-1-2 0-16,0 2 0 0,0-2 0 0,-3 2-1 0,0 0 0 15,0 0 0-15,0-2 21 0,3 2 5 0,-3-2 1 0,0 2 0 16,3-2-4-16,0-1-1 0,0 1 0 0,0-1 0 16,3-2 24-16,0-2 5 0,0 2 1 0,0-3 0 15,3-5-15-15,0 0-13 0,0 0 2 0,6 5 1 16,-3-2 10-16,3-1 11 0,3 1-3 0,-3 0 0 16,3-3 12-16,-3 0 1 0,3-3 1 0,3 3 0 0,-3-3-2 15,0 3 0-15,3-2 0 0,-3-1 0 0,2 1-10 16,1-1-2-16,0-2-8 0,0 2 12 15,0-2-12-15,3 2 0 0,-3-2-12 0,3-1 12 16,-6-2-190-16,3 1-31 0</inkml:trace>
  <inkml:trace contextRef="#ctx0" brushRef="#br0" timeOffset="23821.285">17904 8951 1579 0,'0'0'32'0,"0"0"10"0,0 0-34 0,0 0-8 0,-6-5 0 0,6 5 0 15,0 0 104-15,0 0 20 0,0 0 3 0,0 0 1 16,0 0-68-16,0 0-14 0,0 0-2 0,0 0-1 16,6 0 12-16,0-3 2 0,0 3 1 0,3 0 0 15,-3 0-9-15,2 3-1 0,4-3-1 0,-3 3 0 16,3 2-11-16,0 0-3 0,0 1 0 0,3 2 0 15,-3 0-17-15,0 2-3 0,3 1-1 0,-4-1 0 0,4 4-12 0,-3 1 8 16,0-1-8-16,0 1 0 0,0-1 8 16,0-1-8-16,-3 0 0 0,0 0 0 15,0 1 0-15,0-4 0 0,-3 1-8 0,3-1 8 16,-4-4-82-16,1 2-10 0,3-3-1 0</inkml:trace>
  <inkml:trace contextRef="#ctx0" brushRef="#br0" timeOffset="23993.943">18445 8957 2030 0,'0'-8'57'0,"0"0"14"0,0 3-57 0,0-1-14 0,-2 4 0 0,2 2 0 0,0-6 107 0,0 6 18 0,0 0 4 0,0 0 1 16,0 0-50-16,0 0-9 0,-6 0-3 0,0 0 0 15,0 3-29-15,-3 0-7 0,3-1 0 0,-3 6-1 16,3-3-20-16,-6 3-11 0,3 0 12 0,-3 3-12 15,0 0 0-15,-3 4 0 0,3-1 0 0,-2 4 0 16,2-2-32-16,0 0-8 0,-3 2 0 0,0-2-1 16,3 0-131-16,0-3-27 0,3 1-5 0</inkml:trace>
  <inkml:trace contextRef="#ctx0" brushRef="#br0" timeOffset="24341.677">18222 9068 1580 0,'0'0'67'0,"0"0"-54"16,0 0 143-16,0 0 29 0,0 0 6 0,0 0 1 15,0 0-52-15,0 0-9 0,0 0-3 0,0 0 0 0,0 0-85 0,0 8-18 16,0 0-3-16,0 5-1 16,0 0 18-16,0 0 3 0,0 3 1 0,0 3 0 0,0-3-43 0,0 2 0 0,0-2-13 0,0 3 3 15,0-4 10-15,0 1 0 0,0 3 0 0,0-3 0 16,0 2 0-16,0-2 0 15,0 0 0-15,0 3-8 0,0-1 8 0,0 3 16 16,0-2-4-16,0 2-1 0,0 0-11 0,0-2 0 16,0 2 0-16,0-3 0 0,0-2 0 0,3 3-12 0,-3-6 2 0,3 3 1 15,-3-6 9-15,0 1 0 16,3-3 0-16,-3-3 0 0,3 3-8 16,-3-5 0-16,0-3 0 0,0 0 0 15,3 2-45-15,-3-2-9 16,6 3-2-16,0-6 0 0,-3 1-160 0,3-4-32 15</inkml:trace>
  <inkml:trace contextRef="#ctx0" brushRef="#br0" timeOffset="24593.922">18466 9388 1580 0,'0'0'67'16,"0"0"-54"-1,0 0 143-15,0 0 29 0,0 0 6 0,0 0 1 16,0 0-103-16,0 0-20 0,0 0-4 0,0 0-1 0,0 0 0 15,0 0 0-15,3 3 0 0,-3-3 0 16,6 2 0-16,-6 4-1 0,3-1 0 0,0 0 0 0,-3 3-50 0,3 0-13 16,-3 0 0-16,3 3 0 15,-3-1 0-15,0 3 0 0,0 1 0 0,0-1 0 16,0 3 0-16,0 0 0 0,3-1 0 0,-3 1 0 0,0 0 0 0,0-3 0 16,3 3 0-16,-3-5 0 15,0 2 0-15,0 0 0 0,3-2 0 0,-3 0 0 16,0-1 0-16,0-2 0 0,3 0 0 0,-3 0 0 0,0 0 18 0,3 0-2 15,-3-3 0-15,0 3 0 16,3-5-88-16,-3-3-19 0,0 0-3 0</inkml:trace>
  <inkml:trace contextRef="#ctx0" brushRef="#br0" timeOffset="99756.287">18600 5141 1337 0,'0'0'28'0,"0"0"6"0,0-5-34 0,3 0 0 0,-3 2 0 0,0 3 0 15,0-5 117-15,3-1 17 0,-3 6 3 0,0 0 1 31,3-8-39-31,-3 8-8 0,0-2-2 0,0 2 0 0,0 0-48 0,0 0-9 16,0 0-3-16,0 0 0 0,0 0 27 0,0 0 6 0,0 0 1 0,0 0 0 16,0 5-50-16,0 3-13 15,0 3 0-15,0-1 0 0,-3 3 28 0,0 3 1 16,0 0 0-16,0 3 0 0,-3-1-21 0,3 1-8 0,-3-1 0 0,3 1 9 16,-3 2 19-16,1-5 3 0,-1 2 1 0,0 1 0 15,0-1-32-15,0-2 0 0,3 0 0 0,-3-3 0 16,0 1 0-16,3-4 0 0,-3 3 0 0,3-5 0 15,-3 0 0-15,3-2 0 0,3-1 0 0,0-5 0 16,0 0 0-16,0 0 0 0,0 0 0 0,0 0 0 31,0 0 0-31,-3-5 0 0,3-6 0 0,3 0 0 0,-3-2 0 0,3-3 0 0,3 0 0 0,-3-2 0 16,3-1 0-16,3-2 0 0,-3 0 0 0,3 0 0 16,0-3 0-16,2 3 0 0,1-3 0 0,-3-2 0 15,0 4 0-15,3-1 0 0,-3 1 0 0,3 1 0 16,0 0 0-16,-3 3 0 0,3-1 0 0,0 3 0 15,0 3 0-15,-1 0 0 0,-2 2 0 0,3 3 0 16,-3 0 57-16,0 3 6 0,0 2 1 0,-3 1 0 16,3 2-64-16,0 2-15 0,0 4-1 0,3-1-1 15,-6 3 27-15,3 0 6 0,0 2 0 0,-3 1 1 0,2 2-17 16,1 0 0-16,-3 3 0 0,3-2 0 16,-3 1 0-16,0-1 0 0,-3 2 0 0,0-1 0 0,0-1 0 15,0 2 0-15,0-1 0 0,-3 1 0 0,0 0 0 16,0-3 0-16,0 3 0 0,-3 0 0 15,0-3-48-15,3 3-12 0,-3 0-4 0,0-3 0 0,0 3 52 0,0-3 12 0,0 3 0 16,0-2 0-16,0-1-54 16,-3-3-8-16,3 4-2 0,0-4 0 15,0-2-116-15,0 3-23 0,0-6-5 0</inkml:trace>
  <inkml:trace contextRef="#ctx0" brushRef="#br0" timeOffset="100025.122">18594 5263 1579 0,'-9'-5'32'0,"9"5"10"0,0 0-34 0,0 0-8 0,0 0 0 0,0 0 0 15,0 0 156-15,0 0 28 0,0 0 7 0,0 0 1 16,0 0-103-16,0 0-20 0,0 0-4 0,0 0-1 15,0 0 0-15,0 0 0 0,6 2 0 0,0 4 0 16,3-4-51-16,0 3-13 0,0-2 0 0,3 0 0 16,0-1 54-16,0 1 8 0,0 0 2 0,3-3 0 15,-1 2-64-15,1-2 0 0,3 0-9 0,-3 0 0 0,3 0-8 16,0 0-2-16,0-2 0 0</inkml:trace>
  <inkml:trace contextRef="#ctx0" brushRef="#br0" timeOffset="158305.854">21273 5136 1485 0,'0'0'31'0,"0"0"7"0,-3-5-30 0,3 5-8 0,0 0 0 0,0 0 0 16,0 0 72-16,0 0 14 0,0 0 2 0,0 0 1 15,0 0 31 1,0 0 7-16,0 0 1 0,0 0 0 15,0 0-103-15,0 0-25 0,0 0 0 0,3 5 0 0,0 3 0 0,0 2 0 0,-3 1 0 0,3 0 0 16,-3 4 0-16,0-1 0 0,0 2 0 0,-3 2 0 16,3 1 0-16,-3-6 0 0,3 3 0 0,-3 2 0 15,3 1 31-15,-3-3 1 0,0 2 0 0,0-2 0 16,0 3-32-16,0-4 0 0,0-1 0 16,0-1 0-16,0-3-27 0,0 1-1 0,0-3-1 0,1 0 0 15,-1-3 44-15,3-5 9 0,-3 6 1 0,3-6 1 16,0 0-18-1,0 0-8-15,0 0 0 0,-3-6 8 0,0 1-8 0,0-6 10 0,0 1-10 0,0-3 10 16,3-6-2-16,0 3 0 0,0-2 0 0,3-1 0 16,0-2 8-16,0 2 2 0,0-2 0 0,3 0 0 15,-1 0 8-15,1 0 2 0,0 0 0 0,3-1 0 16,0-1 0-16,0 1 0 0,3 1 0 0,0-3 0 16,0 6-2-16,0-1 0 0,3 1 0 0,0-1 0 15,-4 6-2-15,4 0 0 0,0 0 0 0,-3 5 0 16,3-3 2-16,0 3 0 0,0 3 0 0,0 2 0 0,0 1-26 0,-1 2-12 15,1 0 0-15,0 2 1 0,-3 4 11 0,0 4 0 16,0-2 0-16,-3 3-8 0,0 2 8 16,0 0-8-16,-3 3 8 0,-3 0-8 0,0 0-5 0,-3 0-1 0,-3-1 0 0,0 4 0 15,-3-3 0-15,0-3 0 0,-3 0 0 0,0 1 0 16,0 1-4-16,-3-7-1 16,0 3 0-16,-3 2 0 0,3-5 19 15,0 3 0-15,4-3 0 0,-4 0 0 0,3-3 0 16,0 3 0-16,0-3 0 0,3-2 0 0,6-3 0 0,0 0 0 0,0 0 0 0,0 0 0 15,0 0 0-15,0 0 0 0,0 0 0 16,0 0 0-16,3-3-12 0,3-2 0 0,0 0 1 0,3-1 0 16,0 4 11-16,3-6 12 0,2 5-2 0,1-2-1 15,0-1 8-15,0 4 2 0,3-1 0 0,-3-2 0 16,0 5 1-16,0-3 0 0,-4 3 0 0,1 0 0 16,0 3-8-16,-3-1 0 0,0 4-1 0,0-1 0 15,-6 0-11-15,3 3 12 0,-3 0-12 0,-3 0 12 16,0 3-12-16,-3-3 8 0,0 2-8 0,-3 4 8 15,-3-4-8-15,0 3 0 0,0 3 0 0,-3-3 8 16,-2 3-8-16,-1 3 8 0,-3-6-8 0,0 3 8 16,0 2-8-16,-3-4 0 0,3 2 0 0,-2-1 0 15,2-1 0-15,-3-4 0 0,3 1 0 0,-3-3 0 16,0 0 8-16,0 0-8 0,-2-3 12 0,2 0-4 16,0 1-8-16,3-4 0 0,3-2 0 0,0 0 0 15,3 0-40-15,4-2-6 0,-1-1-2 0</inkml:trace>
  <inkml:trace contextRef="#ctx0" brushRef="#br0" timeOffset="207580.089">18398 6012 1579 0,'0'0'32'0,"0"0"10"15,0 0-34-15,0 0-8 0,0 0 0 0,0 0 0 0,0 8 53 0,-3 0 9 0,3 0 2 0,-3-1 0 16,3 4-52-16,-3 0-12 0,0 2 0 0,0 0 0 15,0 6 54-15,-3-4 8 0,3 7 2 0,-3-1 0 16,0 3-64-16,3 2-15 0,-3 1-1 0,0 2-1 16,0-6 17-16,3-1 9 0,-3-1-1 0,0 0 0 15,0-2-8-15,4-4 0 0,-4-1 0 0,0-1 0 16,3 0 0-16,0-2 0 0,-3-3-10 0,3 2 10 16,0-5 0-16,0 1 0 0,3-6 0 0,-3 5 0 15,3-5 8-15,0 0 4 0,0 0 0 0,0 0 1 16,0 0-13-16,-3-8 0 0,3 0 0 0,0 0 0 15,3-5 15-15,0-3 0 0,0 0 0 0,3-5 0 16,0-5 12-16,3-3 2 0,0-1 1 0,2-4 0 16,1 2-9-16,0 3-1 0,3-3-1 0,3 3 0 15,-3 3 36-15,0-1 7 0,3 1 2 0,-1-1 0 16,-2 1-52-16,3 0-12 0,-3-1 0 0,0 3 0 0,0 0 0 0,-3 3 0 16,0 3 0-16,0 2 0 0,-1 3 54 15,1-1 8-15,0 6 2 0,0 3 0 16,-3 3-52-16,0 2-12 0,0 2 0 0,0 6 0 0,0 0 0 0,0 5 0 15,-3 6 0-15,0-1 0 16,0 1 0-16,3 2 0 0,-6 0 0 0,2 0 0 0,-2 1 0 0,0-4 0 16,0 3 0-16,0 0 0 0,-3-2 0 0,-3 2 0 0,3-2 0 0,-3 2 0 15,-3 3 0-15,4-1 0 0,-4 4 0 16,0-1 0-16,0 1 0 0,0-3 0 0,0-3 0 0,0 0 0 16,0-3-48-16,0 1-13 15,3-3-3-15,-3-3 0 16,3-2 0-16,-3-1 0 0,3 1 0 0,0-3 0 15,0 0-53-15,3 0-11 0,-3-3-3 0</inkml:trace>
  <inkml:trace contextRef="#ctx0" brushRef="#br0" timeOffset="207884.197">18344 6139 1337 0,'-18'-3'28'0,"9"3"6"0,4 0-34 0,-1 0 0 0,3 3 0 0,3-3 0 15,0 0 102-15,0 0 14 0,0 0 2 0,0 0 1 16,0 0-31-16,6 2-5 0,5 1-2 0,1 0 0 16,3-1 1-16,3 4 0 0,3-4 0 0,0 1 0 0,0 0-24 0,-1 2-5 15,4-3-1-15,-3 1 0 16,0 0-52-16,0-3-12 0,0 0-1 0,-1-3-1 0,1 3 62 0,0-3 13 0,0 1 3 0,0-1 0 31,0 1-78-31,2 2-15 0,-2-3-3 0,0 3-1 16,0-3-101-16,-6 1-20 0,3 2-4 0</inkml:trace>
  <inkml:trace contextRef="#ctx0" brushRef="#br0" timeOffset="-172577.863">21434 5972 1337 0,'0'0'28'0,"0"0"6"0,0 0-34 0,0 0 0 0,0 0 0 0,0 0 0 0,0 0 109 0,0 0 15 0,0 0 4 0,0 0 0 16,0 0-52-16,0 0-9 0,0 0-3 0,0 0 0 15,0 0-51-15,0 0-13 0,0 0 0 0,0 0 0 16,0 0 54-16,3 5 8 0,-3-5 2 0,0 0 0 16,3 3-52-16,-3-3-12 0,0 0 0 0,3 3 0 15,-3-3 54-15,0 0 8 0,6 0 2 0,-3 0 0 16,-3 0-52-16,0 0-12 16,0 0 0-16,0 0 0 0,3-3 54 0,-3 3 8 0,0 0 2 0,0 0 0 15,0 0-52-15,0-3-12 0,0 3 0 0,0-5 0 16,0 5 54-16,-3-8 8 0,0 5 2 0,0-2 0 15,0 0-52-15,-3 2-12 0,0 1 0 0,-3-1 0 16,3 3 0-16,-3 0 0 0,3 0 0 0,-6 3 0 16,3-1 0-16,-2 1 0 0,-4-1 0 0,0 6 0 15,0-2 0-15,0 2 0 0,-3 2 0 0,0 1 0 16,0-1 0-16,1 4 0 0,-1-1 0 0,0 3 0 16,3-3 0-16,0 3 0 0,3 0 0 0,0 2 0 15,3-2 0-15,0 5 0 0,3 0 0 0,0 1 0 16,4-1 0-16,2-3 0 0,5 3 0 0,-2-2 0 15,3-3 0-15,3 0-12 0,0-3 3 0,3 0 0 16,0-2 9-16,3-3-8 0,0-3 8 0,0 0-8 16,3-2 8-16,-4 0 0 0,4-3 0 0,0 0 0 0,0-3 8 15,0 3 4-15,3-5 1 0,-3 2 0 0,-1 0-13 0,-2-2 0 16,3 0 0-16,0 0 0 16,-3 2-100-16,3-2-22 0,-3-3-5 0</inkml:trace>
  <inkml:trace contextRef="#ctx0" brushRef="#br0" timeOffset="-162296.219">11870 10192 1682 0,'0'0'35'0,"0"0"9"0,0 0-36 0,0 0-8 0,0 0 0 0,0 0 0 16,0 0 83-16,0 0 14 0,0-5 3 0,0 5 1 15,0 0-29-15,0 0-7 0,0 0-1 0,0 0 0 16,0 0 0-16,0 0 0 0,0 0 0 0,0 0 0 16,0 0 0-16,0 0 0 0,0 5 0 0,3 3 0 15,-3 3-51-15,0-1-13 0,3 4 0 0,-3 2 0 16,0 2 0-16,3 3 0 0,0 3 0 0,-3 3 0 15,0-4 0-15,3 1 0 0,-3 0 0 16,0 0 0-16,0-3 0 0,0-2 0 0,0-1-9 0,0-2 9 16,-3 0 0-16,3 0 0 0,0-3 0 0,-3 3 0 15,3-3 0-15,0-2 0 0,-3 2 0 0,3 0 0 16,0 0 0-16,0-2 0 0,0-1 0 0,0 1 0 16,0-3 0-16,3 0-9 0,-3-3 9 0,3-2-12 15,0 2-31-15,3-5-6 0,0-3-2 0,0 1 0 16,3-6-137-16,3 0-28 0</inkml:trace>
  <inkml:trace contextRef="#ctx0" brushRef="#br0" timeOffset="-38764.078">15746 13286 766 0,'0'0'16'16,"0"0"4"-16,0 0 1 0,0 0 2 0,0 0-23 0,0 0 0 0,0 0 0 0,0 0 0 0,0 0 0 0</inkml:trace>
  <inkml:trace contextRef="#ctx0" brushRef="#br0" timeOffset="-19214.534">18285 6845 1450 0,'0'0'32'0,"0"0"6"0,-3 5 2 0,0 3 1 0,-3 0-33 0,3 0-8 0,0 3 0 0,0-1 0 16,-3 1 12-16,3 0 1 0,0 2 0 0,0 3 0 0,0-3 19 0,0 5 4 15,0 1 1-15,0 0 0 16,0-1-28-16,0 1-9 0,0-1 0 0,0 1 0 0,3-3 0 0,-3-3 0 16,0 0 0-16,0-2 0 0,3-1 20 0,-3-2-4 15,0-3 0-15,3 1 0 0,0-6-4 0,0 0 0 0,0 0-1 16,0 0 0 0,0 0-11-16,-3-6 8 0,3-2-8 0,0-2 8 0,3-6-8 0,0 0 0 0,0-5-12 0,3-3 12 15,0 0 0-15,3 0 0 16,0 1 0-16,3-1 0 0,0 0 0 15,0-2 0-15,3 2 0 0,3-3 0 0,-1 1 41 0,1-3 16 0,3-3 3 0,0 0 1 16,0 0 19-16,-3 6 3 0,5 0 1 0,-2 2 0 16,-3 5-35-16,0 3-6 0,-3 3-2 15,-3 3 0-15,0 2-13 0,-3 2-4 0,0 4 0 0,-1 2 0 16,1 2 2-16,-3 6 0 0,-3 3 0 0,3 2 0 16,-3 6-6-1,0 2-2-15,0 3 0 0,0 2 0 0,-3-2-18 0,3 2 0 0,-3-2 8 0,0 3-8 16,-3-4 0-16,3 1 0 0,-3 0 0 0,0 2 0 15,0-2 0-15,0 3-9 0,-3-1 9 0,3 3-8 16,-3-2-11-16,3-1-1 0,0-2-1 0,-3 0 0 16,1-3-13-16,2 0-2 0,-3-5-1 0,0 3 0 15,3-6-37 1,-3 0-7-16,3-2-2 0,-3-1 0 0,3-2-102 0,-3-3-21 0</inkml:trace>
  <inkml:trace contextRef="#ctx0" brushRef="#br0" timeOffset="-18961.947">18285 6895 1267 0,'-12'-2'28'0,"12"2"5"0,-6 2 2 0,-3-2 1 0,9 0-36 0,-6 6 0 0,6-6 0 0,0 0 0 16,0 0 107-16,0 0 14 0,3 5 3 0,0-2 1 15,6 2-46-15,0-2-10 0,6-3-1 0,0 2-1 16,5 1-3-16,1-3 0 0,6 0 0 15,0 0 0-15,-3 0 0 0,-1 0 0 0,4-3 0 0,-3 3 0 16,-6-2-43-16,3-1-9 0,-6 0-1 0,2 1-1 16,1-1-10-16,-3 0-14 15,0 1 3-15,0-1 1 16,0 0-43-16,0 1-9 0,-3-3-2 0,3 2-614 16,-4 0-123-16</inkml:trace>
  <inkml:trace contextRef="#ctx0" brushRef="#br0" timeOffset="-10450.562">18434 7663 1522 0,'0'0'33'0,"0"0"7"0,0 0 2 0,0 0 2 0,0 0-36 0,0 0-8 0,0 0 0 0,0 0 0 15,-3-5 90-15,3 5 16 0,0 0 3 0,0 0 1 16,-6 2-46-16,0 3-8 0,0 3-3 0,0 0 0 0,0 3-23 0,0 0-5 16,3 2-1-16,-3 5 0 15,3 1-16-15,-3 2-8 0,3 5 0 0,-3 1 8 0,0 2-8 0,3 0 0 16,-3-2 0-16,6 2 8 15,-3-6-8-15,0-1 0 0,0-1 0 0,3-3 0 0,-3 1 0 16,0-6 0-16,3 0 0 0,-3 1 0 0,3-4 0 16,-3 1 0-16,3-6 0 0,-3 3 0 0,3-8 0 0,0 0-9 15,0 0 9-15,0 0-13 16,0 0 22-16,0-8 5 0,0 0 1 0,3-5 0 16,0 0-15-16,0-3 0 0,3 0 0 0,0-8 0 0,0 0 0 0,3-5 0 0,0 0 0 15,3-5 0-15,-3 2 0 0,3 0 0 0,-3 0 0 16,3 3 0-16,0-3 0 15,-1 3 12-15,4 3 0 0,0-1 0 0,-3 4 18 0,0-1 3 0,0 3 1 0,0-1 0 16,-3 7-6-16,0-1-2 16,0 3 0-16,0 2 0 0,-4 3 0 15,4 3 0-15,-3 2 0 0,3 3 0 16,-3 3-6-16,0 2-2 0,0 3 0 0,3 3 0 16,-3 2-18-16,0 0 0 0,3 3 0 0,-3 0 0 0,0 0 0 0,0 2 0 0,3-2 0 15,-3 5 0-15,0-5 9 0,0 3-1 0,-3-1-8 0,3 3 12 16,-6-2-12-16,2 2 0 0,1 0 0 0,-3 3 0 15,0-3 0-15,0 6-8 0,0-6 8 0,-3 0-13 16,3 0-2-16,-2-2 0 0,-1-4 0 0,-3 1 0 16,3-2-27-1,-3-1-6-15,3 0 0 0,-3-2-1 0,0-3-12 0,0-1-3 16,3 1 0-16,-3 0 0 0,0-5-102 16,6-3-21-16,-6 3-4 0,-3-1-1 0</inkml:trace>
  <inkml:trace contextRef="#ctx0" brushRef="#br0" timeOffset="-10218.175">18419 7837 1389 0,'-9'-7'30'0,"3"4"6"0,0 0 2 0,0 1 2 0,0-1-32 16,3 0-8-16,3 3 0 0,0 0 0 0,0 0 108 0,0 0 19 0,0 0 4 0,0 0 1 0,6-2-40 0,0-1-7 16,3 3-1-16,0 0-1 0,3 3-10 0,3-1-1 0,-1 1-1 15,4 0 0-15,0-1-19 0,0-2-4 0,-3 3-1 0,3 0 0 16,-3-3-33-16,2 0-6 0,1 0-8 15,3-3 11-15,-3 3 0 0,3 0 0 0,0-3 0 0,3 1-791 16,-1-4-159 0</inkml:trace>
  <inkml:trace contextRef="#ctx0" brushRef="#br0" timeOffset="13658.021">16204 10139 1119 0,'0'0'24'0,"0"0"6"0,0 0 1 0,0 0 1 0,0 0-32 0,0 0 0 0,0 0 0 0,0 0 0 0,0 0 86 0,0 0 11 0,0 0 3 0,0 0 0 15,0 0-23-15,0 0-4 16,0 0-1-16,0 0 0 0,0 0-19 0,-6 3-4 16,6-3-1-16,0 0 0 0,-3 3-28 0,3-3-5 0,-3 8-2 0,0-3 0 15,3-5 32-15,0 8 7 16,0-3 0-16,-3 3 1 0,3 0-28 0,0 0-5 0,0 0-2 0,0 0 0 16,3 2-18-16,-3 1 0 0,0 0-13 0,3 2 5 15,-3 0 8-15,0 0 0 0,3 1 0 0,-3 1 0 16,3 1 0-16,-3 0 0 0,0 0 0 0,3 3 0 15,-3-4 0-15,0 1 0 0,3-2 0 16,-3 1 0-16,0-1 0 0,3-4 0 0,-3 4 0 0,0-1 0 16,0-3 18-16,-3 4 6 0,3-4 0 0,0 1 1 15,-3-1-40-15,3 1-8 0,0-1-1 0,-3-2-1 16,3 3 39-16,-3-3 8 0,0-3 2 0,3 3 0 16,-3-3-39-16,3 1-7 0,0-6-2 0,0 0 0 15,0 0 24-15,0 0 0 0,0 0 0 0,0 0 0 16,0 0 0-16,0 0 0 0,0 0 0 0,0 0 0 0,0 0 0 0,0 0 0 15,0 0 0-15,0-6 0 16,0-1 16-16,0-1 8 0,0 0 2 0,0-6 0 16,0 4-42-16,0-3-8 0,0-1-1 15,0-2-1-15,0 1 52 0,0-4 10 0,0-2 3 0,3 0 0 0,-3 0-39 0,0-6 0 16,3 3 0-16,0 0 0 0,-3-2 0 16,3 5 12-16,0 0-2 0,-3 0-1 15,3 2 8-15,-3 3 2 0,3 0 0 0,-3 3 0 0,0 0-19 16,3 2 0-16,-3 3 0 0,0 0 0 0,0 0 55 0,0 3 7 15,0 0 2-15,0 5 0 0,0-5-52 0,0 5-12 0,0 0 0 0,0 0 0 16,0 0 0-16,0 0 0 16,0 0 0-16,0 0 0 0,0 0 0 0,0 0-18 0,3 5 4 0,-3 3 1 15,3 2 21-15,-3 1 4 0,3-3 0 16,0 5 1-16,0 3-13 0,0 0 0 16,0 2 0-16,0 1 0 0,0 2 0 0,-3 0 0 0,3 3 0 0,-3 0 0 15,3-3 0-15,-3 0 0 16,3 0 0-16,-3-2 0 0,0-1 0 0,0-2 0 0,0-2 0 15,0-1 0-15,-3 0-14 0,3 0-6 0,-3-2 0 0,3-1-1 16,0 4 33-16,0-6 8 0,0 2 0 0,0-2 1 31,3 0-68-31,-3 0-13 0,0-3-4 0,0 1 0 0,0-6 0 0,3 5 0 16,-3-5 0-16,0 0-947 0</inkml:trace>
  <inkml:trace contextRef="#ctx0" brushRef="#br0" timeOffset="21287.616">22428 14468 888 0,'0'0'25'0,"0"0"6"0,0 0-31 0,0 0 0 0,0 0 0 0,0 0 0 16,0 0 98-16,-6 0 14 0,6 0 2 0,0 0 1 0,0 0-17 0,0 0-3 15,0 0-1-15,0 0 0 0,0 0-18 0,0 0-4 16,0 0-1-16,0 0 0 0,0 0-36 0,0 0-7 0,3 6-2 16,0-1 0-16,3-2 28 0,0-1 6 0,3 3 0 0,0-2 1 15,3 0-27-15,0-3-6 16,6 2 0-16,-1 1-1 0,1-3-10 0,0 3-1 0,0-3-1 0,3 2 0 31,0-2 8-31,0-2 1 0,2 2 1 0,4-3 0 0,0 0-35 0,0 1-7 0,3-1-2 0,-1-2 0 16,1 2 19-16,-3-2 0 15,0 2 0-15,-1-2 0 0,-2 2 0 0,-6-2 0 0,0 5 0 16,-3-3 0 0,0 1-40-16,-3-1-4 0,0 0 0 0,-4 3-1 0,1-2 22 0,-3 2 5 0,3-3 1 0,-3 3 0 31,-3 0-75-31,-3 0-16 0,6 0-2 0,-6 0-725 0</inkml:trace>
  <inkml:trace contextRef="#ctx0" brushRef="#br0" timeOffset="21850.845">22693 14265 1314 0,'0'0'37'0,"0"0"8"0,0 0-36 0,0 0-9 0,0 0 0 0,0 0 0 16,0 0 104-16,0 0 20 0,0 0 3 0,0 0 1 16,0 0-36-16,0 0-6 0,0 0-2 15,0 0 0-15,0 0-32 0,0 0-6 0,0 0-2 16,0 0 0-16,0 0 16 0,0 0 4 0,0 0 0 0,0 0 0 15,0 0-52-15,0 0-12 0,-6 2 0 0,0 1 0 16,0 0 0-16,0 4 0 0,-3-1 0 0,3 2 0 16,-3 2 24-1,1 1 1-15,-1-1 1 0,0 4 0 0,0-1-42 0,0 0-8 16,0 3-1-16,-3 0-1 0,3 0 46 0,-3 0 8 16,3 0 3-16,-3-1 0 0,3-1-31 0,0-1 8 15,1 0-8-15,2 0 0 0,0-2 0 0,3-1 0 0,-3-2 8 0,6 0-8 16,0-2 0-16,0-1 0 0,0 0 0 15,3 1 0-15,3-4 8 0,0 1-8 0,0 2 0 0,2-2 0 16,1-1 11-16,3 1-11 0,-3 2 12 0,3-2-12 16,-3-3 12-16,3 3-12 0,-3-1 12 0,3-2-12 15,0 6 9-15,0-6-9 0,0 2 0 0,-1-2 9 16,1 3 3-16,0-3 0 0,0 0 0 0,0 0 0 16,3 0-39-16,-3 0-7 0,3 0-2 15,-3 0 0-15,0 0-137 0,5-3-28 16</inkml:trace>
  <inkml:trace contextRef="#ctx0" brushRef="#br0" timeOffset="28367.773">18172 10184 1436 0,'0'0'32'0,"0"0"6"0,0 0 2 0,0 0 0 0,0 0-32 0,0 0-8 0,0 0 0 0,0 0 0 15,0 0 94-15,0 0 18 0,0 0 3 0,0 0 1 16,-3 3-20-16,3-3-4 0,-6 3-1 0,0 2 0 16,6-5-12-16,-3 5-3 0,0 1 0 0,0-1 0 15,3 3-21-15,-3 0-5 0,3 2-1 0,0 1 0 16,0 0-16-16,0 4-3 0,0-1-1 0,0 4 0 15,0 1-15-15,3 2-3 0,-3 0-1 0,0 3 0 16,0 0-10-16,3-6 0 0,-3 3 9 0,0 1-9 16,0-1 0-16,0-3 9 0,0 1-9 0,0-1 0 15,0 1 8-15,-3-3-8 0,3 0 0 0,0-1 0 16,0 1 0-16,-3 0 10 0,3 0-10 0,-3-3 8 16,3 3-8-16,0-5 0 0,0-1 0 15,0 1-11-15,0-3-24 0,0-3-5 0,0-5 0 0,0 0-1 16,0 0-172-16,0 0-35 0,0 0-6 0,0 0-2 0</inkml:trace>
  <inkml:trace contextRef="#ctx0" brushRef="#br0" timeOffset="31045.935">21154 6761 1269 0,'0'0'36'0,"-3"-8"8"0,0 0-36 0,3 0-8 0,-3 0 0 0,0 2 0 16,0-1 114-16,0-1 21 0,0 2 4 0,-3-2 1 15,6 8-24-15,-3-5-4 0,3 2 0 0,0 3-1 16,0 0-24-16,0 0-5 0,0 0-1 16,0 0 0-16,0 0-65 0,0 0-16 0,0 8 0 0,0 0 0 15,0 6 55-15,0-4 7 0,3 3 2 0,-3 1 0 16,3 1-52-16,0 1-12 0,-3 0 0 0,3 3 0 15,0-1-18-15,0 1-6 0,0-3-2 0,0 2 0 0,0 1 26 16,0-1 0-16,0 1 0 0,3 2 0 0,-3 0 0 0,0-2-10 16,3 2 10-16,-3-3 0 0,3 1-21 15,-3-3 2-15,0 2 1 0,0-2 0 16,0-3-50-16,-3-2-11 16,0 2-1-16,0-2-1 0,0-3-38 0,0-3-7 0,0 3-2 0,-3-3-716 0</inkml:trace>
  <inkml:trace contextRef="#ctx0" brushRef="#br0" timeOffset="31488.649">21130 6718 1890 0,'0'0'41'0,"0"0"9"0,0 0 2 0,0 0 1 15,0 0-42-15,0 0-11 0,0 0 0 0,0 0 0 0,0 0 68 0,0 0 12 0,0 0 3 0,0 0 0 16,6 5 1-16,-3-2 1 0,3 2 0 0,-3 1 0 16,3-1-45-16,3 0-8 0,-3 1-3 0,3 2 0 15,3-3-11-15,0 0-2 0,3 3-1 16,3 0 0-16,-1-3-4 0,1 3-1 0,0 0 0 0,0-3 0 16,3 3-10-16,-3 0 12 0,3 0-12 0,-4 0 12 15,1 0-12-15,0-3 12 0,3 3-12 0,-6-2 12 16,0-1-12-16,0 3 0 0,-3-5 0 0,-4 4 0 0,1-1 8 15,-3-1-8-15,0 3 0 0,-6-3 8 16,0 3 24-16,-3 0 4 0,0 3 0 0,-6-1 1 16,-3 1-29-16,1 2-8 0,-4 0 0 0,-3 1 0 0,3 1 0 15,-3-1 0-15,-3 2 0 0,0-3 0 0,1 3 0 0,-4 0 0 16,0-3 0-16,0 3 0 0,3-3 0 16,-3-3 0-16,1 1 0 0,2 0 0 0,3-1-14 0,0-2-4 15,3-3-1-15,3 3 0 16,3-5-21-16,-2 2-4 0,5-2 0 0,6-3-1 31,0 0-15-31,0 0-4 0,0 0 0 0,0 0-682 16,0 0-137-16</inkml:trace>
  <inkml:trace contextRef="#ctx0" brushRef="#br0" timeOffset="36948.919">12686 10108 1792 0,'0'0'40'0,"0"0"8"0,0 0 1 0,0 0 1 0,0 0-40 0,0 0-10 0,0 0 0 0,0 0 0 0,0 0 98 0,0 0 18 16,0 0 3-16,0 0 1 0,0 0-36 0,0 0-8 15,0 0 0-15,0 0-1 0,-6 5-18 0,3 3-3 16,3 0-1-16,-3 2 0 0,3 1-23 0,-3 2-5 15,3 3-1-15,0 0 0 0,0 5-16 0,0 3-8 16,-3 0 8-16,3 2-8 0,0 3 26 16,0-2 0-16,0-1 0 0,0-2 0 0,3-3-40 0,-3 0-8 0,0-5-2 0,0 0 0 15,3 3 24 1,-3-6-9-16,3 0 9 0,-3 0 0 0,0-2-23 0,3 0 3 16,-3-3 0-16,0-1 0 15,3 1-28-15,0-2-6 0,0-1-1 0,0 0-715 16,3-2-143-16</inkml:trace>
  <inkml:trace contextRef="#ctx0" brushRef="#br0" timeOffset="46964.416">15546 14389 1267 0,'0'0'28'0,"-6"-5"5"0,3-1 2 0,-3 1 1 15,0 0-36-15,0 2 0 0,1 0 0 0,2 1 0 0,3 2 81 0,0 0 10 16,0 0 1-16,-9 2 1 16,9-2 5-16,0 0 1 0,0 0 0 0,0 0 0 0,-3 6-28 0,3 2-6 15,0-3-1-15,0 3 0 0,6 0-9 0,0-3-3 16,-1 3 0-16,4 0 0 0,3 0-9 0,3 0-3 15,0 0 0-15,3-3 0 0,0 3-12 0,3-5-4 0,-1 2 0 0,1 0 0 16,0-2-9 0,0-3-3-16,3 3 0 0,-3-1 0 0,2-4-12 0,1 2 0 15,0-3 0-15,3 0 0 0,0 1 0 0,-4-1 0 0,4 0 0 0,-3 1 0 16,-3-1 0 0,0-2 0-16,-3 2 0 0,-4 3 0 15,4-2-33-15,-6-1 0 0,0 3 0 0,-3-3 0 16,-3 1-81-16,0 2-16 0,0-3-3 0,-3 3-533 15,-3 0-106-15</inkml:trace>
  <inkml:trace contextRef="#ctx0" brushRef="#br0" timeOffset="47452.203">15743 14148 1396 0,'0'0'31'0,"0"0"6"0,0 0 2 0,-6-2 0 0,6 2-31 0,-6-3-8 0,0 0 0 0,6 3 0 0,0 0 75 0,-9 0 13 0,9 0 4 0,-6 0 0 16,6 0 16-1,-3 0 4-15,3 0 1 0,-6 0 0 0,6 0-46 0,-6 6-10 16,6-6-1-16,-6 2-1 0,3 3-14 0,-3 1-2 16,3-4-1-16,-3 6 0 0,3-2-14 0,-3 2-4 15,0-1 0-15,0 1 0 0,-2 3-11 0,2 0-9 16,0-1 12-16,-3 1-12 0,0 2 8 0,3 3-8 16,-3-3 0-16,3 3 0 0,0 0 0 0,3 0 0 0,-3 2 0 15,3 1 0 1,0-1 22-16,3-2 1 0,0 3 0 0,3-3 0 15,0-3-23-15,0 0-18 0,3 0 3 0,0-2 1 0,3-1 14 16,-3 1 16-16,6-3-3 0,-3 0-1 0,0-3-12 0,2 0 11 0,1 1-11 0,0-1 10 16,0-2-10-16,-3 2 0 0,3-2 0 15,-3 2 0-15,3-2 0 0,-3-1 0 0,3 4 0 0,0-4 0 16,0 3-52-16,-1-2-2 0,1 0-1 0,3-1 0 31,0 1-168-31,3 2-33 16</inkml:trace>
  <inkml:trace contextRef="#ctx0" brushRef="#br0" timeOffset="51214.716">21083 7515 1459 0,'0'0'41'0,"0"0"10"16,0 0-41-16,0 0-10 0,0 0 0 0,0 0 0 0,0 0 73 0,0 0 13 16,0 0 2-16,0 0 1 0,3 5-20 0,0 3-4 15,-3-3-1-15,3 0 0 0,0 3 0 16,0 0 0-16,0-2 0 0,-3 2 0 0,3 2-1 0,3-2-1 0,-3 3 0 0,0-1 0 31,2 1-37-31,-2 2-7 0,3-2-2 0,-3 5 0 0,0-3-7 0,3 3-1 0,-3 0-8 0,0-1 12 16,0 4-12-16,0 2 8 15,0-2-8-15,0 4 0 0,0 1 9 0,0 0-9 0,-3 2 8 0,0-4-8 16,0-1 0-16,0-3 0 0,0-2 8 0,0 0-8 16,0-3 0-16,0 1-16 0,-3-4 4 0,3-2 1 31,-3 0-109-31,3-3-21 0,0-5-5 0,0 0-811 15</inkml:trace>
  <inkml:trace contextRef="#ctx0" brushRef="#br0" timeOffset="51582.26">21160 7528 1728 0,'0'0'38'0,"-6"-3"8"0,-3 1 2 0,3-4 0 0,0 4-39 0,0-1-9 0,0 0 0 0,1 3 0 15,-1 0 100-15,0 0 19 0,6 0 3 0,0 0 1 16,0 0-53-16,0 0-10 0,0 0-3 0,0 0 0 0,0 0-21 0,3 6-5 16,-3-1-1-16,6 3 0 15,-1-3-2-15,4 0 0 0,0 3 0 0,3-2 0 0,3 2-8 0,0-3-1 0,3 0-1 16,3 0 0-16,-3 1-9 0,2-1-1 0,1 0-8 16,0 1 12-16,0-1-12 0,-3 0-8 0,0 3 8 0,-1 0-13 15,-2-3 22-15,3 1 5 0,-6-1 1 16,3 3 0-1,-3-3-24-15,0 3-5 0,-3 0-1 0,0 0 0 0,-3 0 15 0,-3 3 0 0,-3-3 0 0,0 2 0 16,0 1 0-16,-6-1 0 0,0 3 0 0,-3 1 0 16,0-1 21-1,-3 3 7-15,0 0 2 0,0 2 0 16,-3 1-48-16,3-1-10 0,0-2-1 0,-2 3-1 0,-1-1 49 0,-3-2 9 16,0 0 3-16,0 0 0 15,3-3-47-15,-3-2-8 0,3-1-3 0,1-2 0 16,2 3-110-16,0-6-23 0,0 0-4 0,3 1-855 0</inkml:trace>
  <inkml:trace contextRef="#ctx0" brushRef="#br0" timeOffset="52574.096">23791 5154 1306 0,'0'0'28'16,"0"0"7"-16,0 0 1 0,0 0 1 0,0 0-29 0,0 0-8 0,-5 3 0 0,5-3 0 0,-3 5 76 0,0 1 15 0,-3-1 2 0,3 0 1 16,3-5-34-16,-3 8-6 15,0 0-2-15,3 0 0 0,-3 3-24 0,3-1-4 0,0 1-2 0,0 2 0 16,0-2-22-16,0 2 8 0,3 0-8 15,-3 0 0-15,0 1 0 0,3 1 8 0,0-1-8 0,0-1 0 16,0 0 0-16,0 0 0 0,3 1 0 0,-4-4-8 16,4 1-3-1,-3-3 0-15,3 0 0 0,0-3 0 0,0-2 11 0,0-1-10 0,0-2 10 0,0 0-10 16,3-2 10-16,-3-1 0 0,3-5 0 0,-3 0 0 16,6 3 26-16,-3-6 1 0,0 1 0 0,0-4 0 15,0 1 31-15,-1 0 6 0,1 2 2 0,0-2 0 16,0 0-3-16,0 2-1 0,-3 1 0 0,0-6 0 15,0 0-10-15,0 3-1 0,-3-1-1 0,-3 1 0 16,3 0-18 0,-3 0-4-16,-3 2-1 0,0-2 0 0,-3 5-13 0,0-3-2 0,0 3-1 0,-3 1 0 15,0 1-28-15,0 4-6 0,0-1-1 0,-2 3 0 0,-1 0 24 0,0 3 0 16,0 2 0-16,0 0 0 0,0 0 0 0,0 6 0 16,3 0 0-16,-3-1 0 15,3 6-209-15,-3-3-38 0,0 3-7 16</inkml:trace>
  <inkml:trace contextRef="#ctx0" brushRef="#br0" timeOffset="53172.268">23821 5911 1695 0,'0'0'37'0,"0"0"8"0,0 0 2 0,-3-5 1 0,-3 2-39 0,6 3-9 0,0 0 0 16,0 0 0-16,0 0 81 0,-6 0 15 0,3 3 2 0,-3 2 1 16,3-2-51-16,-3 5-11 0,4-3-1 0,-4 6-1 15,3-3-19-15,-3 2-3 0,0 3-1 0,0 1 0 0,3 1-12 0,0 1 0 16,0 0 0-16,0 0 0 0,0 0 0 0,3 3 0 15,0-4 0-15,0 1 0 0,3-3 0 0,0 3-15 16,0 0 3-16,3-3 1 0,3 1-3 0,-3-4-1 16,0 1 0-16,0-3 0 0,-1 0 7 15,1-3 8-15,0 0-13 0,0-5 5 0,3 0 8 16,-3 0 0-16,3-5 0 0,0 0 0 16,0-3 15-16,3-3-2 0,-3 3 0 0,0-2 0 15,3-4-3-15,-3 4-1 0,-3-3 0 0,2-1 0 0,1 1 43 16,-3 3 8-16,-3-6 1 0,3 3 1 15,-3-3-23-15,-3 2-5 0,0-1-1 0,0-1 0 16,-3 2-13-16,0-1-4 0,-3 1 0 0,0 4 0 0,-3-4 1 0,1 4 0 0,-1 2 0 16,0 0 0-16,-3 3-17 0,0 2 0 0,3 3-11 0,-3 0 11 15,0 3-53-15,0 2-4 0,3 3-1 0,-6 0 0 16,1 2-129 0,-1 6-25-16</inkml:trace>
  <inkml:trace contextRef="#ctx0" brushRef="#br0" timeOffset="53861.874">23729 6700 1177 0,'0'0'25'0,"0"0"6"0,0 0 1 0,0 0 2 0,0 0-34 0,0 0 0 0,0 0 0 0,0 0 0 16,0 0 117-16,0 0 17 0,0 0 3 0,-6 0 1 15,0 2-26-15,0 1-4 0,0 0-2 0,-3 2 0 16,3 3-44-16,-3 0-9 0,0 2-1 0,0 4-1 15,-2-4-35-15,2 3-6 0,0 1-2 0,-3 2 0 16,3-1-8-16,0 1 0 0,0 0 0 0,3 3 0 16,0-3 0-16,0 2 0 0,3 1 0 0,0-4 0 15,3 4 0-15,0-1 0 0,3 1 0 16,3-3 0-16,3 0-16 0,0-3 5 0,3 0 1 16,0-2 0-16,3-3 1 0,0-3 0 15,-1-5 0-15,4 0 0 0,0 0 9 0,0-5 0 0,0-3 0 16,0 0 0-16,0-3 28 0,-4-2 0 0,1 0 1 0,0 0 0 15,-3-3 4-15,3 2 1 0,-3-1 0 0,0-1 0 0,-3 0 23 16,0 0 5-16,0 0 1 0,-6 0 0 0,3-2-51 0,-6 2-12 16,3-3 0-16,-6 3 0 0,3-2 0 0,-6-1 0 15,0 1 0-15,0 2 0 0,-3 0 54 16,0 3 8-16,0 0 2 0,0 5 0 16,-3 0-72-16,0 2-15 0,0 4-2 15,-6 2-1-15,4 2 6 0,-4 4 0 16,-3 2 1-16,0 2 0 0,3 4-101 15,-3 1-20-15,3 1-4 0,-2 0-574 0,5 5-115 0</inkml:trace>
  <inkml:trace contextRef="#ctx0" brushRef="#br0" timeOffset="54306.044">23774 7380 1310 0,'0'0'37'0,"0"0"8"0,0-8-36 0,-3 2-9 0,3 4 0 0,0 2 0 0,0-5 87 0,0 5 15 0,0 0 3 0,0 0 1 0,0 0-5 0,0 0-1 16,0 0 0-16,0 0 0 0,0 0-13 0,0 0-3 15,3 7-1-15,-3 1 0 0,3 3-25 0,-3 2-5 16,0 3-1-16,0 0 0 0,0 2-6 0,0 4-2 16,0-1 0-16,0 0 0 0,0 3-35 0,0-3-9 0,0 0 0 0,0 0 0 15,0 0 0 1,0 1 0-16,-3-1 0 0,3 0 0 0,-3-2 0 15,0-1 12-15,0 1-12 0,0-1 12 0,0 1-12 0,0-1 0 16,0 1-12-16,0-1 12 0,0 1 0 0,0-3 0 0,0-1 0 0,0 1 0 31,3-2-21-31,-3-1 3 0,3-3 1 0,0 4 0 16,0-6-109-16,0-3-22 0,3 0-4 0,-3 0 0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4-19T21:52:10.34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14463 9354 1398 0,'3'-6'59'16,"0"4"-47"-16,-3 2 68 0,0 0 13 0,3-6 3 0,-3 6 1 31,0 0-23-31,0 0-5 0,0 0-1 0,0 0 0 0,0 0-29 0,0 0-7 0,0 0 0 0,0 0-1 16,-6 0-22-16,0 3-9 0,6-3 8 15,-6 3-8-15,6-3-14 0,-6 5-8 0,6-5-2 0,-6 5 0 16,3-2 6-16,0 2 1 16,3-5 0-16,-6 5 0 15,6-5-75-15,-3 6-16 0,0-4-2 0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0T22:01:26.95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14933 6697 966 0,'0'0'27'0,"0"-3"7"0,0-5-34 0,0 3 0 0,0-3 0 0,0 3 0 16,0-3 81-16,0 0 10 0,0 0 1 0,0 3 1 16,0-3 28-16,0 0 6 0,0 3 1 15,-3-1 0-15,3-2-52 0,0 3-9 0,-3 2-3 0,0-2 0 16,3 0 10-16,0 5 2 0,-6-3 0 0,3 3 0 15,-3 0-40-15,0-2-7 0,0 4-1 0,0-2-1 16,-3 3-5-16,1 2-1 0,-1 0 0 0,0 3 0 16,0 0-5-16,0 3-2 0,-3 2 0 0,3 3 0 15,-3 3-14-15,3-1 11 0,0 3-11 0,0 0 10 16,0-2-20-16,0 2-4 0,3-2-1 0,1 2 0 0,-1-5 24 16,3 2 5-16,0 1 1 0,3-3 0 0,0-1-15 15,3 1-10-15,0-2 2 0,3-1 0 16,-1 0-9-16,1 0-2 0,6-2 0 0,-3-1 0 0,3-2-1 0,0-2-1 15,3 2 0-15,0-6 0 0,3 1 5 0,-3-3 2 16,-1 0 0-16,1-5 0 0,0-1 14 0,0 1 0 16,0-6 0-16,0 1-9 0,0-1-5 15,0 1-1-15,0-4 0 0,-1 4 0 16,-2-3 54-16,3-1 10 0,-3 1 3 0,0 0 0 0,0 0-2 0,-3-1 0 0,-3-1 0 0,0-1 0 16,-3 0-1-16,0 0 0 15,-3-3 0-15,-3-2 0 0,0 3-25 0,-3-3-4 0,-3 2-2 0,-3 1 0 16,3-1-10-16,-3 3-8 0,0 3 12 15,-3 2-12-15,3 3 20 0,-2 3-2 16,2 0-1-16,-6 2 0 16,6 1-46-16,-3 4-10 0,0-2-1 0,-3 5-1 15,0 1-87-15,-2 2-16 0,2 2-4 0,3 1-918 0</inkml:trace>
  <inkml:trace contextRef="#ctx0" brushRef="#br0" timeOffset="611.21">15469 6628 1958 0,'0'0'43'0,"0"0"9"0,-3-2 1 0,3-4 3 0,0 4-45 0,0 2-11 0,-3-6 0 0,3 6 0 16,0 0 104-16,-6 0 20 16,0 0 3-16,0 3 1 0,-3 0-103 0,3 2-25 0,-3 6 0 0,0-4 0 31,3 7 56-31,-3 2 7 0,1-1 1 0,2 1 0 0,0 3-64 0,0-1-12 16,0 4-2-16,0-4-1 0,3 1 15 0,0 2 0 15,3-5 0-15,-3 5 0 0,3-5 0 0,0 2 0 16,3-2-10-16,-3 0 10 0,3-3 10 0,3 0 6 15,0-2 2-15,3 0 0 0,-3-4-66 16,2-1-12-16,4-1-4 0,3-5 0 0,0 0 52 0,0 0 12 0,3-5 0 0,0-1 0 16,6-1 0-16,-1-1 12 0,-2 0-3 0,3-3 0 15,0 1 8-15,0-1 2 0,-1-2 0 0,-5 2 0 16,0-2 13-16,-3-3 4 0,-3 3 0 0,0-3 0 16,-3 0 7-16,-3 0 1 0,-3-2 1 0,0-4 0 15,-3 4-19-15,0-3-4 0,-3 0-1 0,0-1 0 16,-3 1-10-16,-3 3-3 0,-6-1 0 15,0 3 0-15,0 3-8 0,-6 3 0 0,-2-1 0 0,-4 6 0 16,0-1-16 0,-3 6-9-16,3 0-2 0,-2 6 0 0,2 2-77 0,0 2-16 0,3 1-4 15,0 2-637-15,1 0-128 0</inkml:trace>
  <inkml:trace contextRef="#ctx0" brushRef="#br0" timeOffset="1884.922">14960 7361 1666 0,'0'0'36'0,"0"0"8"0,0 0 2 0,0 0 2 0,0 0-39 0,0 0-9 0,-6 0 0 0,6 0 0 16,-9 0 104-16,3 0 20 0,0 0 3 0,-3 3 1 16,3-1-48-16,0 1-8 0,-3 0-3 0,3 5 0 15,-3-3-29-15,1 3-5 0,-1 3-2 0,3 2 0 16,-3 3-18-16,0-1-4 0,3 4-1 0,0 2 0 16,0 0-10-16,0 1 0 0,3-1 0 0,-3 0 0 15,6-3 0-15,-3 1 0 0,3-3 0 0,3 0 0 0,0 0 0 16,0-3 0-16,6-3 0 0,-3 4 0 15,6-4-23-15,-3-2 3 0,3 0 1 0,2-3 0 0,-2-2 7 16,0 0 0-16,0-1 1 0,0-4 0 16,3-1 11-16,-3 0 0 0,3-5 0 0,0 3-8 0,-3-5 8 15,2 2 0-15,1-3 8 0,0-2-8 16,0 2 35-16,-3-2 2 0,0 0 1 0,3-3 0 16,-6 0 14-16,0-3 4 0,0-2 0 0,-3-3 0 0,-3-2-15 0,-1 0-2 15,-2-1-1-15,-2 1 0 0,-4 4-18 0,0 1-3 0,0 5-1 16,-6 1 0-1,3-1-28-15,-6 5-7 0,3 0-1 0,-3 4 0 0,0-1 20 16,-3 5 0-16,4 0 0 0,-1 3 0 0,-3 0 0 0,3 3 8 16,-3 2-8-16,0 1 12 15,-3-1-120-15,3 5-25 0,-2-2-5 16,5 6-1014-16</inkml:trace>
  <inkml:trace contextRef="#ctx0" brushRef="#br0" timeOffset="2308.943">15644 7327 1422 0,'0'0'31'0,"0"-6"6"0,0-1 2 0,0 1 1 0,3-2-32 0,0 0-8 0,0 0 0 0,0 3 0 0,0-3 114 0,0 3 21 16,0 0 4-16,0-1 1 0,0 4-24 0,-3 2-5 16,0 0-1-16,0 0 0 0,0 0-15 0,0 0-3 15,0 0-1-15,0 0 0 0,3 5-22 16,-3 3-4-16,0 2-1 0,0 1 0 15,0 0-51-15,0 5-13 0,-3-1 0 0,3 4 0 0,-3 2 0 0,0 0 0 16,3 3 0-16,-3 3 0 0,3-1 0 0,0 0 0 16,0-4 0-16,3 1 0 0,-3-1 0 0,3-1 0 15,-3-5 0-15,3 0 0 0,-3-3 0 0,3 0 0 0,-3 3 0 0,3-6 0 16,-3 1 0-16,3 0 0 0,-3-3 0 0,0 2 0 16,3-2-48-1,-3-3-13-15,0 3-3 0,3 0 0 16,-3-2-102-16,0-6-21 0,0 0-4 0,0 0-1 0</inkml:trace>
  <inkml:trace contextRef="#ctx0" brushRef="#br0" timeOffset="2847.364">14975 8089 1792 0,'0'0'51'0,"0"0"10"0,-3-5-49 0,3 2-12 0,0 3 0 0,0 0 0 15,0 0 98-15,0 0 17 0,0 0 3 0,0 0 1 16,0 0-37-16,0 0-7 0,0 0-2 0,0 0 0 15,0 0-7-15,0 0-2 0,0 0 0 0,3 5 0 16,-3 0-51-16,3 6-13 0,-3 0 0 0,0 2 0 16,0 0 0-16,0 3 0 0,0 5 0 0,-3 3 0 15,3 0 0-15,-3 2 0 0,3 1 0 0,0 2 0 16,-3-3 0-16,3-2 0 0,0 0 0 0,-3 0 0 16,0-3 0-16,3-3 0 0,-3 1 0 0,0-1 0 15,0 1 0-15,3-3 0 0,-3-3 0 16,3 0 0-16,-3 1 0 0,3-1 0 0,0 0 0 0,-3-2 0 15,3-1-48 1,0-2-13-16,3 0-3 0,-3-3-682 0,3-2-137 0</inkml:trace>
  <inkml:trace contextRef="#ctx0" brushRef="#br0" timeOffset="3372.136">15665 8181 1272 0,'0'0'36'0,"0"0"8"0,-3-2-35 0,-3-1-9 0,0 0 0 0,6 3 0 16,-6 0 113-16,1 0 21 0,2 0 4 0,3 0 1 15,-6 3-9-15,0 0-2 0,0 2 0 0,0 3 0 16,0 0-91-16,0 5-18 0,0 3-4 0,0 3-1 16,0-1-1-16,3 3 0 0,-3 3 0 0,3 0 0 15,3-3-13-15,-3-2 0 0,3-1 8 0,0 3-8 16,3-5 0-16,0-3 0 0,3 3 0 0,0-3 0 15,3-2 0-15,0-3 0 0,0 3-9 16,6-3 9-16,-3-3-18 0,-1 0 2 0,4 0 1 0,-3-5 0 16,3 0 15-16,0-2-9 0,-3-1 9 0,3-2-8 0,-3 0 8 15,0-3 0-15,-3 0 0 0,2-3 0 16,1 3-8-16,-3-2 8 0,3-1-8 0,-3 0 8 0,0 1 46 16,-3-6 14-16,0 0 4 0,-3 0 0 0,0-5 0 15,0 0 0-15,-6 0 0 0,0-3 0 0,0 3 0 0,-3 0 0 16,-3 2 0-16,0 0 0 15,0 1-52-15,0 5-12 0,-3-1 0 0,0 7 0 16,-2-4-9-16,-1 6-5 0,-3-3-1 0,-3 2 0 0,-3 4-5 0,0 2-2 0,-2 0 0 0,-7 2 0 31,3 4-94-31,3 2-20 0,-2 0-3 0,-1 5-941 0</inkml:trace>
  <inkml:trace contextRef="#ctx0" brushRef="#br0" timeOffset="3982.118">15002 9020 1074 0,'0'0'30'0,"0"0"8"0,0 0-30 0,0 0-8 0,0 0 0 0,0 0 0 16,0 0 104-16,0 0 19 0,-3-5 4 0,3 5 1 31,0 0 0-31,0 0 0 0,0 0 0 0,0 0 0 0,0 0-14 0,-6 3-2 0,6-3-1 0,-3 5 0 16,0 0-48-16,0 6-10 15,3-3-1-15,-3 5-1 0,3 0-24 0,0 3-5 0,3 3-1 0,-3-1 0 16,0 6-9-16,3-3-3 0,-3-2 0 0,0 2 0 16,3 0-9-1,-3 0 0-15,0-2 0 0,0 2 0 0,0-3 0 0,-3 1 0 16,3-1 0-16,-3 1 0 0,0 2 0 16,3 0 0-16,-6 0 0 0,6 1 0 0,-3-1 0 0,0-3 0 0,0 3 0 0,0-2 0 15,0-1 8-15,0-2-8 0,3-5 12 0,-3 2-4 16,3-2-8-16,0-1 0 0,0-2 0 0,0-3 0 15,0-5-55-15,0 0-13 0,0 0-2 0,6 0-1 16,-3-2-148 0,0-3-29-16,0-6-7 0,3-5-1 0</inkml:trace>
  <inkml:trace contextRef="#ctx0" brushRef="#br0" timeOffset="4453.441">15713 9086 1497 0,'0'0'32'0,"0"0"8"0,0 0 0 0,0-5 4 0,0 5-36 0,0-3-8 0,0 3 0 15,0 0 0-15,0 0 96 0,0 0 16 0,0 0 4 0,0 0 1 16,0 0-14-16,0 0-3 0,0 0-1 0,0 0 0 15,0 0-24-15,0 8-5 0,-3 0-1 0,3 6 0 16,-3 1-24-16,3 1-5 0,-3 5 0 0,0-2-1 16,0 2-15-16,0 0-4 0,0-2 0 0,0-1 0 0,0 4-6 0,0-1-2 15,-3-3 0-15,3 3 0 16,0 1-12-16,0-4 9 16,0 3-9-16,0 0 8 15,0 1-8-15,0 1 0 0,3-1 0 0,0-1 0 0,-3-3 0 0,3 1 0 16,0-6 0-16,0 3 0 0,0-6 0 0,0 1 0 0,3-3 0 0,0-3-11 15,0 1-93-15,0-4-18 0,3 1-4 0,0-3-982 0</inkml:trace>
  <inkml:trace contextRef="#ctx0" brushRef="#br0" timeOffset="15939.543">23369 6678 1497 0,'0'0'32'0,"0"0"8"0,0 0 0 0,-6-2 4 0,0-1-36 0,0 1-8 16,3 2 0-16,-3-3 0 0,-3 0 104 0,3 1 20 15,-3-1 3-15,3 3 1 0,-3-3-24 0,3 3-5 0,-3 0-1 0,0 0 0 16,1 0-54-16,-1 3-10 0,0 2-2 0,0 1-1 15,-3-4-9-15,3 6-2 0,0 0 0 0,0 5 0 16,0-2-4-16,0 2-2 0,0 6 0 0,3-3 0 16,-3-1 12-16,3 4 2 0,1-1 1 0,-1 1 0 15,3-1-29-15,0-2 0 0,3 3 0 16,0-3 0-16,3 0-45 0,0-3-15 0,3 3-4 16,2-3 0-16,-2-2 40 0,6-1 7 0,0 1 1 0,3-3 1 31,3-3-9-31,0 0-1 0,-3 1-1 0,6-6 0 0,-4 0 6 0,1-3 2 0,3-2 0 0,0-3 0 15,-3 0 18-15,3-3 0 0,-1-2 0 0,-2 0 0 16,3-1 0-16,-3 1-8 0,0-3 8 0,-3 0-13 16,3 1 61-16,-6-1 13 0,-1 0 3 0,1 0 0 15,-3 0-52-15,-6 0-12 0,0 0 0 0,-3-2 0 16,0-1 54-16,-6 3 8 0,0 1 2 0,-3-1 0 0,-3 2-52 0,1 1-12 16,-1 5 0-16,-3 0 0 15,0 3 0-15,-3 5-10 0,3 0 2 0,-6 5 0 16,0 1-40-16,-2 2-7 15,-1 2-1-15,0 3-1052 0</inkml:trace>
  <inkml:trace contextRef="#ctx0" brushRef="#br0" timeOffset="16717.538">23312 7472 1552 0,'0'0'44'0,"0"0"10"0,0 0-43 0,0 0-11 0,0 0 0 0,0 0 0 15,0 0 104-15,-6-2 20 0,0-1 3 0,0 3 1 0,0 0-52 0,0 3-9 0,1-3-3 0,-1 5 0 16,0 0 0-16,-3 3 0 0,3 0 0 0,-3 3 0 16,0 2-51-16,3 0-13 15,0 3 0-15,-3 0 0 0,3 0 0 0,3 0 0 0,-3 0 0 0,3 2 0 16,0-2 0-16,0 0 0 0,0 0 0 0,3 2 0 16,0-5 0-16,0 1 0 15,3-1 0-15,0 0 0 0,3-2-9 0,0-1 9 0,0 1-13 0,3-3 5 16,0 0 0-16,3-3 0 0,-3-2 0 0,3-1 0 15,0-2 20-15,2 0 4 0,1-5 0 0,0 2 1 16,0-2-28-16,3-3-5 0,0-2-2 0,-3-1 0 16,0-2 28-16,-1 0 6 0,-2-1 0 0,3-2 1 15,-3 1 39-15,0-1 7 0,-3 0 1 0,-3 0 1 0,0-3-52 16,0 1-13-16,-3-3 0 0,-3-3 0 0,0 3 0 16,-3 0 0-16,0-1 0 0,-3 7 0 15,-3-1 0-15,3 2 0 0,-3 4 0 0,-3-1 0 0,0 3 0 0,-3 6 0 16,1-1 0-16,-1 6 0 15,-3-3 0-15,-3 5 0 0,3 3 0 0,-3 2 0 16,0 4-202-16,1-1-43 0,-1 5-9 0,3-2-2 16</inkml:trace>
  <inkml:trace contextRef="#ctx0" brushRef="#br0" timeOffset="17416.671">23327 8200 1497 0,'0'0'32'0,"0"0"8"0,0 0 0 15,-6 3 4-15,0 2-36 0,0-2-8 0,0 2 0 0,0 0 0 0,0 3 72 0,0 0 12 0,0 3 2 0,1 2 1 16,-1 0-39-16,3 3-8 0,-3 0-2 0,3 0 0 15,0 2-19-15,0-2-4 16,3 3-1-16,0-4 0 0,0-1-14 0,0-1 0 0,3 3 8 0,-3-3-8 16,3 3 0-16,0-3-18 0,0-2 4 15,3 2 1-15,-3-2 13 0,3-4 0 0,2 1 0 16,-2 0 0-16,3 0 0 0,-3-2 0 0,3-1 0 16,-3-2 0-16,6-1 9 0,-3-2 5 0,3 0 1 15,-3-2 0-15,0-1 15 0,0-2 3 0,0-1 1 16,3-2 0-16,-4 0 24 0,1-2 5 0,0-1 1 0,0-2 0 15,0-3-8-15,0 3 0 0,-3-3-1 0,0-2 0 16,0-1-25 0,-3-2-5-16,0 0-1 0,0-3 0 0,-3 3-24 0,0 2 0 0,-3-2 0 15,0 2 0-15,0 4 34 0,0 4 2 0,-3-2 0 0,-3 5 0 16,3 0-7-16,-3 3-1 0,0 2 0 0,-3 3 0 16,-2 0-73-16,2 3-15 15,-3 2-4-15,-3 0 0 0,0 3-51 0,-3 5-10 0,3 1-3 16,-3 4 0-16</inkml:trace>
  <inkml:trace contextRef="#ctx0" brushRef="#br0" timeOffset="18398.037">23390 8946 1414 0,'0'0'31'16,"0"0"6"-16,0 0 2 0,0 0 1 0,-6 3-32 0,0 2-8 0,0-2 0 0,0-1 0 15,0 1 48-15,0 2 8 0,6-5 2 0,-6 3 0 0,6-3-18 0,0 0-4 16,-6 3-1-16,6-3 0 16,0 0-8-16,0 0-2 0,0 0 0 0,0 0 0 0,0 0-4 0,-6 2-1 15,6-2 0-15,0 0 0 16,0 0-5-16,0 0-2 0,0 0 0 0,-3 3 0 0,3-3-13 0,0 0 0 15,0 0 0-15,0 0 0 0,0 0 32 16,0 0 3-16,0 0 1 0,0 0 0 0,-6 0-7 0,6 0-1 0,0 0 0 0,0 0 0 16,0 0-28-16,0 0-10 0,0 0 0 0,0 0 0 15,0 0 10-15,0 0 0 16,0 0 0-16,0 0 0 0,0 0 0 0,0 0 0 0,0 0 0 0,0 0 0 16,0 0 0-16,0 0 0 0,0 0 0 0,0 0 0 15,0 0-11-15,0 0 0 16,0 0 0-16,0 0 0 0,0 0-8 0,0 0-1 0,0 0-1 15,0 0 0-15,3-3-11 0,-3 3-3 0,3-2 0 16,-3 2 0-16,0 0-9 0,0 0-3 0,3-3 0 0,-3 3 0 16,3-3 13-1,-3 3 2-15,3-2 1 0,-3 2 0 0,6-3 20 0,-6 3 11 0,3 0-12 0,3-3 12 16,-3 1 0-16,-3 2 0 0,0 0 0 0,0 0 0 16,0 0 17-16,3-3 4 0,-3 3 1 0,0 0 0 15,3-3 11-15,-3 3 3 0,0 0 0 0,0 0 0 16,0 0 0-16,0 0 1 0,0 0 0 0,0 0 0 15,0 0-1-15,0 0 0 0,0 0 0 0,0 0 0 0,0 0 0 0,0 0-1 16,0 0 0-16,0 0 0 16,0 0-7-16,0 0 0 0,0 0-1 0,0 0 0 0,0 0-6 0,3 8-1 15,-3 0 0-15,3 0 0 0,-3 3-8 0,0 2-1 16,0 3-1-16,0 0 0 0,3 2-2 0,-3 3-8 0,0 3 12 16,0 0-4-1,0 0-8-15,0 2 0 0,0-2 9 0,3 3-9 0,-3-4 0 0,0 1 0 16,0 0 0-16,0 0 0 0,0-3 0 0,0 0 0 15,0 0 0-15,0 1 0 16,0-1 0-16,-3-3-12 0,3 1 2 16,0 2 0-16,0-5 18 0,-3 0 3 0,3 0 1 0,0-3 0 15,-3 0-12-15,3-2-17 0,0-1 4 0,-3-2 1 0,3-3 12 0,3 1 13 16,-3-4-2-16,0-2-1 16,0 0-67-16,6-2-14 0,-3-4-2 0,3-1-944 0</inkml:trace>
  <inkml:trace contextRef="#ctx0" brushRef="#br0" timeOffset="41506.294">17484 6602 1267 0,'0'0'28'0,"0"0"5"16,0 0 2-16,0 0 1 0,0 0-36 0,0 0 0 0,0-6 0 0,0 6 0 0,0 0 102 0,-3-5 14 15,3 5 2-15,0 0 1 0,0 0-47 0,-3-2-10 16,3 2-2-16,0 0 0 15,0 0-37-15,-6-3-8 0,6 3-2 0,-6 3 0 16,0-1 34-16,0 1 6 0,0-1 2 0,0 1 0 16,0 2-37-16,0 3-7 0,1-2-2 0,-1 2 0 0,3 2-9 0,-3-2 0 15,0 5 0-15,0 1 0 16,3-1 0-16,0 0 0 0,-3 3 0 0,3 0 0 0,0 0 10 16,3 0 0-16,-3-1 0 0,3-1 0 0,0 2-10 0,0-1-14 0,0-1 3 15,0 1 1-15,0-1 10 0,3-1 0 0,-3-2 0 16,0-1 0-16,3 1 0 0,0-3 0 15,3 0 0-15,-3-3 0 0,0 3 0 0,3-6 0 0,0 4 0 0,0-1-8 16,3-2 8-16,-4-3-13 0,4 0 5 0,-3 0 8 16,3-3-14-16,0 3 5 15,3-5 1-15,-3-1 0 0,0 4 8 0,3-6 0 0,-3 3 0 0,3-3-8 16,-3 0 21-16,0 0 5 0,-1-3 1 16,1 1 0-16,0-4-19 0,-3 4 0 15,0-3 0-15,-3-1 0 0,0 4 55 0,-3-6 7 0,0 0 2 0,0 0 0 16,-3-2 0-16,0-1 0 0,-3 1 0 0,0-1 0 15,0 0-52-15,0 4-12 0,-2 1 0 0,-4-1 0 16,3 1 0-16,-3 6 0 0,3 0 0 0,0 0 0 16,0 3 0-16,-3 3 0 0,3-1 0 0,0 6 0 15,0-1-48-15,0 6-13 0,0 0-3 0,1 0-682 16,-1 5-137-16</inkml:trace>
  <inkml:trace contextRef="#ctx0" brushRef="#br0" timeOffset="42452.783">17419 7398 1382 0,'0'0'30'0,"0"0"6"0,0 0 2 0,0 0 2 0,0 0-32 16,0 0-8-16,-6 6 0 0,0-1 0 0,0-3 52 0,3 4 8 0,-3-1 3 0,0 3 0 15,3-3-19-15,-3 6-3 0,3-3-1 0,-3 0 0 16,3 2-12-16,0 1-4 15,0-1 0-15,0 4 0 0,3-1-16 0,-3 3-8 0,0-3 8 0,3 3-8 32,0 2 0-32,0-2 0 0,0 0 0 0,3 0 0 0,-3 0 0 0,0 2 0 0,0-2 0 0,3 0 0 15,0 0 0-15,-3-3 0 0,3 3-14 0,0-3 5 16,0-2-6-16,0 2-1 0,0-2 0 0,0-1 0 16,0 1 0-16,3-3 0 0,-3 0 0 0,0 2 0 15,3-4 4-15,-3-1 0 0,3 0 0 0,-3-2 0 16,3-3 12-16,0 0 0 0,-1 0 0 0,1-3 0 15,0-2 0-15,0 0 10 16,0-3-2-16,0 0 0 0,0-3 1 16,3-2 0-16,-3 0 0 0,0 0 0 0,0-1 44 0,3-2 9 0,-3 1 2 0,0-1 0 0,0-3 0 0,0 1 0 15,-3-1 0-15,0-2 0 16,0 2 0-16,-3 1 0 0,0-3 0 0,0 0 0 16,-3-1-52-16,0 4-12 0,-3-1 0 0,0 4 0 0,0-1 0 15,0 5 0-15,-3 3 0 0,0 0 0 0,-3 3 0 0,3 0 0 16,-3 2 0-16,0 6 0 15,0-1-96-15,1 4-21 0,-4 1-5 0</inkml:trace>
  <inkml:trace contextRef="#ctx0" brushRef="#br0" timeOffset="43120.384">17436 8277 1404 0,'0'0'31'0,"0"0"6"0,0 0 2 0,0 0 0 16,0 0-31-16,0 0-8 0,0 0 0 0,-6 2 0 0,6-2 73 0,-5 3 14 0,-1 2 2 0,3 1 1 15,-3-1-13-15,3 0-2 0,0 3-1 16,0 0 0-16,0 0-28 0,3 0-6 16,-3 2 0-16,3 1-1 0,0 2-19 0,0-2-4 0,0 2-1 15,0 0 0-15,0 3-15 0,0 0 0 16,0 0 0-16,0 0 0 0,3 0 26 0,-3 2 2 0,0-2 1 0,0 0 0 16,0 0-46-1,3 0-10-15,-3 0-1 0,0-1-1 0,0 1 50 0,0 0 11 16,0-3 1-16,0 1 1 15,0 2-54-15,0-3-12 0,3-3-1 0,-3 4-1 0,0-6 56 16,0 2 11-16,0-2 3 0,3 0 0 0,-3-3-58 0,0 1-11 0,0-6-3 0,0 0 0 16,3 2-132-16,-3-2-26 15,0 0-6-15,0 0 0 0</inkml:trace>
  <inkml:trace contextRef="#ctx0" brushRef="#br0" timeOffset="43820.53">17404 9213 1267 0,'0'0'28'0,"0"0"5"0,0 0 2 0,0 0 1 0,0 0-36 0,0 0 0 15,0 0 0-15,0 0 0 0,0 0 109 0,0 0 15 0,0 0 4 0,0 0 0 0,0 0-20 0,0 0-4 0,-3 6-1 0,0 2 0 16,0-3-63-16,3 3-12 0,0 2-2 15,-3 4-1-15,3-4 11 0,0 6 3 0,0 0 0 0,0 0 0 32,0 0-25-32,0 2-5 0,0 1-1 0,0 2 0 15,0 0 8-15,0 0 0 0,-3 3 1 0,3 0 0 0,0 0-17 0,0-3-19 0,0 0 4 0,0 0 1 16,0-2 14-16,0-1 0 0,0-2 0 16,-3 0 0-16,3-3 0 0,0 3 0 0,0-3 8 0,0-2-8 15,0 2 0-15,0-2 0 16,0-1 0-16,0-2 0 15,3-2-40-15,-3 2-11 0,0-8-2 0,0 0-1 0,0 0-78 0,0 0-15 16</inkml:trace>
  <inkml:trace contextRef="#ctx0" brushRef="#br0" timeOffset="59285.938">18195 6665 1267 0,'0'0'28'0,"0"0"5"0,0 0 2 0,0 0 1 0,0 0-36 0,0 0 0 16,0 0 0-16,0 0 0 0,0 0 58 0,-3-2 5 15,3 2 1-15,0 0 0 0,0 0 0 0,0 0 0 0,-5-3 0 16,5 3 0-16,0 0 0 0,0 0 0 0,0 0 0 0,0 0 0 16,-6 3 0-16,0-1 0 15,0 4 0-15,0-1 0 16,0 3-52-16,0 2-12 0,3-2 0 0,-3 6 0 0,3-1 0 0,0 0 0 16,0 0 0-16,0 0 0 0,0 3 0 0,0-2 0 0,0-1 0 0,0 3 0 15,0 0 0-15,0-1 0 0,3-1 0 0,-3-1 0 16,6 0 0-16,-3 3 0 0,0-5 0 15,3 4 0-15,0-1 8 0,0-1 0 0,0-3-8 0,0 4 12 16,3-4-12-16,-3 1-8 0,6-1 8 0,-3 1-13 16,0-6 3-16,0 1 1 15,0-1 0-15,3-2 0 0,-3-1-1 0,2-2 0 0,1-2 0 16,3-1 0-16,-3-2 10 0,3-3 0 0,0 0 0 0,3 0 0 16,0-3 18-16,-3 1-1 0,3-1 0 15,-3-2 0-15,2 2-17 0,-2 1 0 0,0-1 0 0,0 1 0 16,-3-4 55-16,0 4 7 0,-3-4 2 0,0 1 0 15,-3 0-52-15,0 0-12 0,-3 0 0 0,-3-3 0 16,0 0 54-16,0 0 8 0,-3 0 2 0,-3 0 0 0,0-2-52 16,-3 2-12-16,0 0 0 0,0 3 0 0,0 2 0 15,-2 0 0-15,2 4 0 0,0-1 0 16,0 2 0-16,0 4 0 0,0-1 0 0,0 3 0 16,3 0 0-16,0 5 0 0,0-2 0 0,0 2 0 15,0 3-48-15,4 0-13 0,-1 0-3 0,0 3-682 16,3-1-137-16</inkml:trace>
  <inkml:trace contextRef="#ctx0" brushRef="#br0" timeOffset="60013.814">18207 7433 1497 0,'0'0'32'0,"0"0"8"0,0 0 0 0,0 0 4 0,-3-6-36 0,3 6-8 0,0 0 0 0,0 0 0 0,-3-5 89 0,3 5 16 16,0 0 3-16,-6 0 1 0,6 0-72 0,-6 5-14 0,-2 1-3 16,2 2-1-16,0-1 36 0,0 4 7 15,3 2 2-15,-6 1 0 0,3 1-52 0,3 4-12 0,0-3 0 0,-3 5 0 16,3-5 0-16,0 2 0 16,0 1 0-16,3-1 0 15,-3 1 0-15,3-1 0 0,0-2 0 0,0 3 0 0,0-3 0 0,3 0 0 16,0-1 0-16,0 1 0 0,3 0 0 0,-3-3-16 15,3 1 3-15,0-1 1 0,3-5 12 0,0 2-11 16,0-2 11-16,0-2-10 0,-1-4 10 0,1 1-8 0,3-3 8 0,0-3-8 31,-3-2 23-31,6 0 5 0,0-3 0 0,0 0 1 0,0-3-21 0,0 1-10 16,-1-1 1-16,4-2 0 0,-3 2 29 0,0-2 7 0,0 2 1 0,-3-2 0 16,0 3 14-16,-3-4 3 0,0-1 1 0,-3-1 0 15,-3 2-7-15,0-1-2 0,-3-4 0 0,-3 1 0 16,-3-1-9-16,0-2-1 0,-3 0-1 0,0 2 0 15,-3-2-10-15,-3 2-1 0,0 4-1 16,-3-1 0-16,3 5-22 0,0 3-5 0,-2 0-1 0,2 6 0 16,0-1 14-16,-3 3 0 15,3 5 0-15,3 1 0 0,-3 4 0 0,3 1 0 0,0 2 0 0,1 3 0 16,-1 2-177-16,0 1-33 0,3 2-6 0</inkml:trace>
  <inkml:trace contextRef="#ctx0" brushRef="#br0" timeOffset="63016.111">18282 8425 1497 0,'0'0'32'0,"0"0"8"15,0 0 0-15,-6 5 4 0,0-2-36 0,0-1-8 0,0 4 0 0,0-1 0 0,0 0 53 0,0-2 9 16,0 5 2-16,3-3 0 0,-3 3-3 0,0 0 0 16,3 0 0-16,-3 3 0 0,3-3-46 0,0 2-15 15,-3 1 8-15,3-1-8 0,3 4 0 0,-3-4 0 0,0 3 0 16,1 3 0-16,2-3 0 0,0 3 0 0,0 0 0 16,0 3 0-16,0-3 0 0,2-1 0 15,1-1 0-15,0 2 0 0,3-3 0 0,0-3 0 16,0 1 0-16,0-3 0 0,3 0 0 0,0-3 0 0,3 0 0 0,0-2 0 15,0-3 12 1,0-3 0-16,3 1-1 0,0-4 0 0,2-1-11 0,1-4-16 0,3 0 4 0,-3-2 1 16,3 0 11-16,0-3 0 0,-4 0 0 15,-2 0 0-15,3 0 34 0,-3 1 9 0,-3-1 1 0,-3 2 1 16,3-1 0-16,-6 1 0 0,0 1 0 0,-3 3 0 16,-3-4-5-16,0 1-2 0,0 2 0 0,-3 1 0 15,-3-1 6-15,0-2 2 0,-3 2 0 0,0 1 0 16,-3 2-24-16,0-3-5 0,0 3-1 0,-3 3 0 15,0 0-6-15,-2 0-2 0,-1-1 0 0,0 4 0 16,3-1-8-16,-3 3 0 0,0 0 9 0,3 3-9 16,4-1 0-16,-4 1 0 0,3 2 0 15,0 1 0-15,3-1-61 0,-3 3-7 16,6-3-2-16,-3 6 0 0,3-3-149 0,0-1-29 0,-15 12-7 16,9-3-1-16</inkml:trace>
  <inkml:trace contextRef="#ctx0" brushRef="#br0" timeOffset="63812.333">18243 9356 1267 0,'0'0'28'16,"0"0"5"-16,0 0 2 0,0 0 1 0,0 0-36 0,-3-5 0 0,3 5 0 0,-3-5 0 0,3-1 102 0,0 6 14 0,0 0 2 0,0 0 1 0,0 0-37 0,-6-2-7 16,6 2-2-16,-6 0 0 0,6 0-14 0,-6 0-3 15,6 0-1-15,-6 2 0 0,-3 4-37 0,3-1-7 16,3 0-2-16,-3 1 0 0,1 1 22 0,2 1 4 16,-3 3 1-16,3 0 0 15,0 2-26-15,0 3-10 0,0-3 8 0,0 5-8 16,0 1 0-16,3-1 0 0,-3 1 0 0,3 2 0 0,0-2 0 15,0 2 0-15,3-3 0 0,-3 1 0 16,3-1 24-16,0-2 0 0,0-2 0 16,0 1 0-16,0 1-39 0,0-2-8 0,3-4-1 0,-3 3-1 15,2-5 25-15,1 3-8 0,0-3 8 0,3-3 0 0,-3 0 0 0,3 1 0 0,-3-4 0 16,3 4 0-16,0-6 0 0,3 0-8 0,-3 0 8 0,0 0-8 16,3-3 8-16,0-2 0 0,-3-1 0 0,2 1 0 31,1 0-29-31,0 0-4 0,0-3-1 0,0 0 0 0,0-3 59 15,0 3 12-15,-3 0 3 0,0-2 0 0,0-1-14 0,-3 0-2 0,0-2-1 0,0 0 0 16,-3-3 9-16,-3 0 3 0,2-5 0 0,-2 3 0 16,-2-4-3-16,-1 1-1 0,0 0 0 0,-3 0 0 15,0 5-7-15,-3 0-2 0,0 0 0 0,-3 3 0 16,3 2-9-16,-6 3-1 16,0-2-1-1,0 5 0-15,3 2-11 0,-2 0 12 0,-1 1-12 0,0 2 12 0,3 2-12 0,0 1 10 0,0 0-10 16,0 2 10-16,0 0-44 0,3 3-9 15,0 0-1-15,3 0-1 0,-3 3-116 0,4-3-23 0,2 2-5 0</inkml:trace>
  <inkml:trace contextRef="#ctx0" brushRef="#br0" timeOffset="80164.373">10623 7269 1580 0,'0'0'35'0,"0"0"7"0,-6-3 2 0,0 0 0 0,6 3-36 0,0 0-8 16,-3-5 0-16,3 5 0 0,-3-3 79 0,3 3 13 0,-3-5 4 0,3 5 0 15,-3-3-19-15,3 3-3 16,0 0-1-16,0 0 0 0,0 0-7 0,0 0-2 0,0 0 0 0,-3-5 0 16,3 5-13-16,0 0-3 0,0 0-1 0,0 0 0 15,0 0-24-15,-6 5-5 0,3 1-1 16,3-1 0-16,-3 6-17 0,3-4 0 0,0 1 0 0,3 0 0 16,-3 3 0-16,3 2 0 15,-3 0 0-15,3 1 0 0,0 2 0 0,0-1 0 0,0 1 0 0,0 3 0 16,0-3 0-16,3-3 0 15,0 3 0-15,0-6 0 0,0 4 0 0,0-9 0 0,3 0 0 16,-3-2 0-16,0-3-48 0,3-3-14 0,-3-2-2 16,2-6-1-16,1 1 53 0,0-4 12 0,-3-1 0 0,3-1 0 15,0-3-9-15,0 3-2 0,-3 0 0 0,0 1 0 16,0 1 11-16,0 1 0 0,-3-3 0 0,0 3 0 16,0 0 9-16,-3 0 1 0,0-1 0 0,0-2 0 15,0 3 43-15,-3 0 9 0,0 2 2 0,0 1 0 16,0-1-56-16,0 3-8 0,3 0 0 0,-3 3-10 15,3 5 10-15,0 0 0 16,0 0 10-16,0 0-10 0,0 0 0 0,0 0 0 0,3 5 0 0,0 3 0 16,3 3 0-16,0-1 0 0,0 1 0 0,0 2 0 0,3 1 0 15,-3 1 0-15,0-1 0 16,3 1 0-16,-4 1 0 0,1 3 0 0,0-1 0 0,0 1 0 0,0 2 0 0,-3 0 0 16,3 3 0-16,-3 3 0 0,0-4 0 0,0 1 0 15,-3 0 0-15,0 0 0 0,0-6 0 0,-6 1 0 16,3-1 0-16,0 1 0 0,-3-3 0 0,-3 0-12 15,3-3 1-15,-3 0 0 0,1-2 11 0,-1-1 16 16,-3 1-4-16,0-3-1 0,0-3-11 16,0 3 0-16,-3-3 0 0,0-2 0 15,0 2 0-15,0-2-12 0,-2-3 2 0,2 3 1 0,0-3 9 16,3 0 12-16,0-3-2 0,0 3-1 0,6-3-9 0,-3 1-12 0,6-1 2 0,0-2 1 31,0-3-38-31,3 2-7 0,0 1-2 0,3-3-685 0,3 0-138 0</inkml:trace>
  <inkml:trace contextRef="#ctx0" brushRef="#br0" timeOffset="80432.305">10950 7398 1958 0,'0'0'43'0,"0"0"9"0,0 0 1 0,0 0 3 0,0 0-45 0,0 0-11 0,0 0 0 0,0 0 0 0,0 0 104 15,0 0 18-15,0 8 4 0,0-3 1 16,0 1-50-16,0 2-9 0,0 0-3 0,0 0 0 0,3 2-53 0,-3 1-12 16,0 2 0-16,3 3 0 15,-3-3 0-15,3 3 0 0,-3 2 0 0,0 1 0 16,0-3 0-16,0 0 0 0,0 0 0 0,0-1 0 0,0-1 0 0,0 2 0 16,0-3 0-16,3 3 0 15,-3-3 0-15,0-2 0 0,0-1 0 0,0 3 0 16,3-2-51-16,-3-1-10 0,0 1-3 15,0-3-1048-15</inkml:trace>
  <inkml:trace contextRef="#ctx0" brushRef="#br0" timeOffset="81397.59">11346 7216 1404 0,'0'0'31'0,"0"0"6"0,-3-3 2 16,-3-2 0-16,3 2-31 0,0-2-8 0,3-1 0 0,-3 1 0 0,0 0 103 0,0 0 19 0,3-1 4 0,-3 1 1 16,1 0-36-16,2-1-7 0,0 1-2 15,-3 0 0-15,3 5-7 0,0-5-2 0,0 5 0 0,0 0 0 16,0 0-58-16,0 0-15 0,0 0 0 0,0 0 0 16,0 0 0-16,0 0 0 0,0 0 0 0,3 7 0 15,-1 1 0-15,4 3 0 0,-3-3 0 0,3 5 0 16,0-2 0-16,0-1 0 0,0 1 0 0,0 2 0 15,3-2 0-15,0-1 0 0,-3-2 0 0,3 0 0 0,0 0 0 16,0-3-8-16,0 1 8 0,0-4-13 16,0 1-24-16,-1-3-5 0,4 0-1 15,0 0 0-15,-3 0 23 0,3-3 5 0,-3 1 1 0,0-4 0 16,0 1 14-16,0 0 0 0,-3-3 0 0,3 0 0 16,-3 0 0-16,0 0 0 0,-3 0 0 0,0 3 0 0,0-3 20 15,0 0 8-15,-3-3 0 0,-3 3 1 0,3-2 5 16,-3-1 1-16,0-2 0 0,0 2 0 0,-3-2 16 0,0 3 3 0,3-1 1 0,-3 1 0 15,0 2-37-15,0 0-7 16,3 0-2-16,0 2 0 0,0 4-9 0,3 2 0 0,0 0 0 0,0 0 0 31,0 0 0-31,0 0 0 0,3 8 0 0,0 5 0 0,0 3 0 0,0 0 0 0,3 2 0 16,0 1 0 0,-3-1 0-16,3 1 0 0,0-1 0 15,-3 1 0-15,0-3 0 0,3 2 0 0,-3-2 0 0,0 0 0 0,-3 0 0 0,3 0 0 16,-3 0 0-16,-3 2 0 0,3 1 0 0,-3-1 0 0,0 1 0 0,0 2 0 15,0-3 0-15,0 4 0 16,-3-4 0-16,0 1 0 0,0-4 0 0,0-1 0 0,0-1 0 0,0-3 0 16,3 1-49-1,-3-3-12-15,0-3-3 0,3 1 0 16,-3-1 0-16,3-2 0 0,-3-1 0 0,6-2-947 0</inkml:trace>
  <inkml:trace contextRef="#ctx0" brushRef="#br0" timeOffset="81704.739">11709 7324 1534 0,'0'0'44'0,"3"-3"8"16,0-4-41-16,0 1-11 0,3-2 0 0,-3 3 0 0,3 0 108 0,0-1 20 0,-3-2 4 0,3 3 1 0,0 3-55 0,-3-1-11 15,3 0-3-15,0 1 0 0,-6 2 0 0,0 0 0 16,6 0 0-16,-6 0 0 0,3 2-51 0,0 4-13 0,0-1 0 15,0 0 0-15,-3 3 0 16,0 0 0-16,0 3 0 0,-3-1 0 0,0 1 0 0,-3 2 0 16,3 0 0-16,-3 6 0 0,0-1 0 15,3 3 0-15,-3 1 0 0,3-1 0 16,0-3-48-16,0 3-13 0,3-5-3 0,0 3 0 16,0-6 0-16,0 0 0 0,3 1 0 0,0-7 0 0,0 1 52 15,3-2 12-15,0-4 0 0,3-2 0 16,0 0 0-16,0-2 0 0,3-1 0 0,0-5 0 0,0 0 0 15,-1-2 0-15,1-1 0 0,0-2 0 0,0 0-16 0,3-3-1 0,-3 2 0 0,3-4-837 16</inkml:trace>
  <inkml:trace contextRef="#ctx0" brushRef="#br0" timeOffset="82279.211">11296 6938 1186 0,'0'0'33'0,"0"0"9"0,0 0-34 0,0 0-8 0,-6 2 0 0,6-2 0 0,0 0 80 0,0 0 15 0,0 0 2 0,0 0 1 32,0 0-1-32,0 0 0 0,0 0 0 0,0 0 0 0,0 0-15 0,6-2-3 0,0-1-1 0,3 1 0 15,-1-4-15-15,1 1-3 16,3 0-1-16,0-1 0 0,0 1-30 0,3 0-5 0,3-3-2 0,-3 3 0 15,3-1 34-15,-1-2 6 0,1 3 2 0,0 0 0 16,3-1-52-16,-6 1-12 0,3 0 0 16,-3 0 0-16,-3-1 0 0,2 1 0 0,-2 0 0 15,3 2 0 1,-3-2-50-16,-3 2-13 16,3-2-2-16,0 2-1 0,-3 1-171 0,-3-1-35 0,-6 3-6 0,0 0-2 0</inkml:trace>
  <inkml:trace contextRef="#ctx0" brushRef="#br0" timeOffset="83069.994">9825 7681 1137 0,'0'0'24'0,"0"0"6"0,0 0 1 0,0 0 2 0,0 0-33 0,-6-2 0 0,6 2 0 0,-6 0 0 16,6 0 87-16,0 0 10 0,0 0 3 0,-6 2 0 15,6-2-8-15,0 0 0 0,0 0-1 0,0 0 0 16,0 0-47-16,0 0-10 0,0 0-2 0,0 0 0 16,6-2-2-16,0 2-1 0,0 0 0 0,6-3 0 15,-3 3-3-15,3-5-1 0,3 2 0 16,-3-2 0-16,6 2-4 0,-4-2-1 0,1 0 0 0,3 2 0 16,-3-5-12-16,0 3-8 0,0-1 8 0,0 1-8 15,0 0 0-15,-3 0 9 0,-4 2-9 0,1-2 0 16,0 2-15-16,-3 0-9 0,0 3-3 0,0 0 0 15,-6 0-191-15,0 0-38 0,0 0-8 0,0 0-2 0</inkml:trace>
  <inkml:trace contextRef="#ctx0" brushRef="#br0" timeOffset="83298.268">9885 7790 1269 0,'0'0'36'0,"0"0"8"0,0 0-36 0,0 0-8 0,0 0 0 0,0 0 0 16,3-3 116-16,0-2 20 0,0 2 5 0,0-2 1 0,0 2-28 0,3 1-6 0,-3-1 0 0,3 0-1 0,-1 1-39 0,1-1-7 0,3 0-1 0,-3 1-1 15,3-1-27-15,-3 0-6 16,3 1-1-16,0 2 0 0,-3-3-15 0,3 1-10 0,0-1 12 0,0 3-12 16,3 0 0-16,-3 0 0 0,0-3 0 0,2 1 0 15,1-1-133-15,0 3-31 0,0-3-5 0</inkml:trace>
  <inkml:trace contextRef="#ctx0" brushRef="#br0" timeOffset="86082.644">10778 8517 1205 0,'0'0'34'0,"0"0"8"0,-6 0-34 0,0-2-8 16,0-1 0-16,0 3 0 0,0-2 82 0,0 2 14 0,6 0 4 0,-6 0 0 15,0-3-10-15,3 3-2 0,-3-3 0 0,0 3 0 16,6 0-20-16,-3 0-5 0,3 0-1 0,-6-2 0 16,6 2-14-16,0 0-2 0,-6-3-1 0,6 3 0 15,-3-3-12-15,3 3-2 0,0 0-1 0,0 0 0 16,0 0-10-16,0 0-3 0,0 0 0 0,0 0 0 16,0 0-7-16,0 0-2 0,0 0 0 0,0 0 0 15,0 0-8-15,0 0 0 0,0 0 9 0,0 0-9 16,0 0 0-16,0 0 0 0,0 8 0 0,0-2 0 15,3 1 0-15,0 1 8 0,0 0-8 0,0 0 0 0,3 3 0 16,0-3-12-16,0 2 2 0,0-2 0 16,0 0-28-16,3 3-6 0,0-3 0 0,0 0-1 15,0-3-6-15,3 0-1 0,-3-2 0 0,3 0 0 0,-1-3 22 0,1-3 4 16,0-2 1-16,0-1 0 16,-3-2 14-16,0 0 11 0,3 1-13 0,-3-4 5 0,0 0 8 0,0 1 0 15,0-1 0-15,-3 1 0 0,2-1 0 0,-2 0 9 16,-3 4-9-16,0-4 0 0,0 3 43 0,0 3 1 0,-3-1 1 15,0-2 0-15,0 8 3 0,-3-5 0 16,3 5 0-16,-3-2 0 0,3 2-11 0,-6-3-1 0,6 3-1 0,-6-3 0 16,6 3-1-16,-5 3 0 0,5-3 0 15,-6 0 0-15,6 0-22 0,-3 5-4 0,3-5 0 16,-3 5-8-16,0 3 0 0,3-2 0 16,0-1 0-16,0 6 0 0,0-3 0 0,0-1 0 0,3 1 0 15,0 0 0-15,0 3 25 0,0 2-1 0,0 0-1 0,0 1 0 16,-1 1-23-16,1 4 0 0,0 0 0 0,-3 2 0 15,3 0 0-15,-3 0 0 0,0 3 0 0,0-6 0 16,-3 4-16-16,3-7-7 0,-3 4-1 0,0-3-1 16,1-3 16-16,-1 0 9 0,-3-2-10 0,3 2 10 15,-3-2 0-15,0-3 0 0,3 2 0 0,-3-2 0 16,0-3 0-16,0 1 0 0,0 2 0 0,-3-6 0 16,3 1 0-16,0 0 0 0,6-3 0 0,-12 0 0 15,3 0 0-15,0-3 0 0,3 0 0 0,-3-2 0 16,3 0-26-16,1-3-9 0,-1 0-1 0,3 0-1 15,3-3-39-15,0 1-8 0,6-1-2 16,0-2 0-16,2 0-170 0,1-1-33 0,6-12-7 0,-3 5-2 16</inkml:trace>
  <inkml:trace contextRef="#ctx0" brushRef="#br0" timeOffset="86325.385">11078 8560 1558 0,'0'0'34'0,"0"0"7"16,0 0 2-16,6 0 1 0,-6 0-35 0,3 2-9 0,3-2 0 0,-6 0 0 15,3 3 87-15,-3-3 15 0,3 5 3 0,0 1 1 0,0-4-22 0,0 6-4 0,0-2 0 16,-3 1-1-16,3 1-30 0,0 0-5 0,-3 6-2 16,3-4 0-16,0 3-24 0,-3 3-5 0,0-2-1 0,3 4 0 15,-3 1 5-15,0-4 1 0,3 4 0 16,-3-1 0-16,3-2-29 0,-3 0-5 0,0 0-2 0,0 0 0 16,0-3 66-16,0 0 12 0,3 1 4 15,-3-1 0 1,0 0-103-16,3-2-20 0,-3-3-4 0,3 2-1 0,0-2 46 15,-3 0 9-15,3-3 9 0,0 1-13 16,0-1-147-16,-3-5-28 0,3 5-7 0</inkml:trace>
  <inkml:trace contextRef="#ctx0" brushRef="#br0" timeOffset="86582.12">11302 8602 1497 0,'0'0'32'0,"0"0"8"0,0 0 0 0,0 0 4 0,0 0-36 0,0 0-8 0,0 0 0 16,0 0 0-16,0 0 99 0,0 0 17 0,0 0 4 0,0 0 1 15,0 0-38 1,0 0-8-16,3-5-2 0,-3 0 0 0,3-1-25 0,3 4-4 0,-3-4-2 16,2 1 0-16,1 0-19 0,0-1-4 0,3 1-1 0,0 0 0 0,0 0-8 15,3-1-2-15,-3 1 0 0,3 0 0 16,0-1-8-16,0 1 0 0,0 0 0 0,-3 0 0 15,-1 2 0-15,4-2 0 0,-3 2 0 0,0 0 0 16,-3 3-36-16,3-2-13 0,-3 2-3 0,0 0-640 16,-6 0-129-16</inkml:trace>
  <inkml:trace contextRef="#ctx0" brushRef="#br0" timeOffset="86842.25">11367 8766 1497 0,'0'0'32'0,"0"0"8"0,0 0 0 0,0 0 4 0,0 0-36 0,0 0-8 0,0 0 0 16,0 0 0-16,3-5 68 0,0 0 11 0,0-1 2 0,0-2 1 15,0 0-6-15,3 1 0 0,0-1-1 0,0-3 0 16,0 0-19-16,0 3-3 0,3-2-1 0,0-1 0 16,-3 3-20-16,2-2-4 0,1 2 0 0,3-3-1 15,-3 3-13-15,0 0-2 0,3 0-1 0,-3 3 0 16,3-3-11-16,-3 3 0 0,0-3 9 0,0 3-9 15,0-3 9-15,-3 2-9 0,6-1 12 0,-7 1-12 16,4-2-200-16,0-2-48 16</inkml:trace>
  <inkml:trace contextRef="#ctx0" brushRef="#br0" timeOffset="87131.049">11668 8319 1404 0,'0'0'31'0,"0"0"6"0,-6-5 2 15,3 2 0-15,3 3-31 0,-3-5-8 0,3 5 0 0,-3-3 0 16,3 3 117-16,0 0 23 0,0-5 4 0,0 5 0 0,0 0-40 0,0 0-8 0,0-5-1 0,0 5-1 16,0 0-31-16,0 0-7 15,0 0 0-15,0 0-1 0,0 0-21 0,0 0-4 0,0 0-1 0,0 0 0 16,3 5-11-16,0 0-2 0,0 3-1 0,0 0 0 16,0 3-6-16,0-1-1 0,0 1 0 0,0 2 0 15,0 0-8-15,0 0 0 0,0 3 0 0,3-2 0 16,-6-1 0-16,3 0 0 15,2 3 0-15,-2-3 0 0,0 0 0 0,0 1 0 16,-3-1 0-16,3-3 0 0,-3 4 13 0,3-4 1 0,-3 3 0 0,3 1 0 16,-3-4-31-16,0 1-7 15,3-1 0 1,-3-2-1-16,3 0-125 0,0 0-25 0,0-2-5 0,-3-6 0 0</inkml:trace>
  <inkml:trace contextRef="#ctx0" brushRef="#br0" timeOffset="87697.227">12147 8303 1728 0,'0'0'38'0,"0"0"8"0,0 0 2 0,0 0 0 0,0 0-39 0,0 0-9 0,0 0 0 0,0 0 0 15,0 0 68-15,0 0 12 0,0 0 3 0,0 0 0 16,0 0-21-16,0 0-4 0,3 5-1 0,-3 1 0 16,3 2-19-16,-3 2-4 0,3-2-1 0,-3 3 0 0,0 2-11 15,0-2-2-15,0 2-1 0,0 0 0 16,-3 0-19-16,3 1 0 0,-3-1 0 0,0 3 0 0,0-1 0 0,0-1 0 16,0 2-13-16,-3-3 5 15,3 0-40-15,0 3-7 0,-3-3-1 16,0 0-1-16,3-2-162 0,-3 0-32 0,-12 7-6 15,7-5-2-15</inkml:trace>
  <inkml:trace contextRef="#ctx0" brushRef="#br0" timeOffset="88272.266">12212 8023 1638 0,'0'0'36'0,"0"0"7"16,-3-6 1-16,3 6 3 0,-2-5-38 0,-1 0-9 0,3-3 0 0,-3 3 0 0,3-3 112 0,0 2 21 0,-3-2 4 0,3 3 1 16,0 0-46-16,0 5-8 0,0-5-3 0,0-1 0 15,3 4-15-15,-3 2-3 0,0-6-1 0,0 6 0 16,0 0-62-16,0 0-12 0,3-2-2 0,-3 2-1 15,5 2 24-15,1 4 5 16,0-1 1-16,3 3 0 0,-3 0-15 0,3 0 0 0,0 2 0 0,0 1 0 16,0-1 0-16,3 1 0 0,-3 0 0 0,0-3 0 15,6 2 0-15,-3-2 0 0,-1-3 0 0,1 3 0 16,0-2-100-16,0-1-22 16,0 0-5-16,0-2-1 0,0-3 40 0,-3 0 8 0,3-3 2 0,-3 1 0 0,0-4 50 15,-3 1 11-15,-1 0 1 0,1-3 1 0,-3 0 15 0,0 0 0 16,0-3 0-16,0 3 0 0,0 0 15 0,-3 0 5 15,0-2 2-15,0 2 0 16,0-3 39-16,0 1 8 0,-3-1 2 16,0 1 0-16,0-1-5 0,0-2-1 0,0 2 0 0,0 1 0 0,3-1-15 0,-5 0-3 0,2 3-1 0,0 1 0 31,3-4-16-31,-3 8-3 0,3-2-1 0,0 5 0 16,0-3-10-16,0 3-3 0,0 0 0 0,0 0 0 0,0 0-13 0,0 0 9 0,3 3-9 0,3 2 8 15,-4 3-8-15,4 3 10 0,-3 2-10 16,0 3 10-16,3 0-10 0,-3 2 0 15,3 1 9-15,-3-1-9 0,3 1 28 0,-3-3 2 0,0 2 0 0,0-2 0 32,0 0-45-32,-3 0-9 0,3-3-1 0,0 3-1 0,-3-3 42 0,0 1 8 15,0-1 1-15,0 3 1 16,0-3-42-16,0 0-8 0,0 0-1 0,-3 1-1 16,3-1-10-16,0-3-1 0,0 1-1 0,0-3 0 0,0 0-132 0,0 0-26 15,0-3-6-15</inkml:trace>
  <inkml:trace contextRef="#ctx0" brushRef="#br0" timeOffset="88582.246">12602 8060 1832 0,'0'0'40'0,"0"0"9"0,0 0 2 16,0-8 0-16,3 2-41 0,0 1-10 0,-3-3 0 0,3 3 0 0,0 0 91 0,0-3 16 16,0 2 3-16,0 4 1 15,0-4-36-15,-3 6-7 0,3-2-2 0,-3 2 0 0,6-3-27 0,-6 3-6 16,3 0-1-16,-3 0 0 15,3 3-15-15,3-1-3 0,-3 4-1 0,0 2 0 0,0 0-5 0,0 0-8 16,-3 0 11-16,0 2-11 0,0 1 9 0,0-1-9 0,-3 1 0 16,3-1 9-16,-3 1-9 0,3 0 0 15,0-1 0-15,-3 3 0 0,3-2 0 0,0 2-11 0,3-2 11 16,-3 2-12-16,3-2 12 16,-3-3-12-16,3 2 12 0,3 1-12 0,-3-6 12 0,3 3 0 0,0-5-9 0,0 2 9 15,0-2 0 1,3-3-9-16,-3 0 9 0,0-3 0 0,2 0-23 0,-2-2 3 15,0 0 0-15,3-3 0 16,-3 0-96-16,3 0-18 0,0-3-4 0,0 1-845 0</inkml:trace>
  <inkml:trace contextRef="#ctx0" brushRef="#br0" timeOffset="88860.844">12817 7885 1602 0,'0'0'35'0,"0"0"7"0,0 0 2 0,0 0 1 0,0 0-36 0,0 0-9 0,0 0 0 0,0 0 0 16,0 0 97-16,0-3 18 0,3-2 3 0,0 2 1 16,3-2-31-16,-3 3-5 0,3-4-2 0,-3 1 0 15,2 0-25-15,1-1-4 0,-3 1-2 0,3 2 0 16,0-2-18-16,0 0-4 0,0 0-1 0,0-1 0 0,0 1-15 0,0 0-4 16,-3-1 0-16,3 1 0 15,0 0-8-15,-3 2 0 0,3-2 0 0,0 2 0 0,-3 1 9 0,3-1-9 16,-3 0 10-16,-3 3-10 15,6-2-45-15,-6 2-15 0,6 0-4 0,-6 0 0 16,0 0 4-16,0 0 0 0,0 0 0 0,6 2 0 16,-6-2-160-16,0 0-32 0,0 0-7 0,0 0-1 0</inkml:trace>
  <inkml:trace contextRef="#ctx0" brushRef="#br0" timeOffset="92622.536">12971 7980 1148 0,'0'0'25'0,"0"0"6"0,0 0 1 0,-5 6 0 0,5-6-32 0,-3 5 0 16,0 0 0-16,3-5 0 0,-6 5 63 0,3-2 6 15,3-3 2-15,-3 5 0 0,3-5 15 0,0 0 3 0,-6 8 1 0,6-8 0 16,0 0-72-16,-3 6-18 0,3-6 0 0,0 0 0 15,0 0 55-15,0 0 7 0,0 0 2 16,-6 5 0-16,6-5-52 0,-3 5-12 0,3-5 0 0,0 0 0 16,0 0 54-16,0 0 8 0,0 0 2 0,0 0 0 15,0 0-52-15,0 0-12 0,0 0 0 0,0 0 0 16,0 0 0-16,0 0 0 0,0 0 0 0,0 0 0 16,0 0 54-16,0 0 8 0,0 0 2 0,3 0 0 15,3 0-52-15,0-2-12 0,-3-1 0 0,3 0 0 16,0-2 0-16,0 2 0 0,2-2 0 0,1 0 0 0,-3-1 0 15,3-1 0-15,0-1 0 0,3 2 0 16,-3-2 0-16,3 0 0 0,0-2 0 0,0 2 0 16,0-3 0-16,0 1-12 0,-1 2 3 0,1-3 0 15,0 3-191-15,0 0-37 0,15-13-8 0,-9 13-2 0</inkml:trace>
  <inkml:trace contextRef="#ctx0" brushRef="#br0" timeOffset="93090.312">13213 7594 1638 0,'0'0'36'0,"0"0"7"0,0 0 1 0,0 0 3 0,0 0-38 0,0 0-9 0,0 0 0 0,-6 3 0 0,6-3 54 0,-6 0 9 0,3 5 1 0,0-2 1 16,3-3-26-16,-3 5-6 16,3 3-1-16,0-3 0 0,0 0-32 0,0 3 0 0,3-2-12 0,0 2 3 31,0 2 9-31,-3-2 0 0,6 0 0 0,-3 3 0 0,3-3 19 0,0 0 5 0,-1-1 2 0,1 1 0 16,0 0-26-16,3 0 0 0,-3 0 0 0,0-3 0 15,3 1-16-15,-3-1-8 0,0-2-1 0,3-1-1 16,-3-2 26-16,0 0 0 0,0 0 0 0,0-2 0 15,0-1 0-15,-3-2 0 0,3-1 0 0,3 1 0 16,-3-3 0-16,0 0 0 0,-1-2 0 0,4 2 0 16,-6-3 31-16,3-2 11 0,0 2 2 0,0 1 1 15,-3-1-21-15,0 1-4 0,0-1 0 16,-3-2-1-16,0 0 36 0,0-1 7 0,-3-2 2 0,-3 1 0 16,3-1 0-16,-3 0 0 0,0 0 0 0,0 3 0 0,-3 0-52 0,4 2-12 15,-4 3 0-15,0 0 0 0,3 3 0 0,-3-1 0 16,0 6 0-16,-3 0 0 0,0 0 0 0,0 3 0 15,3 2-9-15,-6 3 9 16,3 0-30-16,1 6 0 16,-4-1 0-16,3 0-732 0,-3 3-146 0</inkml:trace>
  <inkml:trace contextRef="#ctx0" brushRef="#br0" timeOffset="112680.901">20300 6594 1314 0,'0'0'37'0,"0"0"8"0,0 0-36 0,0 0-9 15,0 0 0-15,-6 0 0 0,6 0 104 0,-6-3 20 0,6 3 3 0,-6 0 1 16,6 0-6-16,-6 0-1 0,6 0 0 0,-6 3 0 16,6-3-40-16,-6 2-8 0,0 4-1 0,0-1-1 15,3 0-57-15,-3 3-14 0,3 3 0 0,-3-1 0 16,3 1 0-16,0 0 0 0,0 2 0 0,1 3 0 15,-1 0 0-15,3-3 0 0,-3 3 0 0,3 0 0 16,0-1 0-16,0-1 0 0,3-1 0 0,-3 0 0 16,3-2 0-16,-1-1 0 0,1 1 0 0,0-1 0 15,3-2 0-15,0 0 0 0,-3-2 0 0,3 2 0 16,3-6 0-16,-3 1 0 0,3 0 0 0,0-1 0 16,0-2 15-16,0-2 0 0,3 2 0 0,-3-3 0 15,3-2-15-15,-3-1 0 0,2 1 0 0,1 0 0 16,3-3 16-16,-3 2 0 0,0-1 0 0,-3-1 0 15,3 0 16-15,-3-3 3 0,-3 3 1 0,3 0 0 16,-3-2 20-16,0 2 4 0,-3-6 0 0,-3 4 1 0,0-3-49 0,-3 2-12 16,0-2 0-16,0 0 0 0,-3-3 0 15,-3 2 0-15,3 1 0 0,-3 3 0 0,-3-1 13 0,0 1 0 16,3-1 0-16,-3 3 0 0,-3 3-13 0,3 2 0 16,1 0 0-16,-1 3 0 0,0 0-12 0,0 3 0 15,0 2 1-15,0 1 0 16,0 2-145-16,0 2-28 0,3 3-7 0,0-2-1 0</inkml:trace>
  <inkml:trace contextRef="#ctx0" brushRef="#br0" timeOffset="113407.55">20321 7377 1267 0,'0'0'28'0,"0"0"5"0,0 0 2 0,0 0 1 0,0 0-36 0,0 0 0 0,0 0 0 0,0 0 0 0,0 0 160 0,-6-3 26 0,6 3 5 0,-6 0 1 16,6 0-104-16,0 0-20 0,-6 0-4 0,6 0 0 16,-6 6-8-16,0-1 0 0,3 0-1 0,0 3 0 15,0 0-36-15,0 3-7 0,3 2-2 0,0 0 0 16,0 3 43-16,-3 0 9 0,3 0 2 0,0 2 0 16,0 1-52-16,3-1-12 0,-3 1 0 0,0-1 0 15,3-2 0-15,-3-2 0 0,3 1 0 0,-3 1 0 16,3-2 0-16,0-1 0 0,-3 3 0 0,0-3 0 0,0 0 0 15,0-2 0-15,0 2 0 0,-3-3 0 16,3 1 0-16,0 2 0 0,-3-2 0 0,3-1 0 16,-3 1 0-16,3 0 0 0,-3-3 0 0,0 2 0 15,3-2 0-15,0-3 0 0,0 3 0 0,0-2 0 16,0-1-151-16,0-5-33 0,0 0-6 0,0 0-2 16</inkml:trace>
  <inkml:trace contextRef="#ctx0" brushRef="#br0" timeOffset="114304.817">20255 8470 1728 0,'0'0'38'16,"0"0"8"-16,0 0 2 0,0 0 0 0,0 0-39 0,-6 0-9 0,6 0 0 0,-6 0 0 0,6 0 81 0,-6 2 15 0,0 1 2 0,0 0 1 16,1-1-56-16,-1 4-11 0,0-4-3 0,3 4 0 15,0 2 20-15,-3 0 4 0,3-1 1 0,-3 1 0 16,3 6-35-16,0-4-7 0,-3 3-2 0,3 3 0 15,0 0-10-15,0 3 0 0,0-1 0 0,0 3 0 16,3-2 0-16,0 2 0 0,0-2 0 0,0 2 0 16,0 0 0-16,3-5 0 0,0 0 0 0,0 0 0 0,0-3 0 15,0 0 0-15,0 0 0 0,3-2 0 0,0-1 0 0,0-2 0 16,0-2 0 0,3 2 0-16,-3-6 0 0,2 1 0 0,1 0 0 0,0-1 0 15,0-4 0-15,3-1 0 0,0 0 0 0,-3 1 0 0,3-6 0 0,0 2 0 16,0-2 0-16,0 1 0 0,0-4 53 0,-1 0 9 15,1-2 2-15,0 0 0 0,-3-3-52 0,0-3-12 16,-3 1 0-16,0-1 0 0,-3 1 54 0,0-3 8 16,-3 0 2-16,0-1 0 15,-3 4-46-15,0 2-9 0,-3 0-1 0,0 0-8 0,-3 3 10 16,0 2-10-16,-6 1 8 0,3-1-8 0,4 3 0 16,-4 3-12-16,0 0 0 0,-3 2 1 0,3 0 11 0,0 3 0 0,-3 0 0 0,3 3 0 31,-3 2-117-31,3 3-19 0,1 0-3 0,-1 3-999 0</inkml:trace>
  <inkml:trace contextRef="#ctx0" brushRef="#br0" timeOffset="115048.382">20285 9314 1497 0,'0'0'32'0,"0"0"8"0,0 0 0 0,0 0 4 0,0 0-36 0,0 0-8 0,0 0 0 0,-6 3 0 16,0-1 104-16,0 1 20 0,3 2 3 0,-3 0 1 31,0-2-48-31,3 2-8 0,-3 1-3 0,0 2 0 0,3 0-17 0,-3-1-4 0,3 4-1 16,-2 0 0-16,-1 2-28 0,3-3-6 0,-3 4-1 0,3 2 0 16,0-1-12-16,0 1 0 0,0 3 0 0,0-1 0 15,0 1 0-15,0-3 0 0,3 2 0 0,0-2 0 16,0 0 0-16,0 0 0 0,0-3 0 15,0 0 0-15,0 1 0 0,3-1 0 0,0 0 0 16,0 0 0-16,0-2 0 0,3-1 0 0,-3 1 0 16,3 0 0-16,-3-3 0 0,3 0 0 0,-1-1 0 0,1-1 0 15,0-4 0-15,0 4 0 0,0-4 0 0,3-2 0 16,-3 3 0-16,3-3 0 0,0-3 0 0,0 1 0 16,0-4 0-16,0 4 0 0,0-4 0 0,0-1 0 15,0-1 40-15,0 0 4 0,2-3 2 16,-2 3 0-16,0-2-6 0,3-4-2 0,-3 1 0 0,-3 0 0 15,3-3-6-15,-3 0 0 0,-3-2-1 0,0-4 0 0,0 1-3 0,0-3 0 16,-3 1 0-16,0-1 0 0,-3 3-5 0,0 2-2 16,0-2 0-16,-3 5 0 0,0 0-7 0,-3 3-2 0,3 0 0 0,-3-1 0 15,0 7 4-15,-3-1 0 16,3 0 0-16,-2 2 0 0,2 4-16 0,-3-4 0 0,0 4 0 16,0 2 0-1,3 0-35-15,-3 2-9 0,0 4-3 0,0-1 0 16,3 3-129-16,0 0-27 0,-2-3-5 15</inkml:trace>
  <inkml:trace contextRef="#ctx0" brushRef="#br0" timeOffset="130666.968">10965 3249 1688 0,'0'0'37'0,"0"0"8"0,0 0 2 0,0 0 0 0,0 0-38 0,0 0-9 0,0 0 0 0,0 0 0 15,0 0 100-15,0 0 17 0,0 0 4 0,0 0 1 0,3-8-42 16,0 6-9-16,0-4-2 0,3 4 0 15,0-1 6-15,3 3 1 0,0 0 0 0,3 0 0 0,0-5-61 0,0 2-15 16,0 3 0-16,2 0 0 0,1 0 0 0,0 0 0 16,-3 0-12-16,3 0 12 0,0 0 0 0,-3 0 0 15,0 0 0-15,-3 0 0 0,3 0 0 0,-6 3-8 16,2-3 8-16,-5 5 0 16,3-2-114-16,-6-3-16 0,3 2-3 0,-3 6-1 15,0 0-161-15</inkml:trace>
  <inkml:trace contextRef="#ctx0" brushRef="#br0" timeOffset="130837.1">11031 3472 1728 0,'0'0'38'0,"-6"2"8"0,3 3 2 0,3-5 0 0,0 0-39 0,0 0-9 0,0 0 0 0,0 0 0 16,0 0 104-16,0 0 20 0,0 0 3 0,0 0 1 16,0 0 0-16,3-2 0 15,0-3 0-15,3-1 0 0,3 4-103 0,-3-6-25 16,3 0 0-16,2 2 0 0,1 1 0 0,0-3 0 0,0 0 0 0,0 3 0 15,3-3 20-15,-3 5 0 0,3-5-1 0,0 3 0 16,0 3-82-16,-1-6-16 0,1 5-3 0,-3-2-1043 16</inkml:trace>
  <inkml:trace contextRef="#ctx0" brushRef="#br0" timeOffset="131719.859">11450 3024 1728 0,'0'0'38'0,"0"0"8"0,-3-2 2 0,3-6 0 0,0 0-39 0,0 3-9 0,3-3 0 0,-3 0 0 16,3 2 104-16,-3-2 20 0,3 6 3 0,0-6 1 15,0 3-52-15,0-1-9 0,3 4-3 0,-6 2 0 16,3 0-51-16,-3 0-13 0,6 0 0 0,0 2 0 0,0 1 0 16,-3 5 0-16,3 2 0 0,0 4 0 0,-3-4 0 0,3 9 0 15,-3-6 0-15,3 3 0 16,-3 2 0-16,3 1 0 0,-3-6 0 0,3 3 0 0,0 0 0 0,0-8 0 16,-3 5 0-16,3-5 0 0,0 0 0 0,2 0 0 15,-2 0 0-15,0-3 0 16,3-2-20-16,-3 2-6 0,3-5-2 0,0 0 0 15,0 0 6-15,-3-5 1 0,3 2 0 0,0-2 0 16,-3-3 21-16,0 3-9 0,-3-6 9 0,3 3 0 0,-3-5-16 16,0 5 3-16,0 0 1 0,0-5 0 0,-3 0 49 15,0 2 11-15,0-2 1 0,0-1 1 0,-3 4-29 0,3-3-5 16,-3 5-2-16,0-5 0 16,3 5 33-16,-3 2 6 0,3-2 2 0,0 8 0 0,-3-2-31 0,3 2-7 0,0 0-1 0,0 0 0 15,0 0-16-15,0 0 0 0,0 0-13 0,0 8 5 16,0 5 16-16,3-3 4 15,0 4 1-15,0 2 0 0,0-1-13 0,0 4-18 16,3-3 4-16,-3 5 1 0,2-8 21 0,-2 6 4 0,0-3 0 0,3 2 1 16,-3-5-13-16,0 3-18 15,-3 0 4-15,3-5 1 0,-3 7 13 0,-3-5 13 0,3 3-2 0,-3 0-1 16,0 0-10-16,-3 0-17 0,3 2 4 16,-3-2 1-16,-2-2 4 0,2 4 8 0,-3-5-13 0,-3 3 5 15,0 0 8-15,0-3 0 0,0 1 0 0,-3-4-8 16,0 1 8-16,-3-1 0 0,4 1 0 0,-4-3 0 0,0 0 0 15,0 0 0-15,3-8 0 0,-3 2 0 16,6 4-44-16,0-6-8 16,3 0 0-16,4-6-1 0,-1 4-125 0,3-4-25 0</inkml:trace>
  <inkml:trace contextRef="#ctx0" brushRef="#br0" timeOffset="131979.217">11828 3241 1728 0,'0'0'38'0,"0"0"8"0,0 0 2 0,0 0 0 0,0 0-39 0,0 0-9 0,0 0 0 0,0 0 0 0,6-2 132 0,-6 2 24 0,6 2 4 0,-3 1 2 15,3 2-80 1,-3-2-16-16,0 2-3 0,-3 3-1 0,3 0-24 0,-3 5-5 0,0-5-1 0,0 5 0 16,-3 6-32-16,3 0 0 0,0-1 0 15,-3 3 0-15,0 0 0 0,3 1 0 0,-3-1 0 0,3-3 0 16,-3 1 0-16,3-1 0 0,-3-2 0 0,3-3 0 15,0 1 0-15,-3-4 0 0,3 1 0 0,-3-1 0 32,3-2-147-32,-3 0-36 0,3-2-7 0,-5-1-2 0</inkml:trace>
  <inkml:trace contextRef="#ctx0" brushRef="#br0" timeOffset="132288.095">11439 2792 1728 0,'0'0'38'0,"-6"0"8"16,6 0 2-16,-3 2 0 0,3-2-39 0,0 0-9 0,-6 5 0 0,6-5 0 0,0 0 104 0,0 0 20 15,0 0 3-15,0 0 1 16,6 3-52-16,0 2-9 0,2-5-3 0,4 0 0 0,0 0 0 0,3 0 0 16,3 0 0-16,-3 0 0 0,3-5-51 0,0 5-13 15,-3 0 0-15,5 0 0 0,-2-3 0 16,3 3 0-16,-3 0 0 0,0 0 0 0,0-5 0 0,2 5-12 16,1 0 3-16,0 5 0 15,0-5-191-15,3 0-37 16</inkml:trace>
  <inkml:trace contextRef="#ctx0" brushRef="#br0" timeOffset="132571.14">12096 3207 1846 0,'0'0'40'16,"0"0"9"-16,0 0 2 0,3-3 1 0,0 1-41 0,3-4-11 0,-3 4 0 0,3-1 0 0,0-2 77 15,3 2 14-15,-3-2 2 0,3 2 1 0,-3-2-39 0,3 2-8 16,3 1-2-16,-3-1 0 0,3-2-20 16,0 2-4-16,-1 3-1 0,4-5 0 0,-3 2-8 15,3 3-1-15,-3-5-1 0,3 0 0 16,-3 2-10-16,0 0 8 0,0 1-8 0,-3 2 8 15,-1-3-37-15,1 3-8 0,-3-5-2 16,0 2-1020-16</inkml:trace>
  <inkml:trace contextRef="#ctx0" brushRef="#br0" timeOffset="132850.972">12153 2977 1742 0,'-9'-8'38'0,"3"0"8"0,3 3 2 0,0-1 1 0,-3 4-39 0,3-6-10 0,3 2 0 0,-3 4 0 0,3-6 107 0,0 5 19 0,3 1 4 0,-3 2 1 16,0-6-59-16,0 6-12 0,0-2-3 0,0 2 0 16,0 0 6-16,0 0 1 0,6 0 0 0,-3 8 0 15,3-3-52-15,-3 11-12 0,0-6 0 0,3 9 0 16,-3-1 0-16,3 4 0 0,-3 4 0 0,3-2 0 16,0-3 0-16,0-3 0 0,0 4 0 0,0-4 0 15,0 1 0-15,0 2 0 0,-1-5 0 0,1 2 0 16,-3-2 0-16,3-3 0 0,-3 6 0 0,0-3 0 15,0 2 0-15,0-2 0 0,0 0 0 0,0 0 0 16,0-3-151 0,3 0-33-16,-3-2-6 0</inkml:trace>
  <inkml:trace contextRef="#ctx0" brushRef="#br0" timeOffset="133338.439">12534 2866 1872 0,'0'-6'41'0,"0"4"9"16,-3-9 2-16,3 3 0 0,0 0-42 0,-3 6-10 0,3-9 0 0,-3 6 0 0,0-1 124 0,3 1 22 0,0 5 5 0,0 0 1 15,-3-3-75-15,3 3-14 16,0 0-3-16,0 0-1 0,0 0-43 0,0 0-16 0,0 0 11 0,-3 8-11 16,3-2 0-16,0 4 0 0,0-2 0 15,3 5 0 1,-3 1 0-16,3-4 0 0,3 3 0 0,0 1 0 15,0 2 0-15,3-3 0 0,0 3 0 0,3-6 0 0,0 4 0 0,-1-1 0 16,1-5 0-16,3-6 0 16,0-2-45-16,0 0-15 0,0 0-4 0,3-2 0 0,-3-4 34 0,-3-2 6 0,2 1 2 0,-2-1 0 15,0 0 22-15,0 0 0 16,-3 0-9-16,-3-5 9 0,-3 5 8 0,0 0 6 0,0-8 1 0,0 10 0 16,-3-7 32-16,0 5 6 15,0-2 2-15,-3-1 0 0,0 3-9 0,0 0-2 0,0 0 0 0,-3 0 0 16,3 3-4-16,0 2-2 0,-3-4 0 0,3 1 0 15,3 6-30-15,0 0-8 16,0 0 0-16,0 0 0 0,0 0 0 0,0 0 0 16,0 0 0-16,-3 6 0 0,0 1 25 0,0-4 4 0,3 5 1 0,0 3 0 15,0-1-30-15,0 3 0 0,3 3 0 0,-3 5 0 16,3 1 0-16,-3-1 0 0,3 8 0 0,-3 3 0 0,3-3 0 16,-3 0 0-16,0 0 0 0,-3-5 0 15,3 0 0-15,-3-3 0 16,0 0 0-16,0-5 0 0,-3 2 0 0,0 1-10 0,0-3 0 0,-3 2 0 15,4-2-59-15,-1 5-12 0,3-5-3 0,-3 5-740 16,0-7-148-16</inkml:trace>
  <inkml:trace contextRef="#ctx0" brushRef="#br0" timeOffset="133675.741">12960 3080 2127 0,'0'-8'47'0,"3"0"9"0,0 3 3 0,0-3 1 0,-1 0-48 0,1 0-12 0,0 0 0 0,0 3 0 0,0-3 118 16,0 3 22-16,0 2 4 0,-3 3 0 15,3 0-84-15,-3 0-16 0,6 0-4 0,-3 3-1 0,3 2-22 0,-3 3-4 0,0-3-1 0,-3 11 0 16,3-6-12-16,-3 4 9 0,0 2-9 0,-3 2 8 16,0-2 1-16,0 3 0 0,0-1 0 0,-3 3 0 15,0-2-58-15,0 2-12 0,0-3-3 16,0 6 0-16,1-8 52 0,-1 5 12 0,3-2 0 0,-3 2 0 15,3 0 0-15,0-5 0 0,3 3 0 0,-3-9 0 16,3 3 0-16,3 1-12 0,0-6 12 0,0 2-12 16,3-5 12-16,0-2 0 0,5 0 12 0,1-3-12 15,3-3 58-15,0 0 5 0,3-2 1 0,3-3 0 16,3 0-52-16,-1-2-12 0,1-1 0 0,0 0 0 16,-3-2 0-16,3 3 0 0,-3 4 0 0,-4-7 0 0,1 3 0 0,3-1 0 15,-3 3 0-15,-3-3 0 16,3 3-153-1,-3-2-31-15</inkml:trace>
  <inkml:trace contextRef="#ctx0" brushRef="#br0" timeOffset="138977.114">10918 4265 1074 0,'0'0'30'0,"0"0"8"0,0 0-30 0,-3-5-8 0,3 0 0 0,-3-1 0 16,0 4 133-16,3-6 26 0,-3 3 5 0,0-1 0 16,3 1-40-16,-3-3-9 0,0 3-2 0,3-1 0 15,-3 4-57-15,3-9-11 0,-3 6-2 0,3 2-1 16,-3-5 18-16,3 6 3 0,0-4 1 0,-3 4 0 15,3 2-9-15,0-8-2 0,0 8 0 0,0 0 0 16,0 0-29-16,0 0-5 0,0 0-2 0,0 0 0 16,0 0-17-16,0 0 0 0,0 0 0 0,3 3 0 0,0 2 0 0,3 3 0 15,-3 0 0-15,3 0 0 0,0 5 0 0,0-5 0 16,0 0 0-16,0 2 0 0,-1 4 0 0,4-7-11 16,0 4 2-16,0-3 0 15,3 0-42-15,0-5-8 16,-3-1-1-16,3-2-1 0,3 0 49 0,-3-2 12 0,3-1 0 0,-3-8 0 15,2 3-36-15,-2 0-5 0,0-2-1 0,-3-3 0 16,0-1 34-16,0 4 8 0,-3-6 0 0,0 5 0 0,0 1 10 16,-6-1 4-16,3 1 1 0,-3 2 0 0,-3 0 29 0,3-3 5 15,-3 6 2-15,-3 0 0 0,3-3-4 0,-3 2-1 16,0-2 0-16,0 6 0 0,3-4-18 0,0 4-3 16,3 2-1-16,-6-3 0 0,3 3-10 0,3 0-2 0,0 0-1 0,0 0 0 15,0 0-11-15,0 0 12 16,0 0-12-16,0 0 12 0,0 8-12 0,0 0 0 0,0 5 0 0,0-2 0 15,3 5 0-15,0-3 0 0,0 6 0 0,0 2 0 16,0 0 0 0,0 0 0-16,0 3 0 0,0-6 0 0,0 1 0 0,0 2 0 0,0-5 0 15,0 0 0-15,-3 0 0 0,0 0 0 0,-3 2 0 0,0-5 0 16,0 3-8-16,0-3 8 0,-3 3 0 0,0-5 0 16,0 2 0-16,-3 3-9 0,0-3 9 0,0 0 0 15,0 3-39-15,1-5-1 0,-1 2 0 16,0-2 0-16,3-1 40 0,0 1 0 0,-3-1 0 0,3-7 0 15,3 2 0-15,-3-2 0 0,6-3 0 0,0 0 0 16,0 0-118-16,0 0-16 16,-3-5-3-16,3-1-565 0,0-4-113 0</inkml:trace>
  <inkml:trace contextRef="#ctx0" brushRef="#br0" timeOffset="139294.284">11284 4321 946 0,'0'0'20'0,"0"0"5"0,0 0 1 0,0 0 2 15,0 0-28-15,0 0 0 0,0 0 0 0,0 0 0 0,0 0 95 0,0 0 13 0,0 0 4 0,0 0 0 16,0 0-7-16,0 0-1 0,0 0 0 0,0 0 0 16,0 0-31-16,0 0-6 0,0 0-2 0,0 0 0 15,0 0-1-15,0 0 0 0,0 0 0 0,0 0 0 16,0 0 0-16,0 0 0 0,0 0 0 0,0 0 0 15,0 0-24 1,0 0-4-16,0 0-2 0,0 5 0 0,0 3-20 0,0 3-4 0,0-3-1 0,3 0 0 16,-3 0 10-16,0 2 1 0,0 1 1 0,0-1 0 15,0 1-33-15,0-1-6 16,0 4-2-16,0-4 0 0,0 1 32 0,0-3 7 16,0 2 1-16,0 1 0 0,0 0-68 0,0-1-12 15,0-2-4-15,3 5 0 0,-3-10-124 0,0-3-24 16,-9 8-6-16,9-8-1 0</inkml:trace>
  <inkml:trace contextRef="#ctx0" brushRef="#br0" timeOffset="139544.122">11433 4313 1861 0,'0'0'40'0,"0"0"9"0,0 0 2 0,0 0 2 0,0-8-42 0,0 8-11 0,3-5 0 0,0-1 0 0,0 1 104 0,2 3 20 15,-2-4 3-15,3 1 1 0,0 0-30 0,3-3-6 16,-3 2 0-16,6 1-1 0,-3 0-73 0,0-3-18 16,0 3 0-16,0-1 0 15,0-2 0-15,0 3 0 0,0 2 0 0,3 1 0 0,-4-4 14 0,-2 4-1 0,3 2 0 0,0-5 0 16,0 2-13-16,-3 3-18 16,0 0 4-16,-3 3 1 15,3-3-102-15,-3 5-20 0,3-3-4 0,-3 4-561 16,-3-1-113-16</inkml:trace>
  <inkml:trace contextRef="#ctx0" brushRef="#br0" timeOffset="139769.809">11525 4398 1267 0,'0'0'28'0,"0"0"5"0,0 0 2 0,0 0 1 0,0 0-36 15,0 0 0-15,0 0 0 0,0 0 0 0,3-3 160 0,0 0 26 0,3 1 5 0,-3-1 1 16,3 3-103-16,0-5-20 0,-3 2-4 0,3-2-1 15,0 0 0-15,-1 2 0 0,1 0 0 0,3 1 0 16,-3-4 0-16,3 4 0 0,-3-1 0 0,0-5 0 16,3 8-51-16,-3-8-13 0,3 3 0 0,-3 0 0 15,3-1 0-15,-3 1 0 0,3 0 0 0,-3 2 0 16,3-8-74-16,-3 4-18 0,0-1-3 0,-1 0-986 16</inkml:trace>
  <inkml:trace contextRef="#ctx0" brushRef="#br0" timeOffset="140147.135">11817 4117 1616 0,'0'0'36'0,"0"0"7"0,0 0 1 0,0 0 1 0,0 0-36 0,0 0-9 0,-6 0 0 0,6 0 0 16,0 0 124-16,0 0 22 0,0 0 5 0,0 0 1 0,0 0-65 0,0 0-13 16,0 0-2-16,0 0-1 0,0 0-6 0,0 0-1 0,0 0 0 15,0 0 0-15,-6 3-51 0,3 5-13 16,0-6 0-16,0 6 0 0,0 0 0 0,3 0 0 0,0 3 0 0,-3 2 0 15,3-2 0-15,0 4 0 0,0-4 0 16,3 5 0-16,-3 0 0 0,3-6 0 0,0 1 0 0,0 2 0 16,3-5 21-16,0 3 2 0,-3-3 0 0,3 0 0 31,-1 0-37-31,1-6-7 0,3 3-2 0,-3-2 0 0,3 0 23 0,0-3 0 0,0-3 0 0,-3 0 0 16,3-2 0-16,0 3 0 0,3-6 0 0,-3 5 0 15,0-5 0-15,0-3 0 0,-3 4 0 0,2-4 0 16,-2 0 0-16,0 3 0 0,-3-2 0 0,3-3 0 15,-3 2 40-15,0-2 12 0,-3 5 2 0,0-8 1 16,0 3-37-16,-3 0-7 0,3-1-2 0,-3 4 0 16,0-6-9-16,0 5 0 0,0 3 0 0,-3 0 0 15,0-2 0-15,1 4 0 0,-1 1 0 0,0 3 0 16,-3-4 0-16,0 6-16 0,-6 6 4 0,0-6 1 16,0 5-139-16,-3 5-28 15,-6 4-6-15,-2 4 0 0</inkml:trace>
  <inkml:trace contextRef="#ctx0" brushRef="#br0" timeOffset="141286.363">12227 4107 1497 0,'0'0'32'0,"0"0"8"0,0 0 0 16,0 0 4-16,3-6-36 0,-3 6-8 0,0-2 0 0,0 2 0 0,0 0 104 0,0 0 20 0,0 0 3 0,0 0 1 15,0 0-52-15,0 0-9 0,0 0-3 0,0 0 0 16,0 0 0-1,0 0 0-15,3 2 0 0,-3 6 0 0,0 3-51 0,-3-1-13 0,3 4 0 0,-3 2 0 16,0-1 0-16,0 4 0 16,0-1 0-16,0 4 0 0,0-4 0 0,-2 1 0 15,2-1 0-15,-3 1 0 0,3-3 0 0,0 2 0 16,-3-7 0-16,3 2 0 0,-3 3 0 0,3-6 0 16,0 4 0-16,0-4 0 0,0 1-100 15,0-3-22-15,0 2-5 0,0-2-1 0</inkml:trace>
  <inkml:trace contextRef="#ctx0" brushRef="#br0" timeOffset="141783.079">12388 3974 1728 0,'0'0'38'0,"0"-5"8"0,0-3 2 0,-3 5 0 0,3-5-39 0,0 1-9 0,0 1 0 0,0 4 0 0,0-4 108 0,0 6 19 15,0-5 4-15,0 5 1 0,0 0-55 0,0 0-10 0,0 0-3 0,0 0 0 16,0 0-28-16,0 0-7 0,0 0-1 16,0 0 0-16,0 0-20 0,6 5-8 0,-3 3 0 0,3 0 9 15,0 0-9-15,0 0 0 0,0 3 0 0,3-3 0 16,0 2 0-16,0 1 0 0,0-3 0 0,2 0 0 31,-2 0-32-31,0-6 0 0,3 4 1 0,-3-4 0 16,3-2 2-16,-3-2 0 0,0 2 0 0,0-6 0 0,3 4-6 0,-3-4-1 15,3 1 0-15,-3-3 0 0,-4 3 54 0,1-1 10 0,0-1 3 0,0 1 0 16,0-2-23-16,-3 3-8 0,0 2 0 0,-3-5 9 16,3 0 16-16,-6 1 3 15,3 1 1-15,0 1 0 0,-3-3 12 16,0 0 3-16,3 3 0 0,-3-3 0 0,0 3-19 16,0 2-3-16,3 3-1 0,0 0 0 0,0 0-21 0,-3-3 0 0,3 3 0 0,0 0 0 15,0 0 40-15,0 0 4 0,-3 3 1 0,0 5 0 16,0 0-21-16,3 2-4 0,0 1 0 0,0 0-1 15,0 4-31-15,0-1-5 0,0 2-2 0,0-3 0 16,0 3 19-16,0 0 0 0,0-1 0 0,-3 7 0 16,3-7 16-16,0 7 1 0,-2-1 0 15,-1 3 0-15,3-1-27 0,-3-1-6 0,0 1 0 0,0-1-1 16,0-7-24-16,0 4-5 16,3-3-1-16,-3-3 0 0,3-2-13 0,0-1-4 0,0-2 0 0,0 0-682 15,3 0-137-15</inkml:trace>
  <inkml:trace contextRef="#ctx0" brushRef="#br0" timeOffset="142052.801">12751 4080 1403 0,'0'0'40'0,"0"-5"8"0,0 0-38 0,3-1-10 0,0 4 0 0,0-6 0 0,0 5 132 0,0-2 25 0,0 2 5 0,0-2 1 16,0 5-54-16,-3 0-10 0,0 0-3 0,0 0 0 15,3 0-39-15,0 2-8 0,0 1-1 0,0 0-1 16,0 2-21-16,-3 6-4 0,0-9-1 0,0 6 0 15,0 3-13-15,0-1-8 0,0 4 8 0,-3-4-8 16,6 9 0-16,-3-9 8 0,0 9-8 0,0-6 0 16,0 0 0-16,0 0 0 0,3-2 0 0,-3 2 0 15,3-2 0-15,0-1 0 0,3-2 0 0,-3 0 0 16,3-2 0-16,0-1 0 0,0-2 0 0,0-3 0 16,0 2-19-16,2-4-1 0,-2-1-1 0,3-2 0 31,0-3-148-31,0-3-30 0,3 1-5 0</inkml:trace>
  <inkml:trace contextRef="#ctx0" brushRef="#br0" timeOffset="142248.47">13001 3988 1497 0,'0'0'32'0,"0"0"8"16,-6 0 0-16,3-8 4 0,-3 5-36 0,6 3-8 0,-3-3 0 0,3 3 0 16,0 0 104-16,0 0 20 0,0 0 3 0,0-5 1 0,0 2-52 0,0 3-9 15,3-8-3-15,0 3 0 0,3 0 0 0,0 0 0 0,0-1 0 16,0 1 0-16,3 2-6 0,-3-2-2 0,3 2 0 15,0-2 0-15,0 0-35 0,0-1-7 16,0 4-2-16,0-3 0 0,3 2-12 0,-4 0 0 16,1-2 8-16,-3 2-8 0,3 3 0 15,-3 0 0-15,0-5 0 0,0 10 0 16,-3-5-42-16,-3 0-11 0,3 0-3 0,-3 0-701 0,0 0-141 0</inkml:trace>
  <inkml:trace contextRef="#ctx0" brushRef="#br0" timeOffset="142552.186">12995 4107 1267 0,'0'0'28'0,"0"0"5"0,0 0 2 0,0 0 1 0,0 0-36 16,0 0 0-16,6 0 0 0,0 0 0 0,0-6 143 0,0 4 21 0,3-4 5 0,-3 1 1 16,3 0-62-16,0-1-12 15,3 1-2-15,-3 3-1 0,3-6-25 0,-3 2-6 0,2 1-1 0,1-3 0 16,0 3-29-16,-3 0-5 0,3-3-2 0,-3 0 0 15,3 2-17-15,0-2-8 0,-3 0 0 0,0 1 8 16,0-1-134-16,3 0-27 0,-4-3-6 0,1 3-1 0</inkml:trace>
  <inkml:trace contextRef="#ctx0" brushRef="#br0" timeOffset="142728.237">13299 3731 1839 0,'0'0'40'0,"-3"-3"9"0,0-2 2 0,3 5 1 0,-3 0-42 0,3 0-10 0,-3-8 0 0,3 8 0 0,0 0 80 0,0 0 13 0,0 0 3 16,0 0 1 0,0 0-26-16,0 0-6 0,0 0-1 0,0 0 0 15,0 0-4-15,0 0 0 0,0 0-1 0,0 0 0 0,3 8-23 0,0 3-4 0,-3-1 0 16,3 1-1-16,0 2-7 0,-3 0 0 0,3 3-1 0,0 0 0 16,-3 0-5-16,3 2-1 0,-3-2 0 15,3-3 0-15,-3 3-7 0,3-3-2 0,0 3 0 0,-3-2 0 16,3-1-8-16,-3 0 0 0,3 0 0 0,-3 1 0 15,3-4 0-15,-3 1 0 0,3-3 8 0,-3 2-8 16,3-2-26-16,-3 0-7 0,3 0-2 16,-3 3 0-16,3-3-192 15,-3-8-38-15,0 0-8 0,0 0-2 0</inkml:trace>
  <inkml:trace contextRef="#ctx0" brushRef="#br0" timeOffset="149437.573">21092 6488 1497 0,'0'0'32'0,"0"0"8"0,0 0 0 0,0 0 4 0,0 0-36 0,0 0-8 0,0 0 0 0,0 0 0 15,0 0 136-15,0 0 24 0,0 0 6 0,-3-3 1 16,3 3-63-16,0 0-12 0,0 0-2 16,0 0-1-16,0 0-20 0,0 0-4 0,0 0-1 0,-6 6 0 15,3-1-51-15,0 3-13 0,0 0 0 0,3 0 0 16,-3 5 0-16,3-2 0 0,0 4 0 0,0 1 0 16,0 5 0-16,0-2 0 0,0 5 0 0,0 0 0 15,3-1 0-15,-3-1 0 0,3-1 0 0,-3 0 0 16,0-3 32-16,3-2 4 0,-3 0 1 0,0 0 0 15,0-3-29-15,0-2-8 16,0-1 0-16,0 1 0 0,0 0 8 0,0-1 0 0,0-4 0 0,0 1 0 16,0 1 8-16,0-2 3 0,0-1 0 0,0 0 0 0,0-5-19 15,0 6 0-15,0-6 0 0,3 5 0 16,-3-5-16-16,0 0-8 0,0 0 0 0,0 0-1 31,0 0-11-31,0 0-3 0,0 0 0 16,0 0 0-16,0 0-122 0,0 0-25 0,0 0-5 0,0 0-1 0</inkml:trace>
  <inkml:trace contextRef="#ctx0" brushRef="#br0" timeOffset="152065.845">15811 7493 1033 0,'0'0'22'0,"0"0"5"0,0 0 1 0,0 0 2 0,0 0-30 16,0 0 0-16,-3-2 0 0,3 2 0 0,-6-5 88 0,6 5 12 0,-3-3 3 0,3 3 0 31,0 0-18-31,0 0-3 0,0 0-1 0,0 0 0 0,0 0-29 0,0 0-7 0,0 0-1 0,0 0 0 16,0 0-20-16,3 5-5 16,3 0-1-16,0 1 0 0,0 2-18 0,3 0 10 0,0 0-10 0,-3 0 8 15,3-1-8-15,0 1 0 16,3-2 0-16,-3-1 0 0,0-2 0 0,2-1 0 0,-2 1 0 15,0-3 0-15,6-3 8 0,-6 1-8 16,3-4 12-16,-3-2-4 0,3 0-8 0,0-2 8 0,-3-1-8 0,3-2 8 16,0-3 10-16,-4 0 2 0,7-2 0 0,-6-1 0 15,3 3-9-15,-3 1-2 0,3-1 0 0,-3 0 0 16,0 3-9-16,0-3 10 0,-3 2-10 0,0 4 10 16,3-3-10-16,-3 2 0 0,0 0 0 0,-1 3 0 15,-2 1-92-15,0-1-24 0,0 2-5 16,-3 4-690-16</inkml:trace>
  <inkml:trace contextRef="#ctx0" brushRef="#br0" timeOffset="152448.539">15969 7380 1267 0,'0'0'28'0,"0"0"5"0,-3-6 2 0,0 1 1 0,3 2-36 0,0-2 0 0,0 3 0 0,0 2 0 16,0-6 108-16,0 6 16 0,0-5 2 0,0 5 1 16,3-5-43-16,-3 5-8 0,0 0-1 0,0 0-1 15,0 0-15-15,0 0-3 0,3 0-1 0,0 2 0 16,3 4-55-16,-3-1-10 0,3 3-2 0,-3 2-1 16,3 1 13-16,0 2 0 0,-3 3 0 0,3 0 0 15,0 0 0-15,0 0 0 0,-1-3 0 0,4 0 0 31,-3-2 0-31,3-1 0 0,-3-2 0 0,3 0 0 0,-3-2 0 0,3-4 0 16,-3-2 0-16,3 0-9 0,-3-2 19 0,3-1 4 0,-3-5 1 0,3 0 0 16,0-5 25-16,3 0 6 0,-1-3 1 0,4-3 0 15,0 1-24-15,0 2-5 16,3-3-1-16,0 3 0 0,3 0-17 0,-1 3 0 0,1 3 0 0,3-1 0 16,-3 0 0-16,3 1 0 0,-3-1 0 0,-1 1 0 15,4-1-99-15,-3-2-23 0,0 0-5 0,-3 2-1 16</inkml:trace>
  <inkml:trace contextRef="#ctx0" brushRef="#br0" timeOffset="153800.646">21077 7456 1314 0,'0'0'37'0,"0"0"8"0,0 0-36 0,0 0-9 15,0 0 0-15,-3-5 0 0,3 5 104 0,-6-3 20 0,6 3 3 0,-6-2 1 16,3-1 0-16,-3 3 0 0,6 0 0 0,-9 0 0 16,3 3-52-16,0-3-9 0,-3 2-3 0,3 4 0 15,-3-1-51-15,3 0-13 0,-3 3 0 0,4 0 0 16,-1 3 0-16,-3-1 0 0,3 1 0 16,0 5 0-16,0-3 54 0,-3 3 8 0,3 2 2 0,0 1 0 15,0-3-52-15,0 2-12 16,0-2 0-16,0 3 0 0,3-3-48 0,0 0-13 0,3-1-3 0,0 1 0 15,0 0 52-15,6-3 12 0,-3 3 0 0,3-2 0 0,0-4 0 16,0 3 0-16,3-2 0 0,-3-3 0 0,3-3 0 0,0 0 0 16,3-2 0-16,-3 0 0 0,2-6-8 15,-2 0 8-15,6-2-13 0,-3-3 5 0,0-2 8 16,3-1 9-16,3-2-1 0,-3 2-8 0,3-2 0 0,-1 2 0 16,-2-2 0-16,3 3 0 15,-3-4 58-15,0 4 5 0,0-3 1 0,-3-1 0 0,3 1-52 16,-6-3-12-16,-1 0 0 0,-2-2 0 0,-3-1 54 0,0-2 8 0,0 0 2 15,-6 0 0-15,3-3-52 0,-6 0-12 16,0 3 0-16,0 0 0 0,-2 2 0 0,-7 6 0 16,3-3 0-16,-3 6 0 0,-3 2 0 0,3 0 0 0,-3 2 0 15,-3 4 0-15,4-1 0 0,-1 6 0 0,0-1 0 16,3 4 0-16,0 2 0 0,0 0 0 0,0 2 0 0,0 3 0 31,4 1-202-15,-1 2-43-16,-15 21-9 0,9-8-2 0</inkml:trace>
  <inkml:trace contextRef="#ctx0" brushRef="#br0" timeOffset="154897.444">15981 8428 972 0,'0'0'21'0,"0"0"5"0,-3-6 1 0,0 1 0 0,0 2-27 0,0-2 0 0,3 0 0 0,-3-1 0 16,0 1 93-16,0 0 14 0,3 2 2 0,0 3 1 15,-3-5-8-15,3 5-2 0,-3-5 0 0,3 5 0 16,0 0-48-16,0 0-9 0,0 0-3 0,0 0 0 15,0 0-12-15,0 0-4 0,0 0 0 0,0 0 0 16,0 0-24-16,3 5 0 0,0 3 0 0,0 2 0 16,3 1 36-16,0 2 3 0,0-5 0 0,0 5 0 31,0-5-31-31,3 3-8 0,0-1 0 0,0 1 0 0,-1-3 0 16,1 0 0-16,3-3 0 0,-6 1 0 0,3-1 0 0,0-3 0 0,0 1-8 0,-3-3 8 0,0 3 16 15,3-3 8-15,-3-3 1 0,0 0 1 16,0-2 17-16,3 3 3 0,-3-6 1 0,3 2 0 0,-1-2-22 0,1-2-4 15,0-1-1-15,3 1 0 0,0-1-20 0,0-2 0 0,0-3 0 16,3 0 0 0,0 0 19-16,0 0-1 0,-3 3 0 0,2-3 0 0,1 3-27 0,0 0-6 0,0 2-1 15,0 1 0 1,0 2-134-16,0 0-27 16,3 0-6-16</inkml:trace>
  <inkml:trace contextRef="#ctx0" brushRef="#br0" timeOffset="158065.009">21059 8462 1728 0,'0'0'38'0,"0"0"8"0,0 0 2 0,0 0 0 0,0 0-39 16,0 0-9-16,3-3 0 0,0 3 0 0,-3 0 104 0,6-2 20 0,0 2 3 15,-3 0 1 1,3 0-33-16,-6 0-7 0,6 2 0 0,-3 1-1 0,3 0-36 0,0 2-7 0,-3-3-2 15,0 6 0-15,2 0-22 0,1 0-4 16,-3 0 0-16,0 5-1 0,0-2-7 0,-3 2 0 0,3 6-8 0,0 2 12 16,-3 5-12-16,3 6 8 0,0 0-8 0,-3 0 0 15,3-1 0-15,0-4 8 0,-3 2-8 0,3-5 0 16,0-3 0-16,0-2 0 0,0-1 0 16,0-2 0-16,0 0 0 0,3-3-13 0,-3 0 2 0,0-2 1 31,3 2-82-31,-3-5-17 0,3 3-3 0,-3-3-624 0,3-1-124 0</inkml:trace>
  <inkml:trace contextRef="#ctx0" brushRef="#br0" timeOffset="158706.076">21121 9354 1267 0,'0'0'28'0,"0"0"5"0,0 0 2 0,0 0 1 0,0-6-36 0,3 1 0 0,0 0 0 0,-3 5 0 16,0 0 89-16,0 0 11 0,0 0 3 0,0-3 0 15,0 3-11-15,0 0-3 0,3-3 0 0,-3 3 0 16,0 0 3-16,0 0 1 0,0 0 0 0,0 0 0 16,0 0-18-16,0 0-4 0,0 0-1 0,0 0 0 15,0 0-33-15,0 0-6 0,0 0-2 0,-3 6 0 16,0-1 28-16,0 3 6 0,-2 0 1 0,2 0 0 15,0 5-52-15,0 3-12 0,0 0 0 0,0 8 0 16,0-1 0-16,0 4 0 0,0-1 0 0,3 3 0 16,0-2 0-16,-3-3 0 0,3-3 0 0,0 0 0 0,0-2 0 15,0-1 0-15,0-5 0 0,0 3 0 16,3-3 0-16,-3 1 0 0,0-4 0 0,3 4 0 16,-3-7 0-16,3 4 0 0,0 0 0 0,-3-3 0 0,3-1 0 15,-3 1 0-15,3 0 0 0,-3 0 0 0,3-2 0 0,-3-1 0 16,3-2 0-16,-3-3 0 15,0 0-48-15,3 2-13 0,2-2-3 0,1-2 0 16,0-1-116-16,-3 0-24 0,3-2-5 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0T22:04:30.37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16499 5387 1246 0,'0'0'35'0,"0"0"9"0,0 0-36 0,0 0-8 0,-3 11 0 0,3-6 0 16,-3 3 110-16,3 0 20 0,-3 8 4 0,3-3 1 15,0 0-48-15,0 3-10 0,0 0-1 0,0 3-1 16,0-1-60-16,0-2-15 0,0 3 0 0,0-4 0 16,-3 1 31-16,3 3 3 0,0-6 1 0,0 3 0 15,0-3-27-15,-3-2-8 0,3 2 0 0,-3-2 0 16,0-4 0-16,0 1 10 0,0 0-10 0,0 0 8 0,0-2 4 0,0-1 0 16,3-5 0-16,-6 3 0 0,6-3 0 0,0 0 0 15,-6 2 0-15,6-2 0 0,-6-2 20 0,3-4 4 16,0 1 0-16,0-6 1 0,3 1-27 0,0-3-10 15,3-1 0-15,0-2 9 0,3-2-9 0,-3-3 0 16,3 0 0-16,3-3 0 0,0-3 0 0,0-2 8 16,3-3-8-16,-3 1 8 15,3-1 10-15,0 5 2 0,-1-2 0 0,1 6 0 16,0 1-20-16,0 4 0 0,3 5 0 0,-3-6 0 0,0 9 55 0,0 2 7 16,0-3 2-16,0 3 0 0,-1 5-23 0,1 1-4 15,0 2-1-15,0 0 0 0,0 2-20 0,0 1-4 16,-3 5 0-16,3 3-1 0,-3-6 5 0,0 5 0 0,0 4 1 0,-3 2 0 15,3 2-17-15,-4 3 0 0,1 3 0 0,-3 0 0 16,0 5 0-16,0-3 0 0,-3 1 0 16,3-3 0-1,-3 0-48-15,-3-3-12 0,3-3-4 0,-3 3 0 0,-3-2 52 0,3-3 12 0,-2 0 0 16,-1 0 0 0,0-3-102-16,0-3-18 15,0 4-3-15,0-4-587 0,-3-2-118 0</inkml:trace>
  <inkml:trace contextRef="#ctx0" brushRef="#br0" timeOffset="208.825">16401 5543 1778 0,'-9'0'39'0,"9"0"8"16,0 0 1-16,0 0 3 0,0 0-41 0,0 0-10 0,0 0 0 0,6 0 0 0,5 0 122 0,1-2 22 0,0-1 5 0,6-2 1 0,-3-1-55 0,3-1-11 15,0-1-3-15,0 2 0 16,-1-2-56-16,1-2-11 0,6 2-2 0,0-3-1 0,0 1-11 0,6 2 0 16,2-3 0-16,4 6 0 15,0-6-164-15,-4 6-36 0</inkml:trace>
  <inkml:trace contextRef="#ctx0" brushRef="#br0" timeOffset="1407.701">16526 6133 1267 0,'0'0'28'0,"0"0"5"0,0 0 2 0,0 0 1 0,0 0-36 0,0 0 0 0,0 0 0 0,0 0 0 15,0 0 109-15,0 0 15 0,0 0 4 0,0 0 0 16,3 6-52-16,0 2-9 0,-3 0-3 0,2 5 0 16,-2 3 0-16,0 0 0 0,0 5 0 0,0 3 0 15,3-3-51-15,-3 3-13 0,0-1 0 0,0-1 0 16,0-1 0-16,0 0 0 0,0 0 0 0,0-2 0 15,-3 2-11-15,1-3-5 0,2-2 0 0,-3 0-1 0,0-3 17 0,0 0 0 16,3-2 0-16,-3 2 0 0,0-2 10 16,0-3 6-16,3-3 0 0,-3 0 1 0,3-5-17 0,0 0 0 15,0 0 0-15,0 0 0 16,0 0 0-16,0 0 0 0,0-8 0 0,0 0 0 0,0-2 55 0,0-1 7 0,0-2 2 16,0 0 0-16,0 0-52 15,0-3-12-15,0 0 0 0,0-3 0 0,0 1 54 0,0-3 8 0,0-3 2 16,3 0 0-16,0 0-52 0,0 0-12 0,3 1 0 15,-3-1 0-15,2 3 26 0,1-1 2 16,0 4 1-16,0 2 0 0,0 0-8 0,3 3-1 0,3 0-1 16,-3 2 0-16,0 3-4 0,3 0-1 0,0 0 0 15,0 3 0 1,3 2-14-16,-1 1 11 0,-2 2-11 16,3 0 10-16,0 0-10 0,-3 2 0 0,0 1 0 0,0 2 0 0,0 1 0 0,-6 2 0 0,3-1 0 0,-6 4 0 15,3-3 0-15,-6 3 0 0,0-1 0 0,-3 3 0 16,0 1 0-16,-3 2 0 0,-3-1 0 0,-3 1 0 15,0 0-21-15,0 0 3 0,-3 0 1 0,3-3 0 16,-3 0 17-16,0 1 0 0,4-4 0 0,-1 1 0 16,0-3 10-16,3-3 6 0,3 0 0 0,-3 1 1 15,6-4-17-15,3-2 0 0,0 0 0 0,0 0 0 16,0 0-19 0,3-2-7-16,3-1-2 0,3-2 0 0,3-1 45 15,0 1 9-15,3-3 2 0,2 3 0 0,-2-3-28 16,3 3 0-16,3 2 0 0,-3-2 0 0,0 2 0 0,0 0 0 0,-4 3 0 0,1 3 0 15,-3 0 18-15,-3-1-2 0,0 4 0 0,0-1 0 16,-3 3-25-16,0 0-6 0,-3 0-1 0,-3 2 0 0,0-2 16 0,0 3 0 16,-3-1 0-16,-3 1 0 0,0 0 48 0,0-1 13 15,-3 1 3-15,-3-1 0 0,-3 1-52 0,0-1-12 0,-2 1 0 16,-1 2 0-16,0-2 0 16,-3-1 0-16,0 4 0 0,-3-4 0 15,4 3-20-15,-1 1-6 0,3-1-2 0,0-2 0 16,0-1-9-16,0 1-3 0,0-6 0 15,1 0 0-15,-1-2-132 0,0 0-26 0,3-1-6 0,3-2 0 16</inkml:trace>
  <inkml:trace contextRef="#ctx0" brushRef="#br0" timeOffset="2821.894">16713 6956 1728 0,'0'0'38'0,"0"0"8"0,0 0 2 0,3-2 0 0,0-1-39 0,3 3-9 0,-3-5 0 0,3 2 0 15,-3 0 104-15,3 1 20 0,-3-3 3 0,0 2 1 16,-3 0-52-16,0 3-9 0,3-5-3 0,0 2 0 16,-3-2 0-16,0 5 0 0,3-5 0 0,-3 5 0 15,-3-6 0-15,-3 4 0 16,0-1 0-16,0 0 0 0,-3 1-51 0,0 2-13 0,0 0 0 0,-3 0 0 15,0 2 0-15,-3-2 0 0,1 6 0 0,-1-4 0 16,3 4 0-16,-3-1 0 0,3 3 0 0,0 3 0 16,-3-1 0-16,3 3 0 15,0 3 0-15,0 3 0 0,4 2 0 0,-1 0 8 0,0 0-8 0,0 3 0 16,6 0 0-16,3-3 0 0,-3 0 0 0,6 0 0 16,0-5-43-16,3 0-5 0,0-3 0 0,0 1-1 15,0-1 29-15,2-3 7 0,1-2 1 0,0-2 0 0,3 2 12 16,0-6 0-16,3 1-10 0,-3-1 10 0,3-2 0 0,0 0 0 15,3 0 0-15,-1-2 0 16,4-1 0-16,-3 1 0 0,3-4 0 0,0 4 0 0,0-4 0 0,-4 1 0 16,1 0 0-16,0-1 0 15,0 1-158-15,-3 3-27 0,0-4-6 0,-6 1-794 16</inkml:trace>
  <inkml:trace contextRef="#ctx0" brushRef="#br0" timeOffset="3624.352">16594 7650 1519 0,'0'0'43'0,"0"0"9"0,0 0-41 0,0 0-11 0,-3-6 0 0,3 6 0 15,-3-5 129-15,3 5 24 0,0 0 5 0,0 0 1 16,0 0-47-16,0 0-10 0,0 0-2 0,0 0 0 16,0 0-24-16,0 0-4 0,0 0-2 0,0 0 0 15,0 0-56-15,0 0-14 0,0 0 0 0,0 8 0 16,0 0 38-16,0 5 5 0,0-2 1 0,0 2 0 16,-3 3-27-16,3 2-5 0,-3 1 0 0,3 2-1 15,-3 3-3-15,3 0-8 0,0 2 12 0,-3 3-4 16,3-5-8-16,0 2 0 0,-3-2 0 15,3 0 8-15,-3-5-8 0,3 2 0 0,0-5 0 0,-3 2 0 0,3 1 0 16,-3-3 12-16,3-3-12 0,-3 0 12 16,3 0-12-16,-3-2 0 0,3-1 0 0,-3 1 0 15,3-3-26-15,0 0 2 0,0-3 1 0,0-5 0 16,0 0-42-16,0 0-9 0,0 0-2 0,0 0 0 16,0 0-168-16,0 0-35 0,0-16-6 15,6 6-555-15</inkml:trace>
  <inkml:trace contextRef="#ctx0" brushRef="#br0" timeOffset="4015.133">16606 7665 1728 0,'0'0'38'0,"-3"-5"8"0,-3 3 2 16,3-4 0-16,3 6-39 0,-6-2-9 0,3-4 0 0,3 6 0 0,0 0 104 0,0 0 20 0,0 0 3 0,0 0 1 15,0 0-52-15,0 0-9 0,0 0-3 0,0 0 0 16,0 0 0-16,0 0 0 0,0 0 0 0,0 0 0 15,6 6-21-15,0-4-5 0,3 1-1 0,0 2 0 16,0 0-8-16,3 1-1 0,0 2-1 0,2-3 0 16,1 3-27-16,3 0-16 15,-3-3 3-15,3 3 0 0,0 0 21 0,-3 3 4 0,3-3 0 0,-1 2 1 16,-2 3-13-16,-3 1-12 0,3-1 3 0,-6 5 0 16,3-2 9-16,-6 0 12 0,3 3-2 0,-3 2-1 15,-3-3-9-15,0-2 0 0,-3 3 0 0,0-1 0 16,-3 1 0-16,0-3 0 0,-3-1 8 0,-3 1-8 15,0-2 8-15,-3 1-8 0,-3-1 0 0,0-1 8 0,-3 0-8 0,-2 0 8 16,2 1-8-16,-3-1 8 16,0-3-8-16,0 4-14 0,3-4 3 0,-2 3 1 0,2-2 10 15,3 0 0-15,0-3 0 16,3 0 0-16,0-3 9 0,3 0 4 0,0 0 1 0,0-2 0 16,3-3-36-16,6 0-7 0,-3-5-2 0,-3 2 0 15,6-2-117-15,-3-3-24 0,6 0-5 0,-3-5-1 0</inkml:trace>
  <inkml:trace contextRef="#ctx0" brushRef="#br0" timeOffset="7057.759">13370 11018 1436 0,'0'0'32'16,"0"0"6"-16,0 0 2 0,0 0 0 0,0 0-32 0,0 0-8 0,0 0 0 0,0 0 0 16,-3-3 116-16,3 3 23 0,0 0 4 0,-6-2 1 15,6 2-32-15,0 0-7 0,0 0-1 0,0 0 0 16,-3-3-25-16,3 3-6 0,0 0-1 0,0 0 0 16,0 0-19-16,0 0-4 0,0 0-1 0,0 0 0 0,0 0-25 0,0 0-6 15,0 0-1-15,0 0 0 0,0 0-16 0,0 0 10 16,0 0-10-16,0 5 8 0,3 3-8 0,0 3 0 15,0-1 0-15,3 1 8 0,0 0-8 0,0 2 0 16,0 0 0-16,3 0 0 16,-3 3-40-16,6-5-11 0,-3-1-1 0,3 1-1 15,0-3 2-15,0-3 1 0,0 0 0 0,-1-2 0 16,4 0 3-16,0-3 1 16,0-6 0-16,-3 4 0 0,0-4 29 0,0-1 5 15,-3-1 2-15,3 0 0 0,-3 0-10 0,0 0-1 0,-4-3-1 0,1 3 0 0,0-2 62 0,0 2 12 0,-3 0 2 16,-3 0 1-16,3 3 5 0,0-3 0 0,-3 2 1 0,-3 1 0 15,3 0-3-15,-3-1-1 0,0 1 0 0,0 3 0 16,3 2-30-16,-3-6-7 0,-3 4 0 0,6 2-1 16,0 0 28-16,0 0 5 0,0 0 2 0,0 0 0 15,0 0-31-15,0 0-7 0,-6 2 0 0,6-2-1 16,-3 6-15-16,1 1 11 0,-1 4-11 0,0 2 10 16,3 1-10-16,-3 1 0 0,3 7 0 15,-3-1 0-15,3 3 0 0,-3-1 0 16,0 1 8-16,0 0-8 0,0 0 0 0,0-6 0 0,-3 1 0 0,0 2 0 15,-3-5-12-15,0 0 0 0,0 2-1 0,-3-2 0 16,0-3 1-16,-3 3 0 0,0 0 0 0,-2 0 0 16,2 3 12-16,-3-4-9 0,0 1 9 0,3 0-8 15,-3 0 8-15,3-3 0 0,3 0 0 0,-2-2 0 16,2-3 0-16,-3 0 0 0,3-3 0 0,-3-2 0 0,0-3 0 0,3-3 0 16,0-2 0-16,3-3 0 0,0 0-15 15,1-3 3-15,5-2 0 0,0 0 0 16,3 0-25-16,0 0-5 0,6-1-1 0,2-2 0 15,1 3-84 1,6 0-17-16,0 0-3 0,-3 0-969 0</inkml:trace>
  <inkml:trace contextRef="#ctx0" brushRef="#br0" timeOffset="7544.85">13716 11383 1900 0,'0'0'42'0,"0"0"9"0,-3-8 1 0,-3 3 1 0,3 0-42 0,-3-1-11 0,3 1 0 0,0 0 0 16,0-1 93-16,3 6 17 0,-3-5 3 0,3 5 1 15,0-5-35-15,0 5-7 16,3-5-2-16,-3 5 0 0,3-3-37 0,3-2-7 0,-3 5-2 0,3-3 0 16,0 3 28-16,0 0 4 0,3 0 2 0,-3 0 0 15,2 3-37-15,-2-3-7 0,3 0-2 0,-3 2 0 16,3 1-12-16,0 0 0 0,-3-1-12 0,3 3 12 16,0 1-10-16,-3-1 10 0,0 0-8 0,0 3 8 15,-6 0-35-15,3 0-1 16,-3 0-1-16,0 5 0 0,-3-2-10 0,0-1-1 0,-3 4-1 0,0-1 0 15,0 3 9-15,0 2 1 0,0 1 1 0,-3-1 0 16,6-2-21-16,-3 3-4 0,0-1-1 16,0-2 0-16,3-3 77 0,-3 1 15 0,3-1 4 0,0-3 0 15,3-2-52-15,-3 0-9 0,3 0-3 0,3-2 0 16,-3-6 32-16,3 2 0 0,0-2 0 0,0 3 0 0,3-1 45 0,0-2 15 0,0-2 4 16,3-1 0-16,0-2-64 0,0 0 0 15,3-3-12-15,0 0 2 0,0-3 10 0,0 3 8 0,3-2-8 16,-1-4 11-16,1 1-11 0,0 3 0 0,0-4 0 0,0-2 0 31,0 3-132-31,3-3-29 0</inkml:trace>
  <inkml:trace contextRef="#ctx0" brushRef="#br0" timeOffset="8488.2">14338 10981 1440 0,'0'0'40'0,"0"0"11"0,0 0-41 0,0-5-10 0,0-1 0 0,0 1 0 16,0 5 117-16,3-5 22 0,-3-1 4 0,0 1 1 16,0 5-34-16,0-5-6 15,0 5-2-15,0-5 0 0,0 5-18 0,0 0-3 16,0 0-1-16,0 0 0 0,0 0-28 0,0-6-7 0,3 4-1 0,-3 2 0 15,0 0-15-15,0 0-3 16,3-3-1-16,-3 3 0 0,3-3-12 0,0 3-2 0,0 3-1 0,3 0 0 16,-3 2-10-16,3 0 10 0,2 0-10 0,-2 3 10 15,3 3-10-15,0 0 0 0,0-1 0 0,3 1 0 16,-3 2-10-16,3-2-4 0,0 2-1 16,0 0 0-16,0-2-36 0,-3-1-7 0,2 1-2 15,1-1 0 1,0-2-42-16,-3-2-9 0,0 2-1 0,0-3-1 0,3-3 39 15,-3 1 8-15,0-3 2 0,-3 0 0 0,3 0 51 0,0-3 13 0,-3-2 0 16,0 0 0-16,2 0 19 0,-5-1 6 0,3-2 2 0,-3 0 0 0,0 1-9 16,0-1-2-16,-3 0 0 0,0 2 0 0,0-2 34 0,-3 0 6 15,3 1 2-15,-3-1 0 0,-3 0 8 0,3 2 2 16,0-2 0-16,-2 3 0 0,2-3-36 16,0 6-8-16,-3-4 0 0,3 1-1 0,-3 2 33 0,6 3 6 15,-3-5 2-15,3 5 0 16,0 0-52-16,0 0-12 0,0 0 0 0,0 0 0 0,0 0 54 0,0 0 8 15,0 0 2-15,0 0 0 0,0 0-52 0,0 0-12 0,6 3 0 0,0 2 0 16,0 0 0 0,0 3 0-16,-1-3 0 0,1 6 0 0,0 0 0 15,3-1 0-15,-3 3 0 0,0 6 0 0,0 0 0 0,0 2 0 16,-3 2 0-16,0 1 0 16,0 0-48-16,-3 0-13 0,0-3-3 0,-3 3 0 0,0-6 52 0,0 1 12 15,-3-3 0-15,-3 2 0 0,0-4 0 0,-3 1 0 0,1-1 0 0,-1 2 0 31,0-3-54-15,0 0-8-16,-3 0-2 0,0-2 0 0,0 2 52 0,0-2 12 0,0-1 0 0,0-2 0 16,-2 0 0-16,2 0 0 0,0-3 0 0,0-2 0 0,0 0 0 0,3-1 0 15,3-4 0-15,0-1 0 0,3 0 0 0,3-2 0 0,3 0 0 0,0-3 0 16,3 0-54-16,3 0-8 0,0-3-2 16,6 1 0-16,3-1-102 0,0-2-21 0,3 0-4 15,-3 0-692-15</inkml:trace>
  <inkml:trace contextRef="#ctx0" brushRef="#br0" timeOffset="8798.047">14882 11142 1947 0,'0'0'43'0,"0"0"9"0,0 0 1 0,0 0 2 0,0 0-44 0,0 0-11 0,0 0 0 0,0 0 0 0,0 0 99 0,0 0 17 15,0 0 4-15,0 8 1 0,0-2-37 0,0-6-8 0,0 0-2 0,3 5 0 16,-3 0-18-16,0 0-4 15,3 1-1-15,-3 2 0 0,0-3-18 0,3 3-3 0,-3 0-1 0,0 0 0 16,0 2-12-16,0 1-2 16,0-1-1-16,0 4 0 0,0 2-5 0,0-3-1 15,0 0 0-15,0 0 0 0,0 3-8 16,0-3 0-16,0 3 0 0,-3 0 0 0,3-3 0 0,0 3 0 0,0-3 8 0,-3 3-8 16,3 0 0-16,0 0 0 0,-3 0 0 0,3 0 0 15,0-3-12-15,-2 3 0 0,2-3-1 0,0-2 0 31,0-1-37-31,0-2-7 0,2 0-2 0,-2-2 0 16,0-6-137-16,0 0-27 0,6 0-5 0</inkml:trace>
  <inkml:trace contextRef="#ctx0" brushRef="#br0" timeOffset="10924.022">18529 9893 1512 0,'0'0'43'0,"0"0"9"0,0 0-42 0,0 0-10 0,0 0 0 0,0 0 0 16,0 0 62-16,0 0 10 0,0 0 3 0,0 0 0 15,6 0 37-15,-3 3 7 0,3 0 1 0,0-1 1 16,0 1-41-16,3 0-8 0,-4 2-1 0,7 3-1 0,-3-3-23 0,3 3-5 16,0 3-1-16,0-1 0 15,0 3-13-15,3 1-4 0,0-1 0 0,3 3 0 0,-4-3-12 0,1 3-2 16,0 0-1-16,0-3 0 16,0 3-9-16,-3-3 0 0,0 3 0 0,0-3 8 0,0-2-8 15,0 2 0-15,-4-2 0 0,1-1 8 0,0 1-20 0,0-3-5 16,-3 0-1-16,3 0 0 15,-3-3-86-15,3 0-16 0,0-2-4 0,0-3-1 16,0 0-127-16</inkml:trace>
  <inkml:trace contextRef="#ctx0" brushRef="#br0" timeOffset="11123.491">19169 9893 1713 0,'0'-8'48'0,"0"8"12"0,0-2-48 0,-3-3-12 0,3-1 0 0,-3 4 0 0,3 2 112 0,-3-6 20 0,0 4 4 0,3 2 0 15,-6-3-48-15,-3 6-9 0,3-3-3 0,0 5 0 16,-3 0-11-16,3 1-2 0,-3 4-1 0,0 1 0 16,-3-1-48-16,4 6-14 0,-4 3 0 0,3-1 8 15,-3 1-8-15,0 2 0 0,0-3 0 0,0 4 0 16,-3-1 0-16,3 0 0 0,-3 0 0 0,-2 0 0 16,-4-2-20-16,3-1-4 0,-6-2-2 0,3 3 0 31,0-3-121-31,-2-1-24 0,2 1-5 0,0-2-783 0</inkml:trace>
  <inkml:trace contextRef="#ctx0" brushRef="#br0" timeOffset="11425.758">18841 10132 1728 0,'0'0'38'0,"0"0"8"0,0 0 2 0,0 0 0 0,3-6-39 0,-3 6-9 0,0 0 0 0,0 0 0 0,0 0 104 0,0 0 20 16,0 0 3-16,0 0 1 15,0 0-16-15,0 0-4 0,0 0 0 0,-3 8 0 16,0-3-70-16,3 3-14 0,0 0-4 0,0 3 0 0,0 0 23 0,0-1 4 16,3 3 1-16,-3 3 0 0,3 0-28 0,0 3-4 15,-3 4-2-15,3 1 0 0,0 0-14 0,0 2 9 0,0 1-9 16,0-3 8-16,0 0-8 16,0-3 0-16,-3 0 0 0,3 0 0 0,-3 0 0 15,3-2 0-15,-3-1 0 0,0-2 8 0,0 3-8 0,0-3 0 16,-3-1 0-16,3 1 0 0,0 0 0 0,-3 0 0 0,3-5 0 15,0 2-11 1,-3-3-13-16,3 1-4 0,0-3 0 0,3-3 0 16,-3-5-139-16,3 3-28 0,3-3-5 0,0-3-833 0</inkml:trace>
  <inkml:trace contextRef="#ctx0" brushRef="#br0" timeOffset="11914.712">19053 10452 1690 0,'0'0'48'0,"0"0"11"0,0 0-47 0,0 0-12 0,-3-6 0 0,0 4 0 0,3 2 119 0,0-8 21 15,0 3 5-15,0-1 1 16,3-2-58-16,0 3-12 0,0 0-3 0,3-1 0 0,0-2-7 0,0 3-2 16,-1 3 0-16,4-4 0 15,-3 4-20-15,3-4-5 0,0 4-1 0,0-1 0 0,-3 0-10 0,3 3-1 16,0 0-1-16,-3 3 0 0,0-3-26 0,0 5-9 16,-3 1 0-16,3 2 0 0,-3 2 9 0,-3 1 0 15,3-1 0-15,-3 4 0 16,-3-1-25-16,0 0 0 0,-3 0 0 0,0 3 0 15,0-3-7 1,-3 3-2-16,0 0 0 0,3-3 0 0,-3 3 34 0,0-3 0 0,3 1 0 16,-3 2 9-16,6-3-9 0,-3 0 0 0,3-2 0 0,0-1 0 0,3 1 0 15,0-3 0-15,3 0 0 0,-3 0 0 0,6-3 0 0,-3 0 0 0,6-5 0 16,0 3 0-16,0-6 0 0,3 3 0 0,3-5 0 16,-3 2 0-16,6 1 0 0,-3-4 0 0,-1 1 0 0,4 0 0 15,0-1 0-15,-3 1 0 16,3-3 0-16,-3 3 0 0,0-3 0 0,0 3 0 0,-1-3 0 0,-2-3 0 15,3 1-200 1,-3-1-38-16,3-13-8 0,6 6-2 0</inkml:trace>
  <inkml:trace contextRef="#ctx0" brushRef="#br0" timeOffset="18001.651">20979 10039 541 0,'0'0'15'0,"0"0"4"0,3-8-19 0,0 0 0 0,2 0 0 0,-2 0 0 0,0-2 24 0,0-1 2 0,0 0 0 0,0 3 0 15,-3-2-17-15,0-3-9 0,0 2 10 0,0 0-10 16,-3-2 0-16,-3 3 0 0,3-1 0 0,-2 1 0 16,-4-4 0-16,3 4 0 15,-3-1 0-15,-3-2 0 0,3 2 0 0,-3 3 0 0,3-2-8 0,0-1-268 16</inkml:trace>
  <inkml:trace contextRef="#ctx0" brushRef="#br0" timeOffset="18237.819">20833 9706 1404 0,'0'0'31'0,"0"0"6"0,0 0 2 0,0 0 0 0,0 0-31 0,3 5-8 16,-3-5 0-16,0 0 0 0,0 0 95 0,3 5 17 0,0-2 4 0,3 2 1 16,0-5-13-16,0 5-4 0,-1-2 0 0,1 2 0 15,0 1-28-15,0-1-5 0,3 0-2 0,0 0 0 0,0 3-1 0,0 0 0 16,0 0 0-16,0 0 0 15,0 3-51-15,0-3-13 0,-3 2 0 0,3 1 0 0,-3 2 0 0,0 0 0 16,0 1 0-16,-1 1 0 0,4 1 16 16,-3 0 0-16,3-3 0 0,-3 6 0 0,0-3-26 0,3-3-5 15,-3 0-1-15,3 1 0 0,0-7 16 16,0 1 0-16,0 0 0 0,-3-2 0 16,3-1-101-16,3-2-18 0,-3-3-3 15,2 2-589-15,1-2-117 0</inkml:trace>
  <inkml:trace contextRef="#ctx0" brushRef="#br0" timeOffset="18455.543">21440 9817 1800 0,'0'0'40'0,"0"0"8"0,-3-6 1 0,3 1 1 16,0 5-40-16,-6-5-10 0,3 2 0 0,-3-2 0 0,6 5 88 0,-3-3 16 0,3 3 4 0,-9 0 0 16,3-2 4-16,0 2 0 0,-3 0 1 0,3 2 0 15,0 1-78-15,0-1-16 0,1 1-3 0,-4 2-1 16,0 1 17-16,0-1 4 0,-3 0 1 0,0 3 0 15,0 3-27-15,0-1-10 0,-3 1 0 0,0 0 9 16,-3 2-9-16,4 3 0 0,-7-3-12 0,3 3 12 31,0-3-42-31,0 3-1 0,3-6 0 0,0 4 0 0,1-4-125 16,-1 1-26-16,3-6-5 0</inkml:trace>
  <inkml:trace contextRef="#ctx0" brushRef="#br0" timeOffset="18781.506">21133 9946 1728 0,'0'0'38'0,"0"0"8"0,0 0 2 0,0 0 0 15,0 0-39-15,0 0-9 0,-6 0 0 0,6 0 0 0,0 0 112 0,-6 3 20 16,6-3 4-16,-5 3 0 0,5-3-13 0,-3 5-3 16,3-5-1-16,-3 8 0 0,0-3-72 0,3 3-15 0,0 0-2 15,0 3-1-15,0-3-1 0,0 2-1 16,0 1 0-16,0-1 0 0,0 1-15 0,0-1-4 0,0 1 0 0,3 2 0 15,-3-2-8-15,0 2 0 0,3-2 9 16,-3 2-9-16,0 0 0 16,3-2 0-16,-1 2 0 0,1 0 0 0,-3 0 0 15,3 3 0-15,0 0 0 0,0 0 0 16,0 3 0-16,-3-4 0 0,3 1 0 0,0 0 0 0,0 0 0 0,-3-3 0 0,3 3 0 16,0-5 0-16,0-1 0 0,-3-2 0 0,3 0 0 0,0-3 0 15,0 1 0-15,-3-6 0 0,3 2 0 0,-3-2 0 16,6 0-153-1,-3-2-26-15,3-4-5 0,0 1-558 0,0-3-112 0</inkml:trace>
  <inkml:trace contextRef="#ctx0" brushRef="#br0" timeOffset="19142.83">21413 10208 1724 0,'0'0'38'0,"0"0"8"0,0 0 2 0,0 0 0 0,0 0-39 0,0 0-9 0,0 0 0 0,0 0 0 0,0 0 105 16,0 0 19-16,0 0 4 0,0 0 1 0,0 0-25 0,0 0-4 16,0 0-2-16,0 6 0 0,-3-1-37 0,3 3-7 15,0 0-2-15,-3 0 0 16,3 0-8-16,-3 0-1 0,3 2-1 0,-3 3 0 0,3-2-42 0,-3 2-16 0,3 0 1 0,-3 1 0 15,3-1 15-15,0 0 0 0,0 0 0 16,0 3 0-16,0-3 0 0,0 3 0 16,0-2 0-16,0-1 0 0,0-3 0 15,0 1 0-15,0 0 0 0,3-1 0 0,-3 1 0 0,0-3 0 16,0 0 0-16,3-1 0 0,-3-1 0 0,0-1 0 0,3 0 0 0,-3-5-9 31,0 0-38-31,3 3-7 0,3 0-2 0,-3-3-745 0,3 0-150 0</inkml:trace>
  <inkml:trace contextRef="#ctx0" brushRef="#br0" timeOffset="62035.697">18684 5303 1695 0,'0'0'37'0,"0"0"8"0,0 0 2 15,0 0 1-15,3-6-39 0,-3 6-9 0,0-2 0 0,0 2 0 0,0 0 100 0,0 0 19 0,0 0 3 0,0 0 1 16,0 0-54-16,0 0-10 0,0 0-3 0,0 0 0 15,-6 2-27-15,3 6-5 0,-3-2-2 16,0 4 0 0,3 3-22-16,-3 1 0 0,0 4 0 0,0 1 0 0,3 4 56 15,-3-1 6-15,3 4 2 0,-3 1 0 0,3-4-64 0,-3-2 0 0,3 3-16 0,0 0 3 16,-3-8 13-16,3 3 16 0,0-1-3 0,0-2-1 16,0-3-12-16,0 0 0 0,0-2 0 0,0-3 0 15,0 0 0-15,3 0 0 0,-3-6 0 0,3-2 0 16,0 0 0-16,0 0 12 0,0 0-3 0,0 0-1 15,0 0-8-15,0-5-9 0,-3-3 9 0,3-2-13 16,3-4 13-16,-3-2 0 0,3-2 0 0,3-1 0 16,0-2 0-16,0 0 0 0,3-5 0 0,0-1 0 15,0 3 0-15,3-5 0 0,-3 0 0 0,6 0 0 0,-3 5 0 16,3 0 0-16,-1 3 0 0,1 3 0 16,3 2 0-16,-3 3 0 0,-3-3 0 0,3 5 0 15,0 3 0-15,-3 0 12 0,0 3-3 0,-1 0 0 0,-2 2-9 0,3 3-12 16,-3 3 2-16,0-1 1 15,0 1 41-15,0 8 9 0,0-9 2 0,0 9 0 16,-3-3-31-16,3 8-12 0,-3-6 8 0,0 6-8 0,0 0 0 16,-3 0 0-16,3 2 8 0,-3 1-8 0,0-1 0 0,-1 4 0 15,1-1 0-15,0 3 0 0,0-6 17 0,3 3-1 0,-6-2-1 16,3 2 0-16,-3 0-15 0,0-8 0 16,0 6 0-16,-3-1 0 15,0-2 0-15,0 0-12 0,3-3 3 0,-6 1 0 16,3 1-11-16,-2 1-1 0,2-8-1 0,-3 6 0 15,0-4-27-15,0 1-6 0,0-3-1 0,-3 0 0 16,3 0-132-16,0-3-26 0,0 0-6 0</inkml:trace>
  <inkml:trace contextRef="#ctx0" brushRef="#br0" timeOffset="62337.038">18639 5583 1494 0,'0'0'32'0,"0"0"8"0,-6-3 0 0,6 3 3 0,-3-2-35 0,3 2-8 0,0 0 0 0,0 0 0 16,0 0 105-16,0 0 19 0,0 0 4 0,0 0 1 15,0 0-29-15,0 0-5 0,0 0-2 0,0 0 0 16,0 0-24-16,0 0-5 0,3-3 0 0,3 3-1 0,0 0-14 0,3 0-2 16,0 0-1-16,3 0 0 15,0 0-10-15,2 0-3 0,1 3 0 0,0-3 0 0,6 0-17 0,-3 2-4 16,3-2-1-16,0 0 0 15,-1 0-11-15,1-2 0 0,0 2 0 0,0-3 0 0,3 3-8 0,-3-5-8 16,-1 0 0-16,4-1-1 16,0 1-140-16,0 0-28 0,0-6-6 15</inkml:trace>
  <inkml:trace contextRef="#ctx0" brushRef="#br0" timeOffset="81484.758">21235 5387 1314 0,'0'0'37'0,"0"-5"8"0,0 0-36 0,0-1-9 0,3 1 0 0,-3 5 0 15,0-3 156-15,0 3 28 0,0 0 7 0,0 0 1 16,0 0-103-16,0 0-20 0,3-2-4 0,-3 2-1 15,0 0 0-15,2 5 0 0,1 3 0 0,0 0 0 16,0 8-51-16,-3-3-13 0,3 6 0 0,0 2 0 16,0 3 0-16,-3-3 0 15,3 3 0-15,-3-1 0 0,3-1 0 0,-3-1 0 0,0-3 0 0,0 3 0 16,-3-5 54-16,3 0 8 0,0-3 2 0,-3 3 0 16,3-3-52-16,-3-2-12 0,0 0 0 0,3 2 0 15,-3-5 0-15,0 0 0 0,3 0 0 0,0-8 0 0,0 0 0 16,0 0 0-16,0 0 0 0,0 0 0 15,0 0 0-15,-3-6 0 0,0-2 0 0,1 1 0 0,2-4 13 0,0 0 0 16,0-2 0-16,0 0 0 0,2-3-13 0,1 0 0 16,3-2 0-16,0-1 0 0,0-5 8 15,0 3-8-15,0-11 0 0,3 3 9 0,0-2 3 0,3 1 0 16,-3 4 0-16,3-1 0 16,3 1-3-16,-3 5 0 0,0 5 0 0,-1 0 0 0,1 0 1 15,0 6 0-15,3-1 0 0,0 3 0 0,0 3-10 0,0 0 12 16,0 2-12-16,3 0 12 0,-4 3-12 0,-2 0 0 15,3 3 0-15,0 0 8 0,-3 2-8 0,0 0 0 16,-3 3 0-16,0 3 8 0,-3-3-8 0,0 2 0 0,-3 3 0 16,0 3 0-16,-3 0 0 0,-3 3 0 15,0 2 0-15,-3-5 0 0,-3 5 0 0,0-5 0 0,0 2 0 0,-3 1 0 16,0-3 0-16,0 0 0 16,0-3 0-16,0-3 0 0,0 1-8 0,4 0 8 0,-1-6 0 15,0 3 0-15,3-3 0 0,0-2 0 0,6-3-9 0,0 0 9 16,0 0 0-16,0 0-12 0,0 0 12 0,0 0-10 15,0 0 1-15,6-3 0 0,0-2 0 0,3 2 0 16,0-2 9-16,2 0-8 0,4-1 8 0,0 4-8 16,0-4 8-16,3 1 0 0,0 0 0 15,0 2 0-15,0 0 0 0,-4 1 0 16,1-1 0-16,0 3 0 0,0 0 0 0,-3 3 8 0,-3-1-8 16,3 4 11-16,-6-1-11 0,0 0 0 0,0 3 9 0,-3 0-9 15,0 3 9-15,-3-1-9 0,-3-2 12 0,0 3-12 0,-3-1 12 16,0 1-12-16,-6 0 12 0,0-3-12 15,0 2 11-15,-6 1-11 0,-6-3 10 0,1 5-10 0,-1-5 9 16,0 5-9-16,-3-2 8 0,0 5-8 0,1-3 14 0,2 0-2 16,0 3-1-16,0-3 0 0,0-2-3 0,3-1 0 15,1-2 0-15,-1 0 0 0,0-3-8 0,6-2 0 16,-3 0 0-16,6-3-11 16,0-3-78-16,1 0-16 0,2-2-3 0,3 0-696 15,3-3-140-15</inkml:trace>
  <inkml:trace contextRef="#ctx0" brushRef="#br0" timeOffset="82939.553">23717 5414 1987 0,'0'0'44'0,"0"0"8"0,0 0 3 0,0 0 1 0,0 0-45 0,0 0-11 15,-3-6 0-15,3 6 0 0,-6-2 84 0,6 2 16 0,-6 0 2 0,0 2 1 16,0 1-58-16,-3 2-11 16,0 3-2-16,3 3-1 0,-5 2 15 0,5 0 3 15,-3 3 1-15,0 5 0 16,3-2-64-16,0-1-13 0,0 1-2 0,3 2-1 0,0-5 48 16,0 3 10-16,6-6 1 0,-3 3 1 15,3-1-30-15,0-1 0 0,3-4 0 0,0 4 0 0,0-7 0 0,3 4 0 16,0-3 0-16,2 0 0 0,-2-3 0 0,3 1 0 0,0-1 0 0,0-5 0 15,3 0 0-15,-3-5 0 0,3 2 0 0,0-5 0 16,0 0 0-16,-4-3 0 0,4 1 0 0,0 2 0 16,-3-5 57-16,0-1 6 0,3-1 1 0,0 1 0 15,-3-2-52-15,-3 1-12 0,0-1 0 0,-3-5 0 16,0 2 0-16,-4-2 0 0,-2-3 0 16,0 0 0-16,-2 3 33 0,-4 0 4 15,0 2 1-15,-3 1 0 0,-3 2-10 0,0 5-1 0,0-2-1 0,0 5 0 16,0 0-26-16,0 0 0 0,0 3 0 0,-3 2 0 15,-2 3-46-15,-1 0-14 0,3 0-4 16,-6 3 0-16,3 2-51 0,0 3-10 0,-3 3-3 0,4 2-1024 16</inkml:trace>
  <inkml:trace contextRef="#ctx0" brushRef="#br0" timeOffset="83726.326">23726 6342 1552 0,'0'0'44'0,"0"0"10"0,0 0-43 0,0 0-11 0,0 0 0 0,0 0 0 0,-6-2 104 0,6 2 20 0,0 0 3 0,-6 0 1 16,0 0-57-1,0 2-11-15,0 4-3 0,0-1 0 0,0 0-40 0,0 3-8 16,0 0-1-16,0 3-8 0,-2 2 0 0,2 0 0 16,0 0 0-16,3 1 0 0,-3-1 0 0,3 3 0 15,0-3 0-15,0 3 0 16,3 2 0-16,0 1 0 0,3-3 0 15,0 5 0-15,3 0 0 0,0 0 0 0,3-5 0 0,-1 3 0 16,4-3 34-16,0-3 0 0,0-3 0 0,0 1 0 0,3-6-54 16,-3 1-12-16,0-4-1 0,3-4-1 0,0-1 78 0,-4-2 16 0,1-6 4 0,0 0 0 15,3-2-52-15,0 0-12 0,0-5 0 16,0 2 0-16,0-3 0 0,-3 3 0 0,0-2 0 0,-1 2 0 16,-2 3 54-16,-3-1 8 0,-3 1 2 0,0 0 0 15,0 0-52-15,-6-1-12 0,0-1 0 0,-6-1 0 16,3 2 34-1,-6-1 4-15,4 1 1 0,-4-1 0 0,0 4-27 0,0-2-4 0,-3 5-8 16,3 2 11-16,0 1 6 0,0 5 2 0,0 0 0 0,-3 3 0 16,1 5-67-16,-1 0-12 0,0 5-4 0,0 3 0 15,-3 0-124-15,6-3-24 0,-9 19-6 16,6-3-1-16</inkml:trace>
  <inkml:trace contextRef="#ctx0" brushRef="#br0" timeOffset="84368.746">23800 7081 1728 0,'0'0'38'0,"0"0"8"0,0 0 2 0,0 0 0 16,0 0-39-16,-6 0-9 0,0 0 0 0,1 2 0 0,5-2 53 0,-6 6 9 0,0-1 2 0,0 3 0 16,0 0 0-16,0 2 0 0,0 4 0 0,0-1 0 15,0 0-52-15,0 3-12 0,0 0 0 0,0 0 0 16,3 0 54-16,-3-1 8 0,3 1 2 0,0 0 0 15,3 0-52-15,0-3-12 0,0 1 0 16,3-1 0-16,3 0 0 0,-3 0 0 0,6 0 0 0,-3 1 0 16,3-4-48-16,3-2-13 0,-3 3-3 0,3-6 0 0,0-2 52 15,-1-1 12-15,-2-2 0 16,3-2 0-16,0-6 0 16,0 3 0-16,3-6 0 0,-3 0 0 0,3 3 35 0,0-5 9 0,0 3 3 0,-1-1 0 0,-2 0-15 15,0-2-2-15,0 3-1 0,-3-4 0 16,0 4 19-16,-3-3 3 0,-3-1 1 0,0-2 0 0,-3 1-42 0,-3-1-10 0,0-3 0 0,-3 1 0 15,-3-1 32-15,0-2 5 0,0 5 1 0,-3-2 0 16,0 4-10-16,0 1-1 0,-2 5-1 16,2-2 0-16,0 7-36 0,-3-2-7 15,3 5-2-15,0 0 0 0,0 5-21 16,0 0-4-16,3 6 0 0,-3-1-1 16,1 4-176-16,-1 2-35 15,0 2-8-15,0 3 0 0</inkml:trace>
  <inkml:trace contextRef="#ctx0" brushRef="#br0" timeOffset="84701.267">23866 7700 1940 0,'0'0'43'0,"0"0"9"0,0 0 1 0,-6 3 1 0,6-3-43 0,-6 5-11 0,0-3 0 15,3 4 0-15,3-6 83 0,-3 8 14 0,0-3 3 0,0 6 1 0,0-4-55 16,3 4-11-16,0 2-3 0,-3 1 0 16,3 1 19-16,-3 1 3 0,3 3 1 0,0 2 0 0,0 0-37 15,0 3-7-15,-3 0-2 0,3 0 0 0,0-1 18 0,-3-1 3 16,3-1 1-16,0 3 0 0,-3-3-17 0,3 0-3 0,0-5-1 15,-3 2 0-15,3 1-10 0,0-3 0 16,-3-3 0-16,3 3 0 0,0-3 0 0,0 0 0 0,0 0 0 0,3-2 0 31,-3 0-156-31,0-3-23 0,-3 2-5 0,3-10 0 0</inkml:trace>
  <inkml:trace contextRef="#ctx0" brushRef="#br0" timeOffset="123394.969">18368 6157 1472 0,'0'0'32'0,"0"0"8"0,0 0 0 0,3-2 1 0,0 2-33 0,-3 0-8 15,0 0 0-15,0 0 0 0,0 0 97 0,0 0 18 0,0 0 3 0,0 0 1 16,0 5-31-16,3 5-7 0,-3 4-1 0,0 4 0 16,3 3-64-16,-3 3-16 0,0 3 0 0,0-1 0 15,0 1 0-15,0 2 0 0,3-3 0 0,-3 3 0 16,0-2 0-16,0 2 0 0,0 0 0 0,0 3 0 16,-3-1 0-16,0 1 0 0,0-3 0 0,0 0 0 15,0-2 0-15,-3-3 0 0,6-3 0 0,-3-3 0 16,0-4 21-16,3-1 1 0,-3-3 0 15,0-2 0-15,3-2-35 0,0-1-7 0,0-5-2 0,0 0 0 16,0 0 22-16,0-5 0 16,0-3 0-16,3-8 0 0,-3-3-12 0,6-5 3 0,0-5 0 0,3 0 0 0,0-2 9 15,0-1 12-15,3-3-2 0,0 1-1 0,3 0-9 16,-3-3 0-16,2-1 0 0,4-1 0 16,-3-4 0-16,0 1 0 0,0 2 0 0,0 3 0 15,0 3 33-15,-3 2 5 0,2 6 1 0,-2 2 0 16,0 5-11-16,0 4-3 0,0-1 0 0,0 5 0 0,0 6-25 15,-3 0 0-15,3 2 0 0,-3 3 0 0,3 3 31 0,-4 2 1 16,4 5 0-16,-3 1 0 0,0 2-19 0,0 3-3 16,0 3-1-16,0 2 0 0,-3 5-9 0,0 3 10 15,0 6-10-15,-3-1 10 0,0-2-10 0,0 0 0 16,-3-3 0-16,0 0 0 0,-3-3 0 0,0 1 0 16,0-3 0-16,0-1 0 15,-3 1 19-15,0-3-2 0,0 3 0 0,0 0 0 16,-3 0-68-16,3-3-13 0,-3-2-4 0,3-1 0 15,-3-2-5-15,3-3-2 0,1-2 0 0,-1-1-593 0,0-2-118 0</inkml:trace>
  <inkml:trace contextRef="#ctx0" brushRef="#br0" timeOffset="123635.685">18484 6448 1213 0,'-12'-2'34'0,"6"2"8"0,-3 0-34 0,0 0-8 0,1 0 0 0,2 0 0 15,0 2 109-15,0 1 20 0,6-3 4 0,0 0 1 16,0 0-18-16,0 0-4 0,0 0-1 0,0 0 0 16,3 5-21-16,3-2-4 0,3 2-1 0,-1-2 0 15,4 2-3-15,0-5-1 0,6 3 0 0,-3-3 0 0,0 0-54 16,0 0-11-16,3-3-3 0,-1 0 0 16,4 1-13-16,-3-3-18 0,3 2 4 0,3-2 1 0,0-1 13 15,2 1 0-15,4 0 0 0,-3-1 0 16,3 1-82-16,0-3-14 0,-1-2-2 0,1 2-1 15</inkml:trace>
  <inkml:trace contextRef="#ctx0" brushRef="#br0" timeOffset="154621.658">21428 6295 1074 0,'0'0'30'0,"0"0"8"0,0 0-30 0,0 0-8 16,0 0 0-16,0 0 0 0,0 0 52 0,0 0 10 16,0 0 2-16,0 0 0 15,0 0 51-15,0 0 10 0,3 0 3 0,3-5 0 0,-3 2-52 0,0-2-9 0,0 2-3 0,0-2 0 16,0-1 0-16,-3 1 0 15,0 2 0-15,0-2 0 0,0 2 0 0,0 3 0 16,0-5 0-16,0 5 0 0,-6-5 0 0,3 2 0 0,-3 1 0 0,-3 2 0 16,0 2-40-16,0-2-9 0,0 6-2 0,0-1 0 15,-3-3 4-15,-2 6 1 0,2 0 0 0,-3 3 0 16,-3 0-18 0,0 2 0-16,0 0 0 0,0 3 0 0,0 0 0 0,1 2 0 0,-1-2 0 15,6 0 0-15,-3 3-21 16,6-4-8-16,3-1-2 0,3-1 0 0,3 0 31 0,0-2 0 15,6-1 0-15,0-2 0 0,3 0 16 0,3 0 8 0,3 0 3 0,3-3 0 16,-1 1-27-16,1-4 0 16,3 1 0-16,0-3 0 0,0-3 8 0,0 3-8 0,2-5 8 0,1 0-8 15,0-1 8-15,6 1-8 0,-3-3 8 0,-1 3-8 16,4 0-14-16,-3-1-8 0,0 1-2 0,0 0 0 16,-4 2-194-1,1-2-39-15</inkml:trace>
  <inkml:trace contextRef="#ctx0" brushRef="#br0" timeOffset="161242.272">13739 12058 1414 0,'0'0'31'0,"0"0"6"0,0 0 2 15,0 0 1-15,-3-3-32 0,3 3-8 0,-2-5 0 0,2 5 0 0,-3-3 116 0,0-2 20 16,3 5 5-16,0 0 1 0,-3-3-4 0,3 3-1 0,0 0 0 0,0 0 0 16,0 0-58-16,0 0-12 0,0 0-3 0,0 0 0 15,-6 3-13-15,3 2-3 0,0 1-1 0,-3 1 0 16,6 1-23-16,-3 3-4 0,3-3 0 0,0 5-1 16,0-2-7-16,0-1 0 0,0 6-1 0,0 0 0 15,0 0-11-15,3 2 0 0,-3 1 9 16,3 2-9-16,0 3 0 0,0 0 8 0,0 0-8 0,0 5 0 15,0-5 0-15,0-1 0 0,0-1 0 0,-3-1 8 16,3 0-8-16,-1-5 0 0,-2 0 0 0,3-1 0 16,0-4-8-16,-3 0 0 0,3-1 0 15,-3 1 0-15,0-3-24 0,3-3-5 0,-3-5-1 0,3 3 0 32,-3-3-101-32,6-3-20 0,0 0-4 0,0-2-908 0</inkml:trace>
  <inkml:trace contextRef="#ctx0" brushRef="#br0" timeOffset="161805.967">14409 11994 1958 0,'0'0'43'0,"0"0"9"16,0 0 1-16,0 0 3 0,0 0-45 0,-6 3-11 0,3-3 0 0,-3 5 0 15,3-2 53-15,-3 2 9 0,3 0 2 0,-3 1 0 16,3 4 51-16,-2-2 10 0,-1 3 3 0,0-3 0 16,0 2-103-16,0 1-25 0,3 2 0 0,-3-2 0 15,3 2 0-15,0 0 0 0,0 0 0 0,0 1 0 16,0 2 0-16,3-1 0 0,0-1 0 0,0 4 0 16,0-2 27-16,0 3 0 0,3-4 0 0,3 4 0 15,-3 0-43 1,3-4-9-16,3 1-2 0,-3-2 0 0,3-1 27 0,0-5 0 0,2 0 0 0,1 0 0 0,0-3 0 0,0-5 0 15,0 3 0-15,3-6 0 16,-3-2-56-16,3-1-7 0,-3-2-1 0,0-2 0 16,-1-3 52-16,1-1 12 0,-3-2 0 0,3-2 0 15,0 2 23-15,0 0 7 0,-3-2 2 0,0 2 0 0,3 0-14 0,-6 0-2 0,3 0-1 16,-6 3 0-16,0 0 1 0,0-1 1 0,-3 4 0 0,-3-3 0 16,0-1-17-16,0 4 0 0,-3-1 0 15,-3-2 0-15,0 5 0 0,3-3 0 16,-3 4 0-16,-3 1 0 0,0 1 0 0,0 2 0 0,0 1 0 0,-3 2 0 31,-2 0-48-31,-1 2-12 0,0 1-4 0,-3 0-1049 0</inkml:trace>
  <inkml:trace contextRef="#ctx0" brushRef="#br0" timeOffset="-147698.807">18440 6991 1728 0,'0'0'38'0,"0"0"8"15,0 0 2-15,0 0 0 0,0 0-39 0,0 0-9 0,0 0 0 0,0 0 0 0,0 0 93 0,0 0 17 0,0 0 3 0,-6 5 1 16,3 0-45-16,-3 3-9 0,3 3-1 0,0 5-1 16,0 0-36-16,3 2-7 15,-3 6-2-15,3-3 0 0,-3 0-13 0,3 3 0 0,0-3 0 0,-3 0 0 16,3 3 0 0,-3-5 0-16,0-1 0 0,3 1 0 0,-3-3 0 0,0 0-8 0,0-3 8 0,0 0 0 15,0 0 0-15,0-2 12 0,0-1 0 0,0 1 0 16,-3-3-12-16,3-3-13 0,-3 1 2 15,6-6 1-15,0 0 10 0,0 0 0 0,-6 0 0 0,3-6 0 16,-3-2 0-16,3-2 0 0,0-4 0 0,0-1 0 16,0-1-14-16,6-3-1 15,-3-5 0-15,6 1 0 0,0-7 2 0,3-1 0 0,3-4 0 0,3-4 0 16,0 2 13-16,3 2-9 0,0 3 9 0,2 1-8 16,1 2 8-16,0 5 0 0,-3 0 0 0,3 3 0 0,-3 0 9 0,-1 5 4 15,1 2 1-15,-3 7 0 16,0-1 11-16,0 2 3 0,0 4 0 0,-3-1 0 0,3 6-28 15,-3 2 0-15,-1 0 0 0,1 6 0 0,-3-1 32 0,0 4 2 16,0-1 0-16,-3 3 0 0,3 0-25 16,-6 2-9-16,3 1 0 0,-3 4 9 15,0 4-9-15,-3-1 0 0,3 4 9 0,-3-1-9 16,-3-3 24-16,3 3 0 0,-3-5 0 0,0 2 0 16,0-2-52-16,0-3-11 0,0-2-1 0,-3-1-1 15,3 1 3-15,-3-3 1 0,3-3 0 0,-3 3 0 16,3-3-11-16,-3 0-1 0,3-2-1 0,-3 2 0 15,3-2-62-15,0-1-13 0,-3-2-3 0,3-2-716 0</inkml:trace>
  <inkml:trace contextRef="#ctx0" brushRef="#br0" timeOffset="-147457.529">18371 7173 1479 0,'0'0'32'0,"0"0"8"0,0 0 0 0,-3 8 2 0,3-8-34 0,3 6-8 0,3-1 0 0,3-3 0 15,0 4 108-15,3-4 20 0,0 1 4 0,3 0 1 16,-1-1-24-16,4 1-5 0,0 0 0 0,3-1-1 16,0-2-48-16,0 0-10 0,-3 0-1 0,5-2-1 15,1 2 2-15,0-3 1 0,0 0 0 0,3 1 0 16,-1-4-60-1,-2 4-12-15,3-1-2 0,-3-2-1 0,0 0-56 16,-1-1-11-16,1 1-3 0,0 0-933 0</inkml:trace>
  <inkml:trace contextRef="#ctx0" brushRef="#br0" timeOffset="-135805.953">17079 15119 1083 0,'0'0'24'0,"0"0"4"0,0 0 2 0,0 0 1 0,0 0-31 0,0 0 0 0,0 0 0 0,0 0 0 16,0 0 77-16,0 0 10 0,0 0 1 0,0 0 1 0,0 0-13 15,0 0-2-15,0 0-1 0,0 0 0 16,0 0-20-16,0 0-4 0,0 0-1 0,0 0 0 0,0 0-12 0,6 3-2 15,0 2-1-15,3-2 0 16,3-3 27-16,0 2 4 0,3 1 2 0,3 0 0 0,-1-1-22 0,1 1-5 16,3 0-1-16,-3-3 0 0,3 2-13 0,-6-2-2 15,3-2-1-15,-4 2 0 0,1-3-22 16,0 0 8-16,-3 1-8 0,0-1 0 0,3 0 0 0,0 1 0 0,0-1 0 16,0 3 0-16,-1-2 9 0,1 2-9 15,0 0 12-15,0 0-12 16,-3 0 0-16,3 0 0 0,0 2 0 0,0-2 0 0,-3 0-24 15,-1 3 2-15,1-3 0 0,-3 0 0 16,0 0-14-16,0 0-2 0,0 0-1 0,-3 0 0 16,0 0-22-16,0 0-5 0,0 0-1 0,0 0 0 15,-3-3-132-15,3 1-26 0</inkml:trace>
  <inkml:trace contextRef="#ctx0" brushRef="#br0" timeOffset="-135153.129">17279 14915 1177 0,'0'0'25'16,"0"0"6"-16,0 0 1 0,0 0 2 0,0 0-34 0,0 0 0 0,0 0 0 0,0 0 0 0,0 0 76 0,0 0 8 0,0 0 1 15,0 0 1-15,0 0-9 0,0 0-1 0,0 0-1 16,0 0 0-16,0 0-26 0,-3 6-5 0,3-6 0 0,0 8-1 16,-3-3-24-16,0 0-5 15,-3 1-1-15,3 2 0 0,-3-3 11 0,0 0 3 0,0 3 0 0,-3 0 0 16,3 0-19-16,-3-3-8 0,0 3 8 0,-3 0-8 16,3 0 0-16,0 0 8 0,0 0-8 0,1 0 0 15,-1 0 30-15,3 0 1 0,-3 2 0 0,3-2 0 16,0-2-44-16,0 1-9 0,0-1-2 0,3 2 0 15,0-3 24-15,0 3 0 0,3-3 0 0,0 1 0 16,0-6 0-16,0 7 0 0,0 1 0 0,0-2 0 31,0 2 0-31,3-3 0 0,-3 3 0 0,0 0 0 0,3 0 0 0,0 0 0 0,0 0 0 16,0 0 0-16,-3 2 15 0,6-2 7 0,-3 0 2 0,0 3 0 16,3-3-24-16,0-1 0 0,0 1 0 0,0 0 0 15,0 0 0-15,2-2 0 0,1 2 0 0,0-1 0 16,0-1 0-16,3-1 0 0,-3-2 0 0,3 2 0 0,0-2 0 0,0-1 0 15,-3-2 0-15,3 0 0 16,0 0 31-16,-3-2 1 0,-1 2 1 0,4-6 0 16,-3 4-33-16,-3-1 0 0,3-2 0 15,0-1 0-15,0 1-20 0,0 3-10 0,3-6-2 0,-3 0-632 16,0-3-127-16</inkml:trace>
  <inkml:trace contextRef="#ctx0" brushRef="#br0" timeOffset="-128116.579">18880 11248 1443 0,'0'0'32'16,"0"0"6"-16,0 0 2 0,0 0 0 0,0 0-32 0,0 0-8 0,0 0 0 0,0 0 0 16,0 0 100-16,0 0 19 0,0 0 3 0,0 0 1 15,0 0-33-15,0 0-6 0,0 0-2 0,0 0 0 0,0 0-24 0,0 8-5 16,-3-3-1-16,0 1 0 16,3 2-13-16,-3 2-3 0,3 1-1 0,0-1 0 0,0 4-13 0,0-1-2 15,0 5-1-15,0 1 0 0,0-1-11 0,0 6-8 16,0-3 12-16,0 6-12 0,0 2 8 0,0-3-8 15,0 1 0-15,0-1 0 0,0-2 17 0,0-3 0 16,0-2 0-16,3-1 0 0,-3 1-25 0,0-3-6 0,3-3-1 16,-3 0 0-16,3-2 15 0,-3-1 0 15,0 1 0-15,3 0 0 0,-3-4 0 0,0 1 0 16,0 0 0-16,3-2 0 16,-3-1 0-16,0 0 0 0,0-5 0 0,3 3 0 0,-3-3-10 0,6 3-2 0,-6-3-1 0,3 0 0 31,3 0-46-31,-3 0-9 0,3-3-1 0,0 0-645 0,-3-2-129 0</inkml:trace>
  <inkml:trace contextRef="#ctx0" brushRef="#br0" timeOffset="-120538.286">21967 16336 1698 0,'0'8'48'0,"0"-5"11"0,0-3-47 0,3 3-12 0,3-1 0 0,-3 1 0 16,6 2 64-16,0-5 12 0,0 3 1 0,2-3 1 15,4 3-19-15,0-3-4 0,0 2-1 0,6-4 0 16,-3-1-26-16,3 3-6 0,-1 0-1 0,1-3 0 16,0 3-21-16,0-5 0 0,0 0 0 0,3-1 0 15,-1 4 56-15,4-4 6 0,-3 1 2 0,3 0 0 0,0 0-64 16,-1-1-28-16,-2 4 3 0,-3-1 0 15,0-2 25-15,0 2-10 0,-3 0 10 0,-1 1 0 16,-2-1-36-16,0-2 0 0,-3 5 0 0,-3-3 0 0,0 0 12 0,0 1 1 16,-3 2 1-16,3 0 0 15,-6-3-67-15,-3 3-14 0,6 0-2 0</inkml:trace>
  <inkml:trace contextRef="#ctx0" brushRef="#br0" timeOffset="-120053.625">22184 16167 1474 0,'0'0'41'0,"0"0"11"0,0 0-42 0,-6 3-10 0,0-3 0 0,0 2 0 16,0 1 70-16,6-3 12 0,-3 3 2 0,-3-1 1 16,0 1 7-16,0 0 2 0,3 2 0 0,-2 0 0 15,-1 0-49-15,0 1-9 0,0 2-3 0,0 0 0 0,-3 2-8 0,0-2-1 16,3 3-1-16,-3 2 0 0,0 0-4 15,3-2-1-15,-3 2 0 0,3 3 0 0,-3 0-3 0,3 2-1 16,0-2 0-16,0 3 0 0,0-1-14 0,3 1 9 16,1-1-9-16,-1 1 8 0,0-3-8 0,3-3 0 15,0 0 0-15,3 0 8 0,-3-5-8 0,5 3 0 0,-2-3 0 0,3 0 8 16,0-3-8-16,0 0 8 16,3 1-8-16,0-1 8 0,3-2 2 0,-3-1 0 15,6-2 0-15,-3 3 0 16,3-3-10-16,-3-3 12 0,2 3-12 0,-2 0 12 0,0-2-24 0,0 2-5 0,3-3-1 15,-6 0 0-15,3 1 18 0,0 2 0 0,-3-6 0 16,3 4 0 0,0-1-55-16,-4-2-7 0,4-1-2 0,0 1 0 15</inkml:trace>
  <inkml:trace contextRef="#ctx0" brushRef="#br0" timeOffset="-118943.233">21133 11219 1958 0,'0'0'43'0,"0"0"9"0,0 0 1 0,0 0 3 0,0 0-45 0,0 0-11 0,0 0 0 0,0 0 0 16,0 0 104-16,0 0 20 0,0 0 3 0,-6 3 1 0,6-3-52 15,-6 5-9-15,3 0-3 0,1 3 0 16,-1 3-51-16,3-1-13 0,0 1 0 0,0 5 0 16,0-3 0-16,3 3 0 0,-3 2 0 0,0 1 0 0,0 2 54 0,0 0 8 15,0 6 2-15,0 2 0 16,0 0-52-16,0 5-12 0,0-2 0 0,0 3 0 0,0-6 0 0,2-3 0 16,-2-2 0-16,3 0 0 15,-3-3 0-15,0 0 0 0,3-2 0 0,-3-1 0 0,0-2 0 16,0 0 0-16,0 0 0 0,0-3 0 0,3 0 0 0,-3 0 0 15,3 1 0-15,-3-4 0 16,3 1-48-16,0-3-13 0,0 0-3 0,0-3-751 16,0-2-150-16</inkml:trace>
  <inkml:trace contextRef="#ctx0" brushRef="#br0" timeOffset="-117851.174">21193 6927 1728 0,'0'0'38'0,"-6"0"8"0,0 3 2 0,0-3 0 0,6 0-39 0,-6 3-9 0,0-1 0 0,6-2 0 16,-6 3 53-16,6-3 9 0,-3 5 2 0,-3 0 0 16,6 1 0-16,-3 2 0 15,3 0 0-15,0-1 0 0,0 7-28 0,3-1-6 0,0 3-1 0,0 2 0 16,0 1-11-16,3 5-2 0,3 0-1 0,-3-1 0 15,3-2 4-15,0 3 1 0,-3-3 0 0,3 1 0 0,0-1-30 16,-3 0-6-16,0-3 0 0,0 1-1 16,-3 0 17-16,-1-1 0 0,1 3 0 0,-3-2 0 15,0 2-14-15,-3-3 1 0,3 4 0 0,-2-1 0 16,-4-3-23-16,3 1-4 0,-3-3 0 0,0 0-1 16,0-1-31-16,0-1-7 0,0-6-1 0,0 2-801 0</inkml:trace>
  <inkml:trace contextRef="#ctx0" brushRef="#br0" timeOffset="-117443.759">21154 6946 1728 0,'0'0'38'0,"-6"-3"8"0,-3 0 2 0,0 1 0 0,0 2-39 16,-2-3-9-16,2 1 0 0,0 2 0 0,0 2 65 0,0-2 11 0,3 3 3 0,-3-1 0 15,3 1-24-15,0 2-5 0,6-5-1 0,-3 6 0 16,0-1 12-16,0 3 3 0,3-3 0 0,3 0 0 16,3 3-52-16,-3 0-12 0,6 0 0 0,3 0 0 15,0-2 0-15,6 1 0 0,2-1 0 0,7-1 0 16,0 0 36-16,3 1 4 0,3-1 0 0,-4 0 1 16,1 1-21-16,-3-1-5 0,0-3-1 0,-4 4 0 15,1-4-4-15,0 4-1 0,0-1 0 0,-3 3 0 16,0-3-9-16,-4 3 0 0,1 0 0 0,-3 3 0 15,0-3 0-15,-3 2 0 0,-3 1 0 16,-3 2 0-16,0 0 8 0,-3-2-8 0,-3 2 12 0,-3 0-4 16,0-2 0-16,-6 2-8 0,0 3 12 15,-3-3-4-15,-3 0-17 0,0 3-4 0,0-2-1 0,-2 1 0 0,-1 4 14 0,3-1 0 16,-3-2 0-16,3 6 0 0,0-7 0 16,-3 4 0-16,3-1 0 0,1 1 0 0,-4-3 16 0,3 0 7 15,0-3 1-15,0 0 0 0,3-2-24 0,3-3-16 16,-3 0 2-16,3-3 1 15,3-5-42-15,0 0-8 0,6 0-1 0,-3-5-694 16,3-3-138-16</inkml:trace>
  <inkml:trace contextRef="#ctx0" brushRef="#br0" timeOffset="-113696.377">18401 7848 1138 0,'0'0'32'0,"0"0"8"0,-3-5-32 0,3-1-8 0,-3 4 0 0,3 2 0 0,0-5 96 0,0 5 17 15,0-6 4-15,0 6 1 0,0 0-38 0,0 0-7 16,0 0-1-16,0 0-1 0,0 0-31 0,0 0-7 16,0 0-1-16,0 0 0 0,0 0-12 15,0 8-2-15,-3 3-1 0,3 2 0 0,0 0-8 0,-3 6-1 16,0 2-8-16,0 0 12 0,0 3-12 16,-3 0 0-16,3-1-12 0,-3 1 12 0,0 0 0 0,3-3 8 15,0 0 0-15,-3-2 1 0,3 0-9 0,0-4 0 0,-3 1 0 0,3-3 0 16,0 1 0-16,0-4 0 15,0 1 0-15,0-3 0 0,0-3 0 0,1 0-14 0,2-5 5 16,0 0 1 0,0 0-1-16,0 0 0 0,0 0 0 0,0 0 0 0,-3-5-2 0,3-5 0 0,0-1 0 0,0-2 0 15,3-1 25-15,2-1 5 0,1-4 1 0,0-2 0 32,3 0-40-32,0 0-7 0,3-6-1 0,3 1-1 0,-3-6 29 0,3 3 0 0,-3-3 0 0,3 0 10 15,-1 3 11-15,1 3 3 0,0 2 0 0,0 0 0 16,0 6 16-16,-3 2 4 0,0 0 1 0,0 0 0 15,-3 5-21-15,0 1-4 0,0 2 0 0,-4 3-1 16,4-1 20-16,-3 4 4 0,0 4 1 0,-3 1 0 16,3 2-27-16,-3 3-5 0,0 0 0 0,0 3-1 15,-3 2-2-15,3 0 0 0,0 3 0 0,-3 5 0 16,3 0-9-16,0 1 0 0,-3 1 0 0,3 4 0 16,-3-3 0-16,3 2 0 0,0-2 0 0,0 0 0 15,0-6 0-15,-3 3 0 0,3 1 0 0,0-1 0 0,-3-3 0 16,3-2 0-16,-3 0 0 0,3 0 0 15,-3-3-49-15,0 0-12 0,-3 1-3 0,3-1 0 16,-3 0 0-16,3-2 0 0,-3-1 0 0,-3 1-844 16</inkml:trace>
  <inkml:trace contextRef="#ctx0" brushRef="#br0" timeOffset="-113374.009">18338 8001 1551 0,'0'0'34'0,"-6"0"7"0,6 0 2 0,0 0 1 0,0 0-36 0,0 0-8 15,0 0 0-15,0 0 0 0,0 0 82 0,0 0 14 0,6 6 4 0,0-4 0 16,3 1-20-16,0 0-4 0,3-3-1 0,0 2 0 15,0-2-25-15,6 0-5 0,-3-2-1 0,2 2 0 16,4-3-17-16,0 0-4 0,-3 1-1 0,0-1 0 16,3 0-22-16,-3 1 0 0,2-1 0 0,1 1 0 15,0-4 0-15,0 4 0 0,0-4 0 0,3 4 0 16,-4-1 18-16,1 0-1 0,0-2 0 0,0 2 0 16,0 1-32-16,-3-1-6 0,2 3-2 0,1-2 0 15,-3-1-112 1,3 0-22-16,-3 3-5 0</inkml:trace>
  <inkml:trace contextRef="#ctx0" brushRef="#br0" timeOffset="-112682.468">21279 7740 1497 0,'0'0'32'0,"0"0"8"0,0 0 0 0,0 0 4 0,0 0-36 0,3 0-8 16,-3 0 0-16,6-3 0 0,0 3 97 0,-6 0 18 0,3-3 3 0,-3 3 1 15,6 0-37-15,-6 0-7 0,6 3-2 0,-3 0 0 0,0-1-58 0,3 3-15 0,-3 1 0 0,0-1 0 16,0 3 54-16,0 0 8 16,-3 3 2-16,0 2 0 0,3 3-54 15,-3 0-10-15,0 2 0 0,0 3 0 0,-3 0 0 0,3 1 0 16,-3-1 0-16,0 3 0 15,3-3 0-15,-3-3 0 0,0 1 0 0,0-1 0 16,0 1 0-16,0-3 0 0,0 0 0 0,0-3-8 16,0 0-21-16,0 0-4 0,0-2-1 0,0-1 0 15,0-2-26-15,0 0-4 0,0 0-2 0,3-3-570 0,0-5-115 0</inkml:trace>
  <inkml:trace contextRef="#ctx0" brushRef="#br0" timeOffset="-112185.974">21342 7742 1522 0,'0'0'33'0,"-6"-5"7"16,0 2 2-16,0-2 2 0,-3 0-36 0,3-1-8 0,0 4 0 0,0-1 0 0,0 0 72 0,0 1 13 15,0 2 3-15,6 0 0 0,-6-3-11 0,6 3-1 16,0 0-1-16,0 0 0 15,0 0-21-15,0 0-4 0,0 0-1 0,0 0 0 0,6 5-9 0,0-2-3 0,3 2 0 0,0 1 0 16,3-4-29-16,0 4-8 16,3-1 0-16,-3 3 0 0,3-6 52 0,-1 1 10 15,1 2 2-15,3 1 0 0,-3-1-52 0,6 0-12 16,-3-2 0-16,0 5 0 0,-1-3 0 0,-2 0 0 0,3 3 0 16,-3 0 0-16,-3 0 0 15,0 0 0-15,-3 3 0 0,0-1 0 0,-3 1 0 0,-3 2 0 16,0 0 0-16,-3 3 0 0,0 0 0 15,-3 0 0-15,-3-3 0 0,0 3 0 0,-3 0 0 0,0 0 0 0,-3-3 0 16,-3 3 0-16,0-3 0 0,0 3 0 16,-3-3 0-16,1 3 0 0,-4-3 27 0,3 1 2 15,0-1 1-15,-3 3 0 16,3-6-19-16,-2 1-11 0,-1 0 12 0,0-4-12 0,0 4 16 0,3 0-3 0,0-3-1 16,0 0 0-16,4 2-12 0,2-2 8 0,0-3-8 0,0 3 0 15,3-2 0-15,3-1 0 0,0 0 0 0,0-2 0 16,3-1 8-16,3-2-8 0,0 0 0 0,0 0 0 15,0 0-36-15,0 0-14 0,0 0-2 0,0 0-1 16,3-5 23-16,0-3 5 0,3 3 1 0,0-3 0 16,3 0-162-16,3-3-32 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BCD4045B-8F41-6B4E-97BD-FF08E793C303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9F0351C3-1740-AA4D-BDDF-BF0F4C69FD11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052" name="Rectangle 4">
            <a:extLst>
              <a:ext uri="{FF2B5EF4-FFF2-40B4-BE49-F238E27FC236}">
                <a16:creationId xmlns:a16="http://schemas.microsoft.com/office/drawing/2014/main" id="{6474A07D-2658-461F-8F83-4F740994F24C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01" name="Rectangle 5">
            <a:extLst>
              <a:ext uri="{FF2B5EF4-FFF2-40B4-BE49-F238E27FC236}">
                <a16:creationId xmlns:a16="http://schemas.microsoft.com/office/drawing/2014/main" id="{B0787F0E-99E1-EC46-8903-479D5ABA0DBF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102" name="Rectangle 6">
            <a:extLst>
              <a:ext uri="{FF2B5EF4-FFF2-40B4-BE49-F238E27FC236}">
                <a16:creationId xmlns:a16="http://schemas.microsoft.com/office/drawing/2014/main" id="{8261E7AE-94F1-554C-9081-C782E41C57C0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103" name="Rectangle 7">
            <a:extLst>
              <a:ext uri="{FF2B5EF4-FFF2-40B4-BE49-F238E27FC236}">
                <a16:creationId xmlns:a16="http://schemas.microsoft.com/office/drawing/2014/main" id="{B74AB494-A933-744C-97AB-D567B6DD35B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F969DB7-CD90-4014-9B8D-CC33BD96DEA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A225FB7-6986-41E4-8F43-F86C2C27428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C0D8ACF-9AF7-4BE6-B2E3-865733B3F78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A1803AE-9905-4AF8-9DA3-73789375BE1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8BAFD67-0D38-4EFF-B956-560E674B21E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21095917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914623E-7E5C-4AFD-BE24-3DB80703DAC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C93BFD6-7F93-4733-A226-6C0EC46E768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ED5D424-E135-44CC-BA4E-A2DB770BDC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97619F1-5350-4307-9409-443BD106766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30216439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09446CB-484F-4252-BB19-9C497B0F540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3A8F4DA-9E72-49E7-9FF9-D36FD65AE1B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7A08CB3-EAD0-4E99-8B98-C89B6DB018E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53D098-D75C-4EE5-8B40-FC63AFD0D628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69078586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1C54467-B79B-4B77-A3B1-44DDDE77CE3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62F25E2-A807-49CB-BC93-3D806EA7E07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5932679-2C29-4D7B-881E-4BB2B5FA51E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C11FBC1-3F18-4B9F-83D9-3A5A4B6E257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7385060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5ED9B991-D00B-4804-89EB-33BB202D7AE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78015FF5-E07E-4C7A-8238-1AF9E0FFD5C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C3F5F623-7278-4A70-8A13-35C022DCEBF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4CCFC92-1B0B-4860-87FB-21B0774F2EA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56079894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6200" y="76200"/>
            <a:ext cx="8991600" cy="380999"/>
          </a:xfrm>
        </p:spPr>
        <p:txBody>
          <a:bodyPr/>
          <a:lstStyle>
            <a:lvl1pPr>
              <a:defRPr sz="3400">
                <a:solidFill>
                  <a:srgbClr val="FF0000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1FE1E440-A8C8-43AB-B8E7-F86B3E9B4BB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582FBE08-5985-4EC5-801D-BD8B156BACB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BDCED17A-0888-409A-80D0-BD3B63CD52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97966BF-D65F-4E28-A407-653B2DF03F01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14361790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31F0ED2C-B519-4F57-8672-730E3329D11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AC221C3B-499D-4477-B03B-03A7E024464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DCD4F977-FA0E-4B3A-B94F-0279441CCCC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182C1FB-A275-4CBE-B85C-63204551E734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25559968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7D62850-C9F3-4ECE-848C-FF22D5C8AF2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C12A31E-209B-42A9-826C-D78F92405A2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821507E-9AE1-4B0E-B93B-7C085C52966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BC2F104-DF84-4AEF-9187-41AF5BE74E3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408060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202DB48-69AE-4AF3-868F-545FF5AF8F1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7F3E5B6-43C3-4346-B165-FDD6F1E37E9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CD27224-906E-4B0A-BE25-6FED1CA2EB3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1AFDD3B-1453-418D-980A-9289DD4C51F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602560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B9F8C36-2FA4-465E-B8F9-3C035D0919B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E95604D-DBCA-4814-BBC5-446C778B819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758D9F7-727C-4D99-89FD-0C87515CC9B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70AC39-4B88-4002-B23C-3DAA2B76F349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7343722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743700" y="228600"/>
            <a:ext cx="2171700" cy="6096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228600"/>
            <a:ext cx="6362700" cy="6096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6694072-58C3-4095-B658-E2EC7AE668D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093BA2E-5916-442F-A773-1816573953A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9B41EDC-CE19-4648-891A-4EFB1DCC0E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86CB7B8-7C25-401E-AFCE-7AE2AED9C12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948232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92ADB1AC-32D3-49A7-A1DC-4BB1BCC568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228600"/>
            <a:ext cx="86868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2CC26A9E-31B8-4391-AE6F-822CE2529FF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14400"/>
            <a:ext cx="8686800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FD3DE5A9-11D5-4AEB-B896-6DAD1B6EEEBC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286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2C62297E-DDFC-4E4B-B572-4234ABFF44A5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590800" y="6324600"/>
            <a:ext cx="39624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B8CD9B8A-A795-4DB1-8964-96651783B99F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104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 smtClean="0"/>
            </a:lvl1pPr>
          </a:lstStyle>
          <a:p>
            <a:pPr>
              <a:defRPr/>
            </a:pPr>
            <a:fld id="{6E3611C3-C128-4ADE-9736-85CD38B1067C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1835629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+mj-lt"/>
          <a:ea typeface="MS PGothic" panose="020B0600070205080204" pitchFamily="34" charset="-128"/>
          <a:cs typeface="ＭＳ Ｐゴシック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800">
          <a:solidFill>
            <a:schemeClr val="tx1"/>
          </a:solidFill>
          <a:latin typeface="+mn-lt"/>
          <a:ea typeface="MS PGothic" panose="020B0600070205080204" pitchFamily="34" charset="-128"/>
          <a:cs typeface="ＭＳ Ｐゴシック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tx1"/>
          </a:solidFill>
          <a:latin typeface="+mn-lt"/>
          <a:ea typeface="MS PGothic" panose="020B0600070205080204" pitchFamily="34" charset="-128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MS PGothic" panose="020B0600070205080204" pitchFamily="34" charset="-128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hyperlink" Target="mailto:maruf@iastate.edu" TargetMode="Externa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ustomXml" Target="../ink/ink1.xml"/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customXml" Target="../ink/ink2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customXml" Target="../ink/ink3.xml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customXml" Target="../ink/ink4.xml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customXml" Target="../ink/ink5.xml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customXml" Target="../ink/ink6.xml"/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customXml" Target="../ink/ink7.xml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1.png"/><Relationship Id="rId4" Type="http://schemas.openxmlformats.org/officeDocument/2006/relationships/customXml" Target="../ink/ink8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customXml" Target="../ink/ink9.xml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20.png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wmf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wmf"/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wmf"/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wmf"/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customXml" Target="../ink/ink10.xml"/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7.png"/><Relationship Id="rId4" Type="http://schemas.openxmlformats.org/officeDocument/2006/relationships/customXml" Target="../ink/ink11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gif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CA0691B0-CEC6-481E-939D-D8810FDC17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182C1FB-A275-4CBE-B85C-63204551E734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4295ADE-74FF-47AD-9C8F-165D1AECFFA2}"/>
              </a:ext>
            </a:extLst>
          </p:cNvPr>
          <p:cNvSpPr/>
          <p:nvPr/>
        </p:nvSpPr>
        <p:spPr>
          <a:xfrm>
            <a:off x="0" y="2209800"/>
            <a:ext cx="9144000" cy="345488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2700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ACCEACF-131C-41A4-94AE-DC03953FB264}"/>
              </a:ext>
            </a:extLst>
          </p:cNvPr>
          <p:cNvSpPr/>
          <p:nvPr/>
        </p:nvSpPr>
        <p:spPr>
          <a:xfrm>
            <a:off x="8756650" y="2218752"/>
            <a:ext cx="387350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A2A6099-E7BC-4E0E-A993-A4A0E232DA82}"/>
              </a:ext>
            </a:extLst>
          </p:cNvPr>
          <p:cNvSpPr/>
          <p:nvPr/>
        </p:nvSpPr>
        <p:spPr>
          <a:xfrm>
            <a:off x="0" y="2218752"/>
            <a:ext cx="192024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AA7D032-226B-4118-91E6-7691DCD6E9C0}"/>
              </a:ext>
            </a:extLst>
          </p:cNvPr>
          <p:cNvSpPr/>
          <p:nvPr/>
        </p:nvSpPr>
        <p:spPr>
          <a:xfrm>
            <a:off x="188735" y="2218752"/>
            <a:ext cx="192024" cy="3445934"/>
          </a:xfrm>
          <a:prstGeom prst="rect">
            <a:avLst/>
          </a:prstGeom>
          <a:solidFill>
            <a:srgbClr val="FFC000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" name="Rectangle 2">
            <a:extLst>
              <a:ext uri="{FF2B5EF4-FFF2-40B4-BE49-F238E27FC236}">
                <a16:creationId xmlns:a16="http://schemas.microsoft.com/office/drawing/2014/main" id="{5103DEAD-D09C-405E-8E54-66750C17923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663575"/>
            <a:ext cx="9144000" cy="147002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+mj-lt"/>
                <a:ea typeface="MS PGothic" panose="020B0600070205080204" pitchFamily="34" charset="-128"/>
                <a:cs typeface="ＭＳ Ｐゴシック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ＭＳ Ｐゴシック" charset="0"/>
                <a:cs typeface="+mj-cs"/>
              </a:rPr>
              <a:t>CPR E 281: Digital Logic</a:t>
            </a:r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0D3868F-B461-4FA8-9F34-9EACAEC215AB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0"/>
            <a:ext cx="9144000" cy="22098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Md Maruf Ahamed</a:t>
            </a:r>
            <a:b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Office: 307 Durham Center</a:t>
            </a:r>
            <a:b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Phone: (515) 294-6323</a:t>
            </a:r>
            <a:b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Email: </a:t>
            </a:r>
            <a: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maruf@iastate.edu</a:t>
            </a:r>
            <a:endParaRPr kumimoji="0" lang="en-US" sz="3000" b="0" i="0" u="none" strike="noStrike" kern="0" cap="none" spc="0" normalizeH="0" baseline="0" noProof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4361169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9FC2C7-9EDE-4430-A34B-E779489E72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ea typeface="+mj-ea"/>
                <a:cs typeface="+mj-cs"/>
              </a:rPr>
              <a:t>33-Analysis of synchronous sequential circuit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F09B821-ABB0-4BC8-AF04-34B658E176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A5AE38B-8B29-4CFD-8DC4-49E537DD3855}"/>
              </a:ext>
            </a:extLst>
          </p:cNvPr>
          <p:cNvSpPr txBox="1">
            <a:spLocks noChangeArrowheads="1"/>
          </p:cNvSpPr>
          <p:nvPr/>
        </p:nvSpPr>
        <p:spPr>
          <a:xfrm>
            <a:off x="76200" y="685800"/>
            <a:ext cx="8991600" cy="5589271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lvl="1" eaLnBrk="1" hangingPunct="1">
              <a:defRPr/>
            </a:pPr>
            <a:r>
              <a:rPr lang="en-US" sz="3000" b="1" kern="0" dirty="0">
                <a:solidFill>
                  <a:srgbClr val="000000"/>
                </a:solidFill>
              </a:rPr>
              <a:t>Analysis of synchronous sequential circuit</a:t>
            </a:r>
          </a:p>
          <a:p>
            <a:pPr lvl="2" eaLnBrk="1" hangingPunct="1">
              <a:defRPr/>
            </a:pPr>
            <a:r>
              <a:rPr lang="en-US" sz="2600" b="1" kern="0" dirty="0">
                <a:solidFill>
                  <a:srgbClr val="000000"/>
                </a:solidFill>
              </a:rPr>
              <a:t>Reverse engineering </a:t>
            </a:r>
          </a:p>
          <a:p>
            <a:pPr marL="457200" lvl="1" indent="0" eaLnBrk="1" hangingPunct="1">
              <a:buNone/>
              <a:defRPr/>
            </a:pPr>
            <a:br>
              <a:rPr lang="en-US" sz="3000" b="1" kern="0" dirty="0">
                <a:solidFill>
                  <a:srgbClr val="000000"/>
                </a:solidFill>
              </a:rPr>
            </a:br>
            <a:endParaRPr lang="en-US" sz="3000" b="1" kern="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35117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80F84150-23C2-2B4E-9AF3-3C96FE96EDE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76200"/>
            <a:ext cx="8686800" cy="457200"/>
          </a:xfrm>
        </p:spPr>
        <p:txBody>
          <a:bodyPr/>
          <a:lstStyle/>
          <a:p>
            <a:pPr eaLnBrk="1" hangingPunct="1">
              <a:defRPr/>
            </a:pPr>
            <a:r>
              <a:rPr lang="en-US" sz="3600">
                <a:solidFill>
                  <a:srgbClr val="FF0000"/>
                </a:solidFill>
                <a:ea typeface="+mj-ea"/>
                <a:cs typeface="+mj-cs"/>
              </a:rPr>
              <a:t>Administrative Stuff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D583FDE5-0A59-BD41-A182-AC71C16B081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76200" y="609600"/>
            <a:ext cx="8991600" cy="5791200"/>
          </a:xfrm>
        </p:spPr>
        <p:txBody>
          <a:bodyPr/>
          <a:lstStyle/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Homework: </a:t>
            </a:r>
            <a:r>
              <a:rPr lang="en-US" sz="3000" dirty="0"/>
              <a:t>HW#10 due on Sunday @ 11:59 PM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Quiz: </a:t>
            </a:r>
            <a:r>
              <a:rPr lang="en-US" sz="3000" dirty="0"/>
              <a:t>Quiz #11 due on Friday @ 4:25 PM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Recitation: </a:t>
            </a:r>
            <a:r>
              <a:rPr lang="en-US" sz="3000" dirty="0"/>
              <a:t>Recitation 11 this week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Lab: </a:t>
            </a:r>
            <a:r>
              <a:rPr lang="en-US" sz="3000" dirty="0"/>
              <a:t>Lab 11 this week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rgbClr val="0000FF"/>
                </a:solidFill>
              </a:rPr>
              <a:t>Lecture-34 Readings: </a:t>
            </a:r>
            <a:r>
              <a:rPr lang="en-US" sz="3000" dirty="0"/>
              <a:t>6.10 – 6.13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rgbClr val="0000FF"/>
                </a:solidFill>
              </a:rPr>
              <a:t>Final Exam: </a:t>
            </a:r>
            <a:r>
              <a:rPr lang="en-US" sz="3000" dirty="0">
                <a:highlight>
                  <a:srgbClr val="FFFF00"/>
                </a:highlight>
              </a:rPr>
              <a:t>Thursday, May 12th, 2:15PM–4:15 PM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27480B98-CB43-4109-9B52-91BC90F254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97619F1-5350-4307-9409-443BD1067667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52815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1" name="Rectangle 3">
            <a:extLst>
              <a:ext uri="{FF2B5EF4-FFF2-40B4-BE49-F238E27FC236}">
                <a16:creationId xmlns:a16="http://schemas.microsoft.com/office/drawing/2014/main" id="{8D84EEC1-BFE5-4883-BCE6-33AC837527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81000"/>
            <a:ext cx="9067800" cy="52181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Analysis of Syn. Seq. Circuits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Readings 6.9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9D6FA3F2-D41B-7F4D-900D-69092615FAB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6200"/>
            <a:ext cx="9144000" cy="6096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Goal for Today's Lecture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7631E8A7-76E5-0944-A28D-5CAC2AFF720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76200" y="914400"/>
            <a:ext cx="8915400" cy="3505200"/>
          </a:xfrm>
        </p:spPr>
        <p:txBody>
          <a:bodyPr/>
          <a:lstStyle/>
          <a:p>
            <a:pPr algn="just" eaLnBrk="1" hangingPunct="1">
              <a:defRPr/>
            </a:pPr>
            <a:r>
              <a:rPr lang="en-US" dirty="0">
                <a:ea typeface="+mn-ea"/>
                <a:cs typeface="+mn-cs"/>
              </a:rPr>
              <a:t>Given a circuit diagram for a synchronous sequential circuit, the goal is to figure out the FSM. </a:t>
            </a:r>
          </a:p>
          <a:p>
            <a:pPr algn="just" eaLnBrk="1" hangingPunct="1">
              <a:defRPr/>
            </a:pPr>
            <a:endParaRPr lang="en-US" dirty="0">
              <a:ea typeface="+mn-ea"/>
              <a:cs typeface="+mn-cs"/>
            </a:endParaRPr>
          </a:p>
          <a:p>
            <a:pPr algn="just" eaLnBrk="1" hangingPunct="1">
              <a:defRPr/>
            </a:pPr>
            <a:r>
              <a:rPr lang="en-US" dirty="0">
                <a:ea typeface="+mn-ea"/>
                <a:cs typeface="+mn-cs"/>
              </a:rPr>
              <a:t>Figure out the present state variables, the next state variables, the state-assigned table, the state table, and finally the state diagram.</a:t>
            </a:r>
          </a:p>
          <a:p>
            <a:pPr algn="just" eaLnBrk="1" hangingPunct="1">
              <a:defRPr/>
            </a:pPr>
            <a:endParaRPr lang="en-US" dirty="0">
              <a:ea typeface="+mn-ea"/>
              <a:cs typeface="+mn-cs"/>
            </a:endParaRPr>
          </a:p>
          <a:p>
            <a:pPr algn="just" eaLnBrk="1" hangingPunct="1">
              <a:defRPr/>
            </a:pPr>
            <a:r>
              <a:rPr lang="en-US" dirty="0">
                <a:ea typeface="+mn-ea"/>
                <a:cs typeface="+mn-cs"/>
              </a:rPr>
              <a:t>In other words, the goal is to reverse engineer the circuit.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7" name="TextBox 125">
            <a:extLst>
              <a:ext uri="{FF2B5EF4-FFF2-40B4-BE49-F238E27FC236}">
                <a16:creationId xmlns:a16="http://schemas.microsoft.com/office/drawing/2014/main" id="{FB1C5BF9-C488-4186-8516-BAC537A2DD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6.75 from the textbook ]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9514BB82-4A41-B841-B571-448D4A65D9EF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What does this circuit do?</a:t>
            </a:r>
          </a:p>
        </p:txBody>
      </p:sp>
      <p:pic>
        <p:nvPicPr>
          <p:cNvPr id="9219" name="Picture 3" descr="figure8">
            <a:extLst>
              <a:ext uri="{FF2B5EF4-FFF2-40B4-BE49-F238E27FC236}">
                <a16:creationId xmlns:a16="http://schemas.microsoft.com/office/drawing/2014/main" id="{AEE7D92E-05A9-4AED-BE17-480BD19CF0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0368" y="762000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5" name="Rectangle 3">
            <a:extLst>
              <a:ext uri="{FF2B5EF4-FFF2-40B4-BE49-F238E27FC236}">
                <a16:creationId xmlns:a16="http://schemas.microsoft.com/office/drawing/2014/main" id="{BD114B07-0B36-A441-A507-27EB59A88E0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90500" y="755650"/>
            <a:ext cx="8763000" cy="4959350"/>
          </a:xfrm>
        </p:spPr>
        <p:txBody>
          <a:bodyPr/>
          <a:lstStyle/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Find the flip-flops</a:t>
            </a:r>
          </a:p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Outputs of the flip-flops = present state variables</a:t>
            </a:r>
          </a:p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Inputs of the flip-flops determine the next state variables</a:t>
            </a:r>
          </a:p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Determine the logical expressions for the outputs</a:t>
            </a:r>
          </a:p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Given this info it is easy to do the state-assigned table</a:t>
            </a:r>
          </a:p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Next do the state table</a:t>
            </a:r>
          </a:p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Finally, draw the state diagram.</a:t>
            </a:r>
          </a:p>
        </p:txBody>
      </p:sp>
      <p:sp>
        <p:nvSpPr>
          <p:cNvPr id="207874" name="Rectangle 2">
            <a:extLst>
              <a:ext uri="{FF2B5EF4-FFF2-40B4-BE49-F238E27FC236}">
                <a16:creationId xmlns:a16="http://schemas.microsoft.com/office/drawing/2014/main" id="{11AF5365-E85C-7843-B5A7-B7919FF639C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Approach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5" name="TextBox 125">
            <a:extLst>
              <a:ext uri="{FF2B5EF4-FFF2-40B4-BE49-F238E27FC236}">
                <a16:creationId xmlns:a16="http://schemas.microsoft.com/office/drawing/2014/main" id="{83D147DF-3DA3-438C-AD19-5756A569D1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6.75 from the textbook ]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8556AE8D-6AB7-EB48-B200-509D962A8EB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are the inputs?</a:t>
            </a:r>
          </a:p>
        </p:txBody>
      </p:sp>
      <p:pic>
        <p:nvPicPr>
          <p:cNvPr id="11267" name="Picture 3" descr="figure8">
            <a:extLst>
              <a:ext uri="{FF2B5EF4-FFF2-40B4-BE49-F238E27FC236}">
                <a16:creationId xmlns:a16="http://schemas.microsoft.com/office/drawing/2014/main" id="{16132076-AFA2-4237-BD76-233839A5AA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3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9" name="TextBox 125">
            <a:extLst>
              <a:ext uri="{FF2B5EF4-FFF2-40B4-BE49-F238E27FC236}">
                <a16:creationId xmlns:a16="http://schemas.microsoft.com/office/drawing/2014/main" id="{9CFCFD6D-8510-413C-B532-31FE9CBBB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6.75 from the textbook ]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E5AC972E-3A0A-FF4A-ACA0-8F29D7506CAA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are the inputs?</a:t>
            </a:r>
          </a:p>
        </p:txBody>
      </p:sp>
      <p:sp>
        <p:nvSpPr>
          <p:cNvPr id="12291" name="Oval 1">
            <a:extLst>
              <a:ext uri="{FF2B5EF4-FFF2-40B4-BE49-F238E27FC236}">
                <a16:creationId xmlns:a16="http://schemas.microsoft.com/office/drawing/2014/main" id="{E30BA07A-B38A-42F2-93BE-96CE90B5F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" y="2760663"/>
            <a:ext cx="673100" cy="725487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292" name="TextBox 2">
            <a:extLst>
              <a:ext uri="{FF2B5EF4-FFF2-40B4-BE49-F238E27FC236}">
                <a16:creationId xmlns:a16="http://schemas.microsoft.com/office/drawing/2014/main" id="{8ABA3B95-6AB5-44F5-A57D-90A4737E7A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200" y="3627438"/>
            <a:ext cx="1057275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There is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only one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input</a:t>
            </a:r>
          </a:p>
        </p:txBody>
      </p:sp>
      <p:pic>
        <p:nvPicPr>
          <p:cNvPr id="12293" name="Picture 3" descr="figure8">
            <a:extLst>
              <a:ext uri="{FF2B5EF4-FFF2-40B4-BE49-F238E27FC236}">
                <a16:creationId xmlns:a16="http://schemas.microsoft.com/office/drawing/2014/main" id="{B0384FDD-B092-4D21-B6D3-CDA896F2A4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3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3" name="TextBox 125">
            <a:extLst>
              <a:ext uri="{FF2B5EF4-FFF2-40B4-BE49-F238E27FC236}">
                <a16:creationId xmlns:a16="http://schemas.microsoft.com/office/drawing/2014/main" id="{2C5C9AA5-1211-42FE-8967-ED672D040E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6.75 from the textbook ]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3F71C977-0B78-1148-8BE0-D2B48E95EB37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are the outputs?</a:t>
            </a:r>
          </a:p>
        </p:txBody>
      </p:sp>
      <p:pic>
        <p:nvPicPr>
          <p:cNvPr id="13315" name="Picture 3" descr="figure8">
            <a:extLst>
              <a:ext uri="{FF2B5EF4-FFF2-40B4-BE49-F238E27FC236}">
                <a16:creationId xmlns:a16="http://schemas.microsoft.com/office/drawing/2014/main" id="{55C7EEBA-5664-47D2-99DD-1DA1F4C43B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3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7" name="TextBox 125">
            <a:extLst>
              <a:ext uri="{FF2B5EF4-FFF2-40B4-BE49-F238E27FC236}">
                <a16:creationId xmlns:a16="http://schemas.microsoft.com/office/drawing/2014/main" id="{536C5D5F-3B5C-4AFD-BA84-7EAA4EA24F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6.75 from the textbook ]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E133714A-A4BD-B34B-A55A-CBCA75807684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are the outputs?</a:t>
            </a:r>
          </a:p>
        </p:txBody>
      </p:sp>
      <p:sp>
        <p:nvSpPr>
          <p:cNvPr id="14339" name="Oval 1">
            <a:extLst>
              <a:ext uri="{FF2B5EF4-FFF2-40B4-BE49-F238E27FC236}">
                <a16:creationId xmlns:a16="http://schemas.microsoft.com/office/drawing/2014/main" id="{79EDD9A8-858C-43CA-952F-257EB817A3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74063" y="1943100"/>
            <a:ext cx="673100" cy="725488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340" name="TextBox 2">
            <a:extLst>
              <a:ext uri="{FF2B5EF4-FFF2-40B4-BE49-F238E27FC236}">
                <a16:creationId xmlns:a16="http://schemas.microsoft.com/office/drawing/2014/main" id="{CB83633D-D152-415A-A932-3A4FB25306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9888" y="2901950"/>
            <a:ext cx="1057275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There is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only one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output</a:t>
            </a:r>
          </a:p>
        </p:txBody>
      </p:sp>
      <p:pic>
        <p:nvPicPr>
          <p:cNvPr id="14341" name="Picture 3" descr="figure8">
            <a:extLst>
              <a:ext uri="{FF2B5EF4-FFF2-40B4-BE49-F238E27FC236}">
                <a16:creationId xmlns:a16="http://schemas.microsoft.com/office/drawing/2014/main" id="{ADAAFB6D-AB39-40ED-A74F-6684A80715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3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1" name="Picture 3" descr="figure8">
            <a:extLst>
              <a:ext uri="{FF2B5EF4-FFF2-40B4-BE49-F238E27FC236}">
                <a16:creationId xmlns:a16="http://schemas.microsoft.com/office/drawing/2014/main" id="{BAC328C3-9074-4BBA-BA58-B071AF084A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2">
            <a:extLst>
              <a:ext uri="{FF2B5EF4-FFF2-40B4-BE49-F238E27FC236}">
                <a16:creationId xmlns:a16="http://schemas.microsoft.com/office/drawing/2014/main" id="{48A28FC1-85CB-2340-BC68-33F70B801947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104933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kind of machine is this?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Moore or Mealy?</a:t>
            </a:r>
          </a:p>
        </p:txBody>
      </p:sp>
      <p:sp>
        <p:nvSpPr>
          <p:cNvPr id="15363" name="Oval 1">
            <a:extLst>
              <a:ext uri="{FF2B5EF4-FFF2-40B4-BE49-F238E27FC236}">
                <a16:creationId xmlns:a16="http://schemas.microsoft.com/office/drawing/2014/main" id="{EAF3B7E4-06D4-48D5-859A-CEB781DDC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0900" y="1957388"/>
            <a:ext cx="673100" cy="725487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364" name="TextBox 2">
            <a:extLst>
              <a:ext uri="{FF2B5EF4-FFF2-40B4-BE49-F238E27FC236}">
                <a16:creationId xmlns:a16="http://schemas.microsoft.com/office/drawing/2014/main" id="{E3C50B0A-FECD-4B50-960F-882D7FF3C1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8800" y="2805113"/>
            <a:ext cx="82550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15365" name="Oval 6">
            <a:extLst>
              <a:ext uri="{FF2B5EF4-FFF2-40B4-BE49-F238E27FC236}">
                <a16:creationId xmlns:a16="http://schemas.microsoft.com/office/drawing/2014/main" id="{DF92BD4B-9119-4F5C-8B21-53539D38F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975" y="2776538"/>
            <a:ext cx="673100" cy="725487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366" name="TextBox 7">
            <a:extLst>
              <a:ext uri="{FF2B5EF4-FFF2-40B4-BE49-F238E27FC236}">
                <a16:creationId xmlns:a16="http://schemas.microsoft.com/office/drawing/2014/main" id="{DB849E1F-0C02-48F5-9AE8-3C776B6CFC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788" y="3622675"/>
            <a:ext cx="6858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input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5" name="Picture 3" descr="figure8">
            <a:extLst>
              <a:ext uri="{FF2B5EF4-FFF2-40B4-BE49-F238E27FC236}">
                <a16:creationId xmlns:a16="http://schemas.microsoft.com/office/drawing/2014/main" id="{DEC3F06D-B00C-4C67-938D-320A3E134D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3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2">
            <a:extLst>
              <a:ext uri="{FF2B5EF4-FFF2-40B4-BE49-F238E27FC236}">
                <a16:creationId xmlns:a16="http://schemas.microsoft.com/office/drawing/2014/main" id="{BE1A022A-EF1E-3945-A851-55E9AC6976BA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104933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Moore: because the output does not depend directly on the primary input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/>
              <a:cs typeface="+mj-cs"/>
            </a:endParaRPr>
          </a:p>
        </p:txBody>
      </p:sp>
      <p:sp>
        <p:nvSpPr>
          <p:cNvPr id="16387" name="Oval 1">
            <a:extLst>
              <a:ext uri="{FF2B5EF4-FFF2-40B4-BE49-F238E27FC236}">
                <a16:creationId xmlns:a16="http://schemas.microsoft.com/office/drawing/2014/main" id="{0EF9A743-0ECB-4E56-B00E-74B362DFAA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0900" y="1957388"/>
            <a:ext cx="673100" cy="725487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388" name="TextBox 2">
            <a:extLst>
              <a:ext uri="{FF2B5EF4-FFF2-40B4-BE49-F238E27FC236}">
                <a16:creationId xmlns:a16="http://schemas.microsoft.com/office/drawing/2014/main" id="{53E267E3-39A5-4517-A9C1-FF4CE8CCCF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8800" y="2805113"/>
            <a:ext cx="82550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16389" name="Oval 6">
            <a:extLst>
              <a:ext uri="{FF2B5EF4-FFF2-40B4-BE49-F238E27FC236}">
                <a16:creationId xmlns:a16="http://schemas.microsoft.com/office/drawing/2014/main" id="{FAE61756-6F56-4EE8-AD2A-8BA8122B2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975" y="2776538"/>
            <a:ext cx="673100" cy="725487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390" name="TextBox 7">
            <a:extLst>
              <a:ext uri="{FF2B5EF4-FFF2-40B4-BE49-F238E27FC236}">
                <a16:creationId xmlns:a16="http://schemas.microsoft.com/office/drawing/2014/main" id="{C5805F25-B3F2-4B90-9CD8-3FC4136F2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788" y="3622675"/>
            <a:ext cx="6858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input</a:t>
            </a:r>
          </a:p>
        </p:txBody>
      </p:sp>
      <p:cxnSp>
        <p:nvCxnSpPr>
          <p:cNvPr id="16391" name="Straight Connector 5">
            <a:extLst>
              <a:ext uri="{FF2B5EF4-FFF2-40B4-BE49-F238E27FC236}">
                <a16:creationId xmlns:a16="http://schemas.microsoft.com/office/drawing/2014/main" id="{E3A22F46-968A-4E78-9B65-1BF5322186BC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986463" y="2151063"/>
            <a:ext cx="16716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92" name="Straight Connector 10">
            <a:extLst>
              <a:ext uri="{FF2B5EF4-FFF2-40B4-BE49-F238E27FC236}">
                <a16:creationId xmlns:a16="http://schemas.microsoft.com/office/drawing/2014/main" id="{4CD57BC5-3107-4037-B26D-86F6AE509FFA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986463" y="4419600"/>
            <a:ext cx="1328737" cy="9525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93" name="Straight Connector 13">
            <a:extLst>
              <a:ext uri="{FF2B5EF4-FFF2-40B4-BE49-F238E27FC236}">
                <a16:creationId xmlns:a16="http://schemas.microsoft.com/office/drawing/2014/main" id="{5A79F6C2-9413-4747-8B17-2B90BEECD93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302500" y="2476500"/>
            <a:ext cx="393700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94" name="Straight Connector 15">
            <a:extLst>
              <a:ext uri="{FF2B5EF4-FFF2-40B4-BE49-F238E27FC236}">
                <a16:creationId xmlns:a16="http://schemas.microsoft.com/office/drawing/2014/main" id="{06C4F691-64BD-4211-A8CB-8E16FC8C73C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315200" y="2501900"/>
            <a:ext cx="12700" cy="191770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09" name="Picture 3" descr="figure8">
            <a:extLst>
              <a:ext uri="{FF2B5EF4-FFF2-40B4-BE49-F238E27FC236}">
                <a16:creationId xmlns:a16="http://schemas.microsoft.com/office/drawing/2014/main" id="{3F395207-1746-471C-AA44-845550741F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3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2">
            <a:extLst>
              <a:ext uri="{FF2B5EF4-FFF2-40B4-BE49-F238E27FC236}">
                <a16:creationId xmlns:a16="http://schemas.microsoft.com/office/drawing/2014/main" id="{0BAC9BD2-1A5B-DA47-A015-68BB0CAC7905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104933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are the memory elements?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/>
              <a:cs typeface="+mj-cs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3" name="Picture 3" descr="figure8">
            <a:extLst>
              <a:ext uri="{FF2B5EF4-FFF2-40B4-BE49-F238E27FC236}">
                <a16:creationId xmlns:a16="http://schemas.microsoft.com/office/drawing/2014/main" id="{D80FACDB-7BB9-49D4-B015-AA6ED858398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3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2">
            <a:extLst>
              <a:ext uri="{FF2B5EF4-FFF2-40B4-BE49-F238E27FC236}">
                <a16:creationId xmlns:a16="http://schemas.microsoft.com/office/drawing/2014/main" id="{AD894CB2-5C3F-0D4E-B63D-78268381567F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104933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are the memory elements?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/>
              <a:cs typeface="+mj-cs"/>
            </a:endParaRPr>
          </a:p>
        </p:txBody>
      </p:sp>
      <p:sp>
        <p:nvSpPr>
          <p:cNvPr id="18435" name="Oval 6">
            <a:extLst>
              <a:ext uri="{FF2B5EF4-FFF2-40B4-BE49-F238E27FC236}">
                <a16:creationId xmlns:a16="http://schemas.microsoft.com/office/drawing/2014/main" id="{1DA037B7-01A7-4A25-A200-1BF4AC778C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1517650"/>
            <a:ext cx="1295400" cy="1951038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436" name="Oval 11">
            <a:extLst>
              <a:ext uri="{FF2B5EF4-FFF2-40B4-BE49-F238E27FC236}">
                <a16:creationId xmlns:a16="http://schemas.microsoft.com/office/drawing/2014/main" id="{896D2916-A0E7-4C69-B533-567AAC4C6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3808413"/>
            <a:ext cx="1295400" cy="1952625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7" name="Picture 3" descr="figure8">
            <a:extLst>
              <a:ext uri="{FF2B5EF4-FFF2-40B4-BE49-F238E27FC236}">
                <a16:creationId xmlns:a16="http://schemas.microsoft.com/office/drawing/2014/main" id="{8EAC39EE-659A-4C1A-919A-B52E8D95B0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3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2">
            <a:extLst>
              <a:ext uri="{FF2B5EF4-FFF2-40B4-BE49-F238E27FC236}">
                <a16:creationId xmlns:a16="http://schemas.microsoft.com/office/drawing/2014/main" id="{214092F0-C061-B043-9536-481DADCCE296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104933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are the outputs of the flip-flops?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/>
              <a:cs typeface="+mj-cs"/>
            </a:endParaRPr>
          </a:p>
        </p:txBody>
      </p:sp>
      <p:sp>
        <p:nvSpPr>
          <p:cNvPr id="19459" name="Oval 6">
            <a:extLst>
              <a:ext uri="{FF2B5EF4-FFF2-40B4-BE49-F238E27FC236}">
                <a16:creationId xmlns:a16="http://schemas.microsoft.com/office/drawing/2014/main" id="{ED0FFDA2-8D6F-4E56-9F67-B2E31363D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1517650"/>
            <a:ext cx="1295400" cy="1951038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460" name="Oval 11">
            <a:extLst>
              <a:ext uri="{FF2B5EF4-FFF2-40B4-BE49-F238E27FC236}">
                <a16:creationId xmlns:a16="http://schemas.microsoft.com/office/drawing/2014/main" id="{42994DFE-E598-4EA6-A0D8-32AB2E9622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3808413"/>
            <a:ext cx="1295400" cy="1952625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481" name="Picture 3" descr="figure8">
            <a:extLst>
              <a:ext uri="{FF2B5EF4-FFF2-40B4-BE49-F238E27FC236}">
                <a16:creationId xmlns:a16="http://schemas.microsoft.com/office/drawing/2014/main" id="{EC5CE0D6-DCD8-402F-A594-A1431224D7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3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2">
            <a:extLst>
              <a:ext uri="{FF2B5EF4-FFF2-40B4-BE49-F238E27FC236}">
                <a16:creationId xmlns:a16="http://schemas.microsoft.com/office/drawing/2014/main" id="{6CCB7AE6-2FB8-E049-8DFF-B20901F2704D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104933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are the outputs of the flip-flops?</a:t>
            </a:r>
          </a:p>
        </p:txBody>
      </p:sp>
      <p:cxnSp>
        <p:nvCxnSpPr>
          <p:cNvPr id="20483" name="Straight Connector 5">
            <a:extLst>
              <a:ext uri="{FF2B5EF4-FFF2-40B4-BE49-F238E27FC236}">
                <a16:creationId xmlns:a16="http://schemas.microsoft.com/office/drawing/2014/main" id="{C432D0DF-853A-45A2-B4E1-4DAD0967F90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986463" y="2151063"/>
            <a:ext cx="167163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484" name="Straight Connector 7">
            <a:extLst>
              <a:ext uri="{FF2B5EF4-FFF2-40B4-BE49-F238E27FC236}">
                <a16:creationId xmlns:a16="http://schemas.microsoft.com/office/drawing/2014/main" id="{1875211B-142E-484D-A90C-A48234E66992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986463" y="4419600"/>
            <a:ext cx="1328737" cy="9525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5" name="Picture 3" descr="figure8">
            <a:extLst>
              <a:ext uri="{FF2B5EF4-FFF2-40B4-BE49-F238E27FC236}">
                <a16:creationId xmlns:a16="http://schemas.microsoft.com/office/drawing/2014/main" id="{F5D80401-FCC3-409D-AFCD-026F3168FD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3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2">
            <a:extLst>
              <a:ext uri="{FF2B5EF4-FFF2-40B4-BE49-F238E27FC236}">
                <a16:creationId xmlns:a16="http://schemas.microsoft.com/office/drawing/2014/main" id="{6B80D607-EE54-7F4B-9B24-9925FDD0627D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104933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These are the present-state variables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/>
              <a:cs typeface="+mj-cs"/>
            </a:endParaRPr>
          </a:p>
        </p:txBody>
      </p:sp>
      <p:sp>
        <p:nvSpPr>
          <p:cNvPr id="21507" name="Oval 6">
            <a:extLst>
              <a:ext uri="{FF2B5EF4-FFF2-40B4-BE49-F238E27FC236}">
                <a16:creationId xmlns:a16="http://schemas.microsoft.com/office/drawing/2014/main" id="{5ADE408F-89BC-40FF-ACEE-7900A38AD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9175" y="1581150"/>
            <a:ext cx="517525" cy="5397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508" name="Oval 8">
            <a:extLst>
              <a:ext uri="{FF2B5EF4-FFF2-40B4-BE49-F238E27FC236}">
                <a16:creationId xmlns:a16="http://schemas.microsoft.com/office/drawing/2014/main" id="{1218E783-C185-4764-A659-2513A64FD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3300" y="3860800"/>
            <a:ext cx="517525" cy="5397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529" name="Picture 3" descr="figure8">
            <a:extLst>
              <a:ext uri="{FF2B5EF4-FFF2-40B4-BE49-F238E27FC236}">
                <a16:creationId xmlns:a16="http://schemas.microsoft.com/office/drawing/2014/main" id="{11ED93CF-48E1-4671-BF14-B95E3822C8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3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2">
            <a:extLst>
              <a:ext uri="{FF2B5EF4-FFF2-40B4-BE49-F238E27FC236}">
                <a16:creationId xmlns:a16="http://schemas.microsoft.com/office/drawing/2014/main" id="{DF962BFF-CA1B-4645-AB05-FCF883B774AD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104933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are the inputs of the flip-flops?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/>
              <a:cs typeface="+mj-cs"/>
            </a:endParaRPr>
          </a:p>
        </p:txBody>
      </p:sp>
      <p:sp>
        <p:nvSpPr>
          <p:cNvPr id="22531" name="Oval 6">
            <a:extLst>
              <a:ext uri="{FF2B5EF4-FFF2-40B4-BE49-F238E27FC236}">
                <a16:creationId xmlns:a16="http://schemas.microsoft.com/office/drawing/2014/main" id="{6F817BB3-BB13-4A8F-BA15-E085FC744C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1517650"/>
            <a:ext cx="1295400" cy="1951038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532" name="Oval 11">
            <a:extLst>
              <a:ext uri="{FF2B5EF4-FFF2-40B4-BE49-F238E27FC236}">
                <a16:creationId xmlns:a16="http://schemas.microsoft.com/office/drawing/2014/main" id="{339977E5-8521-4CA8-A1C0-55A08AD8F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3808413"/>
            <a:ext cx="1295400" cy="1952625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3" name="Picture 3" descr="figure8">
            <a:extLst>
              <a:ext uri="{FF2B5EF4-FFF2-40B4-BE49-F238E27FC236}">
                <a16:creationId xmlns:a16="http://schemas.microsoft.com/office/drawing/2014/main" id="{7E9755BE-3499-4323-AEC1-0A0348D4B6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3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2">
            <a:extLst>
              <a:ext uri="{FF2B5EF4-FFF2-40B4-BE49-F238E27FC236}">
                <a16:creationId xmlns:a16="http://schemas.microsoft.com/office/drawing/2014/main" id="{D5102905-A6CF-CF48-9139-E52C7B79199F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104933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are the inputs of the flip-flops?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/>
              <a:cs typeface="+mj-cs"/>
            </a:endParaRPr>
          </a:p>
        </p:txBody>
      </p:sp>
      <p:cxnSp>
        <p:nvCxnSpPr>
          <p:cNvPr id="23555" name="Straight Connector 5">
            <a:extLst>
              <a:ext uri="{FF2B5EF4-FFF2-40B4-BE49-F238E27FC236}">
                <a16:creationId xmlns:a16="http://schemas.microsoft.com/office/drawing/2014/main" id="{C9A94A4B-2864-4B8E-BB9D-665293C3B4AD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887788" y="2151063"/>
            <a:ext cx="133508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3556" name="Straight Connector 7">
            <a:extLst>
              <a:ext uri="{FF2B5EF4-FFF2-40B4-BE49-F238E27FC236}">
                <a16:creationId xmlns:a16="http://schemas.microsoft.com/office/drawing/2014/main" id="{3D483AF7-686F-403A-AE78-A42700B13966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887788" y="4414838"/>
            <a:ext cx="133508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577" name="Picture 3" descr="figure8">
            <a:extLst>
              <a:ext uri="{FF2B5EF4-FFF2-40B4-BE49-F238E27FC236}">
                <a16:creationId xmlns:a16="http://schemas.microsoft.com/office/drawing/2014/main" id="{F9758EAA-2BE8-4F4B-BED5-DFF2325006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3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2">
            <a:extLst>
              <a:ext uri="{FF2B5EF4-FFF2-40B4-BE49-F238E27FC236}">
                <a16:creationId xmlns:a16="http://schemas.microsoft.com/office/drawing/2014/main" id="{41D21552-557B-BE41-9F90-7357152E82FD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104933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These are the next-state variables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/>
              <a:cs typeface="+mj-cs"/>
            </a:endParaRPr>
          </a:p>
        </p:txBody>
      </p:sp>
      <p:sp>
        <p:nvSpPr>
          <p:cNvPr id="24579" name="Oval 6">
            <a:extLst>
              <a:ext uri="{FF2B5EF4-FFF2-40B4-BE49-F238E27FC236}">
                <a16:creationId xmlns:a16="http://schemas.microsoft.com/office/drawing/2014/main" id="{A613B71D-2D8E-4125-ACBE-A24A30B13D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6613" y="1581150"/>
            <a:ext cx="519112" cy="5397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4580" name="Oval 8">
            <a:extLst>
              <a:ext uri="{FF2B5EF4-FFF2-40B4-BE49-F238E27FC236}">
                <a16:creationId xmlns:a16="http://schemas.microsoft.com/office/drawing/2014/main" id="{B465BCAB-487A-492A-BFEA-AC49F2716A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2325" y="3860800"/>
            <a:ext cx="517525" cy="5397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1" name="Picture 3" descr="figure8">
            <a:extLst>
              <a:ext uri="{FF2B5EF4-FFF2-40B4-BE49-F238E27FC236}">
                <a16:creationId xmlns:a16="http://schemas.microsoft.com/office/drawing/2014/main" id="{0927C4E1-6F75-4DDE-B856-0DA77267D7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5350" y="844550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2">
            <a:extLst>
              <a:ext uri="{FF2B5EF4-FFF2-40B4-BE49-F238E27FC236}">
                <a16:creationId xmlns:a16="http://schemas.microsoft.com/office/drawing/2014/main" id="{32FC802A-ADE8-8642-934E-00272DC86940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104933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What are their logic expressions?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/>
              <a:cs typeface="+mj-cs"/>
            </a:endParaRPr>
          </a:p>
        </p:txBody>
      </p:sp>
      <p:sp>
        <p:nvSpPr>
          <p:cNvPr id="25603" name="Oval 6">
            <a:extLst>
              <a:ext uri="{FF2B5EF4-FFF2-40B4-BE49-F238E27FC236}">
                <a16:creationId xmlns:a16="http://schemas.microsoft.com/office/drawing/2014/main" id="{D9A05F0F-281E-4C89-B639-5CA73964D7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0925" y="947737"/>
            <a:ext cx="519112" cy="5397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604" name="Oval 8">
            <a:extLst>
              <a:ext uri="{FF2B5EF4-FFF2-40B4-BE49-F238E27FC236}">
                <a16:creationId xmlns:a16="http://schemas.microsoft.com/office/drawing/2014/main" id="{686C4C4E-5DDF-4D23-8F29-56CDC1655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6637" y="3227387"/>
            <a:ext cx="517525" cy="5397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BC08010-6A89-4E2A-8F84-412B038FF548}"/>
                  </a:ext>
                </a:extLst>
              </p14:cNvPr>
              <p14:cNvContentPartPr/>
              <p14:nvPr/>
            </p14:nvContentPartPr>
            <p14:xfrm>
              <a:off x="2826720" y="949680"/>
              <a:ext cx="6195240" cy="40298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BC08010-6A89-4E2A-8F84-412B038FF548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817360" y="940320"/>
                <a:ext cx="6213960" cy="40485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5" name="Picture 3" descr="figure8">
            <a:extLst>
              <a:ext uri="{FF2B5EF4-FFF2-40B4-BE49-F238E27FC236}">
                <a16:creationId xmlns:a16="http://schemas.microsoft.com/office/drawing/2014/main" id="{AF4405C5-34AA-403E-B70B-3E049793F6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3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2">
            <a:extLst>
              <a:ext uri="{FF2B5EF4-FFF2-40B4-BE49-F238E27FC236}">
                <a16:creationId xmlns:a16="http://schemas.microsoft.com/office/drawing/2014/main" id="{3834013E-847B-8349-ABFD-EEA6C0E9F486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104933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What are their logic expressions?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/>
              <a:cs typeface="+mj-cs"/>
            </a:endParaRPr>
          </a:p>
        </p:txBody>
      </p:sp>
      <p:sp>
        <p:nvSpPr>
          <p:cNvPr id="26627" name="Oval 6">
            <a:extLst>
              <a:ext uri="{FF2B5EF4-FFF2-40B4-BE49-F238E27FC236}">
                <a16:creationId xmlns:a16="http://schemas.microsoft.com/office/drawing/2014/main" id="{5B4B6DAF-A91B-4088-B647-0DD253F23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6613" y="1581150"/>
            <a:ext cx="519112" cy="5397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628" name="Oval 8">
            <a:extLst>
              <a:ext uri="{FF2B5EF4-FFF2-40B4-BE49-F238E27FC236}">
                <a16:creationId xmlns:a16="http://schemas.microsoft.com/office/drawing/2014/main" id="{34C00B54-920E-4F23-BC19-8F5501F808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2325" y="3860800"/>
            <a:ext cx="517525" cy="5397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6629" name="Group 7">
            <a:extLst>
              <a:ext uri="{FF2B5EF4-FFF2-40B4-BE49-F238E27FC236}">
                <a16:creationId xmlns:a16="http://schemas.microsoft.com/office/drawing/2014/main" id="{3B8B52F3-CC49-4154-A175-0842CE607381}"/>
              </a:ext>
            </a:extLst>
          </p:cNvPr>
          <p:cNvGrpSpPr>
            <a:grpSpLocks/>
          </p:cNvGrpSpPr>
          <p:nvPr/>
        </p:nvGrpSpPr>
        <p:grpSpPr bwMode="auto">
          <a:xfrm>
            <a:off x="4889500" y="906463"/>
            <a:ext cx="2243138" cy="461962"/>
            <a:chOff x="5084580" y="907175"/>
            <a:chExt cx="2243172" cy="461665"/>
          </a:xfrm>
        </p:grpSpPr>
        <p:sp>
          <p:nvSpPr>
            <p:cNvPr id="26631" name="TextBox 1">
              <a:extLst>
                <a:ext uri="{FF2B5EF4-FFF2-40B4-BE49-F238E27FC236}">
                  <a16:creationId xmlns:a16="http://schemas.microsoft.com/office/drawing/2014/main" id="{41C27AC5-8A67-4018-8A16-75AD46DB55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4580" y="907175"/>
              <a:ext cx="224317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+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26632" name="Straight Connector 3">
              <a:extLst>
                <a:ext uri="{FF2B5EF4-FFF2-40B4-BE49-F238E27FC236}">
                  <a16:creationId xmlns:a16="http://schemas.microsoft.com/office/drawing/2014/main" id="{6DC15379-1A11-4ED9-907C-248535C6E7A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019632" y="991258"/>
              <a:ext cx="22860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6630" name="TextBox 11">
            <a:extLst>
              <a:ext uri="{FF2B5EF4-FFF2-40B4-BE49-F238E27FC236}">
                <a16:creationId xmlns:a16="http://schemas.microsoft.com/office/drawing/2014/main" id="{6244D2DB-B736-4279-9BC4-20C1870D99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8225" y="3295650"/>
            <a:ext cx="218598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+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49" name="Picture 3" descr="figure8">
            <a:extLst>
              <a:ext uri="{FF2B5EF4-FFF2-40B4-BE49-F238E27FC236}">
                <a16:creationId xmlns:a16="http://schemas.microsoft.com/office/drawing/2014/main" id="{0EE992F1-AE19-41D1-82BB-21036DC0B8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3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2">
            <a:extLst>
              <a:ext uri="{FF2B5EF4-FFF2-40B4-BE49-F238E27FC236}">
                <a16:creationId xmlns:a16="http://schemas.microsoft.com/office/drawing/2014/main" id="{88108293-C0ED-D84C-9BB6-E3A576298A11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is the output, again?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673" name="Picture 3" descr="figure8">
            <a:extLst>
              <a:ext uri="{FF2B5EF4-FFF2-40B4-BE49-F238E27FC236}">
                <a16:creationId xmlns:a16="http://schemas.microsoft.com/office/drawing/2014/main" id="{F0F8AC51-4CDF-4388-9FA6-9FEDA49688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3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2">
            <a:extLst>
              <a:ext uri="{FF2B5EF4-FFF2-40B4-BE49-F238E27FC236}">
                <a16:creationId xmlns:a16="http://schemas.microsoft.com/office/drawing/2014/main" id="{28F61BC0-0089-CD4C-82AF-157AEAAEEC2B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is the output, again?</a:t>
            </a:r>
          </a:p>
        </p:txBody>
      </p:sp>
      <p:sp>
        <p:nvSpPr>
          <p:cNvPr id="28675" name="Oval 1">
            <a:extLst>
              <a:ext uri="{FF2B5EF4-FFF2-40B4-BE49-F238E27FC236}">
                <a16:creationId xmlns:a16="http://schemas.microsoft.com/office/drawing/2014/main" id="{B8CC0A64-3031-4D92-8E77-4F194AFE53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74063" y="1943100"/>
            <a:ext cx="673100" cy="725488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7" name="Picture 3" descr="figure8">
            <a:extLst>
              <a:ext uri="{FF2B5EF4-FFF2-40B4-BE49-F238E27FC236}">
                <a16:creationId xmlns:a16="http://schemas.microsoft.com/office/drawing/2014/main" id="{841D6434-5227-4233-BE53-F73B0FF69D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3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2">
            <a:extLst>
              <a:ext uri="{FF2B5EF4-FFF2-40B4-BE49-F238E27FC236}">
                <a16:creationId xmlns:a16="http://schemas.microsoft.com/office/drawing/2014/main" id="{153088B4-F1FA-2A4A-B786-C5C168F0F2DD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What is its logic expression?</a:t>
            </a:r>
          </a:p>
        </p:txBody>
      </p:sp>
      <p:sp>
        <p:nvSpPr>
          <p:cNvPr id="29699" name="Oval 1">
            <a:extLst>
              <a:ext uri="{FF2B5EF4-FFF2-40B4-BE49-F238E27FC236}">
                <a16:creationId xmlns:a16="http://schemas.microsoft.com/office/drawing/2014/main" id="{CFAC145D-F074-4DC0-BD0C-3177E8ACF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74063" y="1943100"/>
            <a:ext cx="673100" cy="725488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1" name="Picture 3" descr="figure8">
            <a:extLst>
              <a:ext uri="{FF2B5EF4-FFF2-40B4-BE49-F238E27FC236}">
                <a16:creationId xmlns:a16="http://schemas.microsoft.com/office/drawing/2014/main" id="{4B603AFE-D011-46D9-B398-3703F5B88B4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38" y="1477963"/>
            <a:ext cx="8172450" cy="456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2">
            <a:extLst>
              <a:ext uri="{FF2B5EF4-FFF2-40B4-BE49-F238E27FC236}">
                <a16:creationId xmlns:a16="http://schemas.microsoft.com/office/drawing/2014/main" id="{8DC2C005-AC21-B743-BCE6-B089CBEA3874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What is its logic expression?</a:t>
            </a:r>
          </a:p>
        </p:txBody>
      </p:sp>
      <p:sp>
        <p:nvSpPr>
          <p:cNvPr id="30723" name="Oval 1">
            <a:extLst>
              <a:ext uri="{FF2B5EF4-FFF2-40B4-BE49-F238E27FC236}">
                <a16:creationId xmlns:a16="http://schemas.microsoft.com/office/drawing/2014/main" id="{EFB03458-4B0A-45C2-BFC9-98F1214022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74063" y="1943100"/>
            <a:ext cx="673100" cy="725488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0724" name="TextBox 5">
            <a:extLst>
              <a:ext uri="{FF2B5EF4-FFF2-40B4-BE49-F238E27FC236}">
                <a16:creationId xmlns:a16="http://schemas.microsoft.com/office/drawing/2014/main" id="{52A4E649-7BF2-4FCB-8FA2-C70DAD0426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3838" y="1246188"/>
            <a:ext cx="12255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5" name="Rectangle 2">
            <a:extLst>
              <a:ext uri="{FF2B5EF4-FFF2-40B4-BE49-F238E27FC236}">
                <a16:creationId xmlns:a16="http://schemas.microsoft.com/office/drawing/2014/main" id="{3110DA63-AE37-48BC-B277-EEB82F02EB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9144000" cy="124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This is what we have to work with now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(we don</a:t>
            </a:r>
            <a:r>
              <a:rPr kumimoji="0" lang="fr-FR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 need the circuit anymore)</a:t>
            </a:r>
            <a:endParaRPr kumimoji="0" lang="en-US" altLang="en-US" sz="36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1746" name="TextBox 7">
            <a:extLst>
              <a:ext uri="{FF2B5EF4-FFF2-40B4-BE49-F238E27FC236}">
                <a16:creationId xmlns:a16="http://schemas.microsoft.com/office/drawing/2014/main" id="{D7BAA8E0-14C2-4873-9896-42EA9C88AE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35400" y="4232275"/>
            <a:ext cx="12255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31747" name="Group 8">
            <a:extLst>
              <a:ext uri="{FF2B5EF4-FFF2-40B4-BE49-F238E27FC236}">
                <a16:creationId xmlns:a16="http://schemas.microsoft.com/office/drawing/2014/main" id="{3FC7E022-B809-4635-BCAD-67D71D722450}"/>
              </a:ext>
            </a:extLst>
          </p:cNvPr>
          <p:cNvGrpSpPr>
            <a:grpSpLocks/>
          </p:cNvGrpSpPr>
          <p:nvPr/>
        </p:nvGrpSpPr>
        <p:grpSpPr bwMode="auto">
          <a:xfrm>
            <a:off x="3684588" y="2665413"/>
            <a:ext cx="2243137" cy="460375"/>
            <a:chOff x="5084580" y="907175"/>
            <a:chExt cx="2243172" cy="461665"/>
          </a:xfrm>
        </p:grpSpPr>
        <p:sp>
          <p:nvSpPr>
            <p:cNvPr id="31749" name="TextBox 9">
              <a:extLst>
                <a:ext uri="{FF2B5EF4-FFF2-40B4-BE49-F238E27FC236}">
                  <a16:creationId xmlns:a16="http://schemas.microsoft.com/office/drawing/2014/main" id="{B60E76E8-A4AF-45B8-A75F-DFF7E14760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4580" y="907175"/>
              <a:ext cx="224317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+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31750" name="Straight Connector 10">
              <a:extLst>
                <a:ext uri="{FF2B5EF4-FFF2-40B4-BE49-F238E27FC236}">
                  <a16:creationId xmlns:a16="http://schemas.microsoft.com/office/drawing/2014/main" id="{AF9FC56A-9F67-4F64-AEE7-63498FED75A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019632" y="989956"/>
              <a:ext cx="22860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1748" name="TextBox 11">
            <a:extLst>
              <a:ext uri="{FF2B5EF4-FFF2-40B4-BE49-F238E27FC236}">
                <a16:creationId xmlns:a16="http://schemas.microsoft.com/office/drawing/2014/main" id="{C877B0E4-2050-4EC8-809E-76897816C1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4588" y="3436938"/>
            <a:ext cx="2185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+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9" name="Rectangle 2">
            <a:extLst>
              <a:ext uri="{FF2B5EF4-FFF2-40B4-BE49-F238E27FC236}">
                <a16:creationId xmlns:a16="http://schemas.microsoft.com/office/drawing/2014/main" id="{4828E014-D8A7-4381-BCE8-5FE22E2060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state-assigned table</a:t>
            </a:r>
          </a:p>
        </p:txBody>
      </p:sp>
      <p:sp>
        <p:nvSpPr>
          <p:cNvPr id="32770" name="TextBox 7">
            <a:extLst>
              <a:ext uri="{FF2B5EF4-FFF2-40B4-BE49-F238E27FC236}">
                <a16:creationId xmlns:a16="http://schemas.microsoft.com/office/drawing/2014/main" id="{87B64F85-077D-409B-8AF6-74E02F5E88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980" y="3854450"/>
            <a:ext cx="12255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32771" name="Group 8">
            <a:extLst>
              <a:ext uri="{FF2B5EF4-FFF2-40B4-BE49-F238E27FC236}">
                <a16:creationId xmlns:a16="http://schemas.microsoft.com/office/drawing/2014/main" id="{A825F607-E8C2-4F5F-8E41-1EC27A199AE8}"/>
              </a:ext>
            </a:extLst>
          </p:cNvPr>
          <p:cNvGrpSpPr>
            <a:grpSpLocks/>
          </p:cNvGrpSpPr>
          <p:nvPr/>
        </p:nvGrpSpPr>
        <p:grpSpPr bwMode="auto">
          <a:xfrm>
            <a:off x="1657168" y="2286000"/>
            <a:ext cx="2243137" cy="461963"/>
            <a:chOff x="5084580" y="907175"/>
            <a:chExt cx="2243172" cy="461665"/>
          </a:xfrm>
        </p:grpSpPr>
        <p:sp>
          <p:nvSpPr>
            <p:cNvPr id="32840" name="TextBox 9">
              <a:extLst>
                <a:ext uri="{FF2B5EF4-FFF2-40B4-BE49-F238E27FC236}">
                  <a16:creationId xmlns:a16="http://schemas.microsoft.com/office/drawing/2014/main" id="{23C42C9C-8747-41B4-87F4-45EE6283DE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4580" y="907175"/>
              <a:ext cx="224317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+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32841" name="Straight Connector 10">
              <a:extLst>
                <a:ext uri="{FF2B5EF4-FFF2-40B4-BE49-F238E27FC236}">
                  <a16:creationId xmlns:a16="http://schemas.microsoft.com/office/drawing/2014/main" id="{DAA1C009-430B-4C15-B547-F4AA48A6472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019632" y="991259"/>
              <a:ext cx="22860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2772" name="TextBox 11">
            <a:extLst>
              <a:ext uri="{FF2B5EF4-FFF2-40B4-BE49-F238E27FC236}">
                <a16:creationId xmlns:a16="http://schemas.microsoft.com/office/drawing/2014/main" id="{447BA0A6-8DAC-47CF-ABC5-DF52636E97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7168" y="3059113"/>
            <a:ext cx="2185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+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32773" name="Group 1">
            <a:extLst>
              <a:ext uri="{FF2B5EF4-FFF2-40B4-BE49-F238E27FC236}">
                <a16:creationId xmlns:a16="http://schemas.microsoft.com/office/drawing/2014/main" id="{37BBDE93-2FD9-441B-A9A4-9426E94C3BE1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2127250"/>
            <a:ext cx="3536950" cy="2460625"/>
            <a:chOff x="4614951" y="2127591"/>
            <a:chExt cx="3536950" cy="2460625"/>
          </a:xfrm>
        </p:grpSpPr>
        <p:sp>
          <p:nvSpPr>
            <p:cNvPr id="32774" name="Rectangle 4">
              <a:extLst>
                <a:ext uri="{FF2B5EF4-FFF2-40B4-BE49-F238E27FC236}">
                  <a16:creationId xmlns:a16="http://schemas.microsoft.com/office/drawing/2014/main" id="{778A3F08-4869-47B6-A431-D82F0BF4256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75" name="Rectangle 5">
              <a:extLst>
                <a:ext uri="{FF2B5EF4-FFF2-40B4-BE49-F238E27FC236}">
                  <a16:creationId xmlns:a16="http://schemas.microsoft.com/office/drawing/2014/main" id="{2A97D293-786A-4E05-869F-66045D9DCC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76" name="Rectangle 6">
              <a:extLst>
                <a:ext uri="{FF2B5EF4-FFF2-40B4-BE49-F238E27FC236}">
                  <a16:creationId xmlns:a16="http://schemas.microsoft.com/office/drawing/2014/main" id="{616A717B-E196-455B-8202-C790686FE7B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77" name="Rectangle 7">
              <a:extLst>
                <a:ext uri="{FF2B5EF4-FFF2-40B4-BE49-F238E27FC236}">
                  <a16:creationId xmlns:a16="http://schemas.microsoft.com/office/drawing/2014/main" id="{EBC2146D-2F66-4E78-952D-2F7E556D516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78" name="Rectangle 8">
              <a:extLst>
                <a:ext uri="{FF2B5EF4-FFF2-40B4-BE49-F238E27FC236}">
                  <a16:creationId xmlns:a16="http://schemas.microsoft.com/office/drawing/2014/main" id="{13D8292C-B7E8-41CE-978E-ECE07EC37CC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79" name="Rectangle 9">
              <a:extLst>
                <a:ext uri="{FF2B5EF4-FFF2-40B4-BE49-F238E27FC236}">
                  <a16:creationId xmlns:a16="http://schemas.microsoft.com/office/drawing/2014/main" id="{D4A9DFED-A2C5-4899-992D-1A6618A6481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80" name="Rectangle 10">
              <a:extLst>
                <a:ext uri="{FF2B5EF4-FFF2-40B4-BE49-F238E27FC236}">
                  <a16:creationId xmlns:a16="http://schemas.microsoft.com/office/drawing/2014/main" id="{880FC237-3C1A-422D-8DE3-5E2390EAC3F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81" name="Rectangle 11">
              <a:extLst>
                <a:ext uri="{FF2B5EF4-FFF2-40B4-BE49-F238E27FC236}">
                  <a16:creationId xmlns:a16="http://schemas.microsoft.com/office/drawing/2014/main" id="{D0A0601E-64B4-4317-AB01-2108BFC9633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82" name="Rectangle 12">
              <a:extLst>
                <a:ext uri="{FF2B5EF4-FFF2-40B4-BE49-F238E27FC236}">
                  <a16:creationId xmlns:a16="http://schemas.microsoft.com/office/drawing/2014/main" id="{F48EC027-E429-4715-A09D-1E94EA351F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83" name="Rectangle 13">
              <a:extLst>
                <a:ext uri="{FF2B5EF4-FFF2-40B4-BE49-F238E27FC236}">
                  <a16:creationId xmlns:a16="http://schemas.microsoft.com/office/drawing/2014/main" id="{E5EE01D0-5322-4666-B009-5C157C93DF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84" name="Rectangle 14">
              <a:extLst>
                <a:ext uri="{FF2B5EF4-FFF2-40B4-BE49-F238E27FC236}">
                  <a16:creationId xmlns:a16="http://schemas.microsoft.com/office/drawing/2014/main" id="{634CA45B-5CBC-40E0-8F25-BF5BFF44AF2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85" name="Rectangle 15">
              <a:extLst>
                <a:ext uri="{FF2B5EF4-FFF2-40B4-BE49-F238E27FC236}">
                  <a16:creationId xmlns:a16="http://schemas.microsoft.com/office/drawing/2014/main" id="{E91D4D6C-6E3D-4CC0-AC13-1248191F2DC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86" name="Rectangle 16">
              <a:extLst>
                <a:ext uri="{FF2B5EF4-FFF2-40B4-BE49-F238E27FC236}">
                  <a16:creationId xmlns:a16="http://schemas.microsoft.com/office/drawing/2014/main" id="{8EF24525-891F-46FE-AEA5-36C2D91B424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87" name="Rectangle 17">
              <a:extLst>
                <a:ext uri="{FF2B5EF4-FFF2-40B4-BE49-F238E27FC236}">
                  <a16:creationId xmlns:a16="http://schemas.microsoft.com/office/drawing/2014/main" id="{7AE74259-2936-481F-BBCD-F07F88B0A06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88" name="Rectangle 18">
              <a:extLst>
                <a:ext uri="{FF2B5EF4-FFF2-40B4-BE49-F238E27FC236}">
                  <a16:creationId xmlns:a16="http://schemas.microsoft.com/office/drawing/2014/main" id="{80B92DD3-282E-443A-9E7F-C882F7A1F42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89" name="Rectangle 19">
              <a:extLst>
                <a:ext uri="{FF2B5EF4-FFF2-40B4-BE49-F238E27FC236}">
                  <a16:creationId xmlns:a16="http://schemas.microsoft.com/office/drawing/2014/main" id="{47E620C5-D465-4315-B73E-513B139F26F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90" name="Rectangle 20">
              <a:extLst>
                <a:ext uri="{FF2B5EF4-FFF2-40B4-BE49-F238E27FC236}">
                  <a16:creationId xmlns:a16="http://schemas.microsoft.com/office/drawing/2014/main" id="{B1128C32-D390-4BA5-B54E-9C9F2CD6E32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91" name="Rectangle 21">
              <a:extLst>
                <a:ext uri="{FF2B5EF4-FFF2-40B4-BE49-F238E27FC236}">
                  <a16:creationId xmlns:a16="http://schemas.microsoft.com/office/drawing/2014/main" id="{CE371502-044D-4027-8E16-BD7BB90A862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92" name="Rectangle 22">
              <a:extLst>
                <a:ext uri="{FF2B5EF4-FFF2-40B4-BE49-F238E27FC236}">
                  <a16:creationId xmlns:a16="http://schemas.microsoft.com/office/drawing/2014/main" id="{4C3DFC49-21CB-495A-8407-E5A50150AC0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93" name="Rectangle 23">
              <a:extLst>
                <a:ext uri="{FF2B5EF4-FFF2-40B4-BE49-F238E27FC236}">
                  <a16:creationId xmlns:a16="http://schemas.microsoft.com/office/drawing/2014/main" id="{5C0C9D49-A367-4E43-B24A-D40F4CE16FB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94" name="Rectangle 24">
              <a:extLst>
                <a:ext uri="{FF2B5EF4-FFF2-40B4-BE49-F238E27FC236}">
                  <a16:creationId xmlns:a16="http://schemas.microsoft.com/office/drawing/2014/main" id="{41EE6A8B-A576-415E-903D-03B986809CE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95" name="Rectangle 25">
              <a:extLst>
                <a:ext uri="{FF2B5EF4-FFF2-40B4-BE49-F238E27FC236}">
                  <a16:creationId xmlns:a16="http://schemas.microsoft.com/office/drawing/2014/main" id="{81ACFB5D-EC59-41C6-9111-9C0FDA124A7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96" name="Rectangle 26">
              <a:extLst>
                <a:ext uri="{FF2B5EF4-FFF2-40B4-BE49-F238E27FC236}">
                  <a16:creationId xmlns:a16="http://schemas.microsoft.com/office/drawing/2014/main" id="{45C2F106-89BC-4E1E-A1AE-BE2BD83908F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97" name="Rectangle 27">
              <a:extLst>
                <a:ext uri="{FF2B5EF4-FFF2-40B4-BE49-F238E27FC236}">
                  <a16:creationId xmlns:a16="http://schemas.microsoft.com/office/drawing/2014/main" id="{83DF3EFD-A948-4704-AFC1-27E9E727D04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98" name="Rectangle 28">
              <a:extLst>
                <a:ext uri="{FF2B5EF4-FFF2-40B4-BE49-F238E27FC236}">
                  <a16:creationId xmlns:a16="http://schemas.microsoft.com/office/drawing/2014/main" id="{D3DC98D9-5C32-4B1C-95B2-88F14484181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799" name="Rectangle 29">
              <a:extLst>
                <a:ext uri="{FF2B5EF4-FFF2-40B4-BE49-F238E27FC236}">
                  <a16:creationId xmlns:a16="http://schemas.microsoft.com/office/drawing/2014/main" id="{DB195412-302E-48E3-8434-0B5257A469C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00" name="Rectangle 30">
              <a:extLst>
                <a:ext uri="{FF2B5EF4-FFF2-40B4-BE49-F238E27FC236}">
                  <a16:creationId xmlns:a16="http://schemas.microsoft.com/office/drawing/2014/main" id="{82CA97D7-9DE9-47B8-B46A-8038BCDF173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01" name="Rectangle 31">
              <a:extLst>
                <a:ext uri="{FF2B5EF4-FFF2-40B4-BE49-F238E27FC236}">
                  <a16:creationId xmlns:a16="http://schemas.microsoft.com/office/drawing/2014/main" id="{7E2EF99E-DF27-4259-8A16-F1E3DD6498C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02" name="Rectangle 32">
              <a:extLst>
                <a:ext uri="{FF2B5EF4-FFF2-40B4-BE49-F238E27FC236}">
                  <a16:creationId xmlns:a16="http://schemas.microsoft.com/office/drawing/2014/main" id="{4D603B15-A534-464E-8049-0533E845D91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03" name="Rectangle 33">
              <a:extLst>
                <a:ext uri="{FF2B5EF4-FFF2-40B4-BE49-F238E27FC236}">
                  <a16:creationId xmlns:a16="http://schemas.microsoft.com/office/drawing/2014/main" id="{1AD600A6-5A5A-4BFC-BAC5-9617A1F391B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04" name="Rectangle 34">
              <a:extLst>
                <a:ext uri="{FF2B5EF4-FFF2-40B4-BE49-F238E27FC236}">
                  <a16:creationId xmlns:a16="http://schemas.microsoft.com/office/drawing/2014/main" id="{812CDF5B-3971-4C14-9CB1-BAB45D51F72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05" name="Rectangle 35">
              <a:extLst>
                <a:ext uri="{FF2B5EF4-FFF2-40B4-BE49-F238E27FC236}">
                  <a16:creationId xmlns:a16="http://schemas.microsoft.com/office/drawing/2014/main" id="{9E1ECF03-5D61-48C0-9E46-6DFF410800D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06" name="Rectangle 36">
              <a:extLst>
                <a:ext uri="{FF2B5EF4-FFF2-40B4-BE49-F238E27FC236}">
                  <a16:creationId xmlns:a16="http://schemas.microsoft.com/office/drawing/2014/main" id="{F669D12D-D471-4C64-8E4D-DB0644BF57A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07" name="Rectangle 37">
              <a:extLst>
                <a:ext uri="{FF2B5EF4-FFF2-40B4-BE49-F238E27FC236}">
                  <a16:creationId xmlns:a16="http://schemas.microsoft.com/office/drawing/2014/main" id="{1B3754BD-119D-4BB9-B675-28D2A58C5DD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08" name="Rectangle 38">
              <a:extLst>
                <a:ext uri="{FF2B5EF4-FFF2-40B4-BE49-F238E27FC236}">
                  <a16:creationId xmlns:a16="http://schemas.microsoft.com/office/drawing/2014/main" id="{CFCC8169-3DFD-4154-8844-642546873D4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09" name="Rectangle 39">
              <a:extLst>
                <a:ext uri="{FF2B5EF4-FFF2-40B4-BE49-F238E27FC236}">
                  <a16:creationId xmlns:a16="http://schemas.microsoft.com/office/drawing/2014/main" id="{7CF6F4FE-5EBA-46FE-9E21-183A244A407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10" name="Rectangle 40">
              <a:extLst>
                <a:ext uri="{FF2B5EF4-FFF2-40B4-BE49-F238E27FC236}">
                  <a16:creationId xmlns:a16="http://schemas.microsoft.com/office/drawing/2014/main" id="{B389EDBA-4433-4041-BE2A-CBB7A9370D9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11" name="Rectangle 41">
              <a:extLst>
                <a:ext uri="{FF2B5EF4-FFF2-40B4-BE49-F238E27FC236}">
                  <a16:creationId xmlns:a16="http://schemas.microsoft.com/office/drawing/2014/main" id="{379C2A7A-C28D-4B71-9D36-03EB778B31F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12" name="Rectangle 42">
              <a:extLst>
                <a:ext uri="{FF2B5EF4-FFF2-40B4-BE49-F238E27FC236}">
                  <a16:creationId xmlns:a16="http://schemas.microsoft.com/office/drawing/2014/main" id="{E232FB91-E6C9-4432-964E-4BA2FE55D1A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13" name="Rectangle 43">
              <a:extLst>
                <a:ext uri="{FF2B5EF4-FFF2-40B4-BE49-F238E27FC236}">
                  <a16:creationId xmlns:a16="http://schemas.microsoft.com/office/drawing/2014/main" id="{AA4A79B1-51D6-42AB-BB1C-94E076BA033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14" name="Rectangle 44">
              <a:extLst>
                <a:ext uri="{FF2B5EF4-FFF2-40B4-BE49-F238E27FC236}">
                  <a16:creationId xmlns:a16="http://schemas.microsoft.com/office/drawing/2014/main" id="{AE3F18F4-3339-4090-AE90-91F1C47377C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15" name="Rectangle 45">
              <a:extLst>
                <a:ext uri="{FF2B5EF4-FFF2-40B4-BE49-F238E27FC236}">
                  <a16:creationId xmlns:a16="http://schemas.microsoft.com/office/drawing/2014/main" id="{6AC4D0D1-B8F7-4B4C-8FB9-EDC848745F8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16" name="Rectangle 46">
              <a:extLst>
                <a:ext uri="{FF2B5EF4-FFF2-40B4-BE49-F238E27FC236}">
                  <a16:creationId xmlns:a16="http://schemas.microsoft.com/office/drawing/2014/main" id="{98357B30-FC56-43F0-95CE-A0C49A1BF7B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17" name="Rectangle 47">
              <a:extLst>
                <a:ext uri="{FF2B5EF4-FFF2-40B4-BE49-F238E27FC236}">
                  <a16:creationId xmlns:a16="http://schemas.microsoft.com/office/drawing/2014/main" id="{10DF3B43-822E-4734-82B4-E8FB547875C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18" name="Rectangle 50">
              <a:extLst>
                <a:ext uri="{FF2B5EF4-FFF2-40B4-BE49-F238E27FC236}">
                  <a16:creationId xmlns:a16="http://schemas.microsoft.com/office/drawing/2014/main" id="{6014A58B-CA90-4141-B19B-5E4307849CD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19" name="Rectangle 52">
              <a:extLst>
                <a:ext uri="{FF2B5EF4-FFF2-40B4-BE49-F238E27FC236}">
                  <a16:creationId xmlns:a16="http://schemas.microsoft.com/office/drawing/2014/main" id="{3A2A352A-3CAF-436C-8410-C9075800ADB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20" name="Rectangle 53">
              <a:extLst>
                <a:ext uri="{FF2B5EF4-FFF2-40B4-BE49-F238E27FC236}">
                  <a16:creationId xmlns:a16="http://schemas.microsoft.com/office/drawing/2014/main" id="{35936C95-D2D0-4A80-9C32-21B546DE3DE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21" name="Rectangle 55">
              <a:extLst>
                <a:ext uri="{FF2B5EF4-FFF2-40B4-BE49-F238E27FC236}">
                  <a16:creationId xmlns:a16="http://schemas.microsoft.com/office/drawing/2014/main" id="{0AC2A6B6-E5A9-4891-96B4-3510FC6745C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22" name="Rectangle 56">
              <a:extLst>
                <a:ext uri="{FF2B5EF4-FFF2-40B4-BE49-F238E27FC236}">
                  <a16:creationId xmlns:a16="http://schemas.microsoft.com/office/drawing/2014/main" id="{E4C38C43-BB17-41CF-86D7-313234138D1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23" name="Rectangle 57">
              <a:extLst>
                <a:ext uri="{FF2B5EF4-FFF2-40B4-BE49-F238E27FC236}">
                  <a16:creationId xmlns:a16="http://schemas.microsoft.com/office/drawing/2014/main" id="{6E9EDF26-E8DE-4390-8F45-459B4BF62BE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24" name="Rectangle 58">
              <a:extLst>
                <a:ext uri="{FF2B5EF4-FFF2-40B4-BE49-F238E27FC236}">
                  <a16:creationId xmlns:a16="http://schemas.microsoft.com/office/drawing/2014/main" id="{37E30057-188E-4669-9EC7-A2EAC0C124F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730966"/>
              <a:ext cx="0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25" name="Rectangle 60">
              <a:extLst>
                <a:ext uri="{FF2B5EF4-FFF2-40B4-BE49-F238E27FC236}">
                  <a16:creationId xmlns:a16="http://schemas.microsoft.com/office/drawing/2014/main" id="{79660047-272A-4E80-80AD-64BB95E7201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26" name="Rectangle 62">
              <a:extLst>
                <a:ext uri="{FF2B5EF4-FFF2-40B4-BE49-F238E27FC236}">
                  <a16:creationId xmlns:a16="http://schemas.microsoft.com/office/drawing/2014/main" id="{867C39C3-EE70-40EF-A476-778C8549B17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27" name="Rectangle 63">
              <a:extLst>
                <a:ext uri="{FF2B5EF4-FFF2-40B4-BE49-F238E27FC236}">
                  <a16:creationId xmlns:a16="http://schemas.microsoft.com/office/drawing/2014/main" id="{742D5DA9-13AE-4CD6-B18B-347A20B6790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28" name="Rectangle 65">
              <a:extLst>
                <a:ext uri="{FF2B5EF4-FFF2-40B4-BE49-F238E27FC236}">
                  <a16:creationId xmlns:a16="http://schemas.microsoft.com/office/drawing/2014/main" id="{1D9EA3B9-FF37-4181-86D3-5C63424B2E0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29" name="Rectangle 66">
              <a:extLst>
                <a:ext uri="{FF2B5EF4-FFF2-40B4-BE49-F238E27FC236}">
                  <a16:creationId xmlns:a16="http://schemas.microsoft.com/office/drawing/2014/main" id="{F1091DBD-F7F9-4C4B-97ED-B06B34EBFF1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30" name="Rectangle 67">
              <a:extLst>
                <a:ext uri="{FF2B5EF4-FFF2-40B4-BE49-F238E27FC236}">
                  <a16:creationId xmlns:a16="http://schemas.microsoft.com/office/drawing/2014/main" id="{2D5D22EB-8767-4B4E-BC47-58457EE74DF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31" name="Rectangle 70">
              <a:extLst>
                <a:ext uri="{FF2B5EF4-FFF2-40B4-BE49-F238E27FC236}">
                  <a16:creationId xmlns:a16="http://schemas.microsoft.com/office/drawing/2014/main" id="{52AD4695-4E6E-4068-90E3-58AFD694321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32" name="Rectangle 72">
              <a:extLst>
                <a:ext uri="{FF2B5EF4-FFF2-40B4-BE49-F238E27FC236}">
                  <a16:creationId xmlns:a16="http://schemas.microsoft.com/office/drawing/2014/main" id="{FA24C821-7D63-4F8C-9B9E-921B8E74B4C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33" name="Rectangle 73">
              <a:extLst>
                <a:ext uri="{FF2B5EF4-FFF2-40B4-BE49-F238E27FC236}">
                  <a16:creationId xmlns:a16="http://schemas.microsoft.com/office/drawing/2014/main" id="{5B667FBB-AA93-4081-A687-FCA8D142030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34" name="Rectangle 75">
              <a:extLst>
                <a:ext uri="{FF2B5EF4-FFF2-40B4-BE49-F238E27FC236}">
                  <a16:creationId xmlns:a16="http://schemas.microsoft.com/office/drawing/2014/main" id="{275F2E0E-6AF4-4735-8CC1-C0093147F84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35" name="Rectangle 76">
              <a:extLst>
                <a:ext uri="{FF2B5EF4-FFF2-40B4-BE49-F238E27FC236}">
                  <a16:creationId xmlns:a16="http://schemas.microsoft.com/office/drawing/2014/main" id="{46CF8873-09D5-4323-9649-08C700CAFC5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36" name="Rectangle 77">
              <a:extLst>
                <a:ext uri="{FF2B5EF4-FFF2-40B4-BE49-F238E27FC236}">
                  <a16:creationId xmlns:a16="http://schemas.microsoft.com/office/drawing/2014/main" id="{E96AC1E9-2371-48E6-B94F-BD498082B3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37" name="Rectangle 80">
              <a:extLst>
                <a:ext uri="{FF2B5EF4-FFF2-40B4-BE49-F238E27FC236}">
                  <a16:creationId xmlns:a16="http://schemas.microsoft.com/office/drawing/2014/main" id="{EDDBCE4F-0A53-493C-9F15-775007CC2D5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38" name="Rectangle 82">
              <a:extLst>
                <a:ext uri="{FF2B5EF4-FFF2-40B4-BE49-F238E27FC236}">
                  <a16:creationId xmlns:a16="http://schemas.microsoft.com/office/drawing/2014/main" id="{42F6D77B-60E1-4C8E-B03D-6B10FFC64B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839" name="Rectangle 83">
              <a:extLst>
                <a:ext uri="{FF2B5EF4-FFF2-40B4-BE49-F238E27FC236}">
                  <a16:creationId xmlns:a16="http://schemas.microsoft.com/office/drawing/2014/main" id="{00354052-0D96-423E-B407-B46E95218D2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EA4B118E-5206-4D2C-8220-934FE9D03395}"/>
              </a:ext>
            </a:extLst>
          </p:cNvPr>
          <p:cNvSpPr/>
          <p:nvPr/>
        </p:nvSpPr>
        <p:spPr>
          <a:xfrm>
            <a:off x="5136444" y="3465513"/>
            <a:ext cx="499182" cy="10652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1EBEC950-5ED2-4493-89F3-BB011C202C12}"/>
                  </a:ext>
                </a:extLst>
              </p14:cNvPr>
              <p14:cNvContentPartPr/>
              <p14:nvPr/>
            </p14:nvContentPartPr>
            <p14:xfrm>
              <a:off x="3670920" y="1179360"/>
              <a:ext cx="4344480" cy="506412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1EBEC950-5ED2-4493-89F3-BB011C202C1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61560" y="1170000"/>
                <a:ext cx="4363200" cy="50828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3" name="Rectangle 2">
            <a:extLst>
              <a:ext uri="{FF2B5EF4-FFF2-40B4-BE49-F238E27FC236}">
                <a16:creationId xmlns:a16="http://schemas.microsoft.com/office/drawing/2014/main" id="{17050F2B-70AE-47DB-AB1E-8D5630F913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state-assigned table</a:t>
            </a:r>
          </a:p>
        </p:txBody>
      </p:sp>
      <p:sp>
        <p:nvSpPr>
          <p:cNvPr id="33794" name="TextBox 7">
            <a:extLst>
              <a:ext uri="{FF2B5EF4-FFF2-40B4-BE49-F238E27FC236}">
                <a16:creationId xmlns:a16="http://schemas.microsoft.com/office/drawing/2014/main" id="{E6D69AC1-12D6-4CDD-896E-DDABBC3E0A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3275" y="3854450"/>
            <a:ext cx="12255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33795" name="Group 8">
            <a:extLst>
              <a:ext uri="{FF2B5EF4-FFF2-40B4-BE49-F238E27FC236}">
                <a16:creationId xmlns:a16="http://schemas.microsoft.com/office/drawing/2014/main" id="{717B0AB3-8433-44AD-8BFF-54D0811355EE}"/>
              </a:ext>
            </a:extLst>
          </p:cNvPr>
          <p:cNvGrpSpPr>
            <a:grpSpLocks/>
          </p:cNvGrpSpPr>
          <p:nvPr/>
        </p:nvGrpSpPr>
        <p:grpSpPr bwMode="auto">
          <a:xfrm>
            <a:off x="652463" y="2286000"/>
            <a:ext cx="2243137" cy="461963"/>
            <a:chOff x="5084580" y="907175"/>
            <a:chExt cx="2243172" cy="461665"/>
          </a:xfrm>
        </p:grpSpPr>
        <p:sp>
          <p:nvSpPr>
            <p:cNvPr id="33866" name="TextBox 9">
              <a:extLst>
                <a:ext uri="{FF2B5EF4-FFF2-40B4-BE49-F238E27FC236}">
                  <a16:creationId xmlns:a16="http://schemas.microsoft.com/office/drawing/2014/main" id="{26694DB2-F50E-44D7-85E4-7FF3F96971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4580" y="907175"/>
              <a:ext cx="224317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+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33867" name="Straight Connector 10">
              <a:extLst>
                <a:ext uri="{FF2B5EF4-FFF2-40B4-BE49-F238E27FC236}">
                  <a16:creationId xmlns:a16="http://schemas.microsoft.com/office/drawing/2014/main" id="{C3CEEB12-5143-4766-8D6E-B6A44D3F95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019632" y="991259"/>
              <a:ext cx="22860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3796" name="TextBox 11">
            <a:extLst>
              <a:ext uri="{FF2B5EF4-FFF2-40B4-BE49-F238E27FC236}">
                <a16:creationId xmlns:a16="http://schemas.microsoft.com/office/drawing/2014/main" id="{297F35D9-2B35-4F88-8BF8-FD039CE6EA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3" y="3059113"/>
            <a:ext cx="2185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+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33797" name="Group 1">
            <a:extLst>
              <a:ext uri="{FF2B5EF4-FFF2-40B4-BE49-F238E27FC236}">
                <a16:creationId xmlns:a16="http://schemas.microsoft.com/office/drawing/2014/main" id="{2C79E0D8-5039-4BED-A6C1-CE237DFB8AFC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2127250"/>
            <a:ext cx="3536950" cy="2460625"/>
            <a:chOff x="4614951" y="2127591"/>
            <a:chExt cx="3536950" cy="2460625"/>
          </a:xfrm>
        </p:grpSpPr>
        <p:sp>
          <p:nvSpPr>
            <p:cNvPr id="33800" name="Rectangle 4">
              <a:extLst>
                <a:ext uri="{FF2B5EF4-FFF2-40B4-BE49-F238E27FC236}">
                  <a16:creationId xmlns:a16="http://schemas.microsoft.com/office/drawing/2014/main" id="{F7C36E0D-F4B5-4E76-8288-3906BDB8526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01" name="Rectangle 5">
              <a:extLst>
                <a:ext uri="{FF2B5EF4-FFF2-40B4-BE49-F238E27FC236}">
                  <a16:creationId xmlns:a16="http://schemas.microsoft.com/office/drawing/2014/main" id="{71BA4DF6-313A-4711-B914-F36B03280CC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02" name="Rectangle 6">
              <a:extLst>
                <a:ext uri="{FF2B5EF4-FFF2-40B4-BE49-F238E27FC236}">
                  <a16:creationId xmlns:a16="http://schemas.microsoft.com/office/drawing/2014/main" id="{73DE7E06-5AD3-4E92-ACDF-CDBF0AA7CDC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03" name="Rectangle 7">
              <a:extLst>
                <a:ext uri="{FF2B5EF4-FFF2-40B4-BE49-F238E27FC236}">
                  <a16:creationId xmlns:a16="http://schemas.microsoft.com/office/drawing/2014/main" id="{B04672F6-B627-43E6-B7AD-B3B4BBDE2A1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04" name="Rectangle 8">
              <a:extLst>
                <a:ext uri="{FF2B5EF4-FFF2-40B4-BE49-F238E27FC236}">
                  <a16:creationId xmlns:a16="http://schemas.microsoft.com/office/drawing/2014/main" id="{6C499A5B-3DD6-4CE4-BA0C-B1464A911D6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05" name="Rectangle 9">
              <a:extLst>
                <a:ext uri="{FF2B5EF4-FFF2-40B4-BE49-F238E27FC236}">
                  <a16:creationId xmlns:a16="http://schemas.microsoft.com/office/drawing/2014/main" id="{29E49501-D111-40AB-9CC4-5F9AA6F617A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06" name="Rectangle 10">
              <a:extLst>
                <a:ext uri="{FF2B5EF4-FFF2-40B4-BE49-F238E27FC236}">
                  <a16:creationId xmlns:a16="http://schemas.microsoft.com/office/drawing/2014/main" id="{729C695F-421F-46E5-834C-B00322CD250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07" name="Rectangle 11">
              <a:extLst>
                <a:ext uri="{FF2B5EF4-FFF2-40B4-BE49-F238E27FC236}">
                  <a16:creationId xmlns:a16="http://schemas.microsoft.com/office/drawing/2014/main" id="{DD9B47A8-6DAA-48AB-AA7D-FA11F6D4F22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08" name="Rectangle 12">
              <a:extLst>
                <a:ext uri="{FF2B5EF4-FFF2-40B4-BE49-F238E27FC236}">
                  <a16:creationId xmlns:a16="http://schemas.microsoft.com/office/drawing/2014/main" id="{931C5C67-F0CD-4752-9DD7-99E69A45938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09" name="Rectangle 13">
              <a:extLst>
                <a:ext uri="{FF2B5EF4-FFF2-40B4-BE49-F238E27FC236}">
                  <a16:creationId xmlns:a16="http://schemas.microsoft.com/office/drawing/2014/main" id="{6EC24A54-62D0-4287-9F28-9A8B0015D12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10" name="Rectangle 14">
              <a:extLst>
                <a:ext uri="{FF2B5EF4-FFF2-40B4-BE49-F238E27FC236}">
                  <a16:creationId xmlns:a16="http://schemas.microsoft.com/office/drawing/2014/main" id="{6AEA740F-3A62-46D3-A4B9-C9A39A60C86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11" name="Rectangle 15">
              <a:extLst>
                <a:ext uri="{FF2B5EF4-FFF2-40B4-BE49-F238E27FC236}">
                  <a16:creationId xmlns:a16="http://schemas.microsoft.com/office/drawing/2014/main" id="{E05C80B2-2263-4CF2-B191-B9FAC62DF8F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12" name="Rectangle 16">
              <a:extLst>
                <a:ext uri="{FF2B5EF4-FFF2-40B4-BE49-F238E27FC236}">
                  <a16:creationId xmlns:a16="http://schemas.microsoft.com/office/drawing/2014/main" id="{16B529AA-B5CA-44D2-A6E2-47FF50B0697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13" name="Rectangle 17">
              <a:extLst>
                <a:ext uri="{FF2B5EF4-FFF2-40B4-BE49-F238E27FC236}">
                  <a16:creationId xmlns:a16="http://schemas.microsoft.com/office/drawing/2014/main" id="{CB9D02F1-2B3D-4C3B-BD31-47A679DE172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14" name="Rectangle 18">
              <a:extLst>
                <a:ext uri="{FF2B5EF4-FFF2-40B4-BE49-F238E27FC236}">
                  <a16:creationId xmlns:a16="http://schemas.microsoft.com/office/drawing/2014/main" id="{24C0C0DA-600D-4F29-A6FE-60CCBEF1D1B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15" name="Rectangle 19">
              <a:extLst>
                <a:ext uri="{FF2B5EF4-FFF2-40B4-BE49-F238E27FC236}">
                  <a16:creationId xmlns:a16="http://schemas.microsoft.com/office/drawing/2014/main" id="{47072870-BE85-4DDD-8927-43C55C5530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16" name="Rectangle 20">
              <a:extLst>
                <a:ext uri="{FF2B5EF4-FFF2-40B4-BE49-F238E27FC236}">
                  <a16:creationId xmlns:a16="http://schemas.microsoft.com/office/drawing/2014/main" id="{B03FE017-4541-4EF6-A3C3-82A1F7F22C5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17" name="Rectangle 21">
              <a:extLst>
                <a:ext uri="{FF2B5EF4-FFF2-40B4-BE49-F238E27FC236}">
                  <a16:creationId xmlns:a16="http://schemas.microsoft.com/office/drawing/2014/main" id="{D1450532-DA44-4DA1-A04F-82736C4DFEE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18" name="Rectangle 22">
              <a:extLst>
                <a:ext uri="{FF2B5EF4-FFF2-40B4-BE49-F238E27FC236}">
                  <a16:creationId xmlns:a16="http://schemas.microsoft.com/office/drawing/2014/main" id="{E74D2257-A02D-43F7-8737-5B7738D0B94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19" name="Rectangle 23">
              <a:extLst>
                <a:ext uri="{FF2B5EF4-FFF2-40B4-BE49-F238E27FC236}">
                  <a16:creationId xmlns:a16="http://schemas.microsoft.com/office/drawing/2014/main" id="{B44A02CE-1B6B-4502-A138-02D16C40600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20" name="Rectangle 24">
              <a:extLst>
                <a:ext uri="{FF2B5EF4-FFF2-40B4-BE49-F238E27FC236}">
                  <a16:creationId xmlns:a16="http://schemas.microsoft.com/office/drawing/2014/main" id="{3C55754F-CDF9-45E7-8908-1962DA5FAB7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21" name="Rectangle 25">
              <a:extLst>
                <a:ext uri="{FF2B5EF4-FFF2-40B4-BE49-F238E27FC236}">
                  <a16:creationId xmlns:a16="http://schemas.microsoft.com/office/drawing/2014/main" id="{62F429CD-B3B1-4F07-A716-652DD95B798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22" name="Rectangle 26">
              <a:extLst>
                <a:ext uri="{FF2B5EF4-FFF2-40B4-BE49-F238E27FC236}">
                  <a16:creationId xmlns:a16="http://schemas.microsoft.com/office/drawing/2014/main" id="{D6603D5D-0A5F-424A-A341-8C4CAD1C0D2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23" name="Rectangle 27">
              <a:extLst>
                <a:ext uri="{FF2B5EF4-FFF2-40B4-BE49-F238E27FC236}">
                  <a16:creationId xmlns:a16="http://schemas.microsoft.com/office/drawing/2014/main" id="{4F971EEA-EEF0-4A45-BE9E-3FC80CF975C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24" name="Rectangle 28">
              <a:extLst>
                <a:ext uri="{FF2B5EF4-FFF2-40B4-BE49-F238E27FC236}">
                  <a16:creationId xmlns:a16="http://schemas.microsoft.com/office/drawing/2014/main" id="{253CC638-0607-4A31-A5DE-95670D87828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25" name="Rectangle 29">
              <a:extLst>
                <a:ext uri="{FF2B5EF4-FFF2-40B4-BE49-F238E27FC236}">
                  <a16:creationId xmlns:a16="http://schemas.microsoft.com/office/drawing/2014/main" id="{E80407FF-1590-4196-9829-7FA67DBADD7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26" name="Rectangle 30">
              <a:extLst>
                <a:ext uri="{FF2B5EF4-FFF2-40B4-BE49-F238E27FC236}">
                  <a16:creationId xmlns:a16="http://schemas.microsoft.com/office/drawing/2014/main" id="{FC260679-FADB-4EDA-B39B-4E566A11CD0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27" name="Rectangle 31">
              <a:extLst>
                <a:ext uri="{FF2B5EF4-FFF2-40B4-BE49-F238E27FC236}">
                  <a16:creationId xmlns:a16="http://schemas.microsoft.com/office/drawing/2014/main" id="{3E4AAF74-BCAE-4AA5-9E4E-B8D89E7943C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28" name="Rectangle 32">
              <a:extLst>
                <a:ext uri="{FF2B5EF4-FFF2-40B4-BE49-F238E27FC236}">
                  <a16:creationId xmlns:a16="http://schemas.microsoft.com/office/drawing/2014/main" id="{6542BD77-B146-4314-8125-77FDDCCAD69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29" name="Rectangle 33">
              <a:extLst>
                <a:ext uri="{FF2B5EF4-FFF2-40B4-BE49-F238E27FC236}">
                  <a16:creationId xmlns:a16="http://schemas.microsoft.com/office/drawing/2014/main" id="{4766F13A-1273-4DB4-9460-DA82D3FAB8B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30" name="Rectangle 34">
              <a:extLst>
                <a:ext uri="{FF2B5EF4-FFF2-40B4-BE49-F238E27FC236}">
                  <a16:creationId xmlns:a16="http://schemas.microsoft.com/office/drawing/2014/main" id="{46795BF2-A1AA-4892-931A-784FBBA85F2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31" name="Rectangle 35">
              <a:extLst>
                <a:ext uri="{FF2B5EF4-FFF2-40B4-BE49-F238E27FC236}">
                  <a16:creationId xmlns:a16="http://schemas.microsoft.com/office/drawing/2014/main" id="{7D023FD1-C9D2-4829-BA49-CE55D4D3206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32" name="Rectangle 36">
              <a:extLst>
                <a:ext uri="{FF2B5EF4-FFF2-40B4-BE49-F238E27FC236}">
                  <a16:creationId xmlns:a16="http://schemas.microsoft.com/office/drawing/2014/main" id="{A7D67874-C0E0-4FD2-A76B-36CDC919013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33" name="Rectangle 37">
              <a:extLst>
                <a:ext uri="{FF2B5EF4-FFF2-40B4-BE49-F238E27FC236}">
                  <a16:creationId xmlns:a16="http://schemas.microsoft.com/office/drawing/2014/main" id="{CE1E0A67-C1E5-4FCE-A476-A9E64ADCB47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34" name="Rectangle 38">
              <a:extLst>
                <a:ext uri="{FF2B5EF4-FFF2-40B4-BE49-F238E27FC236}">
                  <a16:creationId xmlns:a16="http://schemas.microsoft.com/office/drawing/2014/main" id="{5AE5EAD2-37B4-419A-B8EB-33A0B741594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35" name="Rectangle 39">
              <a:extLst>
                <a:ext uri="{FF2B5EF4-FFF2-40B4-BE49-F238E27FC236}">
                  <a16:creationId xmlns:a16="http://schemas.microsoft.com/office/drawing/2014/main" id="{FB6E33A3-7D12-4EA1-B0F7-389EC4EEF3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36" name="Rectangle 40">
              <a:extLst>
                <a:ext uri="{FF2B5EF4-FFF2-40B4-BE49-F238E27FC236}">
                  <a16:creationId xmlns:a16="http://schemas.microsoft.com/office/drawing/2014/main" id="{7AD9F6CF-1942-4AA6-8C44-F00E29D4C01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37" name="Rectangle 41">
              <a:extLst>
                <a:ext uri="{FF2B5EF4-FFF2-40B4-BE49-F238E27FC236}">
                  <a16:creationId xmlns:a16="http://schemas.microsoft.com/office/drawing/2014/main" id="{A3D05814-3042-4B6C-A1B8-962FD7C83D8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38" name="Rectangle 42">
              <a:extLst>
                <a:ext uri="{FF2B5EF4-FFF2-40B4-BE49-F238E27FC236}">
                  <a16:creationId xmlns:a16="http://schemas.microsoft.com/office/drawing/2014/main" id="{73A6CC5F-6A1A-4E20-A03D-119723BAC71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39" name="Rectangle 43">
              <a:extLst>
                <a:ext uri="{FF2B5EF4-FFF2-40B4-BE49-F238E27FC236}">
                  <a16:creationId xmlns:a16="http://schemas.microsoft.com/office/drawing/2014/main" id="{A8352B53-903C-4B2A-9F80-9761B5BE325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40" name="Rectangle 44">
              <a:extLst>
                <a:ext uri="{FF2B5EF4-FFF2-40B4-BE49-F238E27FC236}">
                  <a16:creationId xmlns:a16="http://schemas.microsoft.com/office/drawing/2014/main" id="{EF3E160C-6887-43B9-BED4-5B0B6E2C236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41" name="Rectangle 45">
              <a:extLst>
                <a:ext uri="{FF2B5EF4-FFF2-40B4-BE49-F238E27FC236}">
                  <a16:creationId xmlns:a16="http://schemas.microsoft.com/office/drawing/2014/main" id="{F774AFAC-591B-418F-A96F-D63DF8D364E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42" name="Rectangle 46">
              <a:extLst>
                <a:ext uri="{FF2B5EF4-FFF2-40B4-BE49-F238E27FC236}">
                  <a16:creationId xmlns:a16="http://schemas.microsoft.com/office/drawing/2014/main" id="{B30DB308-900F-49E0-B723-0C406630ADE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43" name="Rectangle 47">
              <a:extLst>
                <a:ext uri="{FF2B5EF4-FFF2-40B4-BE49-F238E27FC236}">
                  <a16:creationId xmlns:a16="http://schemas.microsoft.com/office/drawing/2014/main" id="{3ABECA14-9281-48B1-956A-0BAB9B97E84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44" name="Rectangle 50">
              <a:extLst>
                <a:ext uri="{FF2B5EF4-FFF2-40B4-BE49-F238E27FC236}">
                  <a16:creationId xmlns:a16="http://schemas.microsoft.com/office/drawing/2014/main" id="{5C081C18-71BE-4F8A-B647-13981F6CBA4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45" name="Rectangle 52">
              <a:extLst>
                <a:ext uri="{FF2B5EF4-FFF2-40B4-BE49-F238E27FC236}">
                  <a16:creationId xmlns:a16="http://schemas.microsoft.com/office/drawing/2014/main" id="{7854FF50-2BD5-4E5B-B58F-9BE9BF12299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46" name="Rectangle 53">
              <a:extLst>
                <a:ext uri="{FF2B5EF4-FFF2-40B4-BE49-F238E27FC236}">
                  <a16:creationId xmlns:a16="http://schemas.microsoft.com/office/drawing/2014/main" id="{060C4C5C-7EB9-4691-889D-A093BB74FEC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47" name="Rectangle 55">
              <a:extLst>
                <a:ext uri="{FF2B5EF4-FFF2-40B4-BE49-F238E27FC236}">
                  <a16:creationId xmlns:a16="http://schemas.microsoft.com/office/drawing/2014/main" id="{B7B04C96-8A67-4A0A-BE6F-F0755673FC3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48" name="Rectangle 56">
              <a:extLst>
                <a:ext uri="{FF2B5EF4-FFF2-40B4-BE49-F238E27FC236}">
                  <a16:creationId xmlns:a16="http://schemas.microsoft.com/office/drawing/2014/main" id="{ECAB325A-3391-43EA-BDE7-51CFD51B448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49" name="Rectangle 57">
              <a:extLst>
                <a:ext uri="{FF2B5EF4-FFF2-40B4-BE49-F238E27FC236}">
                  <a16:creationId xmlns:a16="http://schemas.microsoft.com/office/drawing/2014/main" id="{BA063120-9589-4945-8788-F1E2BE45F33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50" name="Rectangle 58">
              <a:extLst>
                <a:ext uri="{FF2B5EF4-FFF2-40B4-BE49-F238E27FC236}">
                  <a16:creationId xmlns:a16="http://schemas.microsoft.com/office/drawing/2014/main" id="{B37215B7-F7F8-4E78-B392-8F2C038A03B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730966"/>
              <a:ext cx="0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51" name="Rectangle 60">
              <a:extLst>
                <a:ext uri="{FF2B5EF4-FFF2-40B4-BE49-F238E27FC236}">
                  <a16:creationId xmlns:a16="http://schemas.microsoft.com/office/drawing/2014/main" id="{9A831532-BD58-46D3-94E0-892DFDFA571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52" name="Rectangle 62">
              <a:extLst>
                <a:ext uri="{FF2B5EF4-FFF2-40B4-BE49-F238E27FC236}">
                  <a16:creationId xmlns:a16="http://schemas.microsoft.com/office/drawing/2014/main" id="{90C12A08-2539-49F1-98BD-26DFE2C9CCE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53" name="Rectangle 63">
              <a:extLst>
                <a:ext uri="{FF2B5EF4-FFF2-40B4-BE49-F238E27FC236}">
                  <a16:creationId xmlns:a16="http://schemas.microsoft.com/office/drawing/2014/main" id="{2F1C3A56-9056-4D3C-B31A-F3E95E5050E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54" name="Rectangle 65">
              <a:extLst>
                <a:ext uri="{FF2B5EF4-FFF2-40B4-BE49-F238E27FC236}">
                  <a16:creationId xmlns:a16="http://schemas.microsoft.com/office/drawing/2014/main" id="{F549899E-D4D3-47A8-8BFC-38B1405B0F4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55" name="Rectangle 66">
              <a:extLst>
                <a:ext uri="{FF2B5EF4-FFF2-40B4-BE49-F238E27FC236}">
                  <a16:creationId xmlns:a16="http://schemas.microsoft.com/office/drawing/2014/main" id="{44F09CD9-3B62-4DA4-9C3D-EAD219CF75E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56" name="Rectangle 67">
              <a:extLst>
                <a:ext uri="{FF2B5EF4-FFF2-40B4-BE49-F238E27FC236}">
                  <a16:creationId xmlns:a16="http://schemas.microsoft.com/office/drawing/2014/main" id="{D32255F2-3020-403B-B2BB-886795C9524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57" name="Rectangle 70">
              <a:extLst>
                <a:ext uri="{FF2B5EF4-FFF2-40B4-BE49-F238E27FC236}">
                  <a16:creationId xmlns:a16="http://schemas.microsoft.com/office/drawing/2014/main" id="{E5331484-41E4-424C-958B-2E10ED1B6B2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58" name="Rectangle 72">
              <a:extLst>
                <a:ext uri="{FF2B5EF4-FFF2-40B4-BE49-F238E27FC236}">
                  <a16:creationId xmlns:a16="http://schemas.microsoft.com/office/drawing/2014/main" id="{B30C667B-C234-4D2B-AED2-404AD637FE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59" name="Rectangle 73">
              <a:extLst>
                <a:ext uri="{FF2B5EF4-FFF2-40B4-BE49-F238E27FC236}">
                  <a16:creationId xmlns:a16="http://schemas.microsoft.com/office/drawing/2014/main" id="{EC62D431-69D4-4C5E-BA41-C78F2691B70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60" name="Rectangle 75">
              <a:extLst>
                <a:ext uri="{FF2B5EF4-FFF2-40B4-BE49-F238E27FC236}">
                  <a16:creationId xmlns:a16="http://schemas.microsoft.com/office/drawing/2014/main" id="{7C809E08-F4AE-4F7F-8BA5-946BADFCFD9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61" name="Rectangle 76">
              <a:extLst>
                <a:ext uri="{FF2B5EF4-FFF2-40B4-BE49-F238E27FC236}">
                  <a16:creationId xmlns:a16="http://schemas.microsoft.com/office/drawing/2014/main" id="{55BFEB7D-330A-42ED-A0CF-E6738633380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62" name="Rectangle 77">
              <a:extLst>
                <a:ext uri="{FF2B5EF4-FFF2-40B4-BE49-F238E27FC236}">
                  <a16:creationId xmlns:a16="http://schemas.microsoft.com/office/drawing/2014/main" id="{D8A344B2-245B-4FBD-B9DA-40B332FAF49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63" name="Rectangle 80">
              <a:extLst>
                <a:ext uri="{FF2B5EF4-FFF2-40B4-BE49-F238E27FC236}">
                  <a16:creationId xmlns:a16="http://schemas.microsoft.com/office/drawing/2014/main" id="{C349A1C8-7116-4E0D-9A87-4A960C29935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64" name="Rectangle 82">
              <a:extLst>
                <a:ext uri="{FF2B5EF4-FFF2-40B4-BE49-F238E27FC236}">
                  <a16:creationId xmlns:a16="http://schemas.microsoft.com/office/drawing/2014/main" id="{35C685EC-7C56-4234-985D-1BFB1AC085F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865" name="Rectangle 83">
              <a:extLst>
                <a:ext uri="{FF2B5EF4-FFF2-40B4-BE49-F238E27FC236}">
                  <a16:creationId xmlns:a16="http://schemas.microsoft.com/office/drawing/2014/main" id="{CE18E2AB-72A7-42F1-9529-625ADDBB079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3798" name="Rectangle 2">
            <a:extLst>
              <a:ext uri="{FF2B5EF4-FFF2-40B4-BE49-F238E27FC236}">
                <a16:creationId xmlns:a16="http://schemas.microsoft.com/office/drawing/2014/main" id="{8F2C5405-8DD7-4915-81F6-F650487C7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3886200"/>
            <a:ext cx="1447800" cy="457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799" name="Rectangle 76">
            <a:extLst>
              <a:ext uri="{FF2B5EF4-FFF2-40B4-BE49-F238E27FC236}">
                <a16:creationId xmlns:a16="http://schemas.microsoft.com/office/drawing/2014/main" id="{16FEBFCC-5699-4B13-A4E9-DE8732A8BF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1738" y="2927350"/>
            <a:ext cx="906462" cy="1647825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7" name="Rectangle 2">
            <a:extLst>
              <a:ext uri="{FF2B5EF4-FFF2-40B4-BE49-F238E27FC236}">
                <a16:creationId xmlns:a16="http://schemas.microsoft.com/office/drawing/2014/main" id="{F0D47EDC-496F-4529-B80B-F069BCCF4E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state-assigned table</a:t>
            </a:r>
          </a:p>
        </p:txBody>
      </p:sp>
      <p:sp>
        <p:nvSpPr>
          <p:cNvPr id="34818" name="TextBox 7">
            <a:extLst>
              <a:ext uri="{FF2B5EF4-FFF2-40B4-BE49-F238E27FC236}">
                <a16:creationId xmlns:a16="http://schemas.microsoft.com/office/drawing/2014/main" id="{905EFBF9-A6F3-46BD-A599-3C4C49FC2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3275" y="3854450"/>
            <a:ext cx="12255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34819" name="Group 8">
            <a:extLst>
              <a:ext uri="{FF2B5EF4-FFF2-40B4-BE49-F238E27FC236}">
                <a16:creationId xmlns:a16="http://schemas.microsoft.com/office/drawing/2014/main" id="{931E4972-46EA-4EE0-AAED-013E6A373659}"/>
              </a:ext>
            </a:extLst>
          </p:cNvPr>
          <p:cNvGrpSpPr>
            <a:grpSpLocks/>
          </p:cNvGrpSpPr>
          <p:nvPr/>
        </p:nvGrpSpPr>
        <p:grpSpPr bwMode="auto">
          <a:xfrm>
            <a:off x="652463" y="2286000"/>
            <a:ext cx="2243137" cy="461963"/>
            <a:chOff x="5084580" y="907175"/>
            <a:chExt cx="2243172" cy="461665"/>
          </a:xfrm>
        </p:grpSpPr>
        <p:sp>
          <p:nvSpPr>
            <p:cNvPr id="34892" name="TextBox 9">
              <a:extLst>
                <a:ext uri="{FF2B5EF4-FFF2-40B4-BE49-F238E27FC236}">
                  <a16:creationId xmlns:a16="http://schemas.microsoft.com/office/drawing/2014/main" id="{00E753A4-CBA5-4BB3-99DD-24261F7075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4580" y="907175"/>
              <a:ext cx="224317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+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34893" name="Straight Connector 10">
              <a:extLst>
                <a:ext uri="{FF2B5EF4-FFF2-40B4-BE49-F238E27FC236}">
                  <a16:creationId xmlns:a16="http://schemas.microsoft.com/office/drawing/2014/main" id="{0D7A8703-0641-4E21-9489-BE3F53F390E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019632" y="991259"/>
              <a:ext cx="22860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4820" name="TextBox 11">
            <a:extLst>
              <a:ext uri="{FF2B5EF4-FFF2-40B4-BE49-F238E27FC236}">
                <a16:creationId xmlns:a16="http://schemas.microsoft.com/office/drawing/2014/main" id="{7B6B1A49-55BB-43CB-9587-FBF96C5F2C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3" y="3059113"/>
            <a:ext cx="2185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+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34821" name="Group 1">
            <a:extLst>
              <a:ext uri="{FF2B5EF4-FFF2-40B4-BE49-F238E27FC236}">
                <a16:creationId xmlns:a16="http://schemas.microsoft.com/office/drawing/2014/main" id="{4B946115-0352-418D-A646-B5F49B671308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2127250"/>
            <a:ext cx="3536950" cy="2460625"/>
            <a:chOff x="4614951" y="2127591"/>
            <a:chExt cx="3536950" cy="2460625"/>
          </a:xfrm>
        </p:grpSpPr>
        <p:sp>
          <p:nvSpPr>
            <p:cNvPr id="34822" name="Rectangle 4">
              <a:extLst>
                <a:ext uri="{FF2B5EF4-FFF2-40B4-BE49-F238E27FC236}">
                  <a16:creationId xmlns:a16="http://schemas.microsoft.com/office/drawing/2014/main" id="{C35A8997-EA88-46EA-B23C-3CDB4BB3382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23" name="Rectangle 5">
              <a:extLst>
                <a:ext uri="{FF2B5EF4-FFF2-40B4-BE49-F238E27FC236}">
                  <a16:creationId xmlns:a16="http://schemas.microsoft.com/office/drawing/2014/main" id="{C2E26A99-500E-4FCE-803D-3EB0D5D2B9D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24" name="Rectangle 6">
              <a:extLst>
                <a:ext uri="{FF2B5EF4-FFF2-40B4-BE49-F238E27FC236}">
                  <a16:creationId xmlns:a16="http://schemas.microsoft.com/office/drawing/2014/main" id="{6D43872B-FF3F-405A-BA15-33B642B1146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25" name="Rectangle 7">
              <a:extLst>
                <a:ext uri="{FF2B5EF4-FFF2-40B4-BE49-F238E27FC236}">
                  <a16:creationId xmlns:a16="http://schemas.microsoft.com/office/drawing/2014/main" id="{D67F0F50-4E0D-4406-8A4C-5764F7664C6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26" name="Rectangle 8">
              <a:extLst>
                <a:ext uri="{FF2B5EF4-FFF2-40B4-BE49-F238E27FC236}">
                  <a16:creationId xmlns:a16="http://schemas.microsoft.com/office/drawing/2014/main" id="{3622D556-8A5B-4EB8-AB7B-EDC6A3C3D18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27" name="Rectangle 9">
              <a:extLst>
                <a:ext uri="{FF2B5EF4-FFF2-40B4-BE49-F238E27FC236}">
                  <a16:creationId xmlns:a16="http://schemas.microsoft.com/office/drawing/2014/main" id="{D7BD28CF-9090-477C-9C12-DFE98EE8CF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28" name="Rectangle 10">
              <a:extLst>
                <a:ext uri="{FF2B5EF4-FFF2-40B4-BE49-F238E27FC236}">
                  <a16:creationId xmlns:a16="http://schemas.microsoft.com/office/drawing/2014/main" id="{75DA7FFC-A7EE-4B24-AB96-FC0C468FB87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29" name="Rectangle 11">
              <a:extLst>
                <a:ext uri="{FF2B5EF4-FFF2-40B4-BE49-F238E27FC236}">
                  <a16:creationId xmlns:a16="http://schemas.microsoft.com/office/drawing/2014/main" id="{3A5BB6D1-3DFB-49D8-8345-9ECDDD522B0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30" name="Rectangle 12">
              <a:extLst>
                <a:ext uri="{FF2B5EF4-FFF2-40B4-BE49-F238E27FC236}">
                  <a16:creationId xmlns:a16="http://schemas.microsoft.com/office/drawing/2014/main" id="{961DC4FF-7373-4185-9EF2-CC3FDC71046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31" name="Rectangle 13">
              <a:extLst>
                <a:ext uri="{FF2B5EF4-FFF2-40B4-BE49-F238E27FC236}">
                  <a16:creationId xmlns:a16="http://schemas.microsoft.com/office/drawing/2014/main" id="{33DA1294-DE8F-412D-8EDB-6360DBB9706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32" name="Rectangle 14">
              <a:extLst>
                <a:ext uri="{FF2B5EF4-FFF2-40B4-BE49-F238E27FC236}">
                  <a16:creationId xmlns:a16="http://schemas.microsoft.com/office/drawing/2014/main" id="{BB77EE41-44D7-4EB4-AE93-CA50EFD774F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33" name="Rectangle 15">
              <a:extLst>
                <a:ext uri="{FF2B5EF4-FFF2-40B4-BE49-F238E27FC236}">
                  <a16:creationId xmlns:a16="http://schemas.microsoft.com/office/drawing/2014/main" id="{2B770AAE-59B5-48D1-85D1-D682E38B34A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34" name="Rectangle 16">
              <a:extLst>
                <a:ext uri="{FF2B5EF4-FFF2-40B4-BE49-F238E27FC236}">
                  <a16:creationId xmlns:a16="http://schemas.microsoft.com/office/drawing/2014/main" id="{7C9BAFA9-D980-4E51-9575-1541C358BF8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35" name="Rectangle 17">
              <a:extLst>
                <a:ext uri="{FF2B5EF4-FFF2-40B4-BE49-F238E27FC236}">
                  <a16:creationId xmlns:a16="http://schemas.microsoft.com/office/drawing/2014/main" id="{A65F149A-AC8B-48AC-915A-75E1F764C8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36" name="Rectangle 18">
              <a:extLst>
                <a:ext uri="{FF2B5EF4-FFF2-40B4-BE49-F238E27FC236}">
                  <a16:creationId xmlns:a16="http://schemas.microsoft.com/office/drawing/2014/main" id="{17AFAC68-7AD8-4CBA-BCA5-C32417C2FC6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37" name="Rectangle 19">
              <a:extLst>
                <a:ext uri="{FF2B5EF4-FFF2-40B4-BE49-F238E27FC236}">
                  <a16:creationId xmlns:a16="http://schemas.microsoft.com/office/drawing/2014/main" id="{E434D458-F7BD-487C-AC7B-9B6021FEEDB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38" name="Rectangle 20">
              <a:extLst>
                <a:ext uri="{FF2B5EF4-FFF2-40B4-BE49-F238E27FC236}">
                  <a16:creationId xmlns:a16="http://schemas.microsoft.com/office/drawing/2014/main" id="{32B52C81-B321-4239-A011-B6F9BB8D64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39" name="Rectangle 21">
              <a:extLst>
                <a:ext uri="{FF2B5EF4-FFF2-40B4-BE49-F238E27FC236}">
                  <a16:creationId xmlns:a16="http://schemas.microsoft.com/office/drawing/2014/main" id="{ED61CE2F-C566-43F9-94F4-C3287D6BEFA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40" name="Rectangle 22">
              <a:extLst>
                <a:ext uri="{FF2B5EF4-FFF2-40B4-BE49-F238E27FC236}">
                  <a16:creationId xmlns:a16="http://schemas.microsoft.com/office/drawing/2014/main" id="{0843727E-774C-4C60-8972-B5725D9514A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41" name="Rectangle 23">
              <a:extLst>
                <a:ext uri="{FF2B5EF4-FFF2-40B4-BE49-F238E27FC236}">
                  <a16:creationId xmlns:a16="http://schemas.microsoft.com/office/drawing/2014/main" id="{6F9B1D63-7883-43D1-93D9-2E7AB39A7BC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42" name="Rectangle 24">
              <a:extLst>
                <a:ext uri="{FF2B5EF4-FFF2-40B4-BE49-F238E27FC236}">
                  <a16:creationId xmlns:a16="http://schemas.microsoft.com/office/drawing/2014/main" id="{6DC93F58-01AE-40AA-9244-CC6DCB0D876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43" name="Rectangle 25">
              <a:extLst>
                <a:ext uri="{FF2B5EF4-FFF2-40B4-BE49-F238E27FC236}">
                  <a16:creationId xmlns:a16="http://schemas.microsoft.com/office/drawing/2014/main" id="{7B7B9F9F-94D3-413D-BB7B-D3B1F8CD03B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44" name="Rectangle 26">
              <a:extLst>
                <a:ext uri="{FF2B5EF4-FFF2-40B4-BE49-F238E27FC236}">
                  <a16:creationId xmlns:a16="http://schemas.microsoft.com/office/drawing/2014/main" id="{C5C5B8F2-7232-4869-BA2A-82191A21173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45" name="Rectangle 27">
              <a:extLst>
                <a:ext uri="{FF2B5EF4-FFF2-40B4-BE49-F238E27FC236}">
                  <a16:creationId xmlns:a16="http://schemas.microsoft.com/office/drawing/2014/main" id="{A75CF6D6-5C69-4F20-B7D2-313D4D5AACA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46" name="Rectangle 28">
              <a:extLst>
                <a:ext uri="{FF2B5EF4-FFF2-40B4-BE49-F238E27FC236}">
                  <a16:creationId xmlns:a16="http://schemas.microsoft.com/office/drawing/2014/main" id="{37FDC100-570A-430B-A3BE-D171C425079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47" name="Rectangle 29">
              <a:extLst>
                <a:ext uri="{FF2B5EF4-FFF2-40B4-BE49-F238E27FC236}">
                  <a16:creationId xmlns:a16="http://schemas.microsoft.com/office/drawing/2014/main" id="{9553538D-A211-4AF1-BA98-759CCE51119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48" name="Rectangle 30">
              <a:extLst>
                <a:ext uri="{FF2B5EF4-FFF2-40B4-BE49-F238E27FC236}">
                  <a16:creationId xmlns:a16="http://schemas.microsoft.com/office/drawing/2014/main" id="{3525DA59-BBF8-4C05-AFFA-B89F5B8303A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49" name="Rectangle 31">
              <a:extLst>
                <a:ext uri="{FF2B5EF4-FFF2-40B4-BE49-F238E27FC236}">
                  <a16:creationId xmlns:a16="http://schemas.microsoft.com/office/drawing/2014/main" id="{4E011103-00CE-4C83-9CDC-637496E09D3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50" name="Rectangle 32">
              <a:extLst>
                <a:ext uri="{FF2B5EF4-FFF2-40B4-BE49-F238E27FC236}">
                  <a16:creationId xmlns:a16="http://schemas.microsoft.com/office/drawing/2014/main" id="{F131A895-8BE8-4E92-A37C-DCC490783CC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51" name="Rectangle 33">
              <a:extLst>
                <a:ext uri="{FF2B5EF4-FFF2-40B4-BE49-F238E27FC236}">
                  <a16:creationId xmlns:a16="http://schemas.microsoft.com/office/drawing/2014/main" id="{49932920-AE4F-4608-BEFE-3429FD6910E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52" name="Rectangle 34">
              <a:extLst>
                <a:ext uri="{FF2B5EF4-FFF2-40B4-BE49-F238E27FC236}">
                  <a16:creationId xmlns:a16="http://schemas.microsoft.com/office/drawing/2014/main" id="{9D0A2769-9E55-41F8-B8B9-8D2B5E911AF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53" name="Rectangle 35">
              <a:extLst>
                <a:ext uri="{FF2B5EF4-FFF2-40B4-BE49-F238E27FC236}">
                  <a16:creationId xmlns:a16="http://schemas.microsoft.com/office/drawing/2014/main" id="{FA7EBA2B-AB8B-45A1-86DB-317FF0D5DA4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54" name="Rectangle 36">
              <a:extLst>
                <a:ext uri="{FF2B5EF4-FFF2-40B4-BE49-F238E27FC236}">
                  <a16:creationId xmlns:a16="http://schemas.microsoft.com/office/drawing/2014/main" id="{13B1144D-DEC1-40F6-A32A-EBA5CA5A7BB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55" name="Rectangle 37">
              <a:extLst>
                <a:ext uri="{FF2B5EF4-FFF2-40B4-BE49-F238E27FC236}">
                  <a16:creationId xmlns:a16="http://schemas.microsoft.com/office/drawing/2014/main" id="{B5F8582B-FA94-4F83-81F2-453655E3D7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56" name="Rectangle 38">
              <a:extLst>
                <a:ext uri="{FF2B5EF4-FFF2-40B4-BE49-F238E27FC236}">
                  <a16:creationId xmlns:a16="http://schemas.microsoft.com/office/drawing/2014/main" id="{C503D2F7-01E2-4A58-976B-8B880C104C1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57" name="Rectangle 39">
              <a:extLst>
                <a:ext uri="{FF2B5EF4-FFF2-40B4-BE49-F238E27FC236}">
                  <a16:creationId xmlns:a16="http://schemas.microsoft.com/office/drawing/2014/main" id="{5BD6F51E-55A9-469F-A4E3-1548F72A07B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58" name="Rectangle 40">
              <a:extLst>
                <a:ext uri="{FF2B5EF4-FFF2-40B4-BE49-F238E27FC236}">
                  <a16:creationId xmlns:a16="http://schemas.microsoft.com/office/drawing/2014/main" id="{C9B050F2-9E33-4A5D-A649-D6D868B7239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59" name="Rectangle 41">
              <a:extLst>
                <a:ext uri="{FF2B5EF4-FFF2-40B4-BE49-F238E27FC236}">
                  <a16:creationId xmlns:a16="http://schemas.microsoft.com/office/drawing/2014/main" id="{85285D90-5FA5-4002-9C1A-1CB6A6FE364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60" name="Rectangle 42">
              <a:extLst>
                <a:ext uri="{FF2B5EF4-FFF2-40B4-BE49-F238E27FC236}">
                  <a16:creationId xmlns:a16="http://schemas.microsoft.com/office/drawing/2014/main" id="{499AC93E-B734-4D8E-A90B-A95CE5B487B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61" name="Rectangle 43">
              <a:extLst>
                <a:ext uri="{FF2B5EF4-FFF2-40B4-BE49-F238E27FC236}">
                  <a16:creationId xmlns:a16="http://schemas.microsoft.com/office/drawing/2014/main" id="{6C4FDF77-403F-4997-9DAF-7ACAACF2FBC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62" name="Rectangle 44">
              <a:extLst>
                <a:ext uri="{FF2B5EF4-FFF2-40B4-BE49-F238E27FC236}">
                  <a16:creationId xmlns:a16="http://schemas.microsoft.com/office/drawing/2014/main" id="{321AD8B6-E8F6-4F86-8750-7445D256DB4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63" name="Rectangle 45">
              <a:extLst>
                <a:ext uri="{FF2B5EF4-FFF2-40B4-BE49-F238E27FC236}">
                  <a16:creationId xmlns:a16="http://schemas.microsoft.com/office/drawing/2014/main" id="{8E7BC1E4-F75A-469C-9F59-8066FB08146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64" name="Rectangle 46">
              <a:extLst>
                <a:ext uri="{FF2B5EF4-FFF2-40B4-BE49-F238E27FC236}">
                  <a16:creationId xmlns:a16="http://schemas.microsoft.com/office/drawing/2014/main" id="{7C193F78-259D-4B85-A833-75492DD0B7A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65" name="Rectangle 47">
              <a:extLst>
                <a:ext uri="{FF2B5EF4-FFF2-40B4-BE49-F238E27FC236}">
                  <a16:creationId xmlns:a16="http://schemas.microsoft.com/office/drawing/2014/main" id="{AA4D5A74-2995-4B99-9F24-97C401E4ABE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66" name="Rectangle 50">
              <a:extLst>
                <a:ext uri="{FF2B5EF4-FFF2-40B4-BE49-F238E27FC236}">
                  <a16:creationId xmlns:a16="http://schemas.microsoft.com/office/drawing/2014/main" id="{54BD7AB6-CC1B-4B4B-AEDB-A66B006933D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67" name="Rectangle 52">
              <a:extLst>
                <a:ext uri="{FF2B5EF4-FFF2-40B4-BE49-F238E27FC236}">
                  <a16:creationId xmlns:a16="http://schemas.microsoft.com/office/drawing/2014/main" id="{379992F6-4F83-484D-B0F1-F9E0BCF2A9A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68" name="Rectangle 53">
              <a:extLst>
                <a:ext uri="{FF2B5EF4-FFF2-40B4-BE49-F238E27FC236}">
                  <a16:creationId xmlns:a16="http://schemas.microsoft.com/office/drawing/2014/main" id="{B8AAE54C-D4F0-48EE-BC5C-83566FAE490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69" name="Rectangle 54">
              <a:extLst>
                <a:ext uri="{FF2B5EF4-FFF2-40B4-BE49-F238E27FC236}">
                  <a16:creationId xmlns:a16="http://schemas.microsoft.com/office/drawing/2014/main" id="{6056B13D-2442-40A1-A754-C49292B00C7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70" name="Rectangle 55">
              <a:extLst>
                <a:ext uri="{FF2B5EF4-FFF2-40B4-BE49-F238E27FC236}">
                  <a16:creationId xmlns:a16="http://schemas.microsoft.com/office/drawing/2014/main" id="{EC90536C-3792-42FB-B31D-A8D4D93FC2C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71" name="Rectangle 56">
              <a:extLst>
                <a:ext uri="{FF2B5EF4-FFF2-40B4-BE49-F238E27FC236}">
                  <a16:creationId xmlns:a16="http://schemas.microsoft.com/office/drawing/2014/main" id="{8CE34A57-CF5C-48A7-A8E8-479EE449044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72" name="Rectangle 57">
              <a:extLst>
                <a:ext uri="{FF2B5EF4-FFF2-40B4-BE49-F238E27FC236}">
                  <a16:creationId xmlns:a16="http://schemas.microsoft.com/office/drawing/2014/main" id="{D53A1F50-2CF2-4CCB-A595-F82FD1AED17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73" name="Rectangle 58">
              <a:extLst>
                <a:ext uri="{FF2B5EF4-FFF2-40B4-BE49-F238E27FC236}">
                  <a16:creationId xmlns:a16="http://schemas.microsoft.com/office/drawing/2014/main" id="{DD0A5C8C-6FF9-46E8-9924-74E99366DB8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730966"/>
              <a:ext cx="0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74" name="Rectangle 60">
              <a:extLst>
                <a:ext uri="{FF2B5EF4-FFF2-40B4-BE49-F238E27FC236}">
                  <a16:creationId xmlns:a16="http://schemas.microsoft.com/office/drawing/2014/main" id="{2262D3B8-9975-4616-8D18-6835EFFBF2C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75" name="Rectangle 62">
              <a:extLst>
                <a:ext uri="{FF2B5EF4-FFF2-40B4-BE49-F238E27FC236}">
                  <a16:creationId xmlns:a16="http://schemas.microsoft.com/office/drawing/2014/main" id="{54DA995B-0FB0-4E16-9053-103749F5DDD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76" name="Rectangle 63">
              <a:extLst>
                <a:ext uri="{FF2B5EF4-FFF2-40B4-BE49-F238E27FC236}">
                  <a16:creationId xmlns:a16="http://schemas.microsoft.com/office/drawing/2014/main" id="{5F9E1CE8-60DC-46A8-8EC2-8C9DCBBC86F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77" name="Rectangle 64">
              <a:extLst>
                <a:ext uri="{FF2B5EF4-FFF2-40B4-BE49-F238E27FC236}">
                  <a16:creationId xmlns:a16="http://schemas.microsoft.com/office/drawing/2014/main" id="{83B3EDEC-3D4B-44AC-AB76-2AE39D8DAF8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78" name="Rectangle 65">
              <a:extLst>
                <a:ext uri="{FF2B5EF4-FFF2-40B4-BE49-F238E27FC236}">
                  <a16:creationId xmlns:a16="http://schemas.microsoft.com/office/drawing/2014/main" id="{BDBCF679-4E5D-4472-8324-97BDF8DD6DA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79" name="Rectangle 66">
              <a:extLst>
                <a:ext uri="{FF2B5EF4-FFF2-40B4-BE49-F238E27FC236}">
                  <a16:creationId xmlns:a16="http://schemas.microsoft.com/office/drawing/2014/main" id="{D135C9A6-61B9-4817-AF88-17F390F09BB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80" name="Rectangle 67">
              <a:extLst>
                <a:ext uri="{FF2B5EF4-FFF2-40B4-BE49-F238E27FC236}">
                  <a16:creationId xmlns:a16="http://schemas.microsoft.com/office/drawing/2014/main" id="{BCF0E60E-39CE-4358-AA7D-CB924AA3C40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81" name="Rectangle 70">
              <a:extLst>
                <a:ext uri="{FF2B5EF4-FFF2-40B4-BE49-F238E27FC236}">
                  <a16:creationId xmlns:a16="http://schemas.microsoft.com/office/drawing/2014/main" id="{14EEE647-BA2C-4716-AC35-89630B8B4D4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82" name="Rectangle 72">
              <a:extLst>
                <a:ext uri="{FF2B5EF4-FFF2-40B4-BE49-F238E27FC236}">
                  <a16:creationId xmlns:a16="http://schemas.microsoft.com/office/drawing/2014/main" id="{017DE1F1-69A6-4194-A614-54CF487A1EE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83" name="Rectangle 73">
              <a:extLst>
                <a:ext uri="{FF2B5EF4-FFF2-40B4-BE49-F238E27FC236}">
                  <a16:creationId xmlns:a16="http://schemas.microsoft.com/office/drawing/2014/main" id="{F5243CED-5D46-44CF-8520-5F3D362F42D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84" name="Rectangle 74">
              <a:extLst>
                <a:ext uri="{FF2B5EF4-FFF2-40B4-BE49-F238E27FC236}">
                  <a16:creationId xmlns:a16="http://schemas.microsoft.com/office/drawing/2014/main" id="{BD6E000C-89C2-4E33-8F49-9FCF68EA838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85" name="Rectangle 75">
              <a:extLst>
                <a:ext uri="{FF2B5EF4-FFF2-40B4-BE49-F238E27FC236}">
                  <a16:creationId xmlns:a16="http://schemas.microsoft.com/office/drawing/2014/main" id="{6793F147-EF9F-4B79-929E-20267915CA3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86" name="Rectangle 76">
              <a:extLst>
                <a:ext uri="{FF2B5EF4-FFF2-40B4-BE49-F238E27FC236}">
                  <a16:creationId xmlns:a16="http://schemas.microsoft.com/office/drawing/2014/main" id="{78B322C3-8611-49AC-9BAF-4EED7657034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87" name="Rectangle 77">
              <a:extLst>
                <a:ext uri="{FF2B5EF4-FFF2-40B4-BE49-F238E27FC236}">
                  <a16:creationId xmlns:a16="http://schemas.microsoft.com/office/drawing/2014/main" id="{2BE3EBCB-85F2-48B2-9C4E-7210FA754B8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88" name="Rectangle 80">
              <a:extLst>
                <a:ext uri="{FF2B5EF4-FFF2-40B4-BE49-F238E27FC236}">
                  <a16:creationId xmlns:a16="http://schemas.microsoft.com/office/drawing/2014/main" id="{191BD4B7-CFE6-4068-A851-541A1896123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89" name="Rectangle 82">
              <a:extLst>
                <a:ext uri="{FF2B5EF4-FFF2-40B4-BE49-F238E27FC236}">
                  <a16:creationId xmlns:a16="http://schemas.microsoft.com/office/drawing/2014/main" id="{EBD667D7-A334-4E9C-8988-803DA998CA3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90" name="Rectangle 83">
              <a:extLst>
                <a:ext uri="{FF2B5EF4-FFF2-40B4-BE49-F238E27FC236}">
                  <a16:creationId xmlns:a16="http://schemas.microsoft.com/office/drawing/2014/main" id="{63D29D00-F1CD-4E90-AC9D-8451DE1336C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91" name="Rectangle 84">
              <a:extLst>
                <a:ext uri="{FF2B5EF4-FFF2-40B4-BE49-F238E27FC236}">
                  <a16:creationId xmlns:a16="http://schemas.microsoft.com/office/drawing/2014/main" id="{9BBB2212-2EB6-45B9-B166-0B8BE26976C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1" name="Rectangle 2">
            <a:extLst>
              <a:ext uri="{FF2B5EF4-FFF2-40B4-BE49-F238E27FC236}">
                <a16:creationId xmlns:a16="http://schemas.microsoft.com/office/drawing/2014/main" id="{7FB30D42-12A1-4114-A4C7-85F5D76E08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state-assigned table</a:t>
            </a:r>
          </a:p>
        </p:txBody>
      </p:sp>
      <p:sp>
        <p:nvSpPr>
          <p:cNvPr id="35842" name="TextBox 7">
            <a:extLst>
              <a:ext uri="{FF2B5EF4-FFF2-40B4-BE49-F238E27FC236}">
                <a16:creationId xmlns:a16="http://schemas.microsoft.com/office/drawing/2014/main" id="{1A33DFB8-D847-411D-A213-2F52F16DB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3275" y="3854450"/>
            <a:ext cx="12255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35843" name="Group 8">
            <a:extLst>
              <a:ext uri="{FF2B5EF4-FFF2-40B4-BE49-F238E27FC236}">
                <a16:creationId xmlns:a16="http://schemas.microsoft.com/office/drawing/2014/main" id="{A2CD176B-8352-4E6B-9CAE-60936D39A41F}"/>
              </a:ext>
            </a:extLst>
          </p:cNvPr>
          <p:cNvGrpSpPr>
            <a:grpSpLocks/>
          </p:cNvGrpSpPr>
          <p:nvPr/>
        </p:nvGrpSpPr>
        <p:grpSpPr bwMode="auto">
          <a:xfrm>
            <a:off x="652463" y="2286000"/>
            <a:ext cx="2243137" cy="461963"/>
            <a:chOff x="5084580" y="907175"/>
            <a:chExt cx="2243172" cy="461665"/>
          </a:xfrm>
        </p:grpSpPr>
        <p:sp>
          <p:nvSpPr>
            <p:cNvPr id="35919" name="TextBox 9">
              <a:extLst>
                <a:ext uri="{FF2B5EF4-FFF2-40B4-BE49-F238E27FC236}">
                  <a16:creationId xmlns:a16="http://schemas.microsoft.com/office/drawing/2014/main" id="{49DA53AF-3717-441D-B4A8-F3868E32D5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4580" y="907175"/>
              <a:ext cx="224317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+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35920" name="Straight Connector 10">
              <a:extLst>
                <a:ext uri="{FF2B5EF4-FFF2-40B4-BE49-F238E27FC236}">
                  <a16:creationId xmlns:a16="http://schemas.microsoft.com/office/drawing/2014/main" id="{8D915047-5F73-4F7D-8F6D-95044DC8B35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019632" y="991259"/>
              <a:ext cx="22860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844" name="TextBox 11">
            <a:extLst>
              <a:ext uri="{FF2B5EF4-FFF2-40B4-BE49-F238E27FC236}">
                <a16:creationId xmlns:a16="http://schemas.microsoft.com/office/drawing/2014/main" id="{16E5CBC5-18E3-4982-A825-D28C80F59E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3" y="3059113"/>
            <a:ext cx="2185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+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35845" name="Group 1">
            <a:extLst>
              <a:ext uri="{FF2B5EF4-FFF2-40B4-BE49-F238E27FC236}">
                <a16:creationId xmlns:a16="http://schemas.microsoft.com/office/drawing/2014/main" id="{4C3C578B-A90F-4A4B-BB4C-95F6B991BCD1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2127250"/>
            <a:ext cx="3536950" cy="2460625"/>
            <a:chOff x="4614951" y="2127591"/>
            <a:chExt cx="3536950" cy="2460625"/>
          </a:xfrm>
        </p:grpSpPr>
        <p:sp>
          <p:nvSpPr>
            <p:cNvPr id="35849" name="Rectangle 4">
              <a:extLst>
                <a:ext uri="{FF2B5EF4-FFF2-40B4-BE49-F238E27FC236}">
                  <a16:creationId xmlns:a16="http://schemas.microsoft.com/office/drawing/2014/main" id="{2ACCC35B-44EB-4AD9-BCFE-67D0C9FBCDD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50" name="Rectangle 5">
              <a:extLst>
                <a:ext uri="{FF2B5EF4-FFF2-40B4-BE49-F238E27FC236}">
                  <a16:creationId xmlns:a16="http://schemas.microsoft.com/office/drawing/2014/main" id="{5137C750-8ACA-45DA-B499-7DE283BB1E8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51" name="Rectangle 6">
              <a:extLst>
                <a:ext uri="{FF2B5EF4-FFF2-40B4-BE49-F238E27FC236}">
                  <a16:creationId xmlns:a16="http://schemas.microsoft.com/office/drawing/2014/main" id="{6D7BE6E9-A3A2-4866-A500-1E591BFA4C7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52" name="Rectangle 7">
              <a:extLst>
                <a:ext uri="{FF2B5EF4-FFF2-40B4-BE49-F238E27FC236}">
                  <a16:creationId xmlns:a16="http://schemas.microsoft.com/office/drawing/2014/main" id="{D166DC5E-EC30-4446-8416-976E078347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53" name="Rectangle 8">
              <a:extLst>
                <a:ext uri="{FF2B5EF4-FFF2-40B4-BE49-F238E27FC236}">
                  <a16:creationId xmlns:a16="http://schemas.microsoft.com/office/drawing/2014/main" id="{2F76AF65-DAE6-474E-ABD1-587C8BC2027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54" name="Rectangle 9">
              <a:extLst>
                <a:ext uri="{FF2B5EF4-FFF2-40B4-BE49-F238E27FC236}">
                  <a16:creationId xmlns:a16="http://schemas.microsoft.com/office/drawing/2014/main" id="{8899DE67-A4C3-43AD-90A8-0D21AC52C4F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55" name="Rectangle 10">
              <a:extLst>
                <a:ext uri="{FF2B5EF4-FFF2-40B4-BE49-F238E27FC236}">
                  <a16:creationId xmlns:a16="http://schemas.microsoft.com/office/drawing/2014/main" id="{3753C252-1A20-4062-9381-BFDEF97B3AE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56" name="Rectangle 11">
              <a:extLst>
                <a:ext uri="{FF2B5EF4-FFF2-40B4-BE49-F238E27FC236}">
                  <a16:creationId xmlns:a16="http://schemas.microsoft.com/office/drawing/2014/main" id="{82558D98-50CC-4AAB-97A1-2B96F51CC26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57" name="Rectangle 12">
              <a:extLst>
                <a:ext uri="{FF2B5EF4-FFF2-40B4-BE49-F238E27FC236}">
                  <a16:creationId xmlns:a16="http://schemas.microsoft.com/office/drawing/2014/main" id="{E95D2662-0A40-477D-A66D-B674318F440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58" name="Rectangle 13">
              <a:extLst>
                <a:ext uri="{FF2B5EF4-FFF2-40B4-BE49-F238E27FC236}">
                  <a16:creationId xmlns:a16="http://schemas.microsoft.com/office/drawing/2014/main" id="{BF12B42C-C829-4C58-9021-642B894517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59" name="Rectangle 14">
              <a:extLst>
                <a:ext uri="{FF2B5EF4-FFF2-40B4-BE49-F238E27FC236}">
                  <a16:creationId xmlns:a16="http://schemas.microsoft.com/office/drawing/2014/main" id="{5FD5E601-70B3-450A-9435-B89E53C8D95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60" name="Rectangle 15">
              <a:extLst>
                <a:ext uri="{FF2B5EF4-FFF2-40B4-BE49-F238E27FC236}">
                  <a16:creationId xmlns:a16="http://schemas.microsoft.com/office/drawing/2014/main" id="{D04FF8C0-3CBD-47B0-8650-4D5D9EF1A50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61" name="Rectangle 16">
              <a:extLst>
                <a:ext uri="{FF2B5EF4-FFF2-40B4-BE49-F238E27FC236}">
                  <a16:creationId xmlns:a16="http://schemas.microsoft.com/office/drawing/2014/main" id="{DB4F1117-0272-4E20-A083-AA8C92D057D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62" name="Rectangle 17">
              <a:extLst>
                <a:ext uri="{FF2B5EF4-FFF2-40B4-BE49-F238E27FC236}">
                  <a16:creationId xmlns:a16="http://schemas.microsoft.com/office/drawing/2014/main" id="{CE59E73D-B1BF-42EA-9E0F-7F0FBB3C7DF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63" name="Rectangle 18">
              <a:extLst>
                <a:ext uri="{FF2B5EF4-FFF2-40B4-BE49-F238E27FC236}">
                  <a16:creationId xmlns:a16="http://schemas.microsoft.com/office/drawing/2014/main" id="{FEE76C14-64BF-4107-BF6A-88B839BE81C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64" name="Rectangle 19">
              <a:extLst>
                <a:ext uri="{FF2B5EF4-FFF2-40B4-BE49-F238E27FC236}">
                  <a16:creationId xmlns:a16="http://schemas.microsoft.com/office/drawing/2014/main" id="{4EF1851F-91C4-4B17-A04E-16344086236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65" name="Rectangle 20">
              <a:extLst>
                <a:ext uri="{FF2B5EF4-FFF2-40B4-BE49-F238E27FC236}">
                  <a16:creationId xmlns:a16="http://schemas.microsoft.com/office/drawing/2014/main" id="{12F7A638-FEA2-4315-81D5-5B48210B3AF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66" name="Rectangle 21">
              <a:extLst>
                <a:ext uri="{FF2B5EF4-FFF2-40B4-BE49-F238E27FC236}">
                  <a16:creationId xmlns:a16="http://schemas.microsoft.com/office/drawing/2014/main" id="{A69162C5-12A7-4AE5-A1FC-D3348D0ADB4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67" name="Rectangle 22">
              <a:extLst>
                <a:ext uri="{FF2B5EF4-FFF2-40B4-BE49-F238E27FC236}">
                  <a16:creationId xmlns:a16="http://schemas.microsoft.com/office/drawing/2014/main" id="{E54CC624-E6F7-4F24-84E3-88A40DD42F0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68" name="Rectangle 23">
              <a:extLst>
                <a:ext uri="{FF2B5EF4-FFF2-40B4-BE49-F238E27FC236}">
                  <a16:creationId xmlns:a16="http://schemas.microsoft.com/office/drawing/2014/main" id="{7FCF0201-E22A-4D74-A1F4-F785E13229B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69" name="Rectangle 24">
              <a:extLst>
                <a:ext uri="{FF2B5EF4-FFF2-40B4-BE49-F238E27FC236}">
                  <a16:creationId xmlns:a16="http://schemas.microsoft.com/office/drawing/2014/main" id="{C10F6167-52E4-45C2-9AD7-7B49DC3366C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70" name="Rectangle 25">
              <a:extLst>
                <a:ext uri="{FF2B5EF4-FFF2-40B4-BE49-F238E27FC236}">
                  <a16:creationId xmlns:a16="http://schemas.microsoft.com/office/drawing/2014/main" id="{D9D1F669-E3FA-4EBD-BB76-67BE8D93979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71" name="Rectangle 26">
              <a:extLst>
                <a:ext uri="{FF2B5EF4-FFF2-40B4-BE49-F238E27FC236}">
                  <a16:creationId xmlns:a16="http://schemas.microsoft.com/office/drawing/2014/main" id="{13273090-1ADA-4AA8-8BE9-D5A340EB338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72" name="Rectangle 27">
              <a:extLst>
                <a:ext uri="{FF2B5EF4-FFF2-40B4-BE49-F238E27FC236}">
                  <a16:creationId xmlns:a16="http://schemas.microsoft.com/office/drawing/2014/main" id="{1DDE3E62-B70A-4783-90E4-AC97DC5C696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73" name="Rectangle 28">
              <a:extLst>
                <a:ext uri="{FF2B5EF4-FFF2-40B4-BE49-F238E27FC236}">
                  <a16:creationId xmlns:a16="http://schemas.microsoft.com/office/drawing/2014/main" id="{C3928028-9B32-4A82-8F1B-F777717B6D1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74" name="Rectangle 29">
              <a:extLst>
                <a:ext uri="{FF2B5EF4-FFF2-40B4-BE49-F238E27FC236}">
                  <a16:creationId xmlns:a16="http://schemas.microsoft.com/office/drawing/2014/main" id="{32A46632-3107-46F1-B1FF-1CF1C2459C6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75" name="Rectangle 30">
              <a:extLst>
                <a:ext uri="{FF2B5EF4-FFF2-40B4-BE49-F238E27FC236}">
                  <a16:creationId xmlns:a16="http://schemas.microsoft.com/office/drawing/2014/main" id="{42EC3190-A4A6-4D31-BB3A-B5508DDA75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76" name="Rectangle 31">
              <a:extLst>
                <a:ext uri="{FF2B5EF4-FFF2-40B4-BE49-F238E27FC236}">
                  <a16:creationId xmlns:a16="http://schemas.microsoft.com/office/drawing/2014/main" id="{531C5BFD-4E7D-45FF-8A37-55BBA71BDC6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77" name="Rectangle 32">
              <a:extLst>
                <a:ext uri="{FF2B5EF4-FFF2-40B4-BE49-F238E27FC236}">
                  <a16:creationId xmlns:a16="http://schemas.microsoft.com/office/drawing/2014/main" id="{EBCA9B27-B66B-46C6-9AED-161F8F0EF0E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78" name="Rectangle 33">
              <a:extLst>
                <a:ext uri="{FF2B5EF4-FFF2-40B4-BE49-F238E27FC236}">
                  <a16:creationId xmlns:a16="http://schemas.microsoft.com/office/drawing/2014/main" id="{72435C39-1563-409B-B214-A63EBCDC4E4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79" name="Rectangle 34">
              <a:extLst>
                <a:ext uri="{FF2B5EF4-FFF2-40B4-BE49-F238E27FC236}">
                  <a16:creationId xmlns:a16="http://schemas.microsoft.com/office/drawing/2014/main" id="{1C7BCF72-B39A-401D-ADAF-B7C2E270BC9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80" name="Rectangle 35">
              <a:extLst>
                <a:ext uri="{FF2B5EF4-FFF2-40B4-BE49-F238E27FC236}">
                  <a16:creationId xmlns:a16="http://schemas.microsoft.com/office/drawing/2014/main" id="{3C8AAADF-2523-4670-9B1B-938015E632C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81" name="Rectangle 36">
              <a:extLst>
                <a:ext uri="{FF2B5EF4-FFF2-40B4-BE49-F238E27FC236}">
                  <a16:creationId xmlns:a16="http://schemas.microsoft.com/office/drawing/2014/main" id="{DEA3807D-E5C8-4269-A897-7A9DABC3F70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82" name="Rectangle 37">
              <a:extLst>
                <a:ext uri="{FF2B5EF4-FFF2-40B4-BE49-F238E27FC236}">
                  <a16:creationId xmlns:a16="http://schemas.microsoft.com/office/drawing/2014/main" id="{A735BCA7-8B22-46D9-9A41-4FF13E40A15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83" name="Rectangle 38">
              <a:extLst>
                <a:ext uri="{FF2B5EF4-FFF2-40B4-BE49-F238E27FC236}">
                  <a16:creationId xmlns:a16="http://schemas.microsoft.com/office/drawing/2014/main" id="{D647A66E-4F7D-4021-9A4A-CF9E2D6F8C0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84" name="Rectangle 39">
              <a:extLst>
                <a:ext uri="{FF2B5EF4-FFF2-40B4-BE49-F238E27FC236}">
                  <a16:creationId xmlns:a16="http://schemas.microsoft.com/office/drawing/2014/main" id="{714C2A6E-373E-4B45-B8A2-6B63094CEB9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85" name="Rectangle 40">
              <a:extLst>
                <a:ext uri="{FF2B5EF4-FFF2-40B4-BE49-F238E27FC236}">
                  <a16:creationId xmlns:a16="http://schemas.microsoft.com/office/drawing/2014/main" id="{2DA7B06E-19AD-4796-B399-1948331D932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86" name="Rectangle 41">
              <a:extLst>
                <a:ext uri="{FF2B5EF4-FFF2-40B4-BE49-F238E27FC236}">
                  <a16:creationId xmlns:a16="http://schemas.microsoft.com/office/drawing/2014/main" id="{E60B94DC-598E-4B6A-B672-5F0536789E3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87" name="Rectangle 42">
              <a:extLst>
                <a:ext uri="{FF2B5EF4-FFF2-40B4-BE49-F238E27FC236}">
                  <a16:creationId xmlns:a16="http://schemas.microsoft.com/office/drawing/2014/main" id="{25B46757-1FE7-4D66-A591-79BC4C7B42F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88" name="Rectangle 43">
              <a:extLst>
                <a:ext uri="{FF2B5EF4-FFF2-40B4-BE49-F238E27FC236}">
                  <a16:creationId xmlns:a16="http://schemas.microsoft.com/office/drawing/2014/main" id="{151E5766-10CF-4D9C-B94D-F52D5D9EE91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89" name="Rectangle 44">
              <a:extLst>
                <a:ext uri="{FF2B5EF4-FFF2-40B4-BE49-F238E27FC236}">
                  <a16:creationId xmlns:a16="http://schemas.microsoft.com/office/drawing/2014/main" id="{8EE07CEE-E4F4-4B82-9490-055F775FA1D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90" name="Rectangle 45">
              <a:extLst>
                <a:ext uri="{FF2B5EF4-FFF2-40B4-BE49-F238E27FC236}">
                  <a16:creationId xmlns:a16="http://schemas.microsoft.com/office/drawing/2014/main" id="{228DE5C3-8729-4111-B582-C830C18AEE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91" name="Rectangle 46">
              <a:extLst>
                <a:ext uri="{FF2B5EF4-FFF2-40B4-BE49-F238E27FC236}">
                  <a16:creationId xmlns:a16="http://schemas.microsoft.com/office/drawing/2014/main" id="{9497F630-AAC7-4945-98F4-C4E800E842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92" name="Rectangle 47">
              <a:extLst>
                <a:ext uri="{FF2B5EF4-FFF2-40B4-BE49-F238E27FC236}">
                  <a16:creationId xmlns:a16="http://schemas.microsoft.com/office/drawing/2014/main" id="{BBDAF71E-34C1-4315-B08E-3A36098816B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93" name="Rectangle 50">
              <a:extLst>
                <a:ext uri="{FF2B5EF4-FFF2-40B4-BE49-F238E27FC236}">
                  <a16:creationId xmlns:a16="http://schemas.microsoft.com/office/drawing/2014/main" id="{F39B5BD1-FA51-44D9-BF4D-EA34A304178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94" name="Rectangle 52">
              <a:extLst>
                <a:ext uri="{FF2B5EF4-FFF2-40B4-BE49-F238E27FC236}">
                  <a16:creationId xmlns:a16="http://schemas.microsoft.com/office/drawing/2014/main" id="{713D19BF-43A6-44F0-B376-72AA8FFA445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95" name="Rectangle 53">
              <a:extLst>
                <a:ext uri="{FF2B5EF4-FFF2-40B4-BE49-F238E27FC236}">
                  <a16:creationId xmlns:a16="http://schemas.microsoft.com/office/drawing/2014/main" id="{636C9F4A-4C11-46E1-BDB2-33F3A33E66B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96" name="Rectangle 54">
              <a:extLst>
                <a:ext uri="{FF2B5EF4-FFF2-40B4-BE49-F238E27FC236}">
                  <a16:creationId xmlns:a16="http://schemas.microsoft.com/office/drawing/2014/main" id="{71AB614E-F26E-4D08-A030-3A897F75EF6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97" name="Rectangle 55">
              <a:extLst>
                <a:ext uri="{FF2B5EF4-FFF2-40B4-BE49-F238E27FC236}">
                  <a16:creationId xmlns:a16="http://schemas.microsoft.com/office/drawing/2014/main" id="{8F70E32B-D703-4FA3-9A44-FD173F21362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98" name="Rectangle 56">
              <a:extLst>
                <a:ext uri="{FF2B5EF4-FFF2-40B4-BE49-F238E27FC236}">
                  <a16:creationId xmlns:a16="http://schemas.microsoft.com/office/drawing/2014/main" id="{120EBCB3-EE5C-482D-8381-3FDB90892A8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99" name="Rectangle 57">
              <a:extLst>
                <a:ext uri="{FF2B5EF4-FFF2-40B4-BE49-F238E27FC236}">
                  <a16:creationId xmlns:a16="http://schemas.microsoft.com/office/drawing/2014/main" id="{3C33D6DA-DC68-45A2-BC0D-4DFE715A056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00" name="Rectangle 58">
              <a:extLst>
                <a:ext uri="{FF2B5EF4-FFF2-40B4-BE49-F238E27FC236}">
                  <a16:creationId xmlns:a16="http://schemas.microsoft.com/office/drawing/2014/main" id="{EE68C7C5-FE2B-4897-A925-7A9B9821ABD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730966"/>
              <a:ext cx="0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01" name="Rectangle 60">
              <a:extLst>
                <a:ext uri="{FF2B5EF4-FFF2-40B4-BE49-F238E27FC236}">
                  <a16:creationId xmlns:a16="http://schemas.microsoft.com/office/drawing/2014/main" id="{F1887170-A024-4373-8FA1-EE7B6195F48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02" name="Rectangle 62">
              <a:extLst>
                <a:ext uri="{FF2B5EF4-FFF2-40B4-BE49-F238E27FC236}">
                  <a16:creationId xmlns:a16="http://schemas.microsoft.com/office/drawing/2014/main" id="{391EF2FC-3DD2-493D-B668-E8B73FE511F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03" name="Rectangle 63">
              <a:extLst>
                <a:ext uri="{FF2B5EF4-FFF2-40B4-BE49-F238E27FC236}">
                  <a16:creationId xmlns:a16="http://schemas.microsoft.com/office/drawing/2014/main" id="{653607C8-8F1E-4233-AAEC-A5BD10341C3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04" name="Rectangle 64">
              <a:extLst>
                <a:ext uri="{FF2B5EF4-FFF2-40B4-BE49-F238E27FC236}">
                  <a16:creationId xmlns:a16="http://schemas.microsoft.com/office/drawing/2014/main" id="{CD898777-3B58-416D-A3E0-1B110178A39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05" name="Rectangle 65">
              <a:extLst>
                <a:ext uri="{FF2B5EF4-FFF2-40B4-BE49-F238E27FC236}">
                  <a16:creationId xmlns:a16="http://schemas.microsoft.com/office/drawing/2014/main" id="{8CAE790B-3543-407B-8244-74E0CBF85AB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06" name="Rectangle 66">
              <a:extLst>
                <a:ext uri="{FF2B5EF4-FFF2-40B4-BE49-F238E27FC236}">
                  <a16:creationId xmlns:a16="http://schemas.microsoft.com/office/drawing/2014/main" id="{59EF4471-88D6-4945-ADEF-FA37D272C1D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07" name="Rectangle 67">
              <a:extLst>
                <a:ext uri="{FF2B5EF4-FFF2-40B4-BE49-F238E27FC236}">
                  <a16:creationId xmlns:a16="http://schemas.microsoft.com/office/drawing/2014/main" id="{4685826A-0984-4634-B1CA-65D1A7D461C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08" name="Rectangle 70">
              <a:extLst>
                <a:ext uri="{FF2B5EF4-FFF2-40B4-BE49-F238E27FC236}">
                  <a16:creationId xmlns:a16="http://schemas.microsoft.com/office/drawing/2014/main" id="{93AB05B9-9FBA-4997-B09A-EB2BE70321D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09" name="Rectangle 72">
              <a:extLst>
                <a:ext uri="{FF2B5EF4-FFF2-40B4-BE49-F238E27FC236}">
                  <a16:creationId xmlns:a16="http://schemas.microsoft.com/office/drawing/2014/main" id="{8635F1FE-01EE-4669-B4B1-36371D2D57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10" name="Rectangle 73">
              <a:extLst>
                <a:ext uri="{FF2B5EF4-FFF2-40B4-BE49-F238E27FC236}">
                  <a16:creationId xmlns:a16="http://schemas.microsoft.com/office/drawing/2014/main" id="{E8E95F37-C8C2-4EB5-BADB-38966834D1F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11" name="Rectangle 74">
              <a:extLst>
                <a:ext uri="{FF2B5EF4-FFF2-40B4-BE49-F238E27FC236}">
                  <a16:creationId xmlns:a16="http://schemas.microsoft.com/office/drawing/2014/main" id="{BB4D5627-BD4F-4B21-BF39-3C426E21F4A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12" name="Rectangle 75">
              <a:extLst>
                <a:ext uri="{FF2B5EF4-FFF2-40B4-BE49-F238E27FC236}">
                  <a16:creationId xmlns:a16="http://schemas.microsoft.com/office/drawing/2014/main" id="{366FC119-5F9B-47C4-A7F0-D3F42F23EF5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13" name="Rectangle 76">
              <a:extLst>
                <a:ext uri="{FF2B5EF4-FFF2-40B4-BE49-F238E27FC236}">
                  <a16:creationId xmlns:a16="http://schemas.microsoft.com/office/drawing/2014/main" id="{057B1222-AA72-42A2-A5E8-F479E9E8E5D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14" name="Rectangle 77">
              <a:extLst>
                <a:ext uri="{FF2B5EF4-FFF2-40B4-BE49-F238E27FC236}">
                  <a16:creationId xmlns:a16="http://schemas.microsoft.com/office/drawing/2014/main" id="{0B649916-62E7-4449-98E1-A84337B1FB1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15" name="Rectangle 80">
              <a:extLst>
                <a:ext uri="{FF2B5EF4-FFF2-40B4-BE49-F238E27FC236}">
                  <a16:creationId xmlns:a16="http://schemas.microsoft.com/office/drawing/2014/main" id="{AD908551-8C8A-4EF7-8A36-297DCF90398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16" name="Rectangle 82">
              <a:extLst>
                <a:ext uri="{FF2B5EF4-FFF2-40B4-BE49-F238E27FC236}">
                  <a16:creationId xmlns:a16="http://schemas.microsoft.com/office/drawing/2014/main" id="{08CDAEA4-55A6-4445-9968-DA5313B3974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17" name="Rectangle 83">
              <a:extLst>
                <a:ext uri="{FF2B5EF4-FFF2-40B4-BE49-F238E27FC236}">
                  <a16:creationId xmlns:a16="http://schemas.microsoft.com/office/drawing/2014/main" id="{DDE87E59-959F-46A5-8149-BCA6D86BDB4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18" name="Rectangle 84">
              <a:extLst>
                <a:ext uri="{FF2B5EF4-FFF2-40B4-BE49-F238E27FC236}">
                  <a16:creationId xmlns:a16="http://schemas.microsoft.com/office/drawing/2014/main" id="{013C5885-D414-4A90-95EF-75B41798DA0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5846" name="Rectangle 79">
            <a:extLst>
              <a:ext uri="{FF2B5EF4-FFF2-40B4-BE49-F238E27FC236}">
                <a16:creationId xmlns:a16="http://schemas.microsoft.com/office/drawing/2014/main" id="{3D71A4C8-CD23-4CDC-B6CE-2DC916CB80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3" y="2238375"/>
            <a:ext cx="2338387" cy="5794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5847" name="Oval 87">
            <a:extLst>
              <a:ext uri="{FF2B5EF4-FFF2-40B4-BE49-F238E27FC236}">
                <a16:creationId xmlns:a16="http://schemas.microsoft.com/office/drawing/2014/main" id="{52629FC1-4A7D-4D6C-903A-1A589F1CDC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001963"/>
            <a:ext cx="339725" cy="3746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5848" name="Oval 89">
            <a:extLst>
              <a:ext uri="{FF2B5EF4-FFF2-40B4-BE49-F238E27FC236}">
                <a16:creationId xmlns:a16="http://schemas.microsoft.com/office/drawing/2014/main" id="{1AB48DC9-6243-40DB-B69F-97B31ECC4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77075" y="3011488"/>
            <a:ext cx="341313" cy="3746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5" name="Rectangle 2">
            <a:extLst>
              <a:ext uri="{FF2B5EF4-FFF2-40B4-BE49-F238E27FC236}">
                <a16:creationId xmlns:a16="http://schemas.microsoft.com/office/drawing/2014/main" id="{F2B49AAE-3767-466F-9745-8A975787FE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state-assigned table</a:t>
            </a:r>
          </a:p>
        </p:txBody>
      </p:sp>
      <p:sp>
        <p:nvSpPr>
          <p:cNvPr id="36866" name="TextBox 7">
            <a:extLst>
              <a:ext uri="{FF2B5EF4-FFF2-40B4-BE49-F238E27FC236}">
                <a16:creationId xmlns:a16="http://schemas.microsoft.com/office/drawing/2014/main" id="{BC38CB0F-96E2-4FBD-AE3F-B9ED1618B7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3275" y="3854450"/>
            <a:ext cx="12255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36867" name="Group 8">
            <a:extLst>
              <a:ext uri="{FF2B5EF4-FFF2-40B4-BE49-F238E27FC236}">
                <a16:creationId xmlns:a16="http://schemas.microsoft.com/office/drawing/2014/main" id="{38E3B4BD-B8FB-4E34-B1F7-E7F78A9EB386}"/>
              </a:ext>
            </a:extLst>
          </p:cNvPr>
          <p:cNvGrpSpPr>
            <a:grpSpLocks/>
          </p:cNvGrpSpPr>
          <p:nvPr/>
        </p:nvGrpSpPr>
        <p:grpSpPr bwMode="auto">
          <a:xfrm>
            <a:off x="652463" y="2286000"/>
            <a:ext cx="2243137" cy="461963"/>
            <a:chOff x="5084580" y="907175"/>
            <a:chExt cx="2243172" cy="461665"/>
          </a:xfrm>
        </p:grpSpPr>
        <p:sp>
          <p:nvSpPr>
            <p:cNvPr id="36947" name="TextBox 9">
              <a:extLst>
                <a:ext uri="{FF2B5EF4-FFF2-40B4-BE49-F238E27FC236}">
                  <a16:creationId xmlns:a16="http://schemas.microsoft.com/office/drawing/2014/main" id="{BB25C745-9DD8-464A-B86E-3A13C4FCE7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4580" y="907175"/>
              <a:ext cx="224317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+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36948" name="Straight Connector 10">
              <a:extLst>
                <a:ext uri="{FF2B5EF4-FFF2-40B4-BE49-F238E27FC236}">
                  <a16:creationId xmlns:a16="http://schemas.microsoft.com/office/drawing/2014/main" id="{6E5BB2D4-1D74-4A5C-A356-EC0EA822FA1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019632" y="991259"/>
              <a:ext cx="22860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6868" name="TextBox 11">
            <a:extLst>
              <a:ext uri="{FF2B5EF4-FFF2-40B4-BE49-F238E27FC236}">
                <a16:creationId xmlns:a16="http://schemas.microsoft.com/office/drawing/2014/main" id="{9C14761E-0002-441B-8CB1-F47123E02E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3" y="3059113"/>
            <a:ext cx="2185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+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36869" name="Group 1">
            <a:extLst>
              <a:ext uri="{FF2B5EF4-FFF2-40B4-BE49-F238E27FC236}">
                <a16:creationId xmlns:a16="http://schemas.microsoft.com/office/drawing/2014/main" id="{244BCE66-740C-451A-8AAE-94E3E21C9559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2127250"/>
            <a:ext cx="3536950" cy="2460625"/>
            <a:chOff x="4614951" y="2127591"/>
            <a:chExt cx="3536950" cy="2460625"/>
          </a:xfrm>
        </p:grpSpPr>
        <p:sp>
          <p:nvSpPr>
            <p:cNvPr id="36870" name="Rectangle 4">
              <a:extLst>
                <a:ext uri="{FF2B5EF4-FFF2-40B4-BE49-F238E27FC236}">
                  <a16:creationId xmlns:a16="http://schemas.microsoft.com/office/drawing/2014/main" id="{75D1B1D5-8C83-43F1-B8FB-2834B66C735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71" name="Rectangle 5">
              <a:extLst>
                <a:ext uri="{FF2B5EF4-FFF2-40B4-BE49-F238E27FC236}">
                  <a16:creationId xmlns:a16="http://schemas.microsoft.com/office/drawing/2014/main" id="{D8B4A2AB-16CA-488C-93C4-650E63F47E2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72" name="Rectangle 6">
              <a:extLst>
                <a:ext uri="{FF2B5EF4-FFF2-40B4-BE49-F238E27FC236}">
                  <a16:creationId xmlns:a16="http://schemas.microsoft.com/office/drawing/2014/main" id="{42EB502D-D6B4-4600-B0BC-E4C679FF5D8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73" name="Rectangle 7">
              <a:extLst>
                <a:ext uri="{FF2B5EF4-FFF2-40B4-BE49-F238E27FC236}">
                  <a16:creationId xmlns:a16="http://schemas.microsoft.com/office/drawing/2014/main" id="{BA9E9F26-5C4A-4A44-8813-88CD3804F10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74" name="Rectangle 8">
              <a:extLst>
                <a:ext uri="{FF2B5EF4-FFF2-40B4-BE49-F238E27FC236}">
                  <a16:creationId xmlns:a16="http://schemas.microsoft.com/office/drawing/2014/main" id="{61A16D1B-6179-4E24-8C3A-893B59770A7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75" name="Rectangle 9">
              <a:extLst>
                <a:ext uri="{FF2B5EF4-FFF2-40B4-BE49-F238E27FC236}">
                  <a16:creationId xmlns:a16="http://schemas.microsoft.com/office/drawing/2014/main" id="{E8EFC985-E80E-4520-9D94-ED49444FEF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76" name="Rectangle 10">
              <a:extLst>
                <a:ext uri="{FF2B5EF4-FFF2-40B4-BE49-F238E27FC236}">
                  <a16:creationId xmlns:a16="http://schemas.microsoft.com/office/drawing/2014/main" id="{317B3594-3E13-4DC7-AF60-E570D4F433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77" name="Rectangle 11">
              <a:extLst>
                <a:ext uri="{FF2B5EF4-FFF2-40B4-BE49-F238E27FC236}">
                  <a16:creationId xmlns:a16="http://schemas.microsoft.com/office/drawing/2014/main" id="{2E923BAE-BE82-42B6-8932-55806029A29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78" name="Rectangle 12">
              <a:extLst>
                <a:ext uri="{FF2B5EF4-FFF2-40B4-BE49-F238E27FC236}">
                  <a16:creationId xmlns:a16="http://schemas.microsoft.com/office/drawing/2014/main" id="{AF26802E-C8BE-42CC-942A-08AA7816DDB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79" name="Rectangle 13">
              <a:extLst>
                <a:ext uri="{FF2B5EF4-FFF2-40B4-BE49-F238E27FC236}">
                  <a16:creationId xmlns:a16="http://schemas.microsoft.com/office/drawing/2014/main" id="{F1F323C3-0D9F-4842-A994-DC61C8AD0B1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80" name="Rectangle 14">
              <a:extLst>
                <a:ext uri="{FF2B5EF4-FFF2-40B4-BE49-F238E27FC236}">
                  <a16:creationId xmlns:a16="http://schemas.microsoft.com/office/drawing/2014/main" id="{271473AC-1BF5-4CD3-AD48-FF790CA57C0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81" name="Rectangle 15">
              <a:extLst>
                <a:ext uri="{FF2B5EF4-FFF2-40B4-BE49-F238E27FC236}">
                  <a16:creationId xmlns:a16="http://schemas.microsoft.com/office/drawing/2014/main" id="{8052C14D-E799-4232-BDD3-42B17048E52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82" name="Rectangle 16">
              <a:extLst>
                <a:ext uri="{FF2B5EF4-FFF2-40B4-BE49-F238E27FC236}">
                  <a16:creationId xmlns:a16="http://schemas.microsoft.com/office/drawing/2014/main" id="{57B14026-B764-44A1-BD44-863BBCA47CB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83" name="Rectangle 17">
              <a:extLst>
                <a:ext uri="{FF2B5EF4-FFF2-40B4-BE49-F238E27FC236}">
                  <a16:creationId xmlns:a16="http://schemas.microsoft.com/office/drawing/2014/main" id="{DBAE971F-82A0-4027-9588-9037A2828D3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84" name="Rectangle 18">
              <a:extLst>
                <a:ext uri="{FF2B5EF4-FFF2-40B4-BE49-F238E27FC236}">
                  <a16:creationId xmlns:a16="http://schemas.microsoft.com/office/drawing/2014/main" id="{55A01101-4582-4F66-B844-2690B457E1D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85" name="Rectangle 19">
              <a:extLst>
                <a:ext uri="{FF2B5EF4-FFF2-40B4-BE49-F238E27FC236}">
                  <a16:creationId xmlns:a16="http://schemas.microsoft.com/office/drawing/2014/main" id="{5A78D2BE-6F69-485E-AA0D-D6430760173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86" name="Rectangle 20">
              <a:extLst>
                <a:ext uri="{FF2B5EF4-FFF2-40B4-BE49-F238E27FC236}">
                  <a16:creationId xmlns:a16="http://schemas.microsoft.com/office/drawing/2014/main" id="{0EC45B74-6A1F-4C29-9168-B8BCBB9F8F3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87" name="Rectangle 21">
              <a:extLst>
                <a:ext uri="{FF2B5EF4-FFF2-40B4-BE49-F238E27FC236}">
                  <a16:creationId xmlns:a16="http://schemas.microsoft.com/office/drawing/2014/main" id="{0AA82C87-6EAF-4CD3-96C8-60C8493F309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88" name="Rectangle 22">
              <a:extLst>
                <a:ext uri="{FF2B5EF4-FFF2-40B4-BE49-F238E27FC236}">
                  <a16:creationId xmlns:a16="http://schemas.microsoft.com/office/drawing/2014/main" id="{86DA7311-21CC-4BF3-8653-EAFE541699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89" name="Rectangle 23">
              <a:extLst>
                <a:ext uri="{FF2B5EF4-FFF2-40B4-BE49-F238E27FC236}">
                  <a16:creationId xmlns:a16="http://schemas.microsoft.com/office/drawing/2014/main" id="{02339C3C-916D-428C-9785-B050A7ABB5E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90" name="Rectangle 24">
              <a:extLst>
                <a:ext uri="{FF2B5EF4-FFF2-40B4-BE49-F238E27FC236}">
                  <a16:creationId xmlns:a16="http://schemas.microsoft.com/office/drawing/2014/main" id="{9DCEBF58-F0D7-4988-9312-4F31FCF6E6D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91" name="Rectangle 25">
              <a:extLst>
                <a:ext uri="{FF2B5EF4-FFF2-40B4-BE49-F238E27FC236}">
                  <a16:creationId xmlns:a16="http://schemas.microsoft.com/office/drawing/2014/main" id="{893453CA-BC5D-4B0A-98D4-53379C6F137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92" name="Rectangle 26">
              <a:extLst>
                <a:ext uri="{FF2B5EF4-FFF2-40B4-BE49-F238E27FC236}">
                  <a16:creationId xmlns:a16="http://schemas.microsoft.com/office/drawing/2014/main" id="{235CE0E8-1E28-4778-9C27-D7533CE2718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93" name="Rectangle 27">
              <a:extLst>
                <a:ext uri="{FF2B5EF4-FFF2-40B4-BE49-F238E27FC236}">
                  <a16:creationId xmlns:a16="http://schemas.microsoft.com/office/drawing/2014/main" id="{D9262BEA-F3BC-42DC-9BB9-61E3046D851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94" name="Rectangle 28">
              <a:extLst>
                <a:ext uri="{FF2B5EF4-FFF2-40B4-BE49-F238E27FC236}">
                  <a16:creationId xmlns:a16="http://schemas.microsoft.com/office/drawing/2014/main" id="{D053FE1A-19C0-4564-AA88-1F4DC16D506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95" name="Rectangle 29">
              <a:extLst>
                <a:ext uri="{FF2B5EF4-FFF2-40B4-BE49-F238E27FC236}">
                  <a16:creationId xmlns:a16="http://schemas.microsoft.com/office/drawing/2014/main" id="{1E326430-3A2D-42B3-937C-3C1ACC29262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96" name="Rectangle 30">
              <a:extLst>
                <a:ext uri="{FF2B5EF4-FFF2-40B4-BE49-F238E27FC236}">
                  <a16:creationId xmlns:a16="http://schemas.microsoft.com/office/drawing/2014/main" id="{62A280E6-2C28-4111-A53A-310AB131096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97" name="Rectangle 31">
              <a:extLst>
                <a:ext uri="{FF2B5EF4-FFF2-40B4-BE49-F238E27FC236}">
                  <a16:creationId xmlns:a16="http://schemas.microsoft.com/office/drawing/2014/main" id="{514075DF-72EC-4A30-B3C3-66869874B26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98" name="Rectangle 32">
              <a:extLst>
                <a:ext uri="{FF2B5EF4-FFF2-40B4-BE49-F238E27FC236}">
                  <a16:creationId xmlns:a16="http://schemas.microsoft.com/office/drawing/2014/main" id="{C8EB3EDF-2A46-4726-881A-1CF0103BFFE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99" name="Rectangle 33">
              <a:extLst>
                <a:ext uri="{FF2B5EF4-FFF2-40B4-BE49-F238E27FC236}">
                  <a16:creationId xmlns:a16="http://schemas.microsoft.com/office/drawing/2014/main" id="{B026CA76-EECA-4429-9A70-4D184A55447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00" name="Rectangle 34">
              <a:extLst>
                <a:ext uri="{FF2B5EF4-FFF2-40B4-BE49-F238E27FC236}">
                  <a16:creationId xmlns:a16="http://schemas.microsoft.com/office/drawing/2014/main" id="{C911C74D-29BF-4610-AF4A-D3456A6DD36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01" name="Rectangle 35">
              <a:extLst>
                <a:ext uri="{FF2B5EF4-FFF2-40B4-BE49-F238E27FC236}">
                  <a16:creationId xmlns:a16="http://schemas.microsoft.com/office/drawing/2014/main" id="{D081E0DB-FCC9-4005-BD1E-3F7A5416C8D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02" name="Rectangle 36">
              <a:extLst>
                <a:ext uri="{FF2B5EF4-FFF2-40B4-BE49-F238E27FC236}">
                  <a16:creationId xmlns:a16="http://schemas.microsoft.com/office/drawing/2014/main" id="{0BDE232D-50B1-4C08-9F88-30BC00B83A5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03" name="Rectangle 37">
              <a:extLst>
                <a:ext uri="{FF2B5EF4-FFF2-40B4-BE49-F238E27FC236}">
                  <a16:creationId xmlns:a16="http://schemas.microsoft.com/office/drawing/2014/main" id="{A20A5A40-D467-4FB8-A35C-AF049420791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04" name="Rectangle 38">
              <a:extLst>
                <a:ext uri="{FF2B5EF4-FFF2-40B4-BE49-F238E27FC236}">
                  <a16:creationId xmlns:a16="http://schemas.microsoft.com/office/drawing/2014/main" id="{C3034031-AC1E-4D90-97EB-213385C2C5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05" name="Rectangle 39">
              <a:extLst>
                <a:ext uri="{FF2B5EF4-FFF2-40B4-BE49-F238E27FC236}">
                  <a16:creationId xmlns:a16="http://schemas.microsoft.com/office/drawing/2014/main" id="{B5C794EA-3205-4BDD-AC16-D9C546898AB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06" name="Rectangle 40">
              <a:extLst>
                <a:ext uri="{FF2B5EF4-FFF2-40B4-BE49-F238E27FC236}">
                  <a16:creationId xmlns:a16="http://schemas.microsoft.com/office/drawing/2014/main" id="{8C5411A9-6380-45D5-9EC1-F9B6F529E0B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07" name="Rectangle 41">
              <a:extLst>
                <a:ext uri="{FF2B5EF4-FFF2-40B4-BE49-F238E27FC236}">
                  <a16:creationId xmlns:a16="http://schemas.microsoft.com/office/drawing/2014/main" id="{633F695F-6EDA-4544-A079-B5C64394F92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08" name="Rectangle 42">
              <a:extLst>
                <a:ext uri="{FF2B5EF4-FFF2-40B4-BE49-F238E27FC236}">
                  <a16:creationId xmlns:a16="http://schemas.microsoft.com/office/drawing/2014/main" id="{954BD92B-84EF-40D7-9935-2B51A631B58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09" name="Rectangle 43">
              <a:extLst>
                <a:ext uri="{FF2B5EF4-FFF2-40B4-BE49-F238E27FC236}">
                  <a16:creationId xmlns:a16="http://schemas.microsoft.com/office/drawing/2014/main" id="{5A0C7A4D-22EF-47E8-9685-D415850C3C8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10" name="Rectangle 44">
              <a:extLst>
                <a:ext uri="{FF2B5EF4-FFF2-40B4-BE49-F238E27FC236}">
                  <a16:creationId xmlns:a16="http://schemas.microsoft.com/office/drawing/2014/main" id="{2726AD4D-28D5-463A-B59E-0965EA8BBE4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11" name="Rectangle 45">
              <a:extLst>
                <a:ext uri="{FF2B5EF4-FFF2-40B4-BE49-F238E27FC236}">
                  <a16:creationId xmlns:a16="http://schemas.microsoft.com/office/drawing/2014/main" id="{5BC343FA-A7AB-431A-8D92-73A19D8C27D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12" name="Rectangle 46">
              <a:extLst>
                <a:ext uri="{FF2B5EF4-FFF2-40B4-BE49-F238E27FC236}">
                  <a16:creationId xmlns:a16="http://schemas.microsoft.com/office/drawing/2014/main" id="{64EFFAB7-F8E7-44E3-B08C-B926ABB9031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13" name="Rectangle 47">
              <a:extLst>
                <a:ext uri="{FF2B5EF4-FFF2-40B4-BE49-F238E27FC236}">
                  <a16:creationId xmlns:a16="http://schemas.microsoft.com/office/drawing/2014/main" id="{8D0D6389-846C-4F0F-A64C-472214FCE3E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14" name="Rectangle 49">
              <a:extLst>
                <a:ext uri="{FF2B5EF4-FFF2-40B4-BE49-F238E27FC236}">
                  <a16:creationId xmlns:a16="http://schemas.microsoft.com/office/drawing/2014/main" id="{CC933DE2-9F14-4868-BA11-67952E7B00B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15" name="Rectangle 50">
              <a:extLst>
                <a:ext uri="{FF2B5EF4-FFF2-40B4-BE49-F238E27FC236}">
                  <a16:creationId xmlns:a16="http://schemas.microsoft.com/office/drawing/2014/main" id="{98C5F17E-B55A-4A8A-B302-16699FEF794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16" name="Rectangle 51">
              <a:extLst>
                <a:ext uri="{FF2B5EF4-FFF2-40B4-BE49-F238E27FC236}">
                  <a16:creationId xmlns:a16="http://schemas.microsoft.com/office/drawing/2014/main" id="{48CF4DF3-5D48-4E33-B139-E4F8553E36E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465854"/>
              <a:ext cx="302955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17" name="Rectangle 52">
              <a:extLst>
                <a:ext uri="{FF2B5EF4-FFF2-40B4-BE49-F238E27FC236}">
                  <a16:creationId xmlns:a16="http://schemas.microsoft.com/office/drawing/2014/main" id="{C5A3D663-246B-440E-9B93-2EC77DC4345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18" name="Rectangle 53">
              <a:extLst>
                <a:ext uri="{FF2B5EF4-FFF2-40B4-BE49-F238E27FC236}">
                  <a16:creationId xmlns:a16="http://schemas.microsoft.com/office/drawing/2014/main" id="{8E4073A9-581E-4685-B6B4-DBD5A88CE9E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19" name="Rectangle 54">
              <a:extLst>
                <a:ext uri="{FF2B5EF4-FFF2-40B4-BE49-F238E27FC236}">
                  <a16:creationId xmlns:a16="http://schemas.microsoft.com/office/drawing/2014/main" id="{7E87A93B-E4C9-4DF3-AE4B-C212268DAE4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20" name="Rectangle 55">
              <a:extLst>
                <a:ext uri="{FF2B5EF4-FFF2-40B4-BE49-F238E27FC236}">
                  <a16:creationId xmlns:a16="http://schemas.microsoft.com/office/drawing/2014/main" id="{F1F33B7E-0DFB-4C2D-AF5B-715CA11D186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21" name="Rectangle 56">
              <a:extLst>
                <a:ext uri="{FF2B5EF4-FFF2-40B4-BE49-F238E27FC236}">
                  <a16:creationId xmlns:a16="http://schemas.microsoft.com/office/drawing/2014/main" id="{0CA32B62-B825-492C-9ABE-76CF16CFD71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22" name="Rectangle 57">
              <a:extLst>
                <a:ext uri="{FF2B5EF4-FFF2-40B4-BE49-F238E27FC236}">
                  <a16:creationId xmlns:a16="http://schemas.microsoft.com/office/drawing/2014/main" id="{3216274B-9A5B-4DFC-93AB-68CCDA58ADF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23" name="Rectangle 59">
              <a:extLst>
                <a:ext uri="{FF2B5EF4-FFF2-40B4-BE49-F238E27FC236}">
                  <a16:creationId xmlns:a16="http://schemas.microsoft.com/office/drawing/2014/main" id="{91E10A30-27DF-42F8-B63D-BCFDBA190C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24" name="Rectangle 60">
              <a:extLst>
                <a:ext uri="{FF2B5EF4-FFF2-40B4-BE49-F238E27FC236}">
                  <a16:creationId xmlns:a16="http://schemas.microsoft.com/office/drawing/2014/main" id="{F1580E17-F36D-4173-9802-EEDA8366702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25" name="Rectangle 61">
              <a:extLst>
                <a:ext uri="{FF2B5EF4-FFF2-40B4-BE49-F238E27FC236}">
                  <a16:creationId xmlns:a16="http://schemas.microsoft.com/office/drawing/2014/main" id="{BA3BBC74-DF8D-49B8-B830-E9EDCA74E38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730966"/>
              <a:ext cx="302955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26" name="Rectangle 62">
              <a:extLst>
                <a:ext uri="{FF2B5EF4-FFF2-40B4-BE49-F238E27FC236}">
                  <a16:creationId xmlns:a16="http://schemas.microsoft.com/office/drawing/2014/main" id="{B67D1F6A-FE51-4277-981B-3C41662239D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27" name="Rectangle 63">
              <a:extLst>
                <a:ext uri="{FF2B5EF4-FFF2-40B4-BE49-F238E27FC236}">
                  <a16:creationId xmlns:a16="http://schemas.microsoft.com/office/drawing/2014/main" id="{F03CD069-8791-4571-B78C-3A9950411C6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28" name="Rectangle 64">
              <a:extLst>
                <a:ext uri="{FF2B5EF4-FFF2-40B4-BE49-F238E27FC236}">
                  <a16:creationId xmlns:a16="http://schemas.microsoft.com/office/drawing/2014/main" id="{9E4B1614-4EB2-46C8-934D-422C732DAE9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29" name="Rectangle 65">
              <a:extLst>
                <a:ext uri="{FF2B5EF4-FFF2-40B4-BE49-F238E27FC236}">
                  <a16:creationId xmlns:a16="http://schemas.microsoft.com/office/drawing/2014/main" id="{17BE60C0-6926-4975-A21A-DBE829652F5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30" name="Rectangle 66">
              <a:extLst>
                <a:ext uri="{FF2B5EF4-FFF2-40B4-BE49-F238E27FC236}">
                  <a16:creationId xmlns:a16="http://schemas.microsoft.com/office/drawing/2014/main" id="{DF675C14-44E6-41C2-AC1B-195260CA2ED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31" name="Rectangle 67">
              <a:extLst>
                <a:ext uri="{FF2B5EF4-FFF2-40B4-BE49-F238E27FC236}">
                  <a16:creationId xmlns:a16="http://schemas.microsoft.com/office/drawing/2014/main" id="{720BA4D5-F839-4C6F-968C-05791E4C524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32" name="Rectangle 69">
              <a:extLst>
                <a:ext uri="{FF2B5EF4-FFF2-40B4-BE49-F238E27FC236}">
                  <a16:creationId xmlns:a16="http://schemas.microsoft.com/office/drawing/2014/main" id="{D7137810-0000-4A6B-ABBC-26D0F84B357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33" name="Rectangle 70">
              <a:extLst>
                <a:ext uri="{FF2B5EF4-FFF2-40B4-BE49-F238E27FC236}">
                  <a16:creationId xmlns:a16="http://schemas.microsoft.com/office/drawing/2014/main" id="{CE558C53-969F-4987-AF35-FD973EB8A84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34" name="Rectangle 71">
              <a:extLst>
                <a:ext uri="{FF2B5EF4-FFF2-40B4-BE49-F238E27FC236}">
                  <a16:creationId xmlns:a16="http://schemas.microsoft.com/office/drawing/2014/main" id="{15F2364E-551B-41EE-BA58-D1A36CD2145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002429"/>
              <a:ext cx="302955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35" name="Rectangle 72">
              <a:extLst>
                <a:ext uri="{FF2B5EF4-FFF2-40B4-BE49-F238E27FC236}">
                  <a16:creationId xmlns:a16="http://schemas.microsoft.com/office/drawing/2014/main" id="{EABC10E0-CB1C-4BE7-B99E-555E9A389B5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36" name="Rectangle 73">
              <a:extLst>
                <a:ext uri="{FF2B5EF4-FFF2-40B4-BE49-F238E27FC236}">
                  <a16:creationId xmlns:a16="http://schemas.microsoft.com/office/drawing/2014/main" id="{72775A9D-25F2-4ABE-8D01-67506D4517C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37" name="Rectangle 74">
              <a:extLst>
                <a:ext uri="{FF2B5EF4-FFF2-40B4-BE49-F238E27FC236}">
                  <a16:creationId xmlns:a16="http://schemas.microsoft.com/office/drawing/2014/main" id="{B1F5AB0C-E60A-4837-BC79-F33A5C5A5A3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38" name="Rectangle 75">
              <a:extLst>
                <a:ext uri="{FF2B5EF4-FFF2-40B4-BE49-F238E27FC236}">
                  <a16:creationId xmlns:a16="http://schemas.microsoft.com/office/drawing/2014/main" id="{C35209C7-4D2B-4197-BE76-D17D7822F29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39" name="Rectangle 76">
              <a:extLst>
                <a:ext uri="{FF2B5EF4-FFF2-40B4-BE49-F238E27FC236}">
                  <a16:creationId xmlns:a16="http://schemas.microsoft.com/office/drawing/2014/main" id="{B8815CA4-CDBB-44E4-BAC8-BABB01A82EC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40" name="Rectangle 77">
              <a:extLst>
                <a:ext uri="{FF2B5EF4-FFF2-40B4-BE49-F238E27FC236}">
                  <a16:creationId xmlns:a16="http://schemas.microsoft.com/office/drawing/2014/main" id="{CE810DB0-0866-44A2-B638-0D9010367C0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41" name="Rectangle 79">
              <a:extLst>
                <a:ext uri="{FF2B5EF4-FFF2-40B4-BE49-F238E27FC236}">
                  <a16:creationId xmlns:a16="http://schemas.microsoft.com/office/drawing/2014/main" id="{9E48EF3C-33F9-416E-B1E2-93C942BEDF4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42" name="Rectangle 80">
              <a:extLst>
                <a:ext uri="{FF2B5EF4-FFF2-40B4-BE49-F238E27FC236}">
                  <a16:creationId xmlns:a16="http://schemas.microsoft.com/office/drawing/2014/main" id="{4298B699-C87E-4A77-BCE9-3C82CE77590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43" name="Rectangle 81">
              <a:extLst>
                <a:ext uri="{FF2B5EF4-FFF2-40B4-BE49-F238E27FC236}">
                  <a16:creationId xmlns:a16="http://schemas.microsoft.com/office/drawing/2014/main" id="{36CAB624-8784-4FFD-B564-93D03A06E57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272304"/>
              <a:ext cx="302955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44" name="Rectangle 82">
              <a:extLst>
                <a:ext uri="{FF2B5EF4-FFF2-40B4-BE49-F238E27FC236}">
                  <a16:creationId xmlns:a16="http://schemas.microsoft.com/office/drawing/2014/main" id="{2A8D6180-530D-4E34-AF1C-6D281884D3A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45" name="Rectangle 83">
              <a:extLst>
                <a:ext uri="{FF2B5EF4-FFF2-40B4-BE49-F238E27FC236}">
                  <a16:creationId xmlns:a16="http://schemas.microsoft.com/office/drawing/2014/main" id="{9A7526B2-6A94-4D99-A415-480BDCF8870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46" name="Rectangle 84">
              <a:extLst>
                <a:ext uri="{FF2B5EF4-FFF2-40B4-BE49-F238E27FC236}">
                  <a16:creationId xmlns:a16="http://schemas.microsoft.com/office/drawing/2014/main" id="{8D50EED4-5F91-4FDC-A1D2-C0A49E85980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9" name="Rectangle 79">
            <a:extLst>
              <a:ext uri="{FF2B5EF4-FFF2-40B4-BE49-F238E27FC236}">
                <a16:creationId xmlns:a16="http://schemas.microsoft.com/office/drawing/2014/main" id="{348AE51F-0C4E-4207-A5B7-455FA2223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3" y="2238375"/>
            <a:ext cx="2338387" cy="5794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9" name="Rectangle 2">
            <a:extLst>
              <a:ext uri="{FF2B5EF4-FFF2-40B4-BE49-F238E27FC236}">
                <a16:creationId xmlns:a16="http://schemas.microsoft.com/office/drawing/2014/main" id="{879BE5C5-CA87-4E53-A50F-3A39FE8032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state-assigned table</a:t>
            </a:r>
          </a:p>
        </p:txBody>
      </p:sp>
      <p:sp>
        <p:nvSpPr>
          <p:cNvPr id="37890" name="TextBox 7">
            <a:extLst>
              <a:ext uri="{FF2B5EF4-FFF2-40B4-BE49-F238E27FC236}">
                <a16:creationId xmlns:a16="http://schemas.microsoft.com/office/drawing/2014/main" id="{4835EDAD-07BE-4F64-8645-CC6D3476B2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3275" y="3854450"/>
            <a:ext cx="12255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37891" name="Group 8">
            <a:extLst>
              <a:ext uri="{FF2B5EF4-FFF2-40B4-BE49-F238E27FC236}">
                <a16:creationId xmlns:a16="http://schemas.microsoft.com/office/drawing/2014/main" id="{D759B5BB-6009-43CF-AF9B-E3985B2B5BE4}"/>
              </a:ext>
            </a:extLst>
          </p:cNvPr>
          <p:cNvGrpSpPr>
            <a:grpSpLocks/>
          </p:cNvGrpSpPr>
          <p:nvPr/>
        </p:nvGrpSpPr>
        <p:grpSpPr bwMode="auto">
          <a:xfrm>
            <a:off x="652463" y="2286000"/>
            <a:ext cx="2243137" cy="461963"/>
            <a:chOff x="5084580" y="907175"/>
            <a:chExt cx="2243172" cy="461665"/>
          </a:xfrm>
        </p:grpSpPr>
        <p:sp>
          <p:nvSpPr>
            <p:cNvPr id="37974" name="TextBox 9">
              <a:extLst>
                <a:ext uri="{FF2B5EF4-FFF2-40B4-BE49-F238E27FC236}">
                  <a16:creationId xmlns:a16="http://schemas.microsoft.com/office/drawing/2014/main" id="{56335D0B-F5F6-4BA7-8484-A9CDDC6E9B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4580" y="907175"/>
              <a:ext cx="224317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+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37975" name="Straight Connector 10">
              <a:extLst>
                <a:ext uri="{FF2B5EF4-FFF2-40B4-BE49-F238E27FC236}">
                  <a16:creationId xmlns:a16="http://schemas.microsoft.com/office/drawing/2014/main" id="{7FC29C13-B82C-429B-838C-E874836269B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019632" y="991259"/>
              <a:ext cx="22860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7892" name="TextBox 11">
            <a:extLst>
              <a:ext uri="{FF2B5EF4-FFF2-40B4-BE49-F238E27FC236}">
                <a16:creationId xmlns:a16="http://schemas.microsoft.com/office/drawing/2014/main" id="{1BDD1CAE-412D-4D10-95E4-01F72C4AE2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3" y="3059113"/>
            <a:ext cx="2185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+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37893" name="Group 1">
            <a:extLst>
              <a:ext uri="{FF2B5EF4-FFF2-40B4-BE49-F238E27FC236}">
                <a16:creationId xmlns:a16="http://schemas.microsoft.com/office/drawing/2014/main" id="{AD799FDD-32F7-4B44-B244-974C3784CEB9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2127250"/>
            <a:ext cx="3536950" cy="2460625"/>
            <a:chOff x="4614951" y="2127591"/>
            <a:chExt cx="3536950" cy="2460625"/>
          </a:xfrm>
        </p:grpSpPr>
        <p:sp>
          <p:nvSpPr>
            <p:cNvPr id="37897" name="Rectangle 4">
              <a:extLst>
                <a:ext uri="{FF2B5EF4-FFF2-40B4-BE49-F238E27FC236}">
                  <a16:creationId xmlns:a16="http://schemas.microsoft.com/office/drawing/2014/main" id="{38499215-3C46-4EDA-AA71-375F597852A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898" name="Rectangle 5">
              <a:extLst>
                <a:ext uri="{FF2B5EF4-FFF2-40B4-BE49-F238E27FC236}">
                  <a16:creationId xmlns:a16="http://schemas.microsoft.com/office/drawing/2014/main" id="{F9865947-74AE-4813-BF6F-15F16C44F33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899" name="Rectangle 6">
              <a:extLst>
                <a:ext uri="{FF2B5EF4-FFF2-40B4-BE49-F238E27FC236}">
                  <a16:creationId xmlns:a16="http://schemas.microsoft.com/office/drawing/2014/main" id="{F9AA4C4F-0C04-4BD4-B277-3BFFA4E9287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00" name="Rectangle 7">
              <a:extLst>
                <a:ext uri="{FF2B5EF4-FFF2-40B4-BE49-F238E27FC236}">
                  <a16:creationId xmlns:a16="http://schemas.microsoft.com/office/drawing/2014/main" id="{27E57AF3-FBC5-4C59-9A6B-E83F9D9B071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01" name="Rectangle 8">
              <a:extLst>
                <a:ext uri="{FF2B5EF4-FFF2-40B4-BE49-F238E27FC236}">
                  <a16:creationId xmlns:a16="http://schemas.microsoft.com/office/drawing/2014/main" id="{C11F2A46-7969-4783-BF06-54CC366A4DF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02" name="Rectangle 9">
              <a:extLst>
                <a:ext uri="{FF2B5EF4-FFF2-40B4-BE49-F238E27FC236}">
                  <a16:creationId xmlns:a16="http://schemas.microsoft.com/office/drawing/2014/main" id="{32F558B0-07D9-4B1A-A495-64515DB1294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03" name="Rectangle 10">
              <a:extLst>
                <a:ext uri="{FF2B5EF4-FFF2-40B4-BE49-F238E27FC236}">
                  <a16:creationId xmlns:a16="http://schemas.microsoft.com/office/drawing/2014/main" id="{1D35C5C3-C5BB-4551-A260-D4EA4AC3A57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04" name="Rectangle 11">
              <a:extLst>
                <a:ext uri="{FF2B5EF4-FFF2-40B4-BE49-F238E27FC236}">
                  <a16:creationId xmlns:a16="http://schemas.microsoft.com/office/drawing/2014/main" id="{08B761BC-6C08-48E7-AFA1-3F7E6FB0543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05" name="Rectangle 12">
              <a:extLst>
                <a:ext uri="{FF2B5EF4-FFF2-40B4-BE49-F238E27FC236}">
                  <a16:creationId xmlns:a16="http://schemas.microsoft.com/office/drawing/2014/main" id="{EF2D8938-B834-425D-A334-3FDE85D9DB3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06" name="Rectangle 13">
              <a:extLst>
                <a:ext uri="{FF2B5EF4-FFF2-40B4-BE49-F238E27FC236}">
                  <a16:creationId xmlns:a16="http://schemas.microsoft.com/office/drawing/2014/main" id="{A90D1CD7-E741-4F52-B59C-973AB2FD27D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07" name="Rectangle 14">
              <a:extLst>
                <a:ext uri="{FF2B5EF4-FFF2-40B4-BE49-F238E27FC236}">
                  <a16:creationId xmlns:a16="http://schemas.microsoft.com/office/drawing/2014/main" id="{1847B3F0-ED15-4355-BD94-F23EB80D56C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08" name="Rectangle 15">
              <a:extLst>
                <a:ext uri="{FF2B5EF4-FFF2-40B4-BE49-F238E27FC236}">
                  <a16:creationId xmlns:a16="http://schemas.microsoft.com/office/drawing/2014/main" id="{45E836D9-597B-48F9-A2C7-9CAED29D6A6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09" name="Rectangle 16">
              <a:extLst>
                <a:ext uri="{FF2B5EF4-FFF2-40B4-BE49-F238E27FC236}">
                  <a16:creationId xmlns:a16="http://schemas.microsoft.com/office/drawing/2014/main" id="{69A38E5F-1000-4C10-BBBA-80197CD81F0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10" name="Rectangle 17">
              <a:extLst>
                <a:ext uri="{FF2B5EF4-FFF2-40B4-BE49-F238E27FC236}">
                  <a16:creationId xmlns:a16="http://schemas.microsoft.com/office/drawing/2014/main" id="{890E5E47-8E6A-4A03-B8EB-B3D3849EA0B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11" name="Rectangle 18">
              <a:extLst>
                <a:ext uri="{FF2B5EF4-FFF2-40B4-BE49-F238E27FC236}">
                  <a16:creationId xmlns:a16="http://schemas.microsoft.com/office/drawing/2014/main" id="{090FDD9B-0B80-4195-B558-D848BD8FDC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12" name="Rectangle 19">
              <a:extLst>
                <a:ext uri="{FF2B5EF4-FFF2-40B4-BE49-F238E27FC236}">
                  <a16:creationId xmlns:a16="http://schemas.microsoft.com/office/drawing/2014/main" id="{E9A54065-56D9-405A-9337-DF5F7A27B0E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13" name="Rectangle 20">
              <a:extLst>
                <a:ext uri="{FF2B5EF4-FFF2-40B4-BE49-F238E27FC236}">
                  <a16:creationId xmlns:a16="http://schemas.microsoft.com/office/drawing/2014/main" id="{76697958-A898-4E9D-86EC-FF18CB0142F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14" name="Rectangle 21">
              <a:extLst>
                <a:ext uri="{FF2B5EF4-FFF2-40B4-BE49-F238E27FC236}">
                  <a16:creationId xmlns:a16="http://schemas.microsoft.com/office/drawing/2014/main" id="{A87175A9-D27F-4DFB-BBB5-6F59F23F256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15" name="Rectangle 22">
              <a:extLst>
                <a:ext uri="{FF2B5EF4-FFF2-40B4-BE49-F238E27FC236}">
                  <a16:creationId xmlns:a16="http://schemas.microsoft.com/office/drawing/2014/main" id="{ABD38835-FBA3-4C07-822F-1D3709E0ED0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16" name="Rectangle 23">
              <a:extLst>
                <a:ext uri="{FF2B5EF4-FFF2-40B4-BE49-F238E27FC236}">
                  <a16:creationId xmlns:a16="http://schemas.microsoft.com/office/drawing/2014/main" id="{A91E6AF7-6EE0-462A-A18C-93E913B1415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17" name="Rectangle 24">
              <a:extLst>
                <a:ext uri="{FF2B5EF4-FFF2-40B4-BE49-F238E27FC236}">
                  <a16:creationId xmlns:a16="http://schemas.microsoft.com/office/drawing/2014/main" id="{936F839B-77CC-4C2D-9B46-8FA60D9FA8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18" name="Rectangle 25">
              <a:extLst>
                <a:ext uri="{FF2B5EF4-FFF2-40B4-BE49-F238E27FC236}">
                  <a16:creationId xmlns:a16="http://schemas.microsoft.com/office/drawing/2014/main" id="{392AA5EB-6871-4ED5-9332-2EC474EEE6E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19" name="Rectangle 26">
              <a:extLst>
                <a:ext uri="{FF2B5EF4-FFF2-40B4-BE49-F238E27FC236}">
                  <a16:creationId xmlns:a16="http://schemas.microsoft.com/office/drawing/2014/main" id="{EAC85E8A-7B22-47A2-8363-CAE71BC789B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20" name="Rectangle 27">
              <a:extLst>
                <a:ext uri="{FF2B5EF4-FFF2-40B4-BE49-F238E27FC236}">
                  <a16:creationId xmlns:a16="http://schemas.microsoft.com/office/drawing/2014/main" id="{31F6DF7C-B9F8-4342-B813-AB99EB82D4F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21" name="Rectangle 28">
              <a:extLst>
                <a:ext uri="{FF2B5EF4-FFF2-40B4-BE49-F238E27FC236}">
                  <a16:creationId xmlns:a16="http://schemas.microsoft.com/office/drawing/2014/main" id="{0CF53B00-CB2F-4348-87C9-37E517431F8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22" name="Rectangle 29">
              <a:extLst>
                <a:ext uri="{FF2B5EF4-FFF2-40B4-BE49-F238E27FC236}">
                  <a16:creationId xmlns:a16="http://schemas.microsoft.com/office/drawing/2014/main" id="{23835687-7869-4A70-BE6C-1903DE3595A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23" name="Rectangle 30">
              <a:extLst>
                <a:ext uri="{FF2B5EF4-FFF2-40B4-BE49-F238E27FC236}">
                  <a16:creationId xmlns:a16="http://schemas.microsoft.com/office/drawing/2014/main" id="{5CDFEAC8-CA58-412E-96C4-32C07B2CBA0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24" name="Rectangle 31">
              <a:extLst>
                <a:ext uri="{FF2B5EF4-FFF2-40B4-BE49-F238E27FC236}">
                  <a16:creationId xmlns:a16="http://schemas.microsoft.com/office/drawing/2014/main" id="{E63E7920-E4E3-4E40-9D44-C5A3F17A819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25" name="Rectangle 32">
              <a:extLst>
                <a:ext uri="{FF2B5EF4-FFF2-40B4-BE49-F238E27FC236}">
                  <a16:creationId xmlns:a16="http://schemas.microsoft.com/office/drawing/2014/main" id="{93A2E995-5E32-484C-8C06-8C0B4665277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26" name="Rectangle 33">
              <a:extLst>
                <a:ext uri="{FF2B5EF4-FFF2-40B4-BE49-F238E27FC236}">
                  <a16:creationId xmlns:a16="http://schemas.microsoft.com/office/drawing/2014/main" id="{A5726ED8-D4D4-428E-AD9D-1E636BDAE7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27" name="Rectangle 34">
              <a:extLst>
                <a:ext uri="{FF2B5EF4-FFF2-40B4-BE49-F238E27FC236}">
                  <a16:creationId xmlns:a16="http://schemas.microsoft.com/office/drawing/2014/main" id="{57408D4B-D50A-489F-8137-4EDA41E40AD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28" name="Rectangle 35">
              <a:extLst>
                <a:ext uri="{FF2B5EF4-FFF2-40B4-BE49-F238E27FC236}">
                  <a16:creationId xmlns:a16="http://schemas.microsoft.com/office/drawing/2014/main" id="{3556C705-1BC0-420C-B6F8-11DC17DED7F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29" name="Rectangle 36">
              <a:extLst>
                <a:ext uri="{FF2B5EF4-FFF2-40B4-BE49-F238E27FC236}">
                  <a16:creationId xmlns:a16="http://schemas.microsoft.com/office/drawing/2014/main" id="{E774EE19-775C-4AFC-9C75-63194150669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30" name="Rectangle 37">
              <a:extLst>
                <a:ext uri="{FF2B5EF4-FFF2-40B4-BE49-F238E27FC236}">
                  <a16:creationId xmlns:a16="http://schemas.microsoft.com/office/drawing/2014/main" id="{BB326388-A92D-434E-B611-DB6DEFC5566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31" name="Rectangle 38">
              <a:extLst>
                <a:ext uri="{FF2B5EF4-FFF2-40B4-BE49-F238E27FC236}">
                  <a16:creationId xmlns:a16="http://schemas.microsoft.com/office/drawing/2014/main" id="{DB5FBB05-AE4F-42B7-9C95-C3DF13D9A9C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32" name="Rectangle 39">
              <a:extLst>
                <a:ext uri="{FF2B5EF4-FFF2-40B4-BE49-F238E27FC236}">
                  <a16:creationId xmlns:a16="http://schemas.microsoft.com/office/drawing/2014/main" id="{A53592B7-CE97-4EB8-9742-BD90490AD03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33" name="Rectangle 40">
              <a:extLst>
                <a:ext uri="{FF2B5EF4-FFF2-40B4-BE49-F238E27FC236}">
                  <a16:creationId xmlns:a16="http://schemas.microsoft.com/office/drawing/2014/main" id="{5ACD2CD5-8FE2-4F7D-AB3F-B93CC739193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34" name="Rectangle 41">
              <a:extLst>
                <a:ext uri="{FF2B5EF4-FFF2-40B4-BE49-F238E27FC236}">
                  <a16:creationId xmlns:a16="http://schemas.microsoft.com/office/drawing/2014/main" id="{7BFBEDB2-65AA-4548-927A-75D1168930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35" name="Rectangle 42">
              <a:extLst>
                <a:ext uri="{FF2B5EF4-FFF2-40B4-BE49-F238E27FC236}">
                  <a16:creationId xmlns:a16="http://schemas.microsoft.com/office/drawing/2014/main" id="{86A389FB-EE92-4689-A6D0-67A46E6DB3D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36" name="Rectangle 43">
              <a:extLst>
                <a:ext uri="{FF2B5EF4-FFF2-40B4-BE49-F238E27FC236}">
                  <a16:creationId xmlns:a16="http://schemas.microsoft.com/office/drawing/2014/main" id="{00A68FDB-F972-46B2-8D47-40AC74F6433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37" name="Rectangle 44">
              <a:extLst>
                <a:ext uri="{FF2B5EF4-FFF2-40B4-BE49-F238E27FC236}">
                  <a16:creationId xmlns:a16="http://schemas.microsoft.com/office/drawing/2014/main" id="{94E727B8-63D8-4849-8BC3-A29C8F37935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38" name="Rectangle 45">
              <a:extLst>
                <a:ext uri="{FF2B5EF4-FFF2-40B4-BE49-F238E27FC236}">
                  <a16:creationId xmlns:a16="http://schemas.microsoft.com/office/drawing/2014/main" id="{48274741-3308-463B-9122-FF9D8CEB541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39" name="Rectangle 46">
              <a:extLst>
                <a:ext uri="{FF2B5EF4-FFF2-40B4-BE49-F238E27FC236}">
                  <a16:creationId xmlns:a16="http://schemas.microsoft.com/office/drawing/2014/main" id="{8B0C2991-AA7F-4D57-97E7-E35F26AA512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40" name="Rectangle 47">
              <a:extLst>
                <a:ext uri="{FF2B5EF4-FFF2-40B4-BE49-F238E27FC236}">
                  <a16:creationId xmlns:a16="http://schemas.microsoft.com/office/drawing/2014/main" id="{30298879-04B8-429E-A34B-1B186F3F239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41" name="Rectangle 49">
              <a:extLst>
                <a:ext uri="{FF2B5EF4-FFF2-40B4-BE49-F238E27FC236}">
                  <a16:creationId xmlns:a16="http://schemas.microsoft.com/office/drawing/2014/main" id="{FDC6F199-19BA-43D3-A6BB-76A4C7675B7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42" name="Rectangle 50">
              <a:extLst>
                <a:ext uri="{FF2B5EF4-FFF2-40B4-BE49-F238E27FC236}">
                  <a16:creationId xmlns:a16="http://schemas.microsoft.com/office/drawing/2014/main" id="{D63C8BE1-1A2C-4FF5-94A0-99BC7CF349C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43" name="Rectangle 51">
              <a:extLst>
                <a:ext uri="{FF2B5EF4-FFF2-40B4-BE49-F238E27FC236}">
                  <a16:creationId xmlns:a16="http://schemas.microsoft.com/office/drawing/2014/main" id="{C58F3DF0-FA7E-48CE-9E6A-371E97176CD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465854"/>
              <a:ext cx="302955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44" name="Rectangle 52">
              <a:extLst>
                <a:ext uri="{FF2B5EF4-FFF2-40B4-BE49-F238E27FC236}">
                  <a16:creationId xmlns:a16="http://schemas.microsoft.com/office/drawing/2014/main" id="{87BD7A39-DA6D-4F51-8B20-AAD75E464DE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45" name="Rectangle 53">
              <a:extLst>
                <a:ext uri="{FF2B5EF4-FFF2-40B4-BE49-F238E27FC236}">
                  <a16:creationId xmlns:a16="http://schemas.microsoft.com/office/drawing/2014/main" id="{5E1A3360-7751-46F5-B733-B430E031CB4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46" name="Rectangle 54">
              <a:extLst>
                <a:ext uri="{FF2B5EF4-FFF2-40B4-BE49-F238E27FC236}">
                  <a16:creationId xmlns:a16="http://schemas.microsoft.com/office/drawing/2014/main" id="{3C852DAE-9F24-473F-BE13-9268D451660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47" name="Rectangle 55">
              <a:extLst>
                <a:ext uri="{FF2B5EF4-FFF2-40B4-BE49-F238E27FC236}">
                  <a16:creationId xmlns:a16="http://schemas.microsoft.com/office/drawing/2014/main" id="{39556A8F-A0B1-4724-B143-25B8E214230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48" name="Rectangle 56">
              <a:extLst>
                <a:ext uri="{FF2B5EF4-FFF2-40B4-BE49-F238E27FC236}">
                  <a16:creationId xmlns:a16="http://schemas.microsoft.com/office/drawing/2014/main" id="{B2D4857F-9E39-4BEB-A916-7E1DFEDF038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49" name="Rectangle 57">
              <a:extLst>
                <a:ext uri="{FF2B5EF4-FFF2-40B4-BE49-F238E27FC236}">
                  <a16:creationId xmlns:a16="http://schemas.microsoft.com/office/drawing/2014/main" id="{F47ACFA2-74E1-45D4-A630-E0464165B3A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50" name="Rectangle 59">
              <a:extLst>
                <a:ext uri="{FF2B5EF4-FFF2-40B4-BE49-F238E27FC236}">
                  <a16:creationId xmlns:a16="http://schemas.microsoft.com/office/drawing/2014/main" id="{B328B4A1-96F8-453C-8594-C99A0E454AC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51" name="Rectangle 60">
              <a:extLst>
                <a:ext uri="{FF2B5EF4-FFF2-40B4-BE49-F238E27FC236}">
                  <a16:creationId xmlns:a16="http://schemas.microsoft.com/office/drawing/2014/main" id="{D6712FA5-1A39-47C4-AF30-1C4204BC76B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52" name="Rectangle 61">
              <a:extLst>
                <a:ext uri="{FF2B5EF4-FFF2-40B4-BE49-F238E27FC236}">
                  <a16:creationId xmlns:a16="http://schemas.microsoft.com/office/drawing/2014/main" id="{5D50B213-BEE3-49E3-A7B9-58B30C1D92C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730966"/>
              <a:ext cx="302955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53" name="Rectangle 62">
              <a:extLst>
                <a:ext uri="{FF2B5EF4-FFF2-40B4-BE49-F238E27FC236}">
                  <a16:creationId xmlns:a16="http://schemas.microsoft.com/office/drawing/2014/main" id="{C76F140A-96EA-402E-8F3E-78E9FED9231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54" name="Rectangle 63">
              <a:extLst>
                <a:ext uri="{FF2B5EF4-FFF2-40B4-BE49-F238E27FC236}">
                  <a16:creationId xmlns:a16="http://schemas.microsoft.com/office/drawing/2014/main" id="{01A38AE8-7166-4C47-B973-8D0339AB2DB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55" name="Rectangle 64">
              <a:extLst>
                <a:ext uri="{FF2B5EF4-FFF2-40B4-BE49-F238E27FC236}">
                  <a16:creationId xmlns:a16="http://schemas.microsoft.com/office/drawing/2014/main" id="{CFE3EE53-3F6A-49E7-8550-F48EF9281EC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56" name="Rectangle 65">
              <a:extLst>
                <a:ext uri="{FF2B5EF4-FFF2-40B4-BE49-F238E27FC236}">
                  <a16:creationId xmlns:a16="http://schemas.microsoft.com/office/drawing/2014/main" id="{B22ECCA4-7357-4BC2-9556-A185DFA80A1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57" name="Rectangle 66">
              <a:extLst>
                <a:ext uri="{FF2B5EF4-FFF2-40B4-BE49-F238E27FC236}">
                  <a16:creationId xmlns:a16="http://schemas.microsoft.com/office/drawing/2014/main" id="{73F8F649-B77E-4D6D-8E5A-A8163A4C34D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58" name="Rectangle 67">
              <a:extLst>
                <a:ext uri="{FF2B5EF4-FFF2-40B4-BE49-F238E27FC236}">
                  <a16:creationId xmlns:a16="http://schemas.microsoft.com/office/drawing/2014/main" id="{75787D56-A30F-476C-97CC-D38BDF107BC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59" name="Rectangle 69">
              <a:extLst>
                <a:ext uri="{FF2B5EF4-FFF2-40B4-BE49-F238E27FC236}">
                  <a16:creationId xmlns:a16="http://schemas.microsoft.com/office/drawing/2014/main" id="{8E9B7CD4-C2CA-4381-B15E-C3219981721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60" name="Rectangle 70">
              <a:extLst>
                <a:ext uri="{FF2B5EF4-FFF2-40B4-BE49-F238E27FC236}">
                  <a16:creationId xmlns:a16="http://schemas.microsoft.com/office/drawing/2014/main" id="{C42C7E67-B1B2-473A-A041-CC30D2C13B6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61" name="Rectangle 71">
              <a:extLst>
                <a:ext uri="{FF2B5EF4-FFF2-40B4-BE49-F238E27FC236}">
                  <a16:creationId xmlns:a16="http://schemas.microsoft.com/office/drawing/2014/main" id="{9AF8998B-8403-4969-9F70-F61717AB81F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002429"/>
              <a:ext cx="302955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62" name="Rectangle 72">
              <a:extLst>
                <a:ext uri="{FF2B5EF4-FFF2-40B4-BE49-F238E27FC236}">
                  <a16:creationId xmlns:a16="http://schemas.microsoft.com/office/drawing/2014/main" id="{7B1BBBA1-A8F5-410F-92A8-038C3A13D1C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63" name="Rectangle 73">
              <a:extLst>
                <a:ext uri="{FF2B5EF4-FFF2-40B4-BE49-F238E27FC236}">
                  <a16:creationId xmlns:a16="http://schemas.microsoft.com/office/drawing/2014/main" id="{0D0F9E5B-C026-4460-9C0D-47D7E909DE0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64" name="Rectangle 74">
              <a:extLst>
                <a:ext uri="{FF2B5EF4-FFF2-40B4-BE49-F238E27FC236}">
                  <a16:creationId xmlns:a16="http://schemas.microsoft.com/office/drawing/2014/main" id="{FC5B481D-F44F-40B6-91F7-B59EDAF5ED1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65" name="Rectangle 75">
              <a:extLst>
                <a:ext uri="{FF2B5EF4-FFF2-40B4-BE49-F238E27FC236}">
                  <a16:creationId xmlns:a16="http://schemas.microsoft.com/office/drawing/2014/main" id="{B579CFBE-EA11-4403-B1A5-435792EEE46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66" name="Rectangle 76">
              <a:extLst>
                <a:ext uri="{FF2B5EF4-FFF2-40B4-BE49-F238E27FC236}">
                  <a16:creationId xmlns:a16="http://schemas.microsoft.com/office/drawing/2014/main" id="{40FC04F9-856E-4D22-82C9-8F477FA0471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67" name="Rectangle 77">
              <a:extLst>
                <a:ext uri="{FF2B5EF4-FFF2-40B4-BE49-F238E27FC236}">
                  <a16:creationId xmlns:a16="http://schemas.microsoft.com/office/drawing/2014/main" id="{DD6C5E51-D561-4B0B-8F24-57618FDF27D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68" name="Rectangle 79">
              <a:extLst>
                <a:ext uri="{FF2B5EF4-FFF2-40B4-BE49-F238E27FC236}">
                  <a16:creationId xmlns:a16="http://schemas.microsoft.com/office/drawing/2014/main" id="{E0DEB99A-D556-42E2-8C0E-7089C9BEFCA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69" name="Rectangle 80">
              <a:extLst>
                <a:ext uri="{FF2B5EF4-FFF2-40B4-BE49-F238E27FC236}">
                  <a16:creationId xmlns:a16="http://schemas.microsoft.com/office/drawing/2014/main" id="{76121DF2-8281-4783-9D9D-61A7E22B2CA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70" name="Rectangle 81">
              <a:extLst>
                <a:ext uri="{FF2B5EF4-FFF2-40B4-BE49-F238E27FC236}">
                  <a16:creationId xmlns:a16="http://schemas.microsoft.com/office/drawing/2014/main" id="{392E9795-4D95-49BB-BDC6-51649122CB7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272304"/>
              <a:ext cx="302955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71" name="Rectangle 82">
              <a:extLst>
                <a:ext uri="{FF2B5EF4-FFF2-40B4-BE49-F238E27FC236}">
                  <a16:creationId xmlns:a16="http://schemas.microsoft.com/office/drawing/2014/main" id="{D45F5092-5491-4E74-BF60-4F528D7339C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72" name="Rectangle 83">
              <a:extLst>
                <a:ext uri="{FF2B5EF4-FFF2-40B4-BE49-F238E27FC236}">
                  <a16:creationId xmlns:a16="http://schemas.microsoft.com/office/drawing/2014/main" id="{36D77D8E-B936-46F9-B934-9FD71F3906A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73" name="Rectangle 84">
              <a:extLst>
                <a:ext uri="{FF2B5EF4-FFF2-40B4-BE49-F238E27FC236}">
                  <a16:creationId xmlns:a16="http://schemas.microsoft.com/office/drawing/2014/main" id="{3BF2B9D5-7039-4EB3-8651-E6A026366FD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7894" name="Rectangle 86">
            <a:extLst>
              <a:ext uri="{FF2B5EF4-FFF2-40B4-BE49-F238E27FC236}">
                <a16:creationId xmlns:a16="http://schemas.microsoft.com/office/drawing/2014/main" id="{04A0A648-95F8-4DDA-B42F-05A8487CF5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3028950"/>
            <a:ext cx="2338387" cy="5794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7895" name="Oval 93">
            <a:extLst>
              <a:ext uri="{FF2B5EF4-FFF2-40B4-BE49-F238E27FC236}">
                <a16:creationId xmlns:a16="http://schemas.microsoft.com/office/drawing/2014/main" id="{6C90AD9A-35BA-4ABF-8898-7CBD7FB05A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3001963"/>
            <a:ext cx="339725" cy="3746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7896" name="Oval 94">
            <a:extLst>
              <a:ext uri="{FF2B5EF4-FFF2-40B4-BE49-F238E27FC236}">
                <a16:creationId xmlns:a16="http://schemas.microsoft.com/office/drawing/2014/main" id="{FC29F52F-078A-43E2-9280-CA5DBEC447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1013" y="3011488"/>
            <a:ext cx="341312" cy="3746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3" name="Rectangle 2">
            <a:extLst>
              <a:ext uri="{FF2B5EF4-FFF2-40B4-BE49-F238E27FC236}">
                <a16:creationId xmlns:a16="http://schemas.microsoft.com/office/drawing/2014/main" id="{35863E19-61FF-417A-BD2E-0D55E9D142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state-assigned table</a:t>
            </a:r>
          </a:p>
        </p:txBody>
      </p:sp>
      <p:sp>
        <p:nvSpPr>
          <p:cNvPr id="38914" name="TextBox 7">
            <a:extLst>
              <a:ext uri="{FF2B5EF4-FFF2-40B4-BE49-F238E27FC236}">
                <a16:creationId xmlns:a16="http://schemas.microsoft.com/office/drawing/2014/main" id="{479936E2-B3F9-4822-A02D-057C7E0169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3275" y="3854450"/>
            <a:ext cx="12255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38915" name="Group 8">
            <a:extLst>
              <a:ext uri="{FF2B5EF4-FFF2-40B4-BE49-F238E27FC236}">
                <a16:creationId xmlns:a16="http://schemas.microsoft.com/office/drawing/2014/main" id="{E0018292-C907-4B4A-9F23-4CB8060F4E40}"/>
              </a:ext>
            </a:extLst>
          </p:cNvPr>
          <p:cNvGrpSpPr>
            <a:grpSpLocks/>
          </p:cNvGrpSpPr>
          <p:nvPr/>
        </p:nvGrpSpPr>
        <p:grpSpPr bwMode="auto">
          <a:xfrm>
            <a:off x="652463" y="2286000"/>
            <a:ext cx="2243137" cy="461963"/>
            <a:chOff x="5084580" y="907175"/>
            <a:chExt cx="2243172" cy="461665"/>
          </a:xfrm>
        </p:grpSpPr>
        <p:sp>
          <p:nvSpPr>
            <p:cNvPr id="38999" name="TextBox 9">
              <a:extLst>
                <a:ext uri="{FF2B5EF4-FFF2-40B4-BE49-F238E27FC236}">
                  <a16:creationId xmlns:a16="http://schemas.microsoft.com/office/drawing/2014/main" id="{2D821E56-5CA6-45EF-9777-114ABE028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4580" y="907175"/>
              <a:ext cx="224317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+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39000" name="Straight Connector 10">
              <a:extLst>
                <a:ext uri="{FF2B5EF4-FFF2-40B4-BE49-F238E27FC236}">
                  <a16:creationId xmlns:a16="http://schemas.microsoft.com/office/drawing/2014/main" id="{25538136-00F5-4401-AF65-E77407B1F34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019632" y="991259"/>
              <a:ext cx="22860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8916" name="TextBox 11">
            <a:extLst>
              <a:ext uri="{FF2B5EF4-FFF2-40B4-BE49-F238E27FC236}">
                <a16:creationId xmlns:a16="http://schemas.microsoft.com/office/drawing/2014/main" id="{C8EA76CE-33FE-4A2C-9803-47619A3895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3" y="3059113"/>
            <a:ext cx="2185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+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38917" name="Group 1">
            <a:extLst>
              <a:ext uri="{FF2B5EF4-FFF2-40B4-BE49-F238E27FC236}">
                <a16:creationId xmlns:a16="http://schemas.microsoft.com/office/drawing/2014/main" id="{0EB783E8-0B5C-44CA-8572-A11588DD7BC7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2127250"/>
            <a:ext cx="3536950" cy="2460625"/>
            <a:chOff x="4614951" y="2127591"/>
            <a:chExt cx="3536950" cy="2460625"/>
          </a:xfrm>
        </p:grpSpPr>
        <p:sp>
          <p:nvSpPr>
            <p:cNvPr id="38918" name="Rectangle 4">
              <a:extLst>
                <a:ext uri="{FF2B5EF4-FFF2-40B4-BE49-F238E27FC236}">
                  <a16:creationId xmlns:a16="http://schemas.microsoft.com/office/drawing/2014/main" id="{8B3C075C-D1BE-4E5E-B6B4-10209726F5F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19" name="Rectangle 5">
              <a:extLst>
                <a:ext uri="{FF2B5EF4-FFF2-40B4-BE49-F238E27FC236}">
                  <a16:creationId xmlns:a16="http://schemas.microsoft.com/office/drawing/2014/main" id="{DFC0C459-C05B-42D4-B122-E0178A6C014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20" name="Rectangle 6">
              <a:extLst>
                <a:ext uri="{FF2B5EF4-FFF2-40B4-BE49-F238E27FC236}">
                  <a16:creationId xmlns:a16="http://schemas.microsoft.com/office/drawing/2014/main" id="{A9EDD2E5-75AF-4814-B931-2A6DF8E0321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21" name="Rectangle 7">
              <a:extLst>
                <a:ext uri="{FF2B5EF4-FFF2-40B4-BE49-F238E27FC236}">
                  <a16:creationId xmlns:a16="http://schemas.microsoft.com/office/drawing/2014/main" id="{3B475F2D-E89B-4718-A409-D469F41A94F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22" name="Rectangle 8">
              <a:extLst>
                <a:ext uri="{FF2B5EF4-FFF2-40B4-BE49-F238E27FC236}">
                  <a16:creationId xmlns:a16="http://schemas.microsoft.com/office/drawing/2014/main" id="{70510CC8-F553-460B-96B8-C2BCC8C3901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23" name="Rectangle 9">
              <a:extLst>
                <a:ext uri="{FF2B5EF4-FFF2-40B4-BE49-F238E27FC236}">
                  <a16:creationId xmlns:a16="http://schemas.microsoft.com/office/drawing/2014/main" id="{591E7787-63E0-4E75-BA24-1923CDFC74C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24" name="Rectangle 10">
              <a:extLst>
                <a:ext uri="{FF2B5EF4-FFF2-40B4-BE49-F238E27FC236}">
                  <a16:creationId xmlns:a16="http://schemas.microsoft.com/office/drawing/2014/main" id="{E516172F-A5A5-439F-9CED-37355EDE7A9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25" name="Rectangle 11">
              <a:extLst>
                <a:ext uri="{FF2B5EF4-FFF2-40B4-BE49-F238E27FC236}">
                  <a16:creationId xmlns:a16="http://schemas.microsoft.com/office/drawing/2014/main" id="{7CB4700E-7A8D-4284-9D4B-746E4BEDD7F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26" name="Rectangle 12">
              <a:extLst>
                <a:ext uri="{FF2B5EF4-FFF2-40B4-BE49-F238E27FC236}">
                  <a16:creationId xmlns:a16="http://schemas.microsoft.com/office/drawing/2014/main" id="{4B00AE80-3218-4D68-BBDE-1C094DE16F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27" name="Rectangle 13">
              <a:extLst>
                <a:ext uri="{FF2B5EF4-FFF2-40B4-BE49-F238E27FC236}">
                  <a16:creationId xmlns:a16="http://schemas.microsoft.com/office/drawing/2014/main" id="{CBB4F44B-5E5B-4195-B13A-2A4532A311C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28" name="Rectangle 14">
              <a:extLst>
                <a:ext uri="{FF2B5EF4-FFF2-40B4-BE49-F238E27FC236}">
                  <a16:creationId xmlns:a16="http://schemas.microsoft.com/office/drawing/2014/main" id="{20D3A9ED-6363-4672-A377-331DBE82970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29" name="Rectangle 15">
              <a:extLst>
                <a:ext uri="{FF2B5EF4-FFF2-40B4-BE49-F238E27FC236}">
                  <a16:creationId xmlns:a16="http://schemas.microsoft.com/office/drawing/2014/main" id="{803FCE6E-2FF8-4B1E-8118-745C029ADA9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30" name="Rectangle 16">
              <a:extLst>
                <a:ext uri="{FF2B5EF4-FFF2-40B4-BE49-F238E27FC236}">
                  <a16:creationId xmlns:a16="http://schemas.microsoft.com/office/drawing/2014/main" id="{BDF1ADAA-BF2D-42FD-89EE-92FE137C650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31" name="Rectangle 17">
              <a:extLst>
                <a:ext uri="{FF2B5EF4-FFF2-40B4-BE49-F238E27FC236}">
                  <a16:creationId xmlns:a16="http://schemas.microsoft.com/office/drawing/2014/main" id="{2BA78123-ED12-4624-B329-F5F5BE0C326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32" name="Rectangle 18">
              <a:extLst>
                <a:ext uri="{FF2B5EF4-FFF2-40B4-BE49-F238E27FC236}">
                  <a16:creationId xmlns:a16="http://schemas.microsoft.com/office/drawing/2014/main" id="{69B0B3FA-C7C3-4031-91C0-12513C24B43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33" name="Rectangle 19">
              <a:extLst>
                <a:ext uri="{FF2B5EF4-FFF2-40B4-BE49-F238E27FC236}">
                  <a16:creationId xmlns:a16="http://schemas.microsoft.com/office/drawing/2014/main" id="{62F108D5-C048-4EDB-A477-A21FA3F7E48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34" name="Rectangle 20">
              <a:extLst>
                <a:ext uri="{FF2B5EF4-FFF2-40B4-BE49-F238E27FC236}">
                  <a16:creationId xmlns:a16="http://schemas.microsoft.com/office/drawing/2014/main" id="{C6279D52-F248-43A4-8909-83FED7FD42F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35" name="Rectangle 21">
              <a:extLst>
                <a:ext uri="{FF2B5EF4-FFF2-40B4-BE49-F238E27FC236}">
                  <a16:creationId xmlns:a16="http://schemas.microsoft.com/office/drawing/2014/main" id="{5BDAF2C3-D00A-44D4-8B46-89FF4C4F2A7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36" name="Rectangle 22">
              <a:extLst>
                <a:ext uri="{FF2B5EF4-FFF2-40B4-BE49-F238E27FC236}">
                  <a16:creationId xmlns:a16="http://schemas.microsoft.com/office/drawing/2014/main" id="{C354E4B2-B80E-4110-90D7-D5CCDC0EDE1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37" name="Rectangle 23">
              <a:extLst>
                <a:ext uri="{FF2B5EF4-FFF2-40B4-BE49-F238E27FC236}">
                  <a16:creationId xmlns:a16="http://schemas.microsoft.com/office/drawing/2014/main" id="{C6B702F6-39BB-4967-A1BD-C7C493D582D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38" name="Rectangle 24">
              <a:extLst>
                <a:ext uri="{FF2B5EF4-FFF2-40B4-BE49-F238E27FC236}">
                  <a16:creationId xmlns:a16="http://schemas.microsoft.com/office/drawing/2014/main" id="{2B66D7E2-CF23-40EB-9AC4-5615973BF1C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39" name="Rectangle 25">
              <a:extLst>
                <a:ext uri="{FF2B5EF4-FFF2-40B4-BE49-F238E27FC236}">
                  <a16:creationId xmlns:a16="http://schemas.microsoft.com/office/drawing/2014/main" id="{F703B702-610E-489E-94B1-19FC436ACDD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40" name="Rectangle 26">
              <a:extLst>
                <a:ext uri="{FF2B5EF4-FFF2-40B4-BE49-F238E27FC236}">
                  <a16:creationId xmlns:a16="http://schemas.microsoft.com/office/drawing/2014/main" id="{EF84A9C4-C8A6-459C-B4ED-ECFE4EAFC3F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41" name="Rectangle 27">
              <a:extLst>
                <a:ext uri="{FF2B5EF4-FFF2-40B4-BE49-F238E27FC236}">
                  <a16:creationId xmlns:a16="http://schemas.microsoft.com/office/drawing/2014/main" id="{432746C9-CC48-4853-A152-2EEBADCA7EF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42" name="Rectangle 28">
              <a:extLst>
                <a:ext uri="{FF2B5EF4-FFF2-40B4-BE49-F238E27FC236}">
                  <a16:creationId xmlns:a16="http://schemas.microsoft.com/office/drawing/2014/main" id="{2177AA6A-E49C-4684-A6E0-0DDF3B86BEF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43" name="Rectangle 29">
              <a:extLst>
                <a:ext uri="{FF2B5EF4-FFF2-40B4-BE49-F238E27FC236}">
                  <a16:creationId xmlns:a16="http://schemas.microsoft.com/office/drawing/2014/main" id="{79550083-0C74-49C1-888C-FCC5CF3B71B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44" name="Rectangle 30">
              <a:extLst>
                <a:ext uri="{FF2B5EF4-FFF2-40B4-BE49-F238E27FC236}">
                  <a16:creationId xmlns:a16="http://schemas.microsoft.com/office/drawing/2014/main" id="{DC3937B8-FAE0-4D74-98FF-84EA66FECCA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45" name="Rectangle 31">
              <a:extLst>
                <a:ext uri="{FF2B5EF4-FFF2-40B4-BE49-F238E27FC236}">
                  <a16:creationId xmlns:a16="http://schemas.microsoft.com/office/drawing/2014/main" id="{EB9EFC32-8959-4FD3-8281-0E4D7F36D84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46" name="Rectangle 32">
              <a:extLst>
                <a:ext uri="{FF2B5EF4-FFF2-40B4-BE49-F238E27FC236}">
                  <a16:creationId xmlns:a16="http://schemas.microsoft.com/office/drawing/2014/main" id="{349DBE96-4770-4A12-A7FB-18D3E667856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47" name="Rectangle 33">
              <a:extLst>
                <a:ext uri="{FF2B5EF4-FFF2-40B4-BE49-F238E27FC236}">
                  <a16:creationId xmlns:a16="http://schemas.microsoft.com/office/drawing/2014/main" id="{FFA2EB3A-0D49-4B56-B826-EFF871C214C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48" name="Rectangle 34">
              <a:extLst>
                <a:ext uri="{FF2B5EF4-FFF2-40B4-BE49-F238E27FC236}">
                  <a16:creationId xmlns:a16="http://schemas.microsoft.com/office/drawing/2014/main" id="{B57D07C4-DEFF-40B3-8CAF-A01E1C85726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49" name="Rectangle 35">
              <a:extLst>
                <a:ext uri="{FF2B5EF4-FFF2-40B4-BE49-F238E27FC236}">
                  <a16:creationId xmlns:a16="http://schemas.microsoft.com/office/drawing/2014/main" id="{B63B650F-6F11-4DC8-B0A3-66E81B0110E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50" name="Rectangle 36">
              <a:extLst>
                <a:ext uri="{FF2B5EF4-FFF2-40B4-BE49-F238E27FC236}">
                  <a16:creationId xmlns:a16="http://schemas.microsoft.com/office/drawing/2014/main" id="{111E26BC-3DCE-4F08-99C0-44FA38B6902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51" name="Rectangle 37">
              <a:extLst>
                <a:ext uri="{FF2B5EF4-FFF2-40B4-BE49-F238E27FC236}">
                  <a16:creationId xmlns:a16="http://schemas.microsoft.com/office/drawing/2014/main" id="{8EEE2B55-04F5-4A5F-83F2-6CE48937048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52" name="Rectangle 38">
              <a:extLst>
                <a:ext uri="{FF2B5EF4-FFF2-40B4-BE49-F238E27FC236}">
                  <a16:creationId xmlns:a16="http://schemas.microsoft.com/office/drawing/2014/main" id="{D723E75C-7C14-4C36-8AE2-58A07AE8BF5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53" name="Rectangle 39">
              <a:extLst>
                <a:ext uri="{FF2B5EF4-FFF2-40B4-BE49-F238E27FC236}">
                  <a16:creationId xmlns:a16="http://schemas.microsoft.com/office/drawing/2014/main" id="{6C46070A-9A7E-4417-B246-050947153D3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54" name="Rectangle 40">
              <a:extLst>
                <a:ext uri="{FF2B5EF4-FFF2-40B4-BE49-F238E27FC236}">
                  <a16:creationId xmlns:a16="http://schemas.microsoft.com/office/drawing/2014/main" id="{C206AA3C-10A9-42A8-AEAE-0A3A43C4C6E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55" name="Rectangle 41">
              <a:extLst>
                <a:ext uri="{FF2B5EF4-FFF2-40B4-BE49-F238E27FC236}">
                  <a16:creationId xmlns:a16="http://schemas.microsoft.com/office/drawing/2014/main" id="{C224C3E9-F60A-4305-8C6B-8137D8CCECF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56" name="Rectangle 42">
              <a:extLst>
                <a:ext uri="{FF2B5EF4-FFF2-40B4-BE49-F238E27FC236}">
                  <a16:creationId xmlns:a16="http://schemas.microsoft.com/office/drawing/2014/main" id="{7A11149F-4579-4E14-84FC-E0F35B3C189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57" name="Rectangle 43">
              <a:extLst>
                <a:ext uri="{FF2B5EF4-FFF2-40B4-BE49-F238E27FC236}">
                  <a16:creationId xmlns:a16="http://schemas.microsoft.com/office/drawing/2014/main" id="{DD9115E3-A3FD-4E7C-98C0-AEFC39AD1DD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58" name="Rectangle 44">
              <a:extLst>
                <a:ext uri="{FF2B5EF4-FFF2-40B4-BE49-F238E27FC236}">
                  <a16:creationId xmlns:a16="http://schemas.microsoft.com/office/drawing/2014/main" id="{79F3C8AD-470C-4E4C-B90F-2F1EC6A7317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59" name="Rectangle 45">
              <a:extLst>
                <a:ext uri="{FF2B5EF4-FFF2-40B4-BE49-F238E27FC236}">
                  <a16:creationId xmlns:a16="http://schemas.microsoft.com/office/drawing/2014/main" id="{CC1F7E65-B319-4350-895F-E42C0B91E44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60" name="Rectangle 46">
              <a:extLst>
                <a:ext uri="{FF2B5EF4-FFF2-40B4-BE49-F238E27FC236}">
                  <a16:creationId xmlns:a16="http://schemas.microsoft.com/office/drawing/2014/main" id="{291CDD41-E407-4024-B800-A087438CE83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61" name="Rectangle 47">
              <a:extLst>
                <a:ext uri="{FF2B5EF4-FFF2-40B4-BE49-F238E27FC236}">
                  <a16:creationId xmlns:a16="http://schemas.microsoft.com/office/drawing/2014/main" id="{78C5EE95-908A-4708-A027-07796248B16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62" name="Rectangle 48">
              <a:extLst>
                <a:ext uri="{FF2B5EF4-FFF2-40B4-BE49-F238E27FC236}">
                  <a16:creationId xmlns:a16="http://schemas.microsoft.com/office/drawing/2014/main" id="{D5943637-71EB-4775-85C6-B5C405AB371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63" name="Rectangle 49">
              <a:extLst>
                <a:ext uri="{FF2B5EF4-FFF2-40B4-BE49-F238E27FC236}">
                  <a16:creationId xmlns:a16="http://schemas.microsoft.com/office/drawing/2014/main" id="{522BF7E6-6D22-4FC7-9C3C-AE03A9AB99A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64" name="Rectangle 50">
              <a:extLst>
                <a:ext uri="{FF2B5EF4-FFF2-40B4-BE49-F238E27FC236}">
                  <a16:creationId xmlns:a16="http://schemas.microsoft.com/office/drawing/2014/main" id="{93E0E41B-CD15-49D7-B814-5119C11FC21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65" name="Rectangle 51">
              <a:extLst>
                <a:ext uri="{FF2B5EF4-FFF2-40B4-BE49-F238E27FC236}">
                  <a16:creationId xmlns:a16="http://schemas.microsoft.com/office/drawing/2014/main" id="{D9001C84-916C-4D44-B163-9B6D803B860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46585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66" name="Rectangle 52">
              <a:extLst>
                <a:ext uri="{FF2B5EF4-FFF2-40B4-BE49-F238E27FC236}">
                  <a16:creationId xmlns:a16="http://schemas.microsoft.com/office/drawing/2014/main" id="{56E998B4-4D8E-4AE8-8631-561E9253F1B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67" name="Rectangle 53">
              <a:extLst>
                <a:ext uri="{FF2B5EF4-FFF2-40B4-BE49-F238E27FC236}">
                  <a16:creationId xmlns:a16="http://schemas.microsoft.com/office/drawing/2014/main" id="{A7AC07BF-420E-4A11-8344-ABA8E324195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68" name="Rectangle 54">
              <a:extLst>
                <a:ext uri="{FF2B5EF4-FFF2-40B4-BE49-F238E27FC236}">
                  <a16:creationId xmlns:a16="http://schemas.microsoft.com/office/drawing/2014/main" id="{F90DC8F9-4F2F-41D8-A32C-454DE4DFF76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69" name="Rectangle 55">
              <a:extLst>
                <a:ext uri="{FF2B5EF4-FFF2-40B4-BE49-F238E27FC236}">
                  <a16:creationId xmlns:a16="http://schemas.microsoft.com/office/drawing/2014/main" id="{2DFE2E2F-6F65-4860-B56D-E1AB375D8F3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70" name="Rectangle 56">
              <a:extLst>
                <a:ext uri="{FF2B5EF4-FFF2-40B4-BE49-F238E27FC236}">
                  <a16:creationId xmlns:a16="http://schemas.microsoft.com/office/drawing/2014/main" id="{09E5BCCB-959F-49F1-9706-02E077E5B03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71" name="Rectangle 57">
              <a:extLst>
                <a:ext uri="{FF2B5EF4-FFF2-40B4-BE49-F238E27FC236}">
                  <a16:creationId xmlns:a16="http://schemas.microsoft.com/office/drawing/2014/main" id="{61837630-C388-4DC3-A108-B803C98564C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72" name="Rectangle 58">
              <a:extLst>
                <a:ext uri="{FF2B5EF4-FFF2-40B4-BE49-F238E27FC236}">
                  <a16:creationId xmlns:a16="http://schemas.microsoft.com/office/drawing/2014/main" id="{17C6A415-F8F1-4A14-A061-46421789288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73" name="Rectangle 59">
              <a:extLst>
                <a:ext uri="{FF2B5EF4-FFF2-40B4-BE49-F238E27FC236}">
                  <a16:creationId xmlns:a16="http://schemas.microsoft.com/office/drawing/2014/main" id="{928F03A2-01EF-42EA-9EAA-3196EFC8EC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74" name="Rectangle 60">
              <a:extLst>
                <a:ext uri="{FF2B5EF4-FFF2-40B4-BE49-F238E27FC236}">
                  <a16:creationId xmlns:a16="http://schemas.microsoft.com/office/drawing/2014/main" id="{422CE17E-6EFF-4E13-8117-3721B21545C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75" name="Rectangle 61">
              <a:extLst>
                <a:ext uri="{FF2B5EF4-FFF2-40B4-BE49-F238E27FC236}">
                  <a16:creationId xmlns:a16="http://schemas.microsoft.com/office/drawing/2014/main" id="{3B2453C8-3009-4A1B-ACDA-CF4E64EDBA0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730966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76" name="Rectangle 62">
              <a:extLst>
                <a:ext uri="{FF2B5EF4-FFF2-40B4-BE49-F238E27FC236}">
                  <a16:creationId xmlns:a16="http://schemas.microsoft.com/office/drawing/2014/main" id="{40E25B05-8FD5-42BE-9AA6-A8043A31AF3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77" name="Rectangle 63">
              <a:extLst>
                <a:ext uri="{FF2B5EF4-FFF2-40B4-BE49-F238E27FC236}">
                  <a16:creationId xmlns:a16="http://schemas.microsoft.com/office/drawing/2014/main" id="{E9159817-71F9-439E-A158-C72FE0DA63E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78" name="Rectangle 64">
              <a:extLst>
                <a:ext uri="{FF2B5EF4-FFF2-40B4-BE49-F238E27FC236}">
                  <a16:creationId xmlns:a16="http://schemas.microsoft.com/office/drawing/2014/main" id="{2818288B-FAC3-4F33-8533-DF624917DBB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79" name="Rectangle 65">
              <a:extLst>
                <a:ext uri="{FF2B5EF4-FFF2-40B4-BE49-F238E27FC236}">
                  <a16:creationId xmlns:a16="http://schemas.microsoft.com/office/drawing/2014/main" id="{CE9C12E9-B302-4934-AF1D-26BECA497A7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80" name="Rectangle 66">
              <a:extLst>
                <a:ext uri="{FF2B5EF4-FFF2-40B4-BE49-F238E27FC236}">
                  <a16:creationId xmlns:a16="http://schemas.microsoft.com/office/drawing/2014/main" id="{06DE4651-723B-4B63-88EA-516B329B3FD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81" name="Rectangle 67">
              <a:extLst>
                <a:ext uri="{FF2B5EF4-FFF2-40B4-BE49-F238E27FC236}">
                  <a16:creationId xmlns:a16="http://schemas.microsoft.com/office/drawing/2014/main" id="{6C56F7AE-C5EB-4AE3-B1A3-B80D50DD844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82" name="Rectangle 68">
              <a:extLst>
                <a:ext uri="{FF2B5EF4-FFF2-40B4-BE49-F238E27FC236}">
                  <a16:creationId xmlns:a16="http://schemas.microsoft.com/office/drawing/2014/main" id="{BAE77DED-93CF-4C1D-A3B4-8C7C32DE5A5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83" name="Rectangle 69">
              <a:extLst>
                <a:ext uri="{FF2B5EF4-FFF2-40B4-BE49-F238E27FC236}">
                  <a16:creationId xmlns:a16="http://schemas.microsoft.com/office/drawing/2014/main" id="{C4452BED-8D82-491F-8041-CAAA890311C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84" name="Rectangle 70">
              <a:extLst>
                <a:ext uri="{FF2B5EF4-FFF2-40B4-BE49-F238E27FC236}">
                  <a16:creationId xmlns:a16="http://schemas.microsoft.com/office/drawing/2014/main" id="{B361535F-1CAF-4C1C-A13A-15855A3BE8B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85" name="Rectangle 71">
              <a:extLst>
                <a:ext uri="{FF2B5EF4-FFF2-40B4-BE49-F238E27FC236}">
                  <a16:creationId xmlns:a16="http://schemas.microsoft.com/office/drawing/2014/main" id="{1B98B5EB-893E-423B-9E32-2EAD47F42E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002429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86" name="Rectangle 72">
              <a:extLst>
                <a:ext uri="{FF2B5EF4-FFF2-40B4-BE49-F238E27FC236}">
                  <a16:creationId xmlns:a16="http://schemas.microsoft.com/office/drawing/2014/main" id="{636CACA1-BA36-47BE-9458-DCDA411A441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87" name="Rectangle 73">
              <a:extLst>
                <a:ext uri="{FF2B5EF4-FFF2-40B4-BE49-F238E27FC236}">
                  <a16:creationId xmlns:a16="http://schemas.microsoft.com/office/drawing/2014/main" id="{5D384615-1488-47D6-AD12-48A35717FE4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88" name="Rectangle 74">
              <a:extLst>
                <a:ext uri="{FF2B5EF4-FFF2-40B4-BE49-F238E27FC236}">
                  <a16:creationId xmlns:a16="http://schemas.microsoft.com/office/drawing/2014/main" id="{D8ED3B74-250D-4FFF-B399-C9B895D61D6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89" name="Rectangle 75">
              <a:extLst>
                <a:ext uri="{FF2B5EF4-FFF2-40B4-BE49-F238E27FC236}">
                  <a16:creationId xmlns:a16="http://schemas.microsoft.com/office/drawing/2014/main" id="{B840BC21-607A-4C1D-B766-160FD930E09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90" name="Rectangle 76">
              <a:extLst>
                <a:ext uri="{FF2B5EF4-FFF2-40B4-BE49-F238E27FC236}">
                  <a16:creationId xmlns:a16="http://schemas.microsoft.com/office/drawing/2014/main" id="{50DF2484-39C1-4A97-B2CB-1168FA40510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91" name="Rectangle 77">
              <a:extLst>
                <a:ext uri="{FF2B5EF4-FFF2-40B4-BE49-F238E27FC236}">
                  <a16:creationId xmlns:a16="http://schemas.microsoft.com/office/drawing/2014/main" id="{83DFC780-A251-49D8-BD06-31D2ECC8797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92" name="Rectangle 78">
              <a:extLst>
                <a:ext uri="{FF2B5EF4-FFF2-40B4-BE49-F238E27FC236}">
                  <a16:creationId xmlns:a16="http://schemas.microsoft.com/office/drawing/2014/main" id="{CD162E5D-BB10-4B63-936F-65DE4C2B938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93" name="Rectangle 79">
              <a:extLst>
                <a:ext uri="{FF2B5EF4-FFF2-40B4-BE49-F238E27FC236}">
                  <a16:creationId xmlns:a16="http://schemas.microsoft.com/office/drawing/2014/main" id="{20252D65-7914-4B0E-B196-E9B472FEAE2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94" name="Rectangle 80">
              <a:extLst>
                <a:ext uri="{FF2B5EF4-FFF2-40B4-BE49-F238E27FC236}">
                  <a16:creationId xmlns:a16="http://schemas.microsoft.com/office/drawing/2014/main" id="{BA57B96E-99A0-4CAD-91F0-FF5C899CD5C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95" name="Rectangle 81">
              <a:extLst>
                <a:ext uri="{FF2B5EF4-FFF2-40B4-BE49-F238E27FC236}">
                  <a16:creationId xmlns:a16="http://schemas.microsoft.com/office/drawing/2014/main" id="{1FFA46A8-7211-4D56-8C3A-DB7FCFFB2A2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27230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96" name="Rectangle 82">
              <a:extLst>
                <a:ext uri="{FF2B5EF4-FFF2-40B4-BE49-F238E27FC236}">
                  <a16:creationId xmlns:a16="http://schemas.microsoft.com/office/drawing/2014/main" id="{4CD82EF0-636B-42CF-AC67-48E924EABD6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97" name="Rectangle 83">
              <a:extLst>
                <a:ext uri="{FF2B5EF4-FFF2-40B4-BE49-F238E27FC236}">
                  <a16:creationId xmlns:a16="http://schemas.microsoft.com/office/drawing/2014/main" id="{157EA43A-448E-4E25-8964-3ED6507BE79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98" name="Rectangle 84">
              <a:extLst>
                <a:ext uri="{FF2B5EF4-FFF2-40B4-BE49-F238E27FC236}">
                  <a16:creationId xmlns:a16="http://schemas.microsoft.com/office/drawing/2014/main" id="{60402D64-409D-43AF-94B4-4E3EF6596EE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90" name="Rectangle 86">
            <a:extLst>
              <a:ext uri="{FF2B5EF4-FFF2-40B4-BE49-F238E27FC236}">
                <a16:creationId xmlns:a16="http://schemas.microsoft.com/office/drawing/2014/main" id="{A5AF8A2D-D62C-4856-AFE4-FA133CDDB3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3028950"/>
            <a:ext cx="2338387" cy="5794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7" name="Rectangle 2">
            <a:extLst>
              <a:ext uri="{FF2B5EF4-FFF2-40B4-BE49-F238E27FC236}">
                <a16:creationId xmlns:a16="http://schemas.microsoft.com/office/drawing/2014/main" id="{1C084F45-F209-41C8-92DF-1F186DB4C9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We don</a:t>
            </a:r>
            <a:r>
              <a:rPr kumimoji="0" lang="fr-FR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 need the logic expressions anymore</a:t>
            </a:r>
            <a:endParaRPr kumimoji="0" lang="en-US" altLang="en-US" sz="36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9938" name="TextBox 7">
            <a:extLst>
              <a:ext uri="{FF2B5EF4-FFF2-40B4-BE49-F238E27FC236}">
                <a16:creationId xmlns:a16="http://schemas.microsoft.com/office/drawing/2014/main" id="{C7DFD915-759D-4F62-9C92-2B8FDB121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3275" y="3854450"/>
            <a:ext cx="12255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39939" name="Group 8">
            <a:extLst>
              <a:ext uri="{FF2B5EF4-FFF2-40B4-BE49-F238E27FC236}">
                <a16:creationId xmlns:a16="http://schemas.microsoft.com/office/drawing/2014/main" id="{3E16DF27-54DD-4362-A777-C6392D9267E6}"/>
              </a:ext>
            </a:extLst>
          </p:cNvPr>
          <p:cNvGrpSpPr>
            <a:grpSpLocks/>
          </p:cNvGrpSpPr>
          <p:nvPr/>
        </p:nvGrpSpPr>
        <p:grpSpPr bwMode="auto">
          <a:xfrm>
            <a:off x="652463" y="2286000"/>
            <a:ext cx="2243137" cy="461963"/>
            <a:chOff x="5084580" y="907175"/>
            <a:chExt cx="2243172" cy="461665"/>
          </a:xfrm>
        </p:grpSpPr>
        <p:sp>
          <p:nvSpPr>
            <p:cNvPr id="40023" name="TextBox 9">
              <a:extLst>
                <a:ext uri="{FF2B5EF4-FFF2-40B4-BE49-F238E27FC236}">
                  <a16:creationId xmlns:a16="http://schemas.microsoft.com/office/drawing/2014/main" id="{B98F8D96-C4A3-4D1C-989B-882BE0E832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4580" y="907175"/>
              <a:ext cx="224317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+ wy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40024" name="Straight Connector 10">
              <a:extLst>
                <a:ext uri="{FF2B5EF4-FFF2-40B4-BE49-F238E27FC236}">
                  <a16:creationId xmlns:a16="http://schemas.microsoft.com/office/drawing/2014/main" id="{14E37930-2D69-4FD3-8F0B-A2A9EAD141A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019632" y="991259"/>
              <a:ext cx="22860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9940" name="TextBox 11">
            <a:extLst>
              <a:ext uri="{FF2B5EF4-FFF2-40B4-BE49-F238E27FC236}">
                <a16:creationId xmlns:a16="http://schemas.microsoft.com/office/drawing/2014/main" id="{65729FB5-754F-4423-A4B1-010681F3CA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3" y="3059113"/>
            <a:ext cx="2185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+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39941" name="Group 1">
            <a:extLst>
              <a:ext uri="{FF2B5EF4-FFF2-40B4-BE49-F238E27FC236}">
                <a16:creationId xmlns:a16="http://schemas.microsoft.com/office/drawing/2014/main" id="{872CAC3D-A805-4719-8086-C29A41048B9A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2127250"/>
            <a:ext cx="3536950" cy="2460625"/>
            <a:chOff x="4614951" y="2127591"/>
            <a:chExt cx="3536950" cy="2460625"/>
          </a:xfrm>
        </p:grpSpPr>
        <p:sp>
          <p:nvSpPr>
            <p:cNvPr id="39942" name="Rectangle 4">
              <a:extLst>
                <a:ext uri="{FF2B5EF4-FFF2-40B4-BE49-F238E27FC236}">
                  <a16:creationId xmlns:a16="http://schemas.microsoft.com/office/drawing/2014/main" id="{755A8778-E893-459E-A376-EE0A84EA43D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43" name="Rectangle 5">
              <a:extLst>
                <a:ext uri="{FF2B5EF4-FFF2-40B4-BE49-F238E27FC236}">
                  <a16:creationId xmlns:a16="http://schemas.microsoft.com/office/drawing/2014/main" id="{609963E2-3F81-4095-B267-2EFF1ECEC57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44" name="Rectangle 6">
              <a:extLst>
                <a:ext uri="{FF2B5EF4-FFF2-40B4-BE49-F238E27FC236}">
                  <a16:creationId xmlns:a16="http://schemas.microsoft.com/office/drawing/2014/main" id="{03711306-D675-4578-9D21-A6C298351EC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45" name="Rectangle 7">
              <a:extLst>
                <a:ext uri="{FF2B5EF4-FFF2-40B4-BE49-F238E27FC236}">
                  <a16:creationId xmlns:a16="http://schemas.microsoft.com/office/drawing/2014/main" id="{DBC86A71-C937-427A-B8AE-B830F50AB94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46" name="Rectangle 8">
              <a:extLst>
                <a:ext uri="{FF2B5EF4-FFF2-40B4-BE49-F238E27FC236}">
                  <a16:creationId xmlns:a16="http://schemas.microsoft.com/office/drawing/2014/main" id="{C8B15034-2772-4445-B76A-0BF368C3205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47" name="Rectangle 9">
              <a:extLst>
                <a:ext uri="{FF2B5EF4-FFF2-40B4-BE49-F238E27FC236}">
                  <a16:creationId xmlns:a16="http://schemas.microsoft.com/office/drawing/2014/main" id="{8C8339C7-5E78-4B04-8512-0BB1BE8649C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48" name="Rectangle 10">
              <a:extLst>
                <a:ext uri="{FF2B5EF4-FFF2-40B4-BE49-F238E27FC236}">
                  <a16:creationId xmlns:a16="http://schemas.microsoft.com/office/drawing/2014/main" id="{2D99D91E-A350-4F73-ACCD-21CA87A3C69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49" name="Rectangle 11">
              <a:extLst>
                <a:ext uri="{FF2B5EF4-FFF2-40B4-BE49-F238E27FC236}">
                  <a16:creationId xmlns:a16="http://schemas.microsoft.com/office/drawing/2014/main" id="{570DC754-2243-4EFC-9396-D6A418105A8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50" name="Rectangle 12">
              <a:extLst>
                <a:ext uri="{FF2B5EF4-FFF2-40B4-BE49-F238E27FC236}">
                  <a16:creationId xmlns:a16="http://schemas.microsoft.com/office/drawing/2014/main" id="{4AD1DD37-CA94-406A-B461-20A55A68E37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51" name="Rectangle 13">
              <a:extLst>
                <a:ext uri="{FF2B5EF4-FFF2-40B4-BE49-F238E27FC236}">
                  <a16:creationId xmlns:a16="http://schemas.microsoft.com/office/drawing/2014/main" id="{9996F302-B766-4B63-8B57-7F534CDD6FD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52" name="Rectangle 14">
              <a:extLst>
                <a:ext uri="{FF2B5EF4-FFF2-40B4-BE49-F238E27FC236}">
                  <a16:creationId xmlns:a16="http://schemas.microsoft.com/office/drawing/2014/main" id="{BC42E2F2-9DA9-4CE3-8E34-3E7C815A087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53" name="Rectangle 15">
              <a:extLst>
                <a:ext uri="{FF2B5EF4-FFF2-40B4-BE49-F238E27FC236}">
                  <a16:creationId xmlns:a16="http://schemas.microsoft.com/office/drawing/2014/main" id="{E5036FB1-0F67-41E6-8ECC-9F11E6D2197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54" name="Rectangle 16">
              <a:extLst>
                <a:ext uri="{FF2B5EF4-FFF2-40B4-BE49-F238E27FC236}">
                  <a16:creationId xmlns:a16="http://schemas.microsoft.com/office/drawing/2014/main" id="{7EB01291-A265-49CC-AB65-EE40313C8D6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55" name="Rectangle 17">
              <a:extLst>
                <a:ext uri="{FF2B5EF4-FFF2-40B4-BE49-F238E27FC236}">
                  <a16:creationId xmlns:a16="http://schemas.microsoft.com/office/drawing/2014/main" id="{36D44B1D-7AC9-4D5C-B215-F98E521343A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56" name="Rectangle 18">
              <a:extLst>
                <a:ext uri="{FF2B5EF4-FFF2-40B4-BE49-F238E27FC236}">
                  <a16:creationId xmlns:a16="http://schemas.microsoft.com/office/drawing/2014/main" id="{6C457F56-8C56-4BD1-8DA2-394E9995BA0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57" name="Rectangle 19">
              <a:extLst>
                <a:ext uri="{FF2B5EF4-FFF2-40B4-BE49-F238E27FC236}">
                  <a16:creationId xmlns:a16="http://schemas.microsoft.com/office/drawing/2014/main" id="{3194512A-063E-4DA4-B5FE-52BDD9EB119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58" name="Rectangle 20">
              <a:extLst>
                <a:ext uri="{FF2B5EF4-FFF2-40B4-BE49-F238E27FC236}">
                  <a16:creationId xmlns:a16="http://schemas.microsoft.com/office/drawing/2014/main" id="{256BB063-AE4A-420B-B2B7-5F0180F0B2D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59" name="Rectangle 21">
              <a:extLst>
                <a:ext uri="{FF2B5EF4-FFF2-40B4-BE49-F238E27FC236}">
                  <a16:creationId xmlns:a16="http://schemas.microsoft.com/office/drawing/2014/main" id="{D6163F0B-A07E-4928-8C36-A3E3E622D0F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60" name="Rectangle 22">
              <a:extLst>
                <a:ext uri="{FF2B5EF4-FFF2-40B4-BE49-F238E27FC236}">
                  <a16:creationId xmlns:a16="http://schemas.microsoft.com/office/drawing/2014/main" id="{8B362BFF-4772-43B8-9F91-F12C7691502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61" name="Rectangle 23">
              <a:extLst>
                <a:ext uri="{FF2B5EF4-FFF2-40B4-BE49-F238E27FC236}">
                  <a16:creationId xmlns:a16="http://schemas.microsoft.com/office/drawing/2014/main" id="{41F09C96-5C26-47C2-8EB4-D86C1056F75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62" name="Rectangle 24">
              <a:extLst>
                <a:ext uri="{FF2B5EF4-FFF2-40B4-BE49-F238E27FC236}">
                  <a16:creationId xmlns:a16="http://schemas.microsoft.com/office/drawing/2014/main" id="{BECE7453-B4C4-44A7-A473-87931B8BCC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63" name="Rectangle 25">
              <a:extLst>
                <a:ext uri="{FF2B5EF4-FFF2-40B4-BE49-F238E27FC236}">
                  <a16:creationId xmlns:a16="http://schemas.microsoft.com/office/drawing/2014/main" id="{EE0491DE-75A3-426B-9CC1-C06F8094CD2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64" name="Rectangle 26">
              <a:extLst>
                <a:ext uri="{FF2B5EF4-FFF2-40B4-BE49-F238E27FC236}">
                  <a16:creationId xmlns:a16="http://schemas.microsoft.com/office/drawing/2014/main" id="{F7C3A7D4-A26F-49AC-B6C9-BE9361D5C04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65" name="Rectangle 27">
              <a:extLst>
                <a:ext uri="{FF2B5EF4-FFF2-40B4-BE49-F238E27FC236}">
                  <a16:creationId xmlns:a16="http://schemas.microsoft.com/office/drawing/2014/main" id="{2D3124CE-6666-4FF6-8E30-50DCD075E30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66" name="Rectangle 28">
              <a:extLst>
                <a:ext uri="{FF2B5EF4-FFF2-40B4-BE49-F238E27FC236}">
                  <a16:creationId xmlns:a16="http://schemas.microsoft.com/office/drawing/2014/main" id="{1D8839AF-11A0-4C62-B8DE-1C250DCD96A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67" name="Rectangle 29">
              <a:extLst>
                <a:ext uri="{FF2B5EF4-FFF2-40B4-BE49-F238E27FC236}">
                  <a16:creationId xmlns:a16="http://schemas.microsoft.com/office/drawing/2014/main" id="{915D3A24-2C73-4022-8B32-584F727AA7B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68" name="Rectangle 30">
              <a:extLst>
                <a:ext uri="{FF2B5EF4-FFF2-40B4-BE49-F238E27FC236}">
                  <a16:creationId xmlns:a16="http://schemas.microsoft.com/office/drawing/2014/main" id="{66B7360C-811A-4FE5-A062-90379034F4B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69" name="Rectangle 31">
              <a:extLst>
                <a:ext uri="{FF2B5EF4-FFF2-40B4-BE49-F238E27FC236}">
                  <a16:creationId xmlns:a16="http://schemas.microsoft.com/office/drawing/2014/main" id="{2579BE54-4025-441A-BB2D-AD88D365AFC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70" name="Rectangle 32">
              <a:extLst>
                <a:ext uri="{FF2B5EF4-FFF2-40B4-BE49-F238E27FC236}">
                  <a16:creationId xmlns:a16="http://schemas.microsoft.com/office/drawing/2014/main" id="{48217883-6CFE-47D4-92B9-6BE7762A1EA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71" name="Rectangle 33">
              <a:extLst>
                <a:ext uri="{FF2B5EF4-FFF2-40B4-BE49-F238E27FC236}">
                  <a16:creationId xmlns:a16="http://schemas.microsoft.com/office/drawing/2014/main" id="{B627A34E-1C71-49AD-A458-D6B26E1ECFB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72" name="Rectangle 34">
              <a:extLst>
                <a:ext uri="{FF2B5EF4-FFF2-40B4-BE49-F238E27FC236}">
                  <a16:creationId xmlns:a16="http://schemas.microsoft.com/office/drawing/2014/main" id="{F573567F-B95B-4CFB-B966-904BA5D2F3D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73" name="Rectangle 35">
              <a:extLst>
                <a:ext uri="{FF2B5EF4-FFF2-40B4-BE49-F238E27FC236}">
                  <a16:creationId xmlns:a16="http://schemas.microsoft.com/office/drawing/2014/main" id="{C4D59B6D-F3AA-4ABB-AED4-76183C34313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74" name="Rectangle 36">
              <a:extLst>
                <a:ext uri="{FF2B5EF4-FFF2-40B4-BE49-F238E27FC236}">
                  <a16:creationId xmlns:a16="http://schemas.microsoft.com/office/drawing/2014/main" id="{85DAE42D-09D8-4331-976A-484793D3AC8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75" name="Rectangle 37">
              <a:extLst>
                <a:ext uri="{FF2B5EF4-FFF2-40B4-BE49-F238E27FC236}">
                  <a16:creationId xmlns:a16="http://schemas.microsoft.com/office/drawing/2014/main" id="{B5981527-EAED-4760-9612-378891707B8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76" name="Rectangle 38">
              <a:extLst>
                <a:ext uri="{FF2B5EF4-FFF2-40B4-BE49-F238E27FC236}">
                  <a16:creationId xmlns:a16="http://schemas.microsoft.com/office/drawing/2014/main" id="{C08C425D-0636-44CD-B2B2-3CE05DDD160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77" name="Rectangle 39">
              <a:extLst>
                <a:ext uri="{FF2B5EF4-FFF2-40B4-BE49-F238E27FC236}">
                  <a16:creationId xmlns:a16="http://schemas.microsoft.com/office/drawing/2014/main" id="{63336FAB-9BE8-4B51-8939-A169B77DC54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78" name="Rectangle 40">
              <a:extLst>
                <a:ext uri="{FF2B5EF4-FFF2-40B4-BE49-F238E27FC236}">
                  <a16:creationId xmlns:a16="http://schemas.microsoft.com/office/drawing/2014/main" id="{974A8254-40B9-481E-9DB7-59EA116C3A9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79" name="Rectangle 41">
              <a:extLst>
                <a:ext uri="{FF2B5EF4-FFF2-40B4-BE49-F238E27FC236}">
                  <a16:creationId xmlns:a16="http://schemas.microsoft.com/office/drawing/2014/main" id="{486841F0-34E0-416D-9DEF-14CC51527D3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80" name="Rectangle 42">
              <a:extLst>
                <a:ext uri="{FF2B5EF4-FFF2-40B4-BE49-F238E27FC236}">
                  <a16:creationId xmlns:a16="http://schemas.microsoft.com/office/drawing/2014/main" id="{F5FEA156-6AD8-477C-8BBC-D6FE309E80A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81" name="Rectangle 43">
              <a:extLst>
                <a:ext uri="{FF2B5EF4-FFF2-40B4-BE49-F238E27FC236}">
                  <a16:creationId xmlns:a16="http://schemas.microsoft.com/office/drawing/2014/main" id="{22C31318-B466-468D-A7A0-A66B3F4D6ED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82" name="Rectangle 44">
              <a:extLst>
                <a:ext uri="{FF2B5EF4-FFF2-40B4-BE49-F238E27FC236}">
                  <a16:creationId xmlns:a16="http://schemas.microsoft.com/office/drawing/2014/main" id="{DEFD828E-8F99-49BD-8B93-9BB71D2E1CE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83" name="Rectangle 45">
              <a:extLst>
                <a:ext uri="{FF2B5EF4-FFF2-40B4-BE49-F238E27FC236}">
                  <a16:creationId xmlns:a16="http://schemas.microsoft.com/office/drawing/2014/main" id="{FD89E2C3-C96A-41AE-AC8D-AB15D3F8C05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84" name="Rectangle 46">
              <a:extLst>
                <a:ext uri="{FF2B5EF4-FFF2-40B4-BE49-F238E27FC236}">
                  <a16:creationId xmlns:a16="http://schemas.microsoft.com/office/drawing/2014/main" id="{D6ED687E-316D-40B4-B8A2-BD571B41B56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85" name="Rectangle 47">
              <a:extLst>
                <a:ext uri="{FF2B5EF4-FFF2-40B4-BE49-F238E27FC236}">
                  <a16:creationId xmlns:a16="http://schemas.microsoft.com/office/drawing/2014/main" id="{38993EB9-884B-459F-B610-2645C47EBC0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86" name="Rectangle 48">
              <a:extLst>
                <a:ext uri="{FF2B5EF4-FFF2-40B4-BE49-F238E27FC236}">
                  <a16:creationId xmlns:a16="http://schemas.microsoft.com/office/drawing/2014/main" id="{3B693D06-6483-45EB-B576-833AB2D4CE5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87" name="Rectangle 49">
              <a:extLst>
                <a:ext uri="{FF2B5EF4-FFF2-40B4-BE49-F238E27FC236}">
                  <a16:creationId xmlns:a16="http://schemas.microsoft.com/office/drawing/2014/main" id="{DB3A3DE8-C462-4352-8F3D-CCED91DFFB4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88" name="Rectangle 50">
              <a:extLst>
                <a:ext uri="{FF2B5EF4-FFF2-40B4-BE49-F238E27FC236}">
                  <a16:creationId xmlns:a16="http://schemas.microsoft.com/office/drawing/2014/main" id="{0250E237-0CE5-49C0-B160-F1BE3DBDCDF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89" name="Rectangle 51">
              <a:extLst>
                <a:ext uri="{FF2B5EF4-FFF2-40B4-BE49-F238E27FC236}">
                  <a16:creationId xmlns:a16="http://schemas.microsoft.com/office/drawing/2014/main" id="{F35104D6-B270-4468-B153-FBF3DC70E39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46585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90" name="Rectangle 52">
              <a:extLst>
                <a:ext uri="{FF2B5EF4-FFF2-40B4-BE49-F238E27FC236}">
                  <a16:creationId xmlns:a16="http://schemas.microsoft.com/office/drawing/2014/main" id="{4B2D9766-7947-4830-B396-9D104B8D10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91" name="Rectangle 53">
              <a:extLst>
                <a:ext uri="{FF2B5EF4-FFF2-40B4-BE49-F238E27FC236}">
                  <a16:creationId xmlns:a16="http://schemas.microsoft.com/office/drawing/2014/main" id="{5769FA41-3372-4728-A141-7AEF8D61146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92" name="Rectangle 54">
              <a:extLst>
                <a:ext uri="{FF2B5EF4-FFF2-40B4-BE49-F238E27FC236}">
                  <a16:creationId xmlns:a16="http://schemas.microsoft.com/office/drawing/2014/main" id="{A9C5D35E-6D93-4F94-B1F7-86F77158F00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93" name="Rectangle 55">
              <a:extLst>
                <a:ext uri="{FF2B5EF4-FFF2-40B4-BE49-F238E27FC236}">
                  <a16:creationId xmlns:a16="http://schemas.microsoft.com/office/drawing/2014/main" id="{A1F3BBEC-7AF6-4752-B1EB-D784004CC80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94" name="Rectangle 56">
              <a:extLst>
                <a:ext uri="{FF2B5EF4-FFF2-40B4-BE49-F238E27FC236}">
                  <a16:creationId xmlns:a16="http://schemas.microsoft.com/office/drawing/2014/main" id="{3DF2500A-6E33-4473-AEC9-D31D9F4019F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95" name="Rectangle 57">
              <a:extLst>
                <a:ext uri="{FF2B5EF4-FFF2-40B4-BE49-F238E27FC236}">
                  <a16:creationId xmlns:a16="http://schemas.microsoft.com/office/drawing/2014/main" id="{9B488A38-D223-4C19-BAF2-2D2A84EC243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96" name="Rectangle 58">
              <a:extLst>
                <a:ext uri="{FF2B5EF4-FFF2-40B4-BE49-F238E27FC236}">
                  <a16:creationId xmlns:a16="http://schemas.microsoft.com/office/drawing/2014/main" id="{94034EE5-FB4E-439A-AB8F-CFA24F2241F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97" name="Rectangle 59">
              <a:extLst>
                <a:ext uri="{FF2B5EF4-FFF2-40B4-BE49-F238E27FC236}">
                  <a16:creationId xmlns:a16="http://schemas.microsoft.com/office/drawing/2014/main" id="{E8768A5D-8CBC-4602-AFC4-8641E21B769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98" name="Rectangle 60">
              <a:extLst>
                <a:ext uri="{FF2B5EF4-FFF2-40B4-BE49-F238E27FC236}">
                  <a16:creationId xmlns:a16="http://schemas.microsoft.com/office/drawing/2014/main" id="{E28A8574-E9C3-45E7-BA33-7F80BD9622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999" name="Rectangle 61">
              <a:extLst>
                <a:ext uri="{FF2B5EF4-FFF2-40B4-BE49-F238E27FC236}">
                  <a16:creationId xmlns:a16="http://schemas.microsoft.com/office/drawing/2014/main" id="{66E9C05C-3028-444C-BAEC-DCF311350CF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730966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00" name="Rectangle 62">
              <a:extLst>
                <a:ext uri="{FF2B5EF4-FFF2-40B4-BE49-F238E27FC236}">
                  <a16:creationId xmlns:a16="http://schemas.microsoft.com/office/drawing/2014/main" id="{887FB7F4-A96F-49CC-A9AA-9BA71FC4E2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01" name="Rectangle 63">
              <a:extLst>
                <a:ext uri="{FF2B5EF4-FFF2-40B4-BE49-F238E27FC236}">
                  <a16:creationId xmlns:a16="http://schemas.microsoft.com/office/drawing/2014/main" id="{772C31A2-8F7E-4A67-A063-835412FD9F9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02" name="Rectangle 64">
              <a:extLst>
                <a:ext uri="{FF2B5EF4-FFF2-40B4-BE49-F238E27FC236}">
                  <a16:creationId xmlns:a16="http://schemas.microsoft.com/office/drawing/2014/main" id="{98E5B999-E8EA-4F4D-BE6A-29BD6F321DF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03" name="Rectangle 65">
              <a:extLst>
                <a:ext uri="{FF2B5EF4-FFF2-40B4-BE49-F238E27FC236}">
                  <a16:creationId xmlns:a16="http://schemas.microsoft.com/office/drawing/2014/main" id="{2E10A5EF-5883-4574-8626-1045E9192BE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04" name="Rectangle 66">
              <a:extLst>
                <a:ext uri="{FF2B5EF4-FFF2-40B4-BE49-F238E27FC236}">
                  <a16:creationId xmlns:a16="http://schemas.microsoft.com/office/drawing/2014/main" id="{B5EA7C02-2920-484D-B90A-6E699AE194C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05" name="Rectangle 67">
              <a:extLst>
                <a:ext uri="{FF2B5EF4-FFF2-40B4-BE49-F238E27FC236}">
                  <a16:creationId xmlns:a16="http://schemas.microsoft.com/office/drawing/2014/main" id="{8D1A7678-475B-4253-9AB1-2F140707A71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06" name="Rectangle 68">
              <a:extLst>
                <a:ext uri="{FF2B5EF4-FFF2-40B4-BE49-F238E27FC236}">
                  <a16:creationId xmlns:a16="http://schemas.microsoft.com/office/drawing/2014/main" id="{75784EFA-55A8-47A9-9904-BA72AF6136C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07" name="Rectangle 69">
              <a:extLst>
                <a:ext uri="{FF2B5EF4-FFF2-40B4-BE49-F238E27FC236}">
                  <a16:creationId xmlns:a16="http://schemas.microsoft.com/office/drawing/2014/main" id="{7E519DF3-AE0D-477A-B8BA-A9DBB558322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08" name="Rectangle 70">
              <a:extLst>
                <a:ext uri="{FF2B5EF4-FFF2-40B4-BE49-F238E27FC236}">
                  <a16:creationId xmlns:a16="http://schemas.microsoft.com/office/drawing/2014/main" id="{6EE1B494-2349-46B8-932E-CB51F5D6542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09" name="Rectangle 71">
              <a:extLst>
                <a:ext uri="{FF2B5EF4-FFF2-40B4-BE49-F238E27FC236}">
                  <a16:creationId xmlns:a16="http://schemas.microsoft.com/office/drawing/2014/main" id="{BBCFB971-2C70-4A58-BC99-638C665AC8C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002429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10" name="Rectangle 72">
              <a:extLst>
                <a:ext uri="{FF2B5EF4-FFF2-40B4-BE49-F238E27FC236}">
                  <a16:creationId xmlns:a16="http://schemas.microsoft.com/office/drawing/2014/main" id="{FA7B48B4-740C-4061-A619-5CD3536121C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11" name="Rectangle 73">
              <a:extLst>
                <a:ext uri="{FF2B5EF4-FFF2-40B4-BE49-F238E27FC236}">
                  <a16:creationId xmlns:a16="http://schemas.microsoft.com/office/drawing/2014/main" id="{12AF81EE-8BA7-4A6E-99AC-9955E7E81B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12" name="Rectangle 74">
              <a:extLst>
                <a:ext uri="{FF2B5EF4-FFF2-40B4-BE49-F238E27FC236}">
                  <a16:creationId xmlns:a16="http://schemas.microsoft.com/office/drawing/2014/main" id="{07C0EDFC-A6E8-4207-84B3-81455D0E15A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13" name="Rectangle 75">
              <a:extLst>
                <a:ext uri="{FF2B5EF4-FFF2-40B4-BE49-F238E27FC236}">
                  <a16:creationId xmlns:a16="http://schemas.microsoft.com/office/drawing/2014/main" id="{5B51652F-9653-4F4B-82AD-6E455408A4E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14" name="Rectangle 76">
              <a:extLst>
                <a:ext uri="{FF2B5EF4-FFF2-40B4-BE49-F238E27FC236}">
                  <a16:creationId xmlns:a16="http://schemas.microsoft.com/office/drawing/2014/main" id="{B1CFEFB5-3A86-49BC-B791-52C35AF4420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15" name="Rectangle 77">
              <a:extLst>
                <a:ext uri="{FF2B5EF4-FFF2-40B4-BE49-F238E27FC236}">
                  <a16:creationId xmlns:a16="http://schemas.microsoft.com/office/drawing/2014/main" id="{59280337-DF54-4B22-8626-5759126439D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16" name="Rectangle 78">
              <a:extLst>
                <a:ext uri="{FF2B5EF4-FFF2-40B4-BE49-F238E27FC236}">
                  <a16:creationId xmlns:a16="http://schemas.microsoft.com/office/drawing/2014/main" id="{B97A8F04-5470-4F96-9E6F-F562D825FA0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17" name="Rectangle 79">
              <a:extLst>
                <a:ext uri="{FF2B5EF4-FFF2-40B4-BE49-F238E27FC236}">
                  <a16:creationId xmlns:a16="http://schemas.microsoft.com/office/drawing/2014/main" id="{9D2A3089-21B8-4B2F-82A1-B93C4CE4A1D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18" name="Rectangle 80">
              <a:extLst>
                <a:ext uri="{FF2B5EF4-FFF2-40B4-BE49-F238E27FC236}">
                  <a16:creationId xmlns:a16="http://schemas.microsoft.com/office/drawing/2014/main" id="{E490E4D5-CCD4-42D7-902F-3B2ADE97261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19" name="Rectangle 81">
              <a:extLst>
                <a:ext uri="{FF2B5EF4-FFF2-40B4-BE49-F238E27FC236}">
                  <a16:creationId xmlns:a16="http://schemas.microsoft.com/office/drawing/2014/main" id="{CE5C345E-1BC6-4F30-85B8-A4C5258FD64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27230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20" name="Rectangle 82">
              <a:extLst>
                <a:ext uri="{FF2B5EF4-FFF2-40B4-BE49-F238E27FC236}">
                  <a16:creationId xmlns:a16="http://schemas.microsoft.com/office/drawing/2014/main" id="{1EDB1AA7-F722-432A-BF10-ADD7B8D3AEF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21" name="Rectangle 83">
              <a:extLst>
                <a:ext uri="{FF2B5EF4-FFF2-40B4-BE49-F238E27FC236}">
                  <a16:creationId xmlns:a16="http://schemas.microsoft.com/office/drawing/2014/main" id="{1C3793A6-D8D4-442C-9DDA-DE4E4B04B50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22" name="Rectangle 84">
              <a:extLst>
                <a:ext uri="{FF2B5EF4-FFF2-40B4-BE49-F238E27FC236}">
                  <a16:creationId xmlns:a16="http://schemas.microsoft.com/office/drawing/2014/main" id="{86A5D409-3E96-4C8E-8BC8-F8359E54E10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1" name="Rectangle 2">
            <a:extLst>
              <a:ext uri="{FF2B5EF4-FFF2-40B4-BE49-F238E27FC236}">
                <a16:creationId xmlns:a16="http://schemas.microsoft.com/office/drawing/2014/main" id="{9B75DD83-0913-4E0E-AA9C-F0AB0DC9FB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490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We don</a:t>
            </a:r>
            <a:r>
              <a:rPr kumimoji="0" lang="fr-FR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 need the logic expressions anymore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0962" name="Group 1">
            <a:extLst>
              <a:ext uri="{FF2B5EF4-FFF2-40B4-BE49-F238E27FC236}">
                <a16:creationId xmlns:a16="http://schemas.microsoft.com/office/drawing/2014/main" id="{07A09863-DEB4-49A0-92A4-0DC5AB2DD64A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1066800"/>
            <a:ext cx="3536950" cy="2460625"/>
            <a:chOff x="4614951" y="2127591"/>
            <a:chExt cx="3536950" cy="2460625"/>
          </a:xfrm>
        </p:grpSpPr>
        <p:sp>
          <p:nvSpPr>
            <p:cNvPr id="40963" name="Rectangle 4">
              <a:extLst>
                <a:ext uri="{FF2B5EF4-FFF2-40B4-BE49-F238E27FC236}">
                  <a16:creationId xmlns:a16="http://schemas.microsoft.com/office/drawing/2014/main" id="{608DD113-15E0-4792-A0C4-AB092DBBFCF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64" name="Rectangle 5">
              <a:extLst>
                <a:ext uri="{FF2B5EF4-FFF2-40B4-BE49-F238E27FC236}">
                  <a16:creationId xmlns:a16="http://schemas.microsoft.com/office/drawing/2014/main" id="{0A928C51-F1D7-4750-8A81-5C4A2186536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65" name="Rectangle 6">
              <a:extLst>
                <a:ext uri="{FF2B5EF4-FFF2-40B4-BE49-F238E27FC236}">
                  <a16:creationId xmlns:a16="http://schemas.microsoft.com/office/drawing/2014/main" id="{3AF3080F-ED84-4557-B8C1-864810E69EE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66" name="Rectangle 7">
              <a:extLst>
                <a:ext uri="{FF2B5EF4-FFF2-40B4-BE49-F238E27FC236}">
                  <a16:creationId xmlns:a16="http://schemas.microsoft.com/office/drawing/2014/main" id="{2816CEB1-AD80-45C6-9094-7ECD33ED423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67" name="Rectangle 8">
              <a:extLst>
                <a:ext uri="{FF2B5EF4-FFF2-40B4-BE49-F238E27FC236}">
                  <a16:creationId xmlns:a16="http://schemas.microsoft.com/office/drawing/2014/main" id="{C4DCF017-357A-4D42-8907-1761ED5B383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68" name="Rectangle 9">
              <a:extLst>
                <a:ext uri="{FF2B5EF4-FFF2-40B4-BE49-F238E27FC236}">
                  <a16:creationId xmlns:a16="http://schemas.microsoft.com/office/drawing/2014/main" id="{173B86C9-8E1D-4A7E-A67C-764A428F979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69" name="Rectangle 10">
              <a:extLst>
                <a:ext uri="{FF2B5EF4-FFF2-40B4-BE49-F238E27FC236}">
                  <a16:creationId xmlns:a16="http://schemas.microsoft.com/office/drawing/2014/main" id="{FD026741-63F7-46CF-87F4-03421733A04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70" name="Rectangle 11">
              <a:extLst>
                <a:ext uri="{FF2B5EF4-FFF2-40B4-BE49-F238E27FC236}">
                  <a16:creationId xmlns:a16="http://schemas.microsoft.com/office/drawing/2014/main" id="{463B2CD6-6D54-4335-8679-9E741E7728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71" name="Rectangle 12">
              <a:extLst>
                <a:ext uri="{FF2B5EF4-FFF2-40B4-BE49-F238E27FC236}">
                  <a16:creationId xmlns:a16="http://schemas.microsoft.com/office/drawing/2014/main" id="{1B8D92AA-CB88-40EB-B3AB-751B8D8777D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72" name="Rectangle 13">
              <a:extLst>
                <a:ext uri="{FF2B5EF4-FFF2-40B4-BE49-F238E27FC236}">
                  <a16:creationId xmlns:a16="http://schemas.microsoft.com/office/drawing/2014/main" id="{14FA7523-EBA3-408C-AD77-76A00733B01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73" name="Rectangle 14">
              <a:extLst>
                <a:ext uri="{FF2B5EF4-FFF2-40B4-BE49-F238E27FC236}">
                  <a16:creationId xmlns:a16="http://schemas.microsoft.com/office/drawing/2014/main" id="{0CDF91FF-5903-40C0-B9EA-1A54EF18D35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74" name="Rectangle 15">
              <a:extLst>
                <a:ext uri="{FF2B5EF4-FFF2-40B4-BE49-F238E27FC236}">
                  <a16:creationId xmlns:a16="http://schemas.microsoft.com/office/drawing/2014/main" id="{00FEE881-0381-4648-B904-1C53F4BCAF7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75" name="Rectangle 16">
              <a:extLst>
                <a:ext uri="{FF2B5EF4-FFF2-40B4-BE49-F238E27FC236}">
                  <a16:creationId xmlns:a16="http://schemas.microsoft.com/office/drawing/2014/main" id="{5941E2DF-15F5-4E4B-A184-761FB8CFCCC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76" name="Rectangle 17">
              <a:extLst>
                <a:ext uri="{FF2B5EF4-FFF2-40B4-BE49-F238E27FC236}">
                  <a16:creationId xmlns:a16="http://schemas.microsoft.com/office/drawing/2014/main" id="{F88F5094-7864-4A7A-8C0D-68CCE9596D6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77" name="Rectangle 18">
              <a:extLst>
                <a:ext uri="{FF2B5EF4-FFF2-40B4-BE49-F238E27FC236}">
                  <a16:creationId xmlns:a16="http://schemas.microsoft.com/office/drawing/2014/main" id="{AE9D4824-CCFB-497D-943D-939FCDA17C3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78" name="Rectangle 19">
              <a:extLst>
                <a:ext uri="{FF2B5EF4-FFF2-40B4-BE49-F238E27FC236}">
                  <a16:creationId xmlns:a16="http://schemas.microsoft.com/office/drawing/2014/main" id="{1F8C1715-D95A-4839-9EAA-135EA24636F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79" name="Rectangle 20">
              <a:extLst>
                <a:ext uri="{FF2B5EF4-FFF2-40B4-BE49-F238E27FC236}">
                  <a16:creationId xmlns:a16="http://schemas.microsoft.com/office/drawing/2014/main" id="{BAF33990-D3EF-4C31-B2C4-2005300D57C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80" name="Rectangle 21">
              <a:extLst>
                <a:ext uri="{FF2B5EF4-FFF2-40B4-BE49-F238E27FC236}">
                  <a16:creationId xmlns:a16="http://schemas.microsoft.com/office/drawing/2014/main" id="{161E19D2-67C6-465D-9E8B-7D3BD740AAF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81" name="Rectangle 22">
              <a:extLst>
                <a:ext uri="{FF2B5EF4-FFF2-40B4-BE49-F238E27FC236}">
                  <a16:creationId xmlns:a16="http://schemas.microsoft.com/office/drawing/2014/main" id="{C3646CAF-0AC1-4F53-91EA-F8DA843A881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82" name="Rectangle 23">
              <a:extLst>
                <a:ext uri="{FF2B5EF4-FFF2-40B4-BE49-F238E27FC236}">
                  <a16:creationId xmlns:a16="http://schemas.microsoft.com/office/drawing/2014/main" id="{301E2A3A-6944-4DD2-BB59-92A4603667B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83" name="Rectangle 24">
              <a:extLst>
                <a:ext uri="{FF2B5EF4-FFF2-40B4-BE49-F238E27FC236}">
                  <a16:creationId xmlns:a16="http://schemas.microsoft.com/office/drawing/2014/main" id="{5686B2FE-781F-4BCC-8F1B-48BA6EF71F8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84" name="Rectangle 25">
              <a:extLst>
                <a:ext uri="{FF2B5EF4-FFF2-40B4-BE49-F238E27FC236}">
                  <a16:creationId xmlns:a16="http://schemas.microsoft.com/office/drawing/2014/main" id="{8173D616-0FF1-432F-9987-00A1B7FFA6A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85" name="Rectangle 26">
              <a:extLst>
                <a:ext uri="{FF2B5EF4-FFF2-40B4-BE49-F238E27FC236}">
                  <a16:creationId xmlns:a16="http://schemas.microsoft.com/office/drawing/2014/main" id="{74D40C18-9155-4249-B21F-B49715B95E2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86" name="Rectangle 27">
              <a:extLst>
                <a:ext uri="{FF2B5EF4-FFF2-40B4-BE49-F238E27FC236}">
                  <a16:creationId xmlns:a16="http://schemas.microsoft.com/office/drawing/2014/main" id="{DC603EC6-8D66-495E-AED5-8D464C5E91A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87" name="Rectangle 28">
              <a:extLst>
                <a:ext uri="{FF2B5EF4-FFF2-40B4-BE49-F238E27FC236}">
                  <a16:creationId xmlns:a16="http://schemas.microsoft.com/office/drawing/2014/main" id="{1693CD96-115B-46DA-9F8A-7147D1750E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88" name="Rectangle 29">
              <a:extLst>
                <a:ext uri="{FF2B5EF4-FFF2-40B4-BE49-F238E27FC236}">
                  <a16:creationId xmlns:a16="http://schemas.microsoft.com/office/drawing/2014/main" id="{DF074460-9DD2-4FB7-BB9D-CDCD2C4C10A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89" name="Rectangle 30">
              <a:extLst>
                <a:ext uri="{FF2B5EF4-FFF2-40B4-BE49-F238E27FC236}">
                  <a16:creationId xmlns:a16="http://schemas.microsoft.com/office/drawing/2014/main" id="{8F28E72E-A08C-448E-B9A3-2C7978313F1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90" name="Rectangle 31">
              <a:extLst>
                <a:ext uri="{FF2B5EF4-FFF2-40B4-BE49-F238E27FC236}">
                  <a16:creationId xmlns:a16="http://schemas.microsoft.com/office/drawing/2014/main" id="{9A426117-55A3-4230-AAA7-D39759FD3DC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91" name="Rectangle 32">
              <a:extLst>
                <a:ext uri="{FF2B5EF4-FFF2-40B4-BE49-F238E27FC236}">
                  <a16:creationId xmlns:a16="http://schemas.microsoft.com/office/drawing/2014/main" id="{D4B7D38A-1DE7-4821-B4E0-4D97229C59A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92" name="Rectangle 33">
              <a:extLst>
                <a:ext uri="{FF2B5EF4-FFF2-40B4-BE49-F238E27FC236}">
                  <a16:creationId xmlns:a16="http://schemas.microsoft.com/office/drawing/2014/main" id="{2D8BCBA9-49A7-46AB-AACB-EED4C0C1B0A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93" name="Rectangle 34">
              <a:extLst>
                <a:ext uri="{FF2B5EF4-FFF2-40B4-BE49-F238E27FC236}">
                  <a16:creationId xmlns:a16="http://schemas.microsoft.com/office/drawing/2014/main" id="{55F34F8C-A8FE-475F-BDE1-9A255B64B6B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94" name="Rectangle 35">
              <a:extLst>
                <a:ext uri="{FF2B5EF4-FFF2-40B4-BE49-F238E27FC236}">
                  <a16:creationId xmlns:a16="http://schemas.microsoft.com/office/drawing/2014/main" id="{D9F9A3E7-9128-4175-9778-DCC7619E73B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95" name="Rectangle 36">
              <a:extLst>
                <a:ext uri="{FF2B5EF4-FFF2-40B4-BE49-F238E27FC236}">
                  <a16:creationId xmlns:a16="http://schemas.microsoft.com/office/drawing/2014/main" id="{FFFF1452-CC84-4DC1-8C26-59B8CE39099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96" name="Rectangle 37">
              <a:extLst>
                <a:ext uri="{FF2B5EF4-FFF2-40B4-BE49-F238E27FC236}">
                  <a16:creationId xmlns:a16="http://schemas.microsoft.com/office/drawing/2014/main" id="{DDA1B33D-5869-46CA-A960-AA5EF9DE98C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97" name="Rectangle 38">
              <a:extLst>
                <a:ext uri="{FF2B5EF4-FFF2-40B4-BE49-F238E27FC236}">
                  <a16:creationId xmlns:a16="http://schemas.microsoft.com/office/drawing/2014/main" id="{D437A7AE-4AAE-4146-B00A-E17EA3450E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98" name="Rectangle 39">
              <a:extLst>
                <a:ext uri="{FF2B5EF4-FFF2-40B4-BE49-F238E27FC236}">
                  <a16:creationId xmlns:a16="http://schemas.microsoft.com/office/drawing/2014/main" id="{9DC6E324-1963-4984-8DB0-69DF93322BD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999" name="Rectangle 40">
              <a:extLst>
                <a:ext uri="{FF2B5EF4-FFF2-40B4-BE49-F238E27FC236}">
                  <a16:creationId xmlns:a16="http://schemas.microsoft.com/office/drawing/2014/main" id="{F8818730-6191-4857-BF34-9ABB2C36704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00" name="Rectangle 41">
              <a:extLst>
                <a:ext uri="{FF2B5EF4-FFF2-40B4-BE49-F238E27FC236}">
                  <a16:creationId xmlns:a16="http://schemas.microsoft.com/office/drawing/2014/main" id="{A45806FF-A613-4425-BA88-268BB70E1B4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01" name="Rectangle 42">
              <a:extLst>
                <a:ext uri="{FF2B5EF4-FFF2-40B4-BE49-F238E27FC236}">
                  <a16:creationId xmlns:a16="http://schemas.microsoft.com/office/drawing/2014/main" id="{E0DEFD8D-F577-4ECC-81F4-ACE88566344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02" name="Rectangle 43">
              <a:extLst>
                <a:ext uri="{FF2B5EF4-FFF2-40B4-BE49-F238E27FC236}">
                  <a16:creationId xmlns:a16="http://schemas.microsoft.com/office/drawing/2014/main" id="{769788D8-CA5B-40FD-9AAE-9E775B8F4B9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03" name="Rectangle 44">
              <a:extLst>
                <a:ext uri="{FF2B5EF4-FFF2-40B4-BE49-F238E27FC236}">
                  <a16:creationId xmlns:a16="http://schemas.microsoft.com/office/drawing/2014/main" id="{9C6D94F1-E7FA-4348-A029-FEFCF34F3FC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04" name="Rectangle 45">
              <a:extLst>
                <a:ext uri="{FF2B5EF4-FFF2-40B4-BE49-F238E27FC236}">
                  <a16:creationId xmlns:a16="http://schemas.microsoft.com/office/drawing/2014/main" id="{BDD9DEBB-37D7-41AF-A414-925DC7FCA8C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05" name="Rectangle 46">
              <a:extLst>
                <a:ext uri="{FF2B5EF4-FFF2-40B4-BE49-F238E27FC236}">
                  <a16:creationId xmlns:a16="http://schemas.microsoft.com/office/drawing/2014/main" id="{6B609F09-816E-453F-BAA6-8FA612C6E7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06" name="Rectangle 47">
              <a:extLst>
                <a:ext uri="{FF2B5EF4-FFF2-40B4-BE49-F238E27FC236}">
                  <a16:creationId xmlns:a16="http://schemas.microsoft.com/office/drawing/2014/main" id="{9E3B2A1A-035D-4A65-ACAB-D1655CE6FA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07" name="Rectangle 48">
              <a:extLst>
                <a:ext uri="{FF2B5EF4-FFF2-40B4-BE49-F238E27FC236}">
                  <a16:creationId xmlns:a16="http://schemas.microsoft.com/office/drawing/2014/main" id="{013C2E4B-6B82-40FD-8B63-929632EE4DC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08" name="Rectangle 49">
              <a:extLst>
                <a:ext uri="{FF2B5EF4-FFF2-40B4-BE49-F238E27FC236}">
                  <a16:creationId xmlns:a16="http://schemas.microsoft.com/office/drawing/2014/main" id="{A5A7F639-992C-4E7E-B470-5283500CF24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09" name="Rectangle 50">
              <a:extLst>
                <a:ext uri="{FF2B5EF4-FFF2-40B4-BE49-F238E27FC236}">
                  <a16:creationId xmlns:a16="http://schemas.microsoft.com/office/drawing/2014/main" id="{23994858-E79F-43E5-AC9C-BA78587F489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10" name="Rectangle 51">
              <a:extLst>
                <a:ext uri="{FF2B5EF4-FFF2-40B4-BE49-F238E27FC236}">
                  <a16:creationId xmlns:a16="http://schemas.microsoft.com/office/drawing/2014/main" id="{F3581206-BC91-4827-912D-AD6ED0A4BD2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46585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11" name="Rectangle 52">
              <a:extLst>
                <a:ext uri="{FF2B5EF4-FFF2-40B4-BE49-F238E27FC236}">
                  <a16:creationId xmlns:a16="http://schemas.microsoft.com/office/drawing/2014/main" id="{6ADDA107-1A12-4061-8E24-B3C9551800C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12" name="Rectangle 53">
              <a:extLst>
                <a:ext uri="{FF2B5EF4-FFF2-40B4-BE49-F238E27FC236}">
                  <a16:creationId xmlns:a16="http://schemas.microsoft.com/office/drawing/2014/main" id="{DAA1275D-0F22-41D5-824C-D223068CFC2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13" name="Rectangle 54">
              <a:extLst>
                <a:ext uri="{FF2B5EF4-FFF2-40B4-BE49-F238E27FC236}">
                  <a16:creationId xmlns:a16="http://schemas.microsoft.com/office/drawing/2014/main" id="{AB0F6267-C359-4CE8-BD74-8AF8C449F1A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14" name="Rectangle 55">
              <a:extLst>
                <a:ext uri="{FF2B5EF4-FFF2-40B4-BE49-F238E27FC236}">
                  <a16:creationId xmlns:a16="http://schemas.microsoft.com/office/drawing/2014/main" id="{7B76155E-F115-422D-B65D-EC124B43F3D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15" name="Rectangle 56">
              <a:extLst>
                <a:ext uri="{FF2B5EF4-FFF2-40B4-BE49-F238E27FC236}">
                  <a16:creationId xmlns:a16="http://schemas.microsoft.com/office/drawing/2014/main" id="{B522E8E2-BDF9-46D3-8981-67D0E62163B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16" name="Rectangle 57">
              <a:extLst>
                <a:ext uri="{FF2B5EF4-FFF2-40B4-BE49-F238E27FC236}">
                  <a16:creationId xmlns:a16="http://schemas.microsoft.com/office/drawing/2014/main" id="{BDB13670-61B4-406E-972D-EB17B345423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17" name="Rectangle 58">
              <a:extLst>
                <a:ext uri="{FF2B5EF4-FFF2-40B4-BE49-F238E27FC236}">
                  <a16:creationId xmlns:a16="http://schemas.microsoft.com/office/drawing/2014/main" id="{570AD0D7-5255-454C-A919-C11B43C9C49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18" name="Rectangle 59">
              <a:extLst>
                <a:ext uri="{FF2B5EF4-FFF2-40B4-BE49-F238E27FC236}">
                  <a16:creationId xmlns:a16="http://schemas.microsoft.com/office/drawing/2014/main" id="{1D9DD49F-359E-4159-B3CF-13C0ACEBC22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19" name="Rectangle 60">
              <a:extLst>
                <a:ext uri="{FF2B5EF4-FFF2-40B4-BE49-F238E27FC236}">
                  <a16:creationId xmlns:a16="http://schemas.microsoft.com/office/drawing/2014/main" id="{2A9010DB-8E6C-44F4-8B7F-2FFD8CAB071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20" name="Rectangle 61">
              <a:extLst>
                <a:ext uri="{FF2B5EF4-FFF2-40B4-BE49-F238E27FC236}">
                  <a16:creationId xmlns:a16="http://schemas.microsoft.com/office/drawing/2014/main" id="{D8C98954-55B3-4953-A4EE-D63AB3F9A15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730966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21" name="Rectangle 62">
              <a:extLst>
                <a:ext uri="{FF2B5EF4-FFF2-40B4-BE49-F238E27FC236}">
                  <a16:creationId xmlns:a16="http://schemas.microsoft.com/office/drawing/2014/main" id="{0E014C9C-573C-46C6-BA42-42766F91164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22" name="Rectangle 63">
              <a:extLst>
                <a:ext uri="{FF2B5EF4-FFF2-40B4-BE49-F238E27FC236}">
                  <a16:creationId xmlns:a16="http://schemas.microsoft.com/office/drawing/2014/main" id="{F9B8498F-BA50-4F14-A8B0-C016F769AF4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23" name="Rectangle 64">
              <a:extLst>
                <a:ext uri="{FF2B5EF4-FFF2-40B4-BE49-F238E27FC236}">
                  <a16:creationId xmlns:a16="http://schemas.microsoft.com/office/drawing/2014/main" id="{91C79E31-5BA4-4F63-844B-DCD80F8B342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24" name="Rectangle 65">
              <a:extLst>
                <a:ext uri="{FF2B5EF4-FFF2-40B4-BE49-F238E27FC236}">
                  <a16:creationId xmlns:a16="http://schemas.microsoft.com/office/drawing/2014/main" id="{2F3D2587-F881-4942-8DC2-A9565EBE10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25" name="Rectangle 66">
              <a:extLst>
                <a:ext uri="{FF2B5EF4-FFF2-40B4-BE49-F238E27FC236}">
                  <a16:creationId xmlns:a16="http://schemas.microsoft.com/office/drawing/2014/main" id="{F435F391-E1BE-407A-B7DB-9E5F0577630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26" name="Rectangle 67">
              <a:extLst>
                <a:ext uri="{FF2B5EF4-FFF2-40B4-BE49-F238E27FC236}">
                  <a16:creationId xmlns:a16="http://schemas.microsoft.com/office/drawing/2014/main" id="{B2C4697B-DF3F-44AB-95DE-BDE6E2D064A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27" name="Rectangle 68">
              <a:extLst>
                <a:ext uri="{FF2B5EF4-FFF2-40B4-BE49-F238E27FC236}">
                  <a16:creationId xmlns:a16="http://schemas.microsoft.com/office/drawing/2014/main" id="{B54B4B31-F589-4CA2-AFA7-2907AC413FE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28" name="Rectangle 69">
              <a:extLst>
                <a:ext uri="{FF2B5EF4-FFF2-40B4-BE49-F238E27FC236}">
                  <a16:creationId xmlns:a16="http://schemas.microsoft.com/office/drawing/2014/main" id="{85AB8B1D-E138-475B-A9C9-0462D526652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29" name="Rectangle 70">
              <a:extLst>
                <a:ext uri="{FF2B5EF4-FFF2-40B4-BE49-F238E27FC236}">
                  <a16:creationId xmlns:a16="http://schemas.microsoft.com/office/drawing/2014/main" id="{D6CE841F-DECD-4E05-BF9E-EB730866EFA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30" name="Rectangle 71">
              <a:extLst>
                <a:ext uri="{FF2B5EF4-FFF2-40B4-BE49-F238E27FC236}">
                  <a16:creationId xmlns:a16="http://schemas.microsoft.com/office/drawing/2014/main" id="{A6366E6B-9D25-4D60-8F79-10970B5E2F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002429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31" name="Rectangle 72">
              <a:extLst>
                <a:ext uri="{FF2B5EF4-FFF2-40B4-BE49-F238E27FC236}">
                  <a16:creationId xmlns:a16="http://schemas.microsoft.com/office/drawing/2014/main" id="{D77F4B41-6F54-4EB7-B48F-E8F9DB105B9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32" name="Rectangle 73">
              <a:extLst>
                <a:ext uri="{FF2B5EF4-FFF2-40B4-BE49-F238E27FC236}">
                  <a16:creationId xmlns:a16="http://schemas.microsoft.com/office/drawing/2014/main" id="{D882A23F-FF74-4242-B050-61045EB865D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33" name="Rectangle 74">
              <a:extLst>
                <a:ext uri="{FF2B5EF4-FFF2-40B4-BE49-F238E27FC236}">
                  <a16:creationId xmlns:a16="http://schemas.microsoft.com/office/drawing/2014/main" id="{9222E4E8-5411-4A81-8F5D-AA9CCD9EAF8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34" name="Rectangle 75">
              <a:extLst>
                <a:ext uri="{FF2B5EF4-FFF2-40B4-BE49-F238E27FC236}">
                  <a16:creationId xmlns:a16="http://schemas.microsoft.com/office/drawing/2014/main" id="{00B54F76-D05C-444D-A157-7762BB1575A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35" name="Rectangle 76">
              <a:extLst>
                <a:ext uri="{FF2B5EF4-FFF2-40B4-BE49-F238E27FC236}">
                  <a16:creationId xmlns:a16="http://schemas.microsoft.com/office/drawing/2014/main" id="{63A02B31-E04D-4E64-8796-D4823E5269C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36" name="Rectangle 77">
              <a:extLst>
                <a:ext uri="{FF2B5EF4-FFF2-40B4-BE49-F238E27FC236}">
                  <a16:creationId xmlns:a16="http://schemas.microsoft.com/office/drawing/2014/main" id="{743A4927-D1D1-4761-9D4A-B10ABBBF225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37" name="Rectangle 78">
              <a:extLst>
                <a:ext uri="{FF2B5EF4-FFF2-40B4-BE49-F238E27FC236}">
                  <a16:creationId xmlns:a16="http://schemas.microsoft.com/office/drawing/2014/main" id="{3FE1976F-95D3-48DD-8916-4CB72D134E9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38" name="Rectangle 79">
              <a:extLst>
                <a:ext uri="{FF2B5EF4-FFF2-40B4-BE49-F238E27FC236}">
                  <a16:creationId xmlns:a16="http://schemas.microsoft.com/office/drawing/2014/main" id="{DA827EB8-118A-40A7-981E-EAED9889F81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39" name="Rectangle 80">
              <a:extLst>
                <a:ext uri="{FF2B5EF4-FFF2-40B4-BE49-F238E27FC236}">
                  <a16:creationId xmlns:a16="http://schemas.microsoft.com/office/drawing/2014/main" id="{89E5D6BA-63A1-40F9-82C6-DC5FD70D852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40" name="Rectangle 81">
              <a:extLst>
                <a:ext uri="{FF2B5EF4-FFF2-40B4-BE49-F238E27FC236}">
                  <a16:creationId xmlns:a16="http://schemas.microsoft.com/office/drawing/2014/main" id="{F52393AA-53DA-49B5-A53F-EF4690065F9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27230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41" name="Rectangle 82">
              <a:extLst>
                <a:ext uri="{FF2B5EF4-FFF2-40B4-BE49-F238E27FC236}">
                  <a16:creationId xmlns:a16="http://schemas.microsoft.com/office/drawing/2014/main" id="{47317688-B389-4E41-963A-0D17AB36E6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42" name="Rectangle 83">
              <a:extLst>
                <a:ext uri="{FF2B5EF4-FFF2-40B4-BE49-F238E27FC236}">
                  <a16:creationId xmlns:a16="http://schemas.microsoft.com/office/drawing/2014/main" id="{15C9B9C0-C456-4400-9286-F388FE15C09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43" name="Rectangle 84">
              <a:extLst>
                <a:ext uri="{FF2B5EF4-FFF2-40B4-BE49-F238E27FC236}">
                  <a16:creationId xmlns:a16="http://schemas.microsoft.com/office/drawing/2014/main" id="{B1510D9B-1E40-405F-8BC6-84B7211F4C7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85" name="Group 93">
            <a:extLst>
              <a:ext uri="{FF2B5EF4-FFF2-40B4-BE49-F238E27FC236}">
                <a16:creationId xmlns:a16="http://schemas.microsoft.com/office/drawing/2014/main" id="{84105E2E-1CD1-4A7F-9E35-4363C086B615}"/>
              </a:ext>
            </a:extLst>
          </p:cNvPr>
          <p:cNvGrpSpPr>
            <a:grpSpLocks/>
          </p:cNvGrpSpPr>
          <p:nvPr/>
        </p:nvGrpSpPr>
        <p:grpSpPr bwMode="auto">
          <a:xfrm>
            <a:off x="5410200" y="1066800"/>
            <a:ext cx="3536950" cy="2170111"/>
            <a:chOff x="5049838" y="1738313"/>
            <a:chExt cx="3536950" cy="2051050"/>
          </a:xfrm>
        </p:grpSpPr>
        <p:sp>
          <p:nvSpPr>
            <p:cNvPr id="86" name="Rectangle 85">
              <a:extLst>
                <a:ext uri="{FF2B5EF4-FFF2-40B4-BE49-F238E27FC236}">
                  <a16:creationId xmlns:a16="http://schemas.microsoft.com/office/drawing/2014/main" id="{9734FD23-E715-4146-BDE0-7D0365F69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a16:creationId xmlns:a16="http://schemas.microsoft.com/office/drawing/2014/main" id="{F4EAF753-72FB-44BE-80D4-FD11DFA82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" name="Rectangle 88">
              <a:extLst>
                <a:ext uri="{FF2B5EF4-FFF2-40B4-BE49-F238E27FC236}">
                  <a16:creationId xmlns:a16="http://schemas.microsoft.com/office/drawing/2014/main" id="{7D522025-B98C-4FD0-A0A5-A8BCB7671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" name="Rectangle 89">
              <a:extLst>
                <a:ext uri="{FF2B5EF4-FFF2-40B4-BE49-F238E27FC236}">
                  <a16:creationId xmlns:a16="http://schemas.microsoft.com/office/drawing/2014/main" id="{E322A2F6-F9BF-4618-849A-D9BC3248E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0" name="Rectangle 90">
              <a:extLst>
                <a:ext uri="{FF2B5EF4-FFF2-40B4-BE49-F238E27FC236}">
                  <a16:creationId xmlns:a16="http://schemas.microsoft.com/office/drawing/2014/main" id="{73942241-1C28-4743-9B71-7FD96D506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" name="Rectangle 91">
              <a:extLst>
                <a:ext uri="{FF2B5EF4-FFF2-40B4-BE49-F238E27FC236}">
                  <a16:creationId xmlns:a16="http://schemas.microsoft.com/office/drawing/2014/main" id="{37358B30-0977-4E24-B53A-9FE04EC1F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" name="Rectangle 92">
              <a:extLst>
                <a:ext uri="{FF2B5EF4-FFF2-40B4-BE49-F238E27FC236}">
                  <a16:creationId xmlns:a16="http://schemas.microsoft.com/office/drawing/2014/main" id="{3022E6EB-B94E-42E6-AEF1-6BA3BBFC8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" name="Rectangle 93">
              <a:extLst>
                <a:ext uri="{FF2B5EF4-FFF2-40B4-BE49-F238E27FC236}">
                  <a16:creationId xmlns:a16="http://schemas.microsoft.com/office/drawing/2014/main" id="{8F96E6ED-C06A-47AF-A3FC-2CE9D4EDE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" name="Rectangle 94">
              <a:extLst>
                <a:ext uri="{FF2B5EF4-FFF2-40B4-BE49-F238E27FC236}">
                  <a16:creationId xmlns:a16="http://schemas.microsoft.com/office/drawing/2014/main" id="{D4F546DD-02DD-4844-B315-DB0B39FB5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5" name="Rectangle 95">
              <a:extLst>
                <a:ext uri="{FF2B5EF4-FFF2-40B4-BE49-F238E27FC236}">
                  <a16:creationId xmlns:a16="http://schemas.microsoft.com/office/drawing/2014/main" id="{E0BDF0A9-2ED7-4F7D-9CF3-814EDD9EB0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6" name="Rectangle 96">
              <a:extLst>
                <a:ext uri="{FF2B5EF4-FFF2-40B4-BE49-F238E27FC236}">
                  <a16:creationId xmlns:a16="http://schemas.microsoft.com/office/drawing/2014/main" id="{19C49CF1-3C16-4F24-A611-E1FA8CBA5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" name="Rectangle 97">
              <a:extLst>
                <a:ext uri="{FF2B5EF4-FFF2-40B4-BE49-F238E27FC236}">
                  <a16:creationId xmlns:a16="http://schemas.microsoft.com/office/drawing/2014/main" id="{BF7ACBF8-B4EC-4A42-B3E2-38A5DB9C1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" name="Rectangle 98">
              <a:extLst>
                <a:ext uri="{FF2B5EF4-FFF2-40B4-BE49-F238E27FC236}">
                  <a16:creationId xmlns:a16="http://schemas.microsoft.com/office/drawing/2014/main" id="{B49E4363-ABDD-4BB4-BD5E-E5216C0F7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" name="Rectangle 99">
              <a:extLst>
                <a:ext uri="{FF2B5EF4-FFF2-40B4-BE49-F238E27FC236}">
                  <a16:creationId xmlns:a16="http://schemas.microsoft.com/office/drawing/2014/main" id="{2766D856-C889-4E6E-8FEC-D6BBC05E0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" name="Rectangle 100">
              <a:extLst>
                <a:ext uri="{FF2B5EF4-FFF2-40B4-BE49-F238E27FC236}">
                  <a16:creationId xmlns:a16="http://schemas.microsoft.com/office/drawing/2014/main" id="{F0178A6C-BAF8-44AA-B5BB-0E8D67941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" name="Rectangle 101">
              <a:extLst>
                <a:ext uri="{FF2B5EF4-FFF2-40B4-BE49-F238E27FC236}">
                  <a16:creationId xmlns:a16="http://schemas.microsoft.com/office/drawing/2014/main" id="{8E72F79E-5C6B-4479-8C0A-BFA47CE81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Rectangle 102">
              <a:extLst>
                <a:ext uri="{FF2B5EF4-FFF2-40B4-BE49-F238E27FC236}">
                  <a16:creationId xmlns:a16="http://schemas.microsoft.com/office/drawing/2014/main" id="{8004FD38-1E1A-4825-8B74-CEA1A1C7F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" name="Rectangle 103">
              <a:extLst>
                <a:ext uri="{FF2B5EF4-FFF2-40B4-BE49-F238E27FC236}">
                  <a16:creationId xmlns:a16="http://schemas.microsoft.com/office/drawing/2014/main" id="{F525F0D8-B1AF-434D-B04A-43227033D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" name="Rectangle 104">
              <a:extLst>
                <a:ext uri="{FF2B5EF4-FFF2-40B4-BE49-F238E27FC236}">
                  <a16:creationId xmlns:a16="http://schemas.microsoft.com/office/drawing/2014/main" id="{1067126B-327F-4049-A776-8C5B12124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" name="Rectangle 105">
              <a:extLst>
                <a:ext uri="{FF2B5EF4-FFF2-40B4-BE49-F238E27FC236}">
                  <a16:creationId xmlns:a16="http://schemas.microsoft.com/office/drawing/2014/main" id="{836F9481-569A-43A7-B385-E0699D7E9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" name="Rectangle 106">
              <a:extLst>
                <a:ext uri="{FF2B5EF4-FFF2-40B4-BE49-F238E27FC236}">
                  <a16:creationId xmlns:a16="http://schemas.microsoft.com/office/drawing/2014/main" id="{F7708A5C-E931-4F7C-841A-7230A54D3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Rectangle 107">
              <a:extLst>
                <a:ext uri="{FF2B5EF4-FFF2-40B4-BE49-F238E27FC236}">
                  <a16:creationId xmlns:a16="http://schemas.microsoft.com/office/drawing/2014/main" id="{6E7EF0F2-9C93-4B77-AC41-F855E90E4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Rectangle 108">
              <a:extLst>
                <a:ext uri="{FF2B5EF4-FFF2-40B4-BE49-F238E27FC236}">
                  <a16:creationId xmlns:a16="http://schemas.microsoft.com/office/drawing/2014/main" id="{2FB75BBB-4761-44B3-A2F9-A785F9074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" name="Rectangle 109">
              <a:extLst>
                <a:ext uri="{FF2B5EF4-FFF2-40B4-BE49-F238E27FC236}">
                  <a16:creationId xmlns:a16="http://schemas.microsoft.com/office/drawing/2014/main" id="{08410AED-B41E-47C0-A3EC-183C8E45B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" name="Rectangle 112">
              <a:extLst>
                <a:ext uri="{FF2B5EF4-FFF2-40B4-BE49-F238E27FC236}">
                  <a16:creationId xmlns:a16="http://schemas.microsoft.com/office/drawing/2014/main" id="{89D2ECBC-A92C-405C-8FBD-674B37BF5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Rectangle 114">
              <a:extLst>
                <a:ext uri="{FF2B5EF4-FFF2-40B4-BE49-F238E27FC236}">
                  <a16:creationId xmlns:a16="http://schemas.microsoft.com/office/drawing/2014/main" id="{F9C2CCAE-A653-4970-BC53-2656EC9CF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Rectangle 115">
              <a:extLst>
                <a:ext uri="{FF2B5EF4-FFF2-40B4-BE49-F238E27FC236}">
                  <a16:creationId xmlns:a16="http://schemas.microsoft.com/office/drawing/2014/main" id="{5BEE0041-9247-49CE-8F92-60E42D78C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Rectangle 117">
              <a:extLst>
                <a:ext uri="{FF2B5EF4-FFF2-40B4-BE49-F238E27FC236}">
                  <a16:creationId xmlns:a16="http://schemas.microsoft.com/office/drawing/2014/main" id="{3BA9B06C-6087-44E5-9ACE-5BB657173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Rectangle 120">
              <a:extLst>
                <a:ext uri="{FF2B5EF4-FFF2-40B4-BE49-F238E27FC236}">
                  <a16:creationId xmlns:a16="http://schemas.microsoft.com/office/drawing/2014/main" id="{5A5F9B63-CDF9-4641-B3B9-BF9396E04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5" name="Rectangle 122">
              <a:extLst>
                <a:ext uri="{FF2B5EF4-FFF2-40B4-BE49-F238E27FC236}">
                  <a16:creationId xmlns:a16="http://schemas.microsoft.com/office/drawing/2014/main" id="{3B5033EF-F7CA-4C73-AA34-C9986F479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" name="Rectangle 123">
              <a:extLst>
                <a:ext uri="{FF2B5EF4-FFF2-40B4-BE49-F238E27FC236}">
                  <a16:creationId xmlns:a16="http://schemas.microsoft.com/office/drawing/2014/main" id="{7BEF90EF-4C4D-49EB-9CB1-9BB281513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7" name="Rectangle 125">
              <a:extLst>
                <a:ext uri="{FF2B5EF4-FFF2-40B4-BE49-F238E27FC236}">
                  <a16:creationId xmlns:a16="http://schemas.microsoft.com/office/drawing/2014/main" id="{72BB3291-7E4E-4DCE-BBE0-1B07CA7DB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" name="Rectangle 128">
              <a:extLst>
                <a:ext uri="{FF2B5EF4-FFF2-40B4-BE49-F238E27FC236}">
                  <a16:creationId xmlns:a16="http://schemas.microsoft.com/office/drawing/2014/main" id="{6904D2C6-6C8B-469F-82DA-B83523798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Rectangle 130">
              <a:extLst>
                <a:ext uri="{FF2B5EF4-FFF2-40B4-BE49-F238E27FC236}">
                  <a16:creationId xmlns:a16="http://schemas.microsoft.com/office/drawing/2014/main" id="{DB92D816-808A-42E8-A329-3A2DF1ECB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" name="Rectangle 131">
              <a:extLst>
                <a:ext uri="{FF2B5EF4-FFF2-40B4-BE49-F238E27FC236}">
                  <a16:creationId xmlns:a16="http://schemas.microsoft.com/office/drawing/2014/main" id="{1261920A-1CD6-474D-BCDA-32D94770E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" name="Rectangle 133">
              <a:extLst>
                <a:ext uri="{FF2B5EF4-FFF2-40B4-BE49-F238E27FC236}">
                  <a16:creationId xmlns:a16="http://schemas.microsoft.com/office/drawing/2014/main" id="{5AE14D99-FD32-42A0-8321-606C82ACA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" name="Rectangle 136">
              <a:extLst>
                <a:ext uri="{FF2B5EF4-FFF2-40B4-BE49-F238E27FC236}">
                  <a16:creationId xmlns:a16="http://schemas.microsoft.com/office/drawing/2014/main" id="{820C836F-EC66-426C-B299-14DC48728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" name="Rectangle 138">
              <a:extLst>
                <a:ext uri="{FF2B5EF4-FFF2-40B4-BE49-F238E27FC236}">
                  <a16:creationId xmlns:a16="http://schemas.microsoft.com/office/drawing/2014/main" id="{8913DA83-45A7-4A8E-8E8A-F5E3FC09F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" name="Rectangle 139">
              <a:extLst>
                <a:ext uri="{FF2B5EF4-FFF2-40B4-BE49-F238E27FC236}">
                  <a16:creationId xmlns:a16="http://schemas.microsoft.com/office/drawing/2014/main" id="{F886C9A1-7689-4B01-8B05-4FBA3115C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25" name="Rectangle 87">
            <a:extLst>
              <a:ext uri="{FF2B5EF4-FFF2-40B4-BE49-F238E27FC236}">
                <a16:creationId xmlns:a16="http://schemas.microsoft.com/office/drawing/2014/main" id="{EFA47CA1-431D-4829-9A69-100024655A6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890420" y="3471862"/>
            <a:ext cx="10414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6" name="Rectangle 141">
            <a:extLst>
              <a:ext uri="{FF2B5EF4-FFF2-40B4-BE49-F238E27FC236}">
                <a16:creationId xmlns:a16="http://schemas.microsoft.com/office/drawing/2014/main" id="{61A0F0E8-CCDE-4176-9C43-5BDC659F6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7675" y="3646021"/>
            <a:ext cx="2060575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State-assigned table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2D3145A3-D0CE-41BF-AFA5-DDD7E84157A8}"/>
                  </a:ext>
                </a:extLst>
              </p14:cNvPr>
              <p14:cNvContentPartPr/>
              <p14:nvPr/>
            </p14:nvContentPartPr>
            <p14:xfrm>
              <a:off x="5751000" y="2027880"/>
              <a:ext cx="2858400" cy="11624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2D3145A3-D0CE-41BF-AFA5-DDD7E84157A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41640" y="2018520"/>
                <a:ext cx="2877120" cy="11811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>
            <a:extLst>
              <a:ext uri="{FF2B5EF4-FFF2-40B4-BE49-F238E27FC236}">
                <a16:creationId xmlns:a16="http://schemas.microsoft.com/office/drawing/2014/main" id="{46D8DD9A-9A7E-4A79-BD53-F74FCA553F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grpSp>
        <p:nvGrpSpPr>
          <p:cNvPr id="41987" name="Group 93">
            <a:extLst>
              <a:ext uri="{FF2B5EF4-FFF2-40B4-BE49-F238E27FC236}">
                <a16:creationId xmlns:a16="http://schemas.microsoft.com/office/drawing/2014/main" id="{8B3934BD-DD2F-4451-9AFF-6D7471FF0B19}"/>
              </a:ext>
            </a:extLst>
          </p:cNvPr>
          <p:cNvGrpSpPr>
            <a:grpSpLocks/>
          </p:cNvGrpSpPr>
          <p:nvPr/>
        </p:nvGrpSpPr>
        <p:grpSpPr bwMode="auto">
          <a:xfrm>
            <a:off x="5483225" y="1658761"/>
            <a:ext cx="3536950" cy="2051050"/>
            <a:chOff x="5049838" y="1738313"/>
            <a:chExt cx="3536950" cy="2051050"/>
          </a:xfrm>
        </p:grpSpPr>
        <p:sp>
          <p:nvSpPr>
            <p:cNvPr id="41990" name="Rectangle 85">
              <a:extLst>
                <a:ext uri="{FF2B5EF4-FFF2-40B4-BE49-F238E27FC236}">
                  <a16:creationId xmlns:a16="http://schemas.microsoft.com/office/drawing/2014/main" id="{4C1F3D53-2A66-4E95-A562-A4F7CA97E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991" name="Rectangle 86">
              <a:extLst>
                <a:ext uri="{FF2B5EF4-FFF2-40B4-BE49-F238E27FC236}">
                  <a16:creationId xmlns:a16="http://schemas.microsoft.com/office/drawing/2014/main" id="{4B4C77CB-4E51-4E2E-AAA4-D45178955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992" name="Rectangle 88">
              <a:extLst>
                <a:ext uri="{FF2B5EF4-FFF2-40B4-BE49-F238E27FC236}">
                  <a16:creationId xmlns:a16="http://schemas.microsoft.com/office/drawing/2014/main" id="{68C13223-3156-4A63-97C6-3B297C3C6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993" name="Rectangle 89">
              <a:extLst>
                <a:ext uri="{FF2B5EF4-FFF2-40B4-BE49-F238E27FC236}">
                  <a16:creationId xmlns:a16="http://schemas.microsoft.com/office/drawing/2014/main" id="{1A66AE66-6D40-4C0A-B379-E7C63A4D8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994" name="Rectangle 90">
              <a:extLst>
                <a:ext uri="{FF2B5EF4-FFF2-40B4-BE49-F238E27FC236}">
                  <a16:creationId xmlns:a16="http://schemas.microsoft.com/office/drawing/2014/main" id="{4CDAF537-892F-4F40-8B80-708ED0859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995" name="Rectangle 91">
              <a:extLst>
                <a:ext uri="{FF2B5EF4-FFF2-40B4-BE49-F238E27FC236}">
                  <a16:creationId xmlns:a16="http://schemas.microsoft.com/office/drawing/2014/main" id="{E03AA40B-A1E5-4888-B26F-A0C819CFE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996" name="Rectangle 92">
              <a:extLst>
                <a:ext uri="{FF2B5EF4-FFF2-40B4-BE49-F238E27FC236}">
                  <a16:creationId xmlns:a16="http://schemas.microsoft.com/office/drawing/2014/main" id="{76CA4BD3-0645-42C6-A126-A4AD65788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997" name="Rectangle 93">
              <a:extLst>
                <a:ext uri="{FF2B5EF4-FFF2-40B4-BE49-F238E27FC236}">
                  <a16:creationId xmlns:a16="http://schemas.microsoft.com/office/drawing/2014/main" id="{FC73BC72-BD5A-4487-B937-6A4D5DE46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998" name="Rectangle 94">
              <a:extLst>
                <a:ext uri="{FF2B5EF4-FFF2-40B4-BE49-F238E27FC236}">
                  <a16:creationId xmlns:a16="http://schemas.microsoft.com/office/drawing/2014/main" id="{3AAE5552-98CE-4A95-B649-EE4A13B6F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999" name="Rectangle 95">
              <a:extLst>
                <a:ext uri="{FF2B5EF4-FFF2-40B4-BE49-F238E27FC236}">
                  <a16:creationId xmlns:a16="http://schemas.microsoft.com/office/drawing/2014/main" id="{F844142B-FADD-46A5-B4A9-A2280C45CB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00" name="Rectangle 96">
              <a:extLst>
                <a:ext uri="{FF2B5EF4-FFF2-40B4-BE49-F238E27FC236}">
                  <a16:creationId xmlns:a16="http://schemas.microsoft.com/office/drawing/2014/main" id="{E19AB512-D226-4481-B306-1F55F0B5E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01" name="Rectangle 97">
              <a:extLst>
                <a:ext uri="{FF2B5EF4-FFF2-40B4-BE49-F238E27FC236}">
                  <a16:creationId xmlns:a16="http://schemas.microsoft.com/office/drawing/2014/main" id="{759599D7-72A0-483B-881D-BEEA928E4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02" name="Rectangle 98">
              <a:extLst>
                <a:ext uri="{FF2B5EF4-FFF2-40B4-BE49-F238E27FC236}">
                  <a16:creationId xmlns:a16="http://schemas.microsoft.com/office/drawing/2014/main" id="{7ABF62B7-890B-463C-9878-3233B8CF9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03" name="Rectangle 99">
              <a:extLst>
                <a:ext uri="{FF2B5EF4-FFF2-40B4-BE49-F238E27FC236}">
                  <a16:creationId xmlns:a16="http://schemas.microsoft.com/office/drawing/2014/main" id="{6FA96772-E22B-42C9-B30E-E9D702B25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04" name="Rectangle 100">
              <a:extLst>
                <a:ext uri="{FF2B5EF4-FFF2-40B4-BE49-F238E27FC236}">
                  <a16:creationId xmlns:a16="http://schemas.microsoft.com/office/drawing/2014/main" id="{4D370D82-6DE6-40AE-9EC5-4321BED55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05" name="Rectangle 101">
              <a:extLst>
                <a:ext uri="{FF2B5EF4-FFF2-40B4-BE49-F238E27FC236}">
                  <a16:creationId xmlns:a16="http://schemas.microsoft.com/office/drawing/2014/main" id="{C2CCD27D-FC3D-4360-BBF3-70E2B6BE1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06" name="Rectangle 102">
              <a:extLst>
                <a:ext uri="{FF2B5EF4-FFF2-40B4-BE49-F238E27FC236}">
                  <a16:creationId xmlns:a16="http://schemas.microsoft.com/office/drawing/2014/main" id="{728B5561-97F6-4A95-9003-7A0DFE5BC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07" name="Rectangle 103">
              <a:extLst>
                <a:ext uri="{FF2B5EF4-FFF2-40B4-BE49-F238E27FC236}">
                  <a16:creationId xmlns:a16="http://schemas.microsoft.com/office/drawing/2014/main" id="{853D9E0B-F64C-4A61-A41B-CC4B30C7A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08" name="Rectangle 104">
              <a:extLst>
                <a:ext uri="{FF2B5EF4-FFF2-40B4-BE49-F238E27FC236}">
                  <a16:creationId xmlns:a16="http://schemas.microsoft.com/office/drawing/2014/main" id="{59D69E97-8016-4D5C-B2B9-42C4C2EF8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09" name="Rectangle 105">
              <a:extLst>
                <a:ext uri="{FF2B5EF4-FFF2-40B4-BE49-F238E27FC236}">
                  <a16:creationId xmlns:a16="http://schemas.microsoft.com/office/drawing/2014/main" id="{CAE3819E-2860-47C8-AF8B-852360FF4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10" name="Rectangle 106">
              <a:extLst>
                <a:ext uri="{FF2B5EF4-FFF2-40B4-BE49-F238E27FC236}">
                  <a16:creationId xmlns:a16="http://schemas.microsoft.com/office/drawing/2014/main" id="{F215AD18-0880-4FD8-9BDB-7D0875CA5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11" name="Rectangle 107">
              <a:extLst>
                <a:ext uri="{FF2B5EF4-FFF2-40B4-BE49-F238E27FC236}">
                  <a16:creationId xmlns:a16="http://schemas.microsoft.com/office/drawing/2014/main" id="{3E0ABFC0-D0E3-412E-B329-0A6082E98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12" name="Rectangle 108">
              <a:extLst>
                <a:ext uri="{FF2B5EF4-FFF2-40B4-BE49-F238E27FC236}">
                  <a16:creationId xmlns:a16="http://schemas.microsoft.com/office/drawing/2014/main" id="{F8F33306-9907-4214-9E56-F5FA1F7B0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13" name="Rectangle 109">
              <a:extLst>
                <a:ext uri="{FF2B5EF4-FFF2-40B4-BE49-F238E27FC236}">
                  <a16:creationId xmlns:a16="http://schemas.microsoft.com/office/drawing/2014/main" id="{C5F822CA-EA72-4530-921F-AC4EEB9588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14" name="Rectangle 112">
              <a:extLst>
                <a:ext uri="{FF2B5EF4-FFF2-40B4-BE49-F238E27FC236}">
                  <a16:creationId xmlns:a16="http://schemas.microsoft.com/office/drawing/2014/main" id="{9F41DDE6-8CEA-4031-B8EB-1520EDAE0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15" name="Rectangle 114">
              <a:extLst>
                <a:ext uri="{FF2B5EF4-FFF2-40B4-BE49-F238E27FC236}">
                  <a16:creationId xmlns:a16="http://schemas.microsoft.com/office/drawing/2014/main" id="{0977B1C3-231B-43BC-BB42-6AE470DEF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16" name="Rectangle 115">
              <a:extLst>
                <a:ext uri="{FF2B5EF4-FFF2-40B4-BE49-F238E27FC236}">
                  <a16:creationId xmlns:a16="http://schemas.microsoft.com/office/drawing/2014/main" id="{BEFD3892-CA2D-45EE-A33B-23F8C52FD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17" name="Rectangle 117">
              <a:extLst>
                <a:ext uri="{FF2B5EF4-FFF2-40B4-BE49-F238E27FC236}">
                  <a16:creationId xmlns:a16="http://schemas.microsoft.com/office/drawing/2014/main" id="{8D8664DE-ADC8-4C0B-9D91-2817B9660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18" name="Rectangle 120">
              <a:extLst>
                <a:ext uri="{FF2B5EF4-FFF2-40B4-BE49-F238E27FC236}">
                  <a16:creationId xmlns:a16="http://schemas.microsoft.com/office/drawing/2014/main" id="{18320B0A-1F77-4AB9-B496-5C18C2319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19" name="Rectangle 122">
              <a:extLst>
                <a:ext uri="{FF2B5EF4-FFF2-40B4-BE49-F238E27FC236}">
                  <a16:creationId xmlns:a16="http://schemas.microsoft.com/office/drawing/2014/main" id="{F0953176-7426-41EB-8E7B-FBDD67AA9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20" name="Rectangle 123">
              <a:extLst>
                <a:ext uri="{FF2B5EF4-FFF2-40B4-BE49-F238E27FC236}">
                  <a16:creationId xmlns:a16="http://schemas.microsoft.com/office/drawing/2014/main" id="{4E3049F5-166E-418D-BB0F-14D84808C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21" name="Rectangle 125">
              <a:extLst>
                <a:ext uri="{FF2B5EF4-FFF2-40B4-BE49-F238E27FC236}">
                  <a16:creationId xmlns:a16="http://schemas.microsoft.com/office/drawing/2014/main" id="{67152659-AC72-469B-A6AE-1199DFE9E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22" name="Rectangle 128">
              <a:extLst>
                <a:ext uri="{FF2B5EF4-FFF2-40B4-BE49-F238E27FC236}">
                  <a16:creationId xmlns:a16="http://schemas.microsoft.com/office/drawing/2014/main" id="{6B953DB0-A53E-48FD-AA1F-643340C19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23" name="Rectangle 130">
              <a:extLst>
                <a:ext uri="{FF2B5EF4-FFF2-40B4-BE49-F238E27FC236}">
                  <a16:creationId xmlns:a16="http://schemas.microsoft.com/office/drawing/2014/main" id="{9F6B8385-5088-4F0C-AA4B-2B163851D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24" name="Rectangle 131">
              <a:extLst>
                <a:ext uri="{FF2B5EF4-FFF2-40B4-BE49-F238E27FC236}">
                  <a16:creationId xmlns:a16="http://schemas.microsoft.com/office/drawing/2014/main" id="{5D33D740-0559-4745-8DF6-7ED78E585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25" name="Rectangle 133">
              <a:extLst>
                <a:ext uri="{FF2B5EF4-FFF2-40B4-BE49-F238E27FC236}">
                  <a16:creationId xmlns:a16="http://schemas.microsoft.com/office/drawing/2014/main" id="{D03A9053-E5C8-4DB0-81B0-3F0B8B4D8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26" name="Rectangle 136">
              <a:extLst>
                <a:ext uri="{FF2B5EF4-FFF2-40B4-BE49-F238E27FC236}">
                  <a16:creationId xmlns:a16="http://schemas.microsoft.com/office/drawing/2014/main" id="{B3906B3B-F6D5-4856-A88F-372E5A7AD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27" name="Rectangle 138">
              <a:extLst>
                <a:ext uri="{FF2B5EF4-FFF2-40B4-BE49-F238E27FC236}">
                  <a16:creationId xmlns:a16="http://schemas.microsoft.com/office/drawing/2014/main" id="{527A02AA-D540-42B0-B927-34C83538A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028" name="Rectangle 139">
              <a:extLst>
                <a:ext uri="{FF2B5EF4-FFF2-40B4-BE49-F238E27FC236}">
                  <a16:creationId xmlns:a16="http://schemas.microsoft.com/office/drawing/2014/main" id="{051526E6-5E0B-49BF-885C-CC552E003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1989" name="Rectangle 87">
            <a:extLst>
              <a:ext uri="{FF2B5EF4-FFF2-40B4-BE49-F238E27FC236}">
                <a16:creationId xmlns:a16="http://schemas.microsoft.com/office/drawing/2014/main" id="{275415A1-CF0B-4D94-AAE0-5B86110E03B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670675" y="1265237"/>
            <a:ext cx="10414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27" name="Group 1">
            <a:extLst>
              <a:ext uri="{FF2B5EF4-FFF2-40B4-BE49-F238E27FC236}">
                <a16:creationId xmlns:a16="http://schemas.microsoft.com/office/drawing/2014/main" id="{0708C6A9-91EB-4182-9842-337F25331780}"/>
              </a:ext>
            </a:extLst>
          </p:cNvPr>
          <p:cNvGrpSpPr>
            <a:grpSpLocks/>
          </p:cNvGrpSpPr>
          <p:nvPr/>
        </p:nvGrpSpPr>
        <p:grpSpPr bwMode="auto">
          <a:xfrm>
            <a:off x="1556544" y="1628598"/>
            <a:ext cx="3536950" cy="2460625"/>
            <a:chOff x="4614951" y="2127591"/>
            <a:chExt cx="3536950" cy="2460625"/>
          </a:xfrm>
        </p:grpSpPr>
        <p:sp>
          <p:nvSpPr>
            <p:cNvPr id="128" name="Rectangle 4">
              <a:extLst>
                <a:ext uri="{FF2B5EF4-FFF2-40B4-BE49-F238E27FC236}">
                  <a16:creationId xmlns:a16="http://schemas.microsoft.com/office/drawing/2014/main" id="{D8ED0DF3-422C-4C65-BA5C-0ABCC7D6E65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" name="Rectangle 5">
              <a:extLst>
                <a:ext uri="{FF2B5EF4-FFF2-40B4-BE49-F238E27FC236}">
                  <a16:creationId xmlns:a16="http://schemas.microsoft.com/office/drawing/2014/main" id="{15F5BDA0-559E-4881-8F60-887BD43CB6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Rectangle 6">
              <a:extLst>
                <a:ext uri="{FF2B5EF4-FFF2-40B4-BE49-F238E27FC236}">
                  <a16:creationId xmlns:a16="http://schemas.microsoft.com/office/drawing/2014/main" id="{DD313E57-4BB7-4F29-9396-141E2E8F78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" name="Rectangle 7">
              <a:extLst>
                <a:ext uri="{FF2B5EF4-FFF2-40B4-BE49-F238E27FC236}">
                  <a16:creationId xmlns:a16="http://schemas.microsoft.com/office/drawing/2014/main" id="{65B9FE15-9A21-4B2B-9A19-5AD185F0D4C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Rectangle 8">
              <a:extLst>
                <a:ext uri="{FF2B5EF4-FFF2-40B4-BE49-F238E27FC236}">
                  <a16:creationId xmlns:a16="http://schemas.microsoft.com/office/drawing/2014/main" id="{8EACFFF6-E619-4661-9D6B-C7561727D0E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" name="Rectangle 9">
              <a:extLst>
                <a:ext uri="{FF2B5EF4-FFF2-40B4-BE49-F238E27FC236}">
                  <a16:creationId xmlns:a16="http://schemas.microsoft.com/office/drawing/2014/main" id="{359DBD36-B1DD-43EA-8D32-430B1B41B41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" name="Rectangle 10">
              <a:extLst>
                <a:ext uri="{FF2B5EF4-FFF2-40B4-BE49-F238E27FC236}">
                  <a16:creationId xmlns:a16="http://schemas.microsoft.com/office/drawing/2014/main" id="{5BDE2AB6-5517-4FB5-8D37-D4EBDDBB8DE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" name="Rectangle 11">
              <a:extLst>
                <a:ext uri="{FF2B5EF4-FFF2-40B4-BE49-F238E27FC236}">
                  <a16:creationId xmlns:a16="http://schemas.microsoft.com/office/drawing/2014/main" id="{F44E19B1-0B09-4081-84AC-6E3A95C376A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" name="Rectangle 12">
              <a:extLst>
                <a:ext uri="{FF2B5EF4-FFF2-40B4-BE49-F238E27FC236}">
                  <a16:creationId xmlns:a16="http://schemas.microsoft.com/office/drawing/2014/main" id="{EC968C1E-9DE9-41F8-B90F-1AABCC686CE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" name="Rectangle 13">
              <a:extLst>
                <a:ext uri="{FF2B5EF4-FFF2-40B4-BE49-F238E27FC236}">
                  <a16:creationId xmlns:a16="http://schemas.microsoft.com/office/drawing/2014/main" id="{D2EF6F5F-2155-4924-BD67-3DA575CDDFD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" name="Rectangle 14">
              <a:extLst>
                <a:ext uri="{FF2B5EF4-FFF2-40B4-BE49-F238E27FC236}">
                  <a16:creationId xmlns:a16="http://schemas.microsoft.com/office/drawing/2014/main" id="{89DD1526-C321-4E72-AA88-86FCE73F936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" name="Rectangle 15">
              <a:extLst>
                <a:ext uri="{FF2B5EF4-FFF2-40B4-BE49-F238E27FC236}">
                  <a16:creationId xmlns:a16="http://schemas.microsoft.com/office/drawing/2014/main" id="{E401C761-A56D-4B1C-B2D4-BF1B0060685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" name="Rectangle 16">
              <a:extLst>
                <a:ext uri="{FF2B5EF4-FFF2-40B4-BE49-F238E27FC236}">
                  <a16:creationId xmlns:a16="http://schemas.microsoft.com/office/drawing/2014/main" id="{F47E9EE6-F8A7-40C6-AB84-715E7BCEF38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" name="Rectangle 17">
              <a:extLst>
                <a:ext uri="{FF2B5EF4-FFF2-40B4-BE49-F238E27FC236}">
                  <a16:creationId xmlns:a16="http://schemas.microsoft.com/office/drawing/2014/main" id="{A4D472A5-9833-4821-A486-9411D63A004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2" name="Rectangle 18">
              <a:extLst>
                <a:ext uri="{FF2B5EF4-FFF2-40B4-BE49-F238E27FC236}">
                  <a16:creationId xmlns:a16="http://schemas.microsoft.com/office/drawing/2014/main" id="{D6035615-2038-404E-9CB9-E6DD81635EE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3" name="Rectangle 19">
              <a:extLst>
                <a:ext uri="{FF2B5EF4-FFF2-40B4-BE49-F238E27FC236}">
                  <a16:creationId xmlns:a16="http://schemas.microsoft.com/office/drawing/2014/main" id="{8637AB54-BB5F-4001-8E90-94D886C4582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4" name="Rectangle 20">
              <a:extLst>
                <a:ext uri="{FF2B5EF4-FFF2-40B4-BE49-F238E27FC236}">
                  <a16:creationId xmlns:a16="http://schemas.microsoft.com/office/drawing/2014/main" id="{51381DF1-BAD0-4C2F-9446-C1C663A2393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5" name="Rectangle 21">
              <a:extLst>
                <a:ext uri="{FF2B5EF4-FFF2-40B4-BE49-F238E27FC236}">
                  <a16:creationId xmlns:a16="http://schemas.microsoft.com/office/drawing/2014/main" id="{FA440131-7E4A-42AF-AE64-A68C1763865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22">
              <a:extLst>
                <a:ext uri="{FF2B5EF4-FFF2-40B4-BE49-F238E27FC236}">
                  <a16:creationId xmlns:a16="http://schemas.microsoft.com/office/drawing/2014/main" id="{BE155D07-793C-4D82-9BF4-CCB1A9D6291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Rectangle 23">
              <a:extLst>
                <a:ext uri="{FF2B5EF4-FFF2-40B4-BE49-F238E27FC236}">
                  <a16:creationId xmlns:a16="http://schemas.microsoft.com/office/drawing/2014/main" id="{879E1658-B0E2-44E0-9131-790A223280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Rectangle 24">
              <a:extLst>
                <a:ext uri="{FF2B5EF4-FFF2-40B4-BE49-F238E27FC236}">
                  <a16:creationId xmlns:a16="http://schemas.microsoft.com/office/drawing/2014/main" id="{49BD681F-3647-4E8F-8E13-7A21F00C36E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9" name="Rectangle 25">
              <a:extLst>
                <a:ext uri="{FF2B5EF4-FFF2-40B4-BE49-F238E27FC236}">
                  <a16:creationId xmlns:a16="http://schemas.microsoft.com/office/drawing/2014/main" id="{ABF38B0A-47FB-474D-8317-059B1C67D40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0" name="Rectangle 26">
              <a:extLst>
                <a:ext uri="{FF2B5EF4-FFF2-40B4-BE49-F238E27FC236}">
                  <a16:creationId xmlns:a16="http://schemas.microsoft.com/office/drawing/2014/main" id="{E94F8524-133C-4B51-A9AB-D777D4E8D57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Rectangle 27">
              <a:extLst>
                <a:ext uri="{FF2B5EF4-FFF2-40B4-BE49-F238E27FC236}">
                  <a16:creationId xmlns:a16="http://schemas.microsoft.com/office/drawing/2014/main" id="{2AE01F85-42F0-47DB-9015-928BA3DB651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2" name="Rectangle 28">
              <a:extLst>
                <a:ext uri="{FF2B5EF4-FFF2-40B4-BE49-F238E27FC236}">
                  <a16:creationId xmlns:a16="http://schemas.microsoft.com/office/drawing/2014/main" id="{A7C51B65-1F8E-4F9A-946F-3B2BD1BEB9D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3" name="Rectangle 29">
              <a:extLst>
                <a:ext uri="{FF2B5EF4-FFF2-40B4-BE49-F238E27FC236}">
                  <a16:creationId xmlns:a16="http://schemas.microsoft.com/office/drawing/2014/main" id="{42FB1BDC-11EE-4CC6-88AF-E23B33E68A1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4" name="Rectangle 30">
              <a:extLst>
                <a:ext uri="{FF2B5EF4-FFF2-40B4-BE49-F238E27FC236}">
                  <a16:creationId xmlns:a16="http://schemas.microsoft.com/office/drawing/2014/main" id="{A20FD317-7FC4-4094-8F41-DD2BD1AD62F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5" name="Rectangle 31">
              <a:extLst>
                <a:ext uri="{FF2B5EF4-FFF2-40B4-BE49-F238E27FC236}">
                  <a16:creationId xmlns:a16="http://schemas.microsoft.com/office/drawing/2014/main" id="{27BC89FA-A276-47F4-B3FA-2014B398735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Rectangle 32">
              <a:extLst>
                <a:ext uri="{FF2B5EF4-FFF2-40B4-BE49-F238E27FC236}">
                  <a16:creationId xmlns:a16="http://schemas.microsoft.com/office/drawing/2014/main" id="{5174090E-2205-496A-B45C-CC79E956D64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7" name="Rectangle 33">
              <a:extLst>
                <a:ext uri="{FF2B5EF4-FFF2-40B4-BE49-F238E27FC236}">
                  <a16:creationId xmlns:a16="http://schemas.microsoft.com/office/drawing/2014/main" id="{F16E0DC1-91C3-41D0-B7A2-A9860C6F28A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8" name="Rectangle 34">
              <a:extLst>
                <a:ext uri="{FF2B5EF4-FFF2-40B4-BE49-F238E27FC236}">
                  <a16:creationId xmlns:a16="http://schemas.microsoft.com/office/drawing/2014/main" id="{D1AEAF57-2B98-424E-AC12-AAF7CE6B63E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9" name="Rectangle 35">
              <a:extLst>
                <a:ext uri="{FF2B5EF4-FFF2-40B4-BE49-F238E27FC236}">
                  <a16:creationId xmlns:a16="http://schemas.microsoft.com/office/drawing/2014/main" id="{D5A95980-E2EF-4EAB-855F-C08990D85FE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0" name="Rectangle 36">
              <a:extLst>
                <a:ext uri="{FF2B5EF4-FFF2-40B4-BE49-F238E27FC236}">
                  <a16:creationId xmlns:a16="http://schemas.microsoft.com/office/drawing/2014/main" id="{4D87891D-91A7-460E-9A30-9092A63E28D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1" name="Rectangle 37">
              <a:extLst>
                <a:ext uri="{FF2B5EF4-FFF2-40B4-BE49-F238E27FC236}">
                  <a16:creationId xmlns:a16="http://schemas.microsoft.com/office/drawing/2014/main" id="{43155613-1BAA-4CE5-9B71-61565F91550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2" name="Rectangle 38">
              <a:extLst>
                <a:ext uri="{FF2B5EF4-FFF2-40B4-BE49-F238E27FC236}">
                  <a16:creationId xmlns:a16="http://schemas.microsoft.com/office/drawing/2014/main" id="{EECC4077-DF49-4037-A4A6-D3B03408508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3" name="Rectangle 39">
              <a:extLst>
                <a:ext uri="{FF2B5EF4-FFF2-40B4-BE49-F238E27FC236}">
                  <a16:creationId xmlns:a16="http://schemas.microsoft.com/office/drawing/2014/main" id="{CFC1BE08-4EDE-4342-A8A0-A9CFD2B259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4" name="Rectangle 40">
              <a:extLst>
                <a:ext uri="{FF2B5EF4-FFF2-40B4-BE49-F238E27FC236}">
                  <a16:creationId xmlns:a16="http://schemas.microsoft.com/office/drawing/2014/main" id="{F5A46494-87A1-422B-8DCD-EFA3C24DA2C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5" name="Rectangle 41">
              <a:extLst>
                <a:ext uri="{FF2B5EF4-FFF2-40B4-BE49-F238E27FC236}">
                  <a16:creationId xmlns:a16="http://schemas.microsoft.com/office/drawing/2014/main" id="{3C29E555-AAC7-40C6-917B-82034F2B38C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6" name="Rectangle 42">
              <a:extLst>
                <a:ext uri="{FF2B5EF4-FFF2-40B4-BE49-F238E27FC236}">
                  <a16:creationId xmlns:a16="http://schemas.microsoft.com/office/drawing/2014/main" id="{D9D7BFE0-A0A2-4AA8-8D44-62E06ADAD33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7" name="Rectangle 43">
              <a:extLst>
                <a:ext uri="{FF2B5EF4-FFF2-40B4-BE49-F238E27FC236}">
                  <a16:creationId xmlns:a16="http://schemas.microsoft.com/office/drawing/2014/main" id="{F1C73C66-24AE-4B81-89EA-39B5EC3BD6B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8" name="Rectangle 44">
              <a:extLst>
                <a:ext uri="{FF2B5EF4-FFF2-40B4-BE49-F238E27FC236}">
                  <a16:creationId xmlns:a16="http://schemas.microsoft.com/office/drawing/2014/main" id="{0E2C4E0D-76ED-4569-B38C-9E65CE4FFF3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9" name="Rectangle 45">
              <a:extLst>
                <a:ext uri="{FF2B5EF4-FFF2-40B4-BE49-F238E27FC236}">
                  <a16:creationId xmlns:a16="http://schemas.microsoft.com/office/drawing/2014/main" id="{C94C02C0-098C-4FC1-B191-E483B44F06D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Rectangle 46">
              <a:extLst>
                <a:ext uri="{FF2B5EF4-FFF2-40B4-BE49-F238E27FC236}">
                  <a16:creationId xmlns:a16="http://schemas.microsoft.com/office/drawing/2014/main" id="{17CCA73F-C49E-4537-958E-65E29242615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1" name="Rectangle 47">
              <a:extLst>
                <a:ext uri="{FF2B5EF4-FFF2-40B4-BE49-F238E27FC236}">
                  <a16:creationId xmlns:a16="http://schemas.microsoft.com/office/drawing/2014/main" id="{91224172-9D62-49C5-87B7-947FB30CE5F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2" name="Rectangle 48">
              <a:extLst>
                <a:ext uri="{FF2B5EF4-FFF2-40B4-BE49-F238E27FC236}">
                  <a16:creationId xmlns:a16="http://schemas.microsoft.com/office/drawing/2014/main" id="{8B06FE71-EE13-4D9C-A340-887FEF6F7B1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3" name="Rectangle 49">
              <a:extLst>
                <a:ext uri="{FF2B5EF4-FFF2-40B4-BE49-F238E27FC236}">
                  <a16:creationId xmlns:a16="http://schemas.microsoft.com/office/drawing/2014/main" id="{4717004F-2792-4A81-A9D0-E4BB00E211D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4" name="Rectangle 50">
              <a:extLst>
                <a:ext uri="{FF2B5EF4-FFF2-40B4-BE49-F238E27FC236}">
                  <a16:creationId xmlns:a16="http://schemas.microsoft.com/office/drawing/2014/main" id="{A54AD056-C18D-43A3-889D-07DDCE9FFB7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Rectangle 51">
              <a:extLst>
                <a:ext uri="{FF2B5EF4-FFF2-40B4-BE49-F238E27FC236}">
                  <a16:creationId xmlns:a16="http://schemas.microsoft.com/office/drawing/2014/main" id="{FE6CD02A-07FC-4177-87B8-D06C48E8567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46585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Rectangle 52">
              <a:extLst>
                <a:ext uri="{FF2B5EF4-FFF2-40B4-BE49-F238E27FC236}">
                  <a16:creationId xmlns:a16="http://schemas.microsoft.com/office/drawing/2014/main" id="{163BA3AE-F297-4FF8-859A-0C3553FBA52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Rectangle 53">
              <a:extLst>
                <a:ext uri="{FF2B5EF4-FFF2-40B4-BE49-F238E27FC236}">
                  <a16:creationId xmlns:a16="http://schemas.microsoft.com/office/drawing/2014/main" id="{3DF860DC-D7DD-494A-BEDD-ACF1072178F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8" name="Rectangle 54">
              <a:extLst>
                <a:ext uri="{FF2B5EF4-FFF2-40B4-BE49-F238E27FC236}">
                  <a16:creationId xmlns:a16="http://schemas.microsoft.com/office/drawing/2014/main" id="{7D71FA5E-3A09-4E7F-B1C4-E4154CBD4E0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9" name="Rectangle 55">
              <a:extLst>
                <a:ext uri="{FF2B5EF4-FFF2-40B4-BE49-F238E27FC236}">
                  <a16:creationId xmlns:a16="http://schemas.microsoft.com/office/drawing/2014/main" id="{EC5C8413-51DA-4240-83AB-73627501621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0" name="Rectangle 56">
              <a:extLst>
                <a:ext uri="{FF2B5EF4-FFF2-40B4-BE49-F238E27FC236}">
                  <a16:creationId xmlns:a16="http://schemas.microsoft.com/office/drawing/2014/main" id="{93A7B91C-F65B-452C-A09C-1041E2D65BB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1" name="Rectangle 57">
              <a:extLst>
                <a:ext uri="{FF2B5EF4-FFF2-40B4-BE49-F238E27FC236}">
                  <a16:creationId xmlns:a16="http://schemas.microsoft.com/office/drawing/2014/main" id="{42B237ED-2604-48F1-B092-EF2A1C181BF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2" name="Rectangle 58">
              <a:extLst>
                <a:ext uri="{FF2B5EF4-FFF2-40B4-BE49-F238E27FC236}">
                  <a16:creationId xmlns:a16="http://schemas.microsoft.com/office/drawing/2014/main" id="{A6CF2BF2-3557-4478-B760-FBB736D61BD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3" name="Rectangle 59">
              <a:extLst>
                <a:ext uri="{FF2B5EF4-FFF2-40B4-BE49-F238E27FC236}">
                  <a16:creationId xmlns:a16="http://schemas.microsoft.com/office/drawing/2014/main" id="{E3F1438D-779E-4496-A40F-0FF83DE4F8D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4" name="Rectangle 60">
              <a:extLst>
                <a:ext uri="{FF2B5EF4-FFF2-40B4-BE49-F238E27FC236}">
                  <a16:creationId xmlns:a16="http://schemas.microsoft.com/office/drawing/2014/main" id="{C82371AC-3576-420E-9EFC-1B340EC50D3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5" name="Rectangle 61">
              <a:extLst>
                <a:ext uri="{FF2B5EF4-FFF2-40B4-BE49-F238E27FC236}">
                  <a16:creationId xmlns:a16="http://schemas.microsoft.com/office/drawing/2014/main" id="{8844B7E1-DF7B-4A52-A828-3CA214D613B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730966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6" name="Rectangle 62">
              <a:extLst>
                <a:ext uri="{FF2B5EF4-FFF2-40B4-BE49-F238E27FC236}">
                  <a16:creationId xmlns:a16="http://schemas.microsoft.com/office/drawing/2014/main" id="{0219C9A6-6233-4454-A207-BF869329AF6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7" name="Rectangle 63">
              <a:extLst>
                <a:ext uri="{FF2B5EF4-FFF2-40B4-BE49-F238E27FC236}">
                  <a16:creationId xmlns:a16="http://schemas.microsoft.com/office/drawing/2014/main" id="{EC9DA430-68F1-4A6A-847C-4F19C426E2C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8" name="Rectangle 64">
              <a:extLst>
                <a:ext uri="{FF2B5EF4-FFF2-40B4-BE49-F238E27FC236}">
                  <a16:creationId xmlns:a16="http://schemas.microsoft.com/office/drawing/2014/main" id="{4F8622E4-586A-490E-9E8D-40CD0F70C8A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9" name="Rectangle 65">
              <a:extLst>
                <a:ext uri="{FF2B5EF4-FFF2-40B4-BE49-F238E27FC236}">
                  <a16:creationId xmlns:a16="http://schemas.microsoft.com/office/drawing/2014/main" id="{86C60FCB-80D6-4A90-9137-85A3F98155F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0" name="Rectangle 66">
              <a:extLst>
                <a:ext uri="{FF2B5EF4-FFF2-40B4-BE49-F238E27FC236}">
                  <a16:creationId xmlns:a16="http://schemas.microsoft.com/office/drawing/2014/main" id="{F1F36FC1-7557-42B1-A552-4A2DD893F59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1" name="Rectangle 67">
              <a:extLst>
                <a:ext uri="{FF2B5EF4-FFF2-40B4-BE49-F238E27FC236}">
                  <a16:creationId xmlns:a16="http://schemas.microsoft.com/office/drawing/2014/main" id="{58D20802-8315-403A-85A9-8EA8BE7F070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2" name="Rectangle 68">
              <a:extLst>
                <a:ext uri="{FF2B5EF4-FFF2-40B4-BE49-F238E27FC236}">
                  <a16:creationId xmlns:a16="http://schemas.microsoft.com/office/drawing/2014/main" id="{162B9F56-A611-449F-AD01-F171F648136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3" name="Rectangle 69">
              <a:extLst>
                <a:ext uri="{FF2B5EF4-FFF2-40B4-BE49-F238E27FC236}">
                  <a16:creationId xmlns:a16="http://schemas.microsoft.com/office/drawing/2014/main" id="{AD075628-E173-4279-A50D-41D24B6000A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4" name="Rectangle 70">
              <a:extLst>
                <a:ext uri="{FF2B5EF4-FFF2-40B4-BE49-F238E27FC236}">
                  <a16:creationId xmlns:a16="http://schemas.microsoft.com/office/drawing/2014/main" id="{C48388E1-6C60-42A8-90C0-AC1539EF4AE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5" name="Rectangle 71">
              <a:extLst>
                <a:ext uri="{FF2B5EF4-FFF2-40B4-BE49-F238E27FC236}">
                  <a16:creationId xmlns:a16="http://schemas.microsoft.com/office/drawing/2014/main" id="{75B87091-4AD6-4C0E-8A02-46223A0A79C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002429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6" name="Rectangle 72">
              <a:extLst>
                <a:ext uri="{FF2B5EF4-FFF2-40B4-BE49-F238E27FC236}">
                  <a16:creationId xmlns:a16="http://schemas.microsoft.com/office/drawing/2014/main" id="{0DB7FA51-9C69-42D4-B4F4-51E29D64AE2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7" name="Rectangle 73">
              <a:extLst>
                <a:ext uri="{FF2B5EF4-FFF2-40B4-BE49-F238E27FC236}">
                  <a16:creationId xmlns:a16="http://schemas.microsoft.com/office/drawing/2014/main" id="{72DC8556-B1DB-43F0-8AFA-6FE9933973F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8" name="Rectangle 74">
              <a:extLst>
                <a:ext uri="{FF2B5EF4-FFF2-40B4-BE49-F238E27FC236}">
                  <a16:creationId xmlns:a16="http://schemas.microsoft.com/office/drawing/2014/main" id="{E46E1B98-0857-4173-98D4-E10E18C70D0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9" name="Rectangle 75">
              <a:extLst>
                <a:ext uri="{FF2B5EF4-FFF2-40B4-BE49-F238E27FC236}">
                  <a16:creationId xmlns:a16="http://schemas.microsoft.com/office/drawing/2014/main" id="{8194DE74-7F21-4456-AA39-7EDA1A68D69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0" name="Rectangle 76">
              <a:extLst>
                <a:ext uri="{FF2B5EF4-FFF2-40B4-BE49-F238E27FC236}">
                  <a16:creationId xmlns:a16="http://schemas.microsoft.com/office/drawing/2014/main" id="{491B4B98-DBFE-4303-9D05-3A37D1CD9AD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1" name="Rectangle 77">
              <a:extLst>
                <a:ext uri="{FF2B5EF4-FFF2-40B4-BE49-F238E27FC236}">
                  <a16:creationId xmlns:a16="http://schemas.microsoft.com/office/drawing/2014/main" id="{3DB7F431-9954-405F-B43B-1EAE31F7FED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2" name="Rectangle 78">
              <a:extLst>
                <a:ext uri="{FF2B5EF4-FFF2-40B4-BE49-F238E27FC236}">
                  <a16:creationId xmlns:a16="http://schemas.microsoft.com/office/drawing/2014/main" id="{FE5E845A-83E0-42A3-9D80-46B5881E0FF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3" name="Rectangle 79">
              <a:extLst>
                <a:ext uri="{FF2B5EF4-FFF2-40B4-BE49-F238E27FC236}">
                  <a16:creationId xmlns:a16="http://schemas.microsoft.com/office/drawing/2014/main" id="{5AC5D07C-6163-4385-81DD-28A90549819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4" name="Rectangle 80">
              <a:extLst>
                <a:ext uri="{FF2B5EF4-FFF2-40B4-BE49-F238E27FC236}">
                  <a16:creationId xmlns:a16="http://schemas.microsoft.com/office/drawing/2014/main" id="{F59070AC-40A4-4FDC-ABE9-B1E98602725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5" name="Rectangle 81">
              <a:extLst>
                <a:ext uri="{FF2B5EF4-FFF2-40B4-BE49-F238E27FC236}">
                  <a16:creationId xmlns:a16="http://schemas.microsoft.com/office/drawing/2014/main" id="{C7A892A0-230B-4066-87A2-2C5C0704DBE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27230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6" name="Rectangle 82">
              <a:extLst>
                <a:ext uri="{FF2B5EF4-FFF2-40B4-BE49-F238E27FC236}">
                  <a16:creationId xmlns:a16="http://schemas.microsoft.com/office/drawing/2014/main" id="{6A7EA852-6290-4F71-A90F-AD855B3974E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7" name="Rectangle 83">
              <a:extLst>
                <a:ext uri="{FF2B5EF4-FFF2-40B4-BE49-F238E27FC236}">
                  <a16:creationId xmlns:a16="http://schemas.microsoft.com/office/drawing/2014/main" id="{C164CEA5-53BE-4D00-98BE-30DAA57D1F4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8" name="Rectangle 84">
              <a:extLst>
                <a:ext uri="{FF2B5EF4-FFF2-40B4-BE49-F238E27FC236}">
                  <a16:creationId xmlns:a16="http://schemas.microsoft.com/office/drawing/2014/main" id="{89575892-79B3-4F81-9874-CBC05990CDD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209" name="Rectangle 141">
            <a:extLst>
              <a:ext uri="{FF2B5EF4-FFF2-40B4-BE49-F238E27FC236}">
                <a16:creationId xmlns:a16="http://schemas.microsoft.com/office/drawing/2014/main" id="{AB908C70-359F-4563-9A93-8CC202EEE9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4894" y="1270617"/>
            <a:ext cx="2060575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State-assigned table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009" name="Group 1">
            <a:extLst>
              <a:ext uri="{FF2B5EF4-FFF2-40B4-BE49-F238E27FC236}">
                <a16:creationId xmlns:a16="http://schemas.microsoft.com/office/drawing/2014/main" id="{1E8DF637-1986-4428-B6A4-2712D4002396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2127250"/>
            <a:ext cx="3536950" cy="2460625"/>
            <a:chOff x="4614951" y="2127591"/>
            <a:chExt cx="3536950" cy="2460625"/>
          </a:xfrm>
        </p:grpSpPr>
        <p:sp>
          <p:nvSpPr>
            <p:cNvPr id="43055" name="Rectangle 4">
              <a:extLst>
                <a:ext uri="{FF2B5EF4-FFF2-40B4-BE49-F238E27FC236}">
                  <a16:creationId xmlns:a16="http://schemas.microsoft.com/office/drawing/2014/main" id="{81138AA5-3504-48BE-B3BB-29487F568AC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56" name="Rectangle 5">
              <a:extLst>
                <a:ext uri="{FF2B5EF4-FFF2-40B4-BE49-F238E27FC236}">
                  <a16:creationId xmlns:a16="http://schemas.microsoft.com/office/drawing/2014/main" id="{19A28A54-A638-47A6-B3A7-5A4334B8637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57" name="Rectangle 6">
              <a:extLst>
                <a:ext uri="{FF2B5EF4-FFF2-40B4-BE49-F238E27FC236}">
                  <a16:creationId xmlns:a16="http://schemas.microsoft.com/office/drawing/2014/main" id="{8D8C7C97-9D48-4CE5-B1CA-A2E4A9A3200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58" name="Rectangle 7">
              <a:extLst>
                <a:ext uri="{FF2B5EF4-FFF2-40B4-BE49-F238E27FC236}">
                  <a16:creationId xmlns:a16="http://schemas.microsoft.com/office/drawing/2014/main" id="{57A49983-990C-46F8-995D-BBEEDC1A1CF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59" name="Rectangle 8">
              <a:extLst>
                <a:ext uri="{FF2B5EF4-FFF2-40B4-BE49-F238E27FC236}">
                  <a16:creationId xmlns:a16="http://schemas.microsoft.com/office/drawing/2014/main" id="{F840A87E-E121-443F-84FA-D235AFC2FA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60" name="Rectangle 9">
              <a:extLst>
                <a:ext uri="{FF2B5EF4-FFF2-40B4-BE49-F238E27FC236}">
                  <a16:creationId xmlns:a16="http://schemas.microsoft.com/office/drawing/2014/main" id="{59A2C2D9-89A7-4CD2-BA4F-DF7815ED2CE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61" name="Rectangle 10">
              <a:extLst>
                <a:ext uri="{FF2B5EF4-FFF2-40B4-BE49-F238E27FC236}">
                  <a16:creationId xmlns:a16="http://schemas.microsoft.com/office/drawing/2014/main" id="{9DD1122A-ACAC-47E9-B8DD-C4F410C49C8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62" name="Rectangle 11">
              <a:extLst>
                <a:ext uri="{FF2B5EF4-FFF2-40B4-BE49-F238E27FC236}">
                  <a16:creationId xmlns:a16="http://schemas.microsoft.com/office/drawing/2014/main" id="{E11C5D4C-5067-44C5-A68C-6D2DAC762AC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63" name="Rectangle 12">
              <a:extLst>
                <a:ext uri="{FF2B5EF4-FFF2-40B4-BE49-F238E27FC236}">
                  <a16:creationId xmlns:a16="http://schemas.microsoft.com/office/drawing/2014/main" id="{E6257134-3BB2-423D-B985-E777B40ECEF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64" name="Rectangle 13">
              <a:extLst>
                <a:ext uri="{FF2B5EF4-FFF2-40B4-BE49-F238E27FC236}">
                  <a16:creationId xmlns:a16="http://schemas.microsoft.com/office/drawing/2014/main" id="{7F0579F2-ED6A-4909-80C4-02C61F617BE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65" name="Rectangle 14">
              <a:extLst>
                <a:ext uri="{FF2B5EF4-FFF2-40B4-BE49-F238E27FC236}">
                  <a16:creationId xmlns:a16="http://schemas.microsoft.com/office/drawing/2014/main" id="{79829A74-870F-4CA1-9FD7-0C8FF786F98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66" name="Rectangle 15">
              <a:extLst>
                <a:ext uri="{FF2B5EF4-FFF2-40B4-BE49-F238E27FC236}">
                  <a16:creationId xmlns:a16="http://schemas.microsoft.com/office/drawing/2014/main" id="{44674E51-74D1-4D0B-A8FB-7E48BA2BAEA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67" name="Rectangle 16">
              <a:extLst>
                <a:ext uri="{FF2B5EF4-FFF2-40B4-BE49-F238E27FC236}">
                  <a16:creationId xmlns:a16="http://schemas.microsoft.com/office/drawing/2014/main" id="{25CFE1F4-C5DF-48B4-9562-A1CABF9FBB1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68" name="Rectangle 17">
              <a:extLst>
                <a:ext uri="{FF2B5EF4-FFF2-40B4-BE49-F238E27FC236}">
                  <a16:creationId xmlns:a16="http://schemas.microsoft.com/office/drawing/2014/main" id="{1B5322F5-D155-4CDC-A715-BF4132A1852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69" name="Rectangle 18">
              <a:extLst>
                <a:ext uri="{FF2B5EF4-FFF2-40B4-BE49-F238E27FC236}">
                  <a16:creationId xmlns:a16="http://schemas.microsoft.com/office/drawing/2014/main" id="{403CACBA-10D4-4B83-BABC-D7CD770C591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70" name="Rectangle 19">
              <a:extLst>
                <a:ext uri="{FF2B5EF4-FFF2-40B4-BE49-F238E27FC236}">
                  <a16:creationId xmlns:a16="http://schemas.microsoft.com/office/drawing/2014/main" id="{4C58F1AE-32CC-4BE1-860E-15D7A000B62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71" name="Rectangle 20">
              <a:extLst>
                <a:ext uri="{FF2B5EF4-FFF2-40B4-BE49-F238E27FC236}">
                  <a16:creationId xmlns:a16="http://schemas.microsoft.com/office/drawing/2014/main" id="{AEACAB79-66AD-4CB5-B693-68F8617E65D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72" name="Rectangle 21">
              <a:extLst>
                <a:ext uri="{FF2B5EF4-FFF2-40B4-BE49-F238E27FC236}">
                  <a16:creationId xmlns:a16="http://schemas.microsoft.com/office/drawing/2014/main" id="{8E0228B9-B7D3-4E7B-AA8C-9881BCE4253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73" name="Rectangle 22">
              <a:extLst>
                <a:ext uri="{FF2B5EF4-FFF2-40B4-BE49-F238E27FC236}">
                  <a16:creationId xmlns:a16="http://schemas.microsoft.com/office/drawing/2014/main" id="{3A67DB84-63AB-4D52-9BDE-2BFED433671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74" name="Rectangle 23">
              <a:extLst>
                <a:ext uri="{FF2B5EF4-FFF2-40B4-BE49-F238E27FC236}">
                  <a16:creationId xmlns:a16="http://schemas.microsoft.com/office/drawing/2014/main" id="{282951E9-E0BA-4E10-A994-3E43A9650F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75" name="Rectangle 24">
              <a:extLst>
                <a:ext uri="{FF2B5EF4-FFF2-40B4-BE49-F238E27FC236}">
                  <a16:creationId xmlns:a16="http://schemas.microsoft.com/office/drawing/2014/main" id="{0B3EC52D-E88D-43BB-AD3D-A9366FDE26A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76" name="Rectangle 25">
              <a:extLst>
                <a:ext uri="{FF2B5EF4-FFF2-40B4-BE49-F238E27FC236}">
                  <a16:creationId xmlns:a16="http://schemas.microsoft.com/office/drawing/2014/main" id="{D481D085-589A-4452-8DCC-30C8604384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77" name="Rectangle 26">
              <a:extLst>
                <a:ext uri="{FF2B5EF4-FFF2-40B4-BE49-F238E27FC236}">
                  <a16:creationId xmlns:a16="http://schemas.microsoft.com/office/drawing/2014/main" id="{CDA28E02-A2F0-4263-B5AE-98029E0A1A5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78" name="Rectangle 27">
              <a:extLst>
                <a:ext uri="{FF2B5EF4-FFF2-40B4-BE49-F238E27FC236}">
                  <a16:creationId xmlns:a16="http://schemas.microsoft.com/office/drawing/2014/main" id="{980114E3-AFEB-459F-90B7-BA216316846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79" name="Rectangle 28">
              <a:extLst>
                <a:ext uri="{FF2B5EF4-FFF2-40B4-BE49-F238E27FC236}">
                  <a16:creationId xmlns:a16="http://schemas.microsoft.com/office/drawing/2014/main" id="{7503E9BC-EEE0-491D-B988-1B64309F7B3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80" name="Rectangle 29">
              <a:extLst>
                <a:ext uri="{FF2B5EF4-FFF2-40B4-BE49-F238E27FC236}">
                  <a16:creationId xmlns:a16="http://schemas.microsoft.com/office/drawing/2014/main" id="{87FABFD3-A6D0-4169-9965-84CD8EAA8A6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81" name="Rectangle 30">
              <a:extLst>
                <a:ext uri="{FF2B5EF4-FFF2-40B4-BE49-F238E27FC236}">
                  <a16:creationId xmlns:a16="http://schemas.microsoft.com/office/drawing/2014/main" id="{E88286A0-CB4A-4F4F-BDE7-EA5D14D33A3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82" name="Rectangle 31">
              <a:extLst>
                <a:ext uri="{FF2B5EF4-FFF2-40B4-BE49-F238E27FC236}">
                  <a16:creationId xmlns:a16="http://schemas.microsoft.com/office/drawing/2014/main" id="{4AABE0D5-4BF9-41EC-A4D1-D61C5423070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83" name="Rectangle 32">
              <a:extLst>
                <a:ext uri="{FF2B5EF4-FFF2-40B4-BE49-F238E27FC236}">
                  <a16:creationId xmlns:a16="http://schemas.microsoft.com/office/drawing/2014/main" id="{A885E059-858E-4A17-A803-3931BFEEF75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84" name="Rectangle 33">
              <a:extLst>
                <a:ext uri="{FF2B5EF4-FFF2-40B4-BE49-F238E27FC236}">
                  <a16:creationId xmlns:a16="http://schemas.microsoft.com/office/drawing/2014/main" id="{3A795DED-B081-468A-9668-B0DA0447641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85" name="Rectangle 34">
              <a:extLst>
                <a:ext uri="{FF2B5EF4-FFF2-40B4-BE49-F238E27FC236}">
                  <a16:creationId xmlns:a16="http://schemas.microsoft.com/office/drawing/2014/main" id="{8E0E517B-DCAC-4591-A956-55CE33C6197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86" name="Rectangle 35">
              <a:extLst>
                <a:ext uri="{FF2B5EF4-FFF2-40B4-BE49-F238E27FC236}">
                  <a16:creationId xmlns:a16="http://schemas.microsoft.com/office/drawing/2014/main" id="{D5798982-5DBE-42A0-A570-9AD782F6F5F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87" name="Rectangle 36">
              <a:extLst>
                <a:ext uri="{FF2B5EF4-FFF2-40B4-BE49-F238E27FC236}">
                  <a16:creationId xmlns:a16="http://schemas.microsoft.com/office/drawing/2014/main" id="{3D1CF39F-4AC8-41B8-BFC7-363ED990C04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88" name="Rectangle 37">
              <a:extLst>
                <a:ext uri="{FF2B5EF4-FFF2-40B4-BE49-F238E27FC236}">
                  <a16:creationId xmlns:a16="http://schemas.microsoft.com/office/drawing/2014/main" id="{6D03E424-8F8F-432D-A393-13A0F5160EB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89" name="Rectangle 38">
              <a:extLst>
                <a:ext uri="{FF2B5EF4-FFF2-40B4-BE49-F238E27FC236}">
                  <a16:creationId xmlns:a16="http://schemas.microsoft.com/office/drawing/2014/main" id="{D064F78D-965A-4F2F-B322-E4A7BA27FC2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90" name="Rectangle 39">
              <a:extLst>
                <a:ext uri="{FF2B5EF4-FFF2-40B4-BE49-F238E27FC236}">
                  <a16:creationId xmlns:a16="http://schemas.microsoft.com/office/drawing/2014/main" id="{52240406-F74E-4B67-81A4-02595C1078E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91" name="Rectangle 40">
              <a:extLst>
                <a:ext uri="{FF2B5EF4-FFF2-40B4-BE49-F238E27FC236}">
                  <a16:creationId xmlns:a16="http://schemas.microsoft.com/office/drawing/2014/main" id="{8DC967BB-43E6-4798-AB75-525C0DC381E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92" name="Rectangle 41">
              <a:extLst>
                <a:ext uri="{FF2B5EF4-FFF2-40B4-BE49-F238E27FC236}">
                  <a16:creationId xmlns:a16="http://schemas.microsoft.com/office/drawing/2014/main" id="{347A7390-F4DC-440A-BE94-F5AD5515931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93" name="Rectangle 42">
              <a:extLst>
                <a:ext uri="{FF2B5EF4-FFF2-40B4-BE49-F238E27FC236}">
                  <a16:creationId xmlns:a16="http://schemas.microsoft.com/office/drawing/2014/main" id="{B5C4A389-BADB-4228-8113-25122652FF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94" name="Rectangle 43">
              <a:extLst>
                <a:ext uri="{FF2B5EF4-FFF2-40B4-BE49-F238E27FC236}">
                  <a16:creationId xmlns:a16="http://schemas.microsoft.com/office/drawing/2014/main" id="{CA2A01FA-85C6-4D70-95C8-D859B0E753F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95" name="Rectangle 44">
              <a:extLst>
                <a:ext uri="{FF2B5EF4-FFF2-40B4-BE49-F238E27FC236}">
                  <a16:creationId xmlns:a16="http://schemas.microsoft.com/office/drawing/2014/main" id="{6E722AF7-250B-4469-96D4-35D4C467266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96" name="Rectangle 45">
              <a:extLst>
                <a:ext uri="{FF2B5EF4-FFF2-40B4-BE49-F238E27FC236}">
                  <a16:creationId xmlns:a16="http://schemas.microsoft.com/office/drawing/2014/main" id="{310BA294-05A2-437A-AF74-25D40C2AA51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97" name="Rectangle 46">
              <a:extLst>
                <a:ext uri="{FF2B5EF4-FFF2-40B4-BE49-F238E27FC236}">
                  <a16:creationId xmlns:a16="http://schemas.microsoft.com/office/drawing/2014/main" id="{4D7608EC-E5F4-4CCA-A825-B9512C8C95E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98" name="Rectangle 47">
              <a:extLst>
                <a:ext uri="{FF2B5EF4-FFF2-40B4-BE49-F238E27FC236}">
                  <a16:creationId xmlns:a16="http://schemas.microsoft.com/office/drawing/2014/main" id="{9DB2A06C-7CA5-4F5F-BAA9-C8B56A9E018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99" name="Rectangle 48">
              <a:extLst>
                <a:ext uri="{FF2B5EF4-FFF2-40B4-BE49-F238E27FC236}">
                  <a16:creationId xmlns:a16="http://schemas.microsoft.com/office/drawing/2014/main" id="{302AC0F5-747D-49F7-A3AC-7CD5B9D544A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00" name="Rectangle 49">
              <a:extLst>
                <a:ext uri="{FF2B5EF4-FFF2-40B4-BE49-F238E27FC236}">
                  <a16:creationId xmlns:a16="http://schemas.microsoft.com/office/drawing/2014/main" id="{33916133-9340-484D-9D75-28A8AA84B00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01" name="Rectangle 50">
              <a:extLst>
                <a:ext uri="{FF2B5EF4-FFF2-40B4-BE49-F238E27FC236}">
                  <a16:creationId xmlns:a16="http://schemas.microsoft.com/office/drawing/2014/main" id="{F3448FFB-02C5-477C-B875-4AFEB910F9B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02" name="Rectangle 51">
              <a:extLst>
                <a:ext uri="{FF2B5EF4-FFF2-40B4-BE49-F238E27FC236}">
                  <a16:creationId xmlns:a16="http://schemas.microsoft.com/office/drawing/2014/main" id="{6F5360A1-6225-4D0C-B64D-60100BDC658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46585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03" name="Rectangle 52">
              <a:extLst>
                <a:ext uri="{FF2B5EF4-FFF2-40B4-BE49-F238E27FC236}">
                  <a16:creationId xmlns:a16="http://schemas.microsoft.com/office/drawing/2014/main" id="{EFD63F16-7949-4CB1-B2E5-DB5FF15EDE1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04" name="Rectangle 53">
              <a:extLst>
                <a:ext uri="{FF2B5EF4-FFF2-40B4-BE49-F238E27FC236}">
                  <a16:creationId xmlns:a16="http://schemas.microsoft.com/office/drawing/2014/main" id="{6D506978-6680-48C2-B615-6290E32C530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05" name="Rectangle 54">
              <a:extLst>
                <a:ext uri="{FF2B5EF4-FFF2-40B4-BE49-F238E27FC236}">
                  <a16:creationId xmlns:a16="http://schemas.microsoft.com/office/drawing/2014/main" id="{6C4E67D7-A290-4AC0-8EFC-CF13A5BB27C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06" name="Rectangle 55">
              <a:extLst>
                <a:ext uri="{FF2B5EF4-FFF2-40B4-BE49-F238E27FC236}">
                  <a16:creationId xmlns:a16="http://schemas.microsoft.com/office/drawing/2014/main" id="{D59144CD-368E-4C13-A382-5ED20E40A23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07" name="Rectangle 56">
              <a:extLst>
                <a:ext uri="{FF2B5EF4-FFF2-40B4-BE49-F238E27FC236}">
                  <a16:creationId xmlns:a16="http://schemas.microsoft.com/office/drawing/2014/main" id="{DD703DB3-D829-454A-81EE-74E6202D8D4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08" name="Rectangle 57">
              <a:extLst>
                <a:ext uri="{FF2B5EF4-FFF2-40B4-BE49-F238E27FC236}">
                  <a16:creationId xmlns:a16="http://schemas.microsoft.com/office/drawing/2014/main" id="{9FC26C11-8A72-4655-9833-39D39F1EA21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09" name="Rectangle 58">
              <a:extLst>
                <a:ext uri="{FF2B5EF4-FFF2-40B4-BE49-F238E27FC236}">
                  <a16:creationId xmlns:a16="http://schemas.microsoft.com/office/drawing/2014/main" id="{DF47A01E-DE61-4925-B20A-91E14744226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10" name="Rectangle 59">
              <a:extLst>
                <a:ext uri="{FF2B5EF4-FFF2-40B4-BE49-F238E27FC236}">
                  <a16:creationId xmlns:a16="http://schemas.microsoft.com/office/drawing/2014/main" id="{309E9A30-0FCC-453E-AE8D-851B4292159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11" name="Rectangle 60">
              <a:extLst>
                <a:ext uri="{FF2B5EF4-FFF2-40B4-BE49-F238E27FC236}">
                  <a16:creationId xmlns:a16="http://schemas.microsoft.com/office/drawing/2014/main" id="{3E45F431-DAF5-4108-80E0-7D6DBDFB402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12" name="Rectangle 61">
              <a:extLst>
                <a:ext uri="{FF2B5EF4-FFF2-40B4-BE49-F238E27FC236}">
                  <a16:creationId xmlns:a16="http://schemas.microsoft.com/office/drawing/2014/main" id="{1F4664F3-E827-41FD-86C2-6F9C43E065A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730966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13" name="Rectangle 62">
              <a:extLst>
                <a:ext uri="{FF2B5EF4-FFF2-40B4-BE49-F238E27FC236}">
                  <a16:creationId xmlns:a16="http://schemas.microsoft.com/office/drawing/2014/main" id="{AE4921FC-4C50-4DCE-B473-5932A72B040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14" name="Rectangle 63">
              <a:extLst>
                <a:ext uri="{FF2B5EF4-FFF2-40B4-BE49-F238E27FC236}">
                  <a16:creationId xmlns:a16="http://schemas.microsoft.com/office/drawing/2014/main" id="{388883CC-4E81-4878-AEFB-94074898523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15" name="Rectangle 64">
              <a:extLst>
                <a:ext uri="{FF2B5EF4-FFF2-40B4-BE49-F238E27FC236}">
                  <a16:creationId xmlns:a16="http://schemas.microsoft.com/office/drawing/2014/main" id="{8FEADB3C-2CED-4585-8FAA-1EAB4D15E7B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16" name="Rectangle 65">
              <a:extLst>
                <a:ext uri="{FF2B5EF4-FFF2-40B4-BE49-F238E27FC236}">
                  <a16:creationId xmlns:a16="http://schemas.microsoft.com/office/drawing/2014/main" id="{93D5D0F9-6A65-4448-8719-3B6A49BA1D0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17" name="Rectangle 66">
              <a:extLst>
                <a:ext uri="{FF2B5EF4-FFF2-40B4-BE49-F238E27FC236}">
                  <a16:creationId xmlns:a16="http://schemas.microsoft.com/office/drawing/2014/main" id="{414B8C63-FBA6-4AA9-BE8C-888465DA390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18" name="Rectangle 67">
              <a:extLst>
                <a:ext uri="{FF2B5EF4-FFF2-40B4-BE49-F238E27FC236}">
                  <a16:creationId xmlns:a16="http://schemas.microsoft.com/office/drawing/2014/main" id="{86D7A18E-E06C-428C-A594-EEEDEB96022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19" name="Rectangle 68">
              <a:extLst>
                <a:ext uri="{FF2B5EF4-FFF2-40B4-BE49-F238E27FC236}">
                  <a16:creationId xmlns:a16="http://schemas.microsoft.com/office/drawing/2014/main" id="{EC9AF5BB-8C37-41BC-AD77-D4819E96949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20" name="Rectangle 69">
              <a:extLst>
                <a:ext uri="{FF2B5EF4-FFF2-40B4-BE49-F238E27FC236}">
                  <a16:creationId xmlns:a16="http://schemas.microsoft.com/office/drawing/2014/main" id="{5C59C389-3E82-4BA4-BA7E-A63EAAF29E9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21" name="Rectangle 70">
              <a:extLst>
                <a:ext uri="{FF2B5EF4-FFF2-40B4-BE49-F238E27FC236}">
                  <a16:creationId xmlns:a16="http://schemas.microsoft.com/office/drawing/2014/main" id="{E161D946-E43F-4F8C-A418-731D191FEE7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22" name="Rectangle 71">
              <a:extLst>
                <a:ext uri="{FF2B5EF4-FFF2-40B4-BE49-F238E27FC236}">
                  <a16:creationId xmlns:a16="http://schemas.microsoft.com/office/drawing/2014/main" id="{19B9E414-EC50-450C-BE88-37B8EB8C783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002429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23" name="Rectangle 72">
              <a:extLst>
                <a:ext uri="{FF2B5EF4-FFF2-40B4-BE49-F238E27FC236}">
                  <a16:creationId xmlns:a16="http://schemas.microsoft.com/office/drawing/2014/main" id="{6E8E8705-7533-4577-95BC-01791AB0231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24" name="Rectangle 73">
              <a:extLst>
                <a:ext uri="{FF2B5EF4-FFF2-40B4-BE49-F238E27FC236}">
                  <a16:creationId xmlns:a16="http://schemas.microsoft.com/office/drawing/2014/main" id="{77D4494A-38B4-4E64-9F9D-E6BF1C006DC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25" name="Rectangle 74">
              <a:extLst>
                <a:ext uri="{FF2B5EF4-FFF2-40B4-BE49-F238E27FC236}">
                  <a16:creationId xmlns:a16="http://schemas.microsoft.com/office/drawing/2014/main" id="{D3497E1F-D1F8-4B3C-A3DD-00A5CFB936B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26" name="Rectangle 75">
              <a:extLst>
                <a:ext uri="{FF2B5EF4-FFF2-40B4-BE49-F238E27FC236}">
                  <a16:creationId xmlns:a16="http://schemas.microsoft.com/office/drawing/2014/main" id="{FFC4B63F-0676-4AF2-B5E5-112DF947500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27" name="Rectangle 76">
              <a:extLst>
                <a:ext uri="{FF2B5EF4-FFF2-40B4-BE49-F238E27FC236}">
                  <a16:creationId xmlns:a16="http://schemas.microsoft.com/office/drawing/2014/main" id="{CA79D70C-FB64-45BC-834A-6B586D00966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28" name="Rectangle 77">
              <a:extLst>
                <a:ext uri="{FF2B5EF4-FFF2-40B4-BE49-F238E27FC236}">
                  <a16:creationId xmlns:a16="http://schemas.microsoft.com/office/drawing/2014/main" id="{C2BF2005-F3E1-40CB-A4ED-4B7A012A45B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29" name="Rectangle 78">
              <a:extLst>
                <a:ext uri="{FF2B5EF4-FFF2-40B4-BE49-F238E27FC236}">
                  <a16:creationId xmlns:a16="http://schemas.microsoft.com/office/drawing/2014/main" id="{DA454212-1687-42D3-BEDE-97CEC032988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30" name="Rectangle 79">
              <a:extLst>
                <a:ext uri="{FF2B5EF4-FFF2-40B4-BE49-F238E27FC236}">
                  <a16:creationId xmlns:a16="http://schemas.microsoft.com/office/drawing/2014/main" id="{E6F21226-E1F2-4E83-9992-532509B2AC0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31" name="Rectangle 80">
              <a:extLst>
                <a:ext uri="{FF2B5EF4-FFF2-40B4-BE49-F238E27FC236}">
                  <a16:creationId xmlns:a16="http://schemas.microsoft.com/office/drawing/2014/main" id="{2393300E-08D7-474B-830F-C38EBD335FE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32" name="Rectangle 81">
              <a:extLst>
                <a:ext uri="{FF2B5EF4-FFF2-40B4-BE49-F238E27FC236}">
                  <a16:creationId xmlns:a16="http://schemas.microsoft.com/office/drawing/2014/main" id="{0C2D5EBD-EF63-44F9-A209-963ED8128A7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27230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33" name="Rectangle 82">
              <a:extLst>
                <a:ext uri="{FF2B5EF4-FFF2-40B4-BE49-F238E27FC236}">
                  <a16:creationId xmlns:a16="http://schemas.microsoft.com/office/drawing/2014/main" id="{B42C11CD-725A-42E0-8595-4741D49385A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34" name="Rectangle 83">
              <a:extLst>
                <a:ext uri="{FF2B5EF4-FFF2-40B4-BE49-F238E27FC236}">
                  <a16:creationId xmlns:a16="http://schemas.microsoft.com/office/drawing/2014/main" id="{550A8990-6650-4164-AAE5-6A11E12DD37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135" name="Rectangle 84">
              <a:extLst>
                <a:ext uri="{FF2B5EF4-FFF2-40B4-BE49-F238E27FC236}">
                  <a16:creationId xmlns:a16="http://schemas.microsoft.com/office/drawing/2014/main" id="{B45A30C6-2217-420E-8BDC-CCE60375A81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3010" name="Rectangle 2">
            <a:extLst>
              <a:ext uri="{FF2B5EF4-FFF2-40B4-BE49-F238E27FC236}">
                <a16:creationId xmlns:a16="http://schemas.microsoft.com/office/drawing/2014/main" id="{6144AF08-E1B5-4869-A236-B0F26C285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grpSp>
        <p:nvGrpSpPr>
          <p:cNvPr id="43011" name="Group 93">
            <a:extLst>
              <a:ext uri="{FF2B5EF4-FFF2-40B4-BE49-F238E27FC236}">
                <a16:creationId xmlns:a16="http://schemas.microsoft.com/office/drawing/2014/main" id="{87149958-09A8-4CA6-9FEB-A5F9564B9742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43016" name="Rectangle 85">
              <a:extLst>
                <a:ext uri="{FF2B5EF4-FFF2-40B4-BE49-F238E27FC236}">
                  <a16:creationId xmlns:a16="http://schemas.microsoft.com/office/drawing/2014/main" id="{86AFACF5-44D3-4DF2-8DFC-6399651DC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17" name="Rectangle 86">
              <a:extLst>
                <a:ext uri="{FF2B5EF4-FFF2-40B4-BE49-F238E27FC236}">
                  <a16:creationId xmlns:a16="http://schemas.microsoft.com/office/drawing/2014/main" id="{B0B52CD9-F351-4FBD-B6ED-A482EA8B2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18" name="Rectangle 88">
              <a:extLst>
                <a:ext uri="{FF2B5EF4-FFF2-40B4-BE49-F238E27FC236}">
                  <a16:creationId xmlns:a16="http://schemas.microsoft.com/office/drawing/2014/main" id="{8DB892AE-FEB6-460C-B57C-40447DC54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19" name="Rectangle 89">
              <a:extLst>
                <a:ext uri="{FF2B5EF4-FFF2-40B4-BE49-F238E27FC236}">
                  <a16:creationId xmlns:a16="http://schemas.microsoft.com/office/drawing/2014/main" id="{F9A27FC3-F413-4401-8BC0-24B5C2465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20" name="Rectangle 90">
              <a:extLst>
                <a:ext uri="{FF2B5EF4-FFF2-40B4-BE49-F238E27FC236}">
                  <a16:creationId xmlns:a16="http://schemas.microsoft.com/office/drawing/2014/main" id="{60668E3E-38F6-4B79-BE8F-01986CA94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21" name="Rectangle 91">
              <a:extLst>
                <a:ext uri="{FF2B5EF4-FFF2-40B4-BE49-F238E27FC236}">
                  <a16:creationId xmlns:a16="http://schemas.microsoft.com/office/drawing/2014/main" id="{07C27676-2C22-46DB-AD3F-8CC8FA481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22" name="Rectangle 92">
              <a:extLst>
                <a:ext uri="{FF2B5EF4-FFF2-40B4-BE49-F238E27FC236}">
                  <a16:creationId xmlns:a16="http://schemas.microsoft.com/office/drawing/2014/main" id="{11D30916-A09B-45A1-97AE-0C7343415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23" name="Rectangle 93">
              <a:extLst>
                <a:ext uri="{FF2B5EF4-FFF2-40B4-BE49-F238E27FC236}">
                  <a16:creationId xmlns:a16="http://schemas.microsoft.com/office/drawing/2014/main" id="{845CDE92-5406-43C5-A321-29C328173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24" name="Rectangle 94">
              <a:extLst>
                <a:ext uri="{FF2B5EF4-FFF2-40B4-BE49-F238E27FC236}">
                  <a16:creationId xmlns:a16="http://schemas.microsoft.com/office/drawing/2014/main" id="{9DDB194E-C8FF-40A8-84CF-7564B2936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25" name="Rectangle 95">
              <a:extLst>
                <a:ext uri="{FF2B5EF4-FFF2-40B4-BE49-F238E27FC236}">
                  <a16:creationId xmlns:a16="http://schemas.microsoft.com/office/drawing/2014/main" id="{7E36C859-DE96-4971-8B03-A3C10921A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26" name="Rectangle 96">
              <a:extLst>
                <a:ext uri="{FF2B5EF4-FFF2-40B4-BE49-F238E27FC236}">
                  <a16:creationId xmlns:a16="http://schemas.microsoft.com/office/drawing/2014/main" id="{E1F11D94-5368-4E3A-9CC0-4599F0E97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27" name="Rectangle 97">
              <a:extLst>
                <a:ext uri="{FF2B5EF4-FFF2-40B4-BE49-F238E27FC236}">
                  <a16:creationId xmlns:a16="http://schemas.microsoft.com/office/drawing/2014/main" id="{47895490-8F20-4686-9E05-E6ECDD3BF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28" name="Rectangle 98">
              <a:extLst>
                <a:ext uri="{FF2B5EF4-FFF2-40B4-BE49-F238E27FC236}">
                  <a16:creationId xmlns:a16="http://schemas.microsoft.com/office/drawing/2014/main" id="{FDAAB50D-0217-41B7-BB92-4E1D2F47C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29" name="Rectangle 99">
              <a:extLst>
                <a:ext uri="{FF2B5EF4-FFF2-40B4-BE49-F238E27FC236}">
                  <a16:creationId xmlns:a16="http://schemas.microsoft.com/office/drawing/2014/main" id="{F0FD0BBC-63AB-4B9A-8E20-247180DC0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30" name="Rectangle 100">
              <a:extLst>
                <a:ext uri="{FF2B5EF4-FFF2-40B4-BE49-F238E27FC236}">
                  <a16:creationId xmlns:a16="http://schemas.microsoft.com/office/drawing/2014/main" id="{5F424C4D-939B-4129-A759-64E1CD4D6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31" name="Rectangle 101">
              <a:extLst>
                <a:ext uri="{FF2B5EF4-FFF2-40B4-BE49-F238E27FC236}">
                  <a16:creationId xmlns:a16="http://schemas.microsoft.com/office/drawing/2014/main" id="{3E2F7828-D58C-43C8-A1D5-903716BB7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32" name="Rectangle 102">
              <a:extLst>
                <a:ext uri="{FF2B5EF4-FFF2-40B4-BE49-F238E27FC236}">
                  <a16:creationId xmlns:a16="http://schemas.microsoft.com/office/drawing/2014/main" id="{71542688-798B-45F1-8671-062C17391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33" name="Rectangle 103">
              <a:extLst>
                <a:ext uri="{FF2B5EF4-FFF2-40B4-BE49-F238E27FC236}">
                  <a16:creationId xmlns:a16="http://schemas.microsoft.com/office/drawing/2014/main" id="{628E1C00-A889-43CD-9A6D-601DB16A0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34" name="Rectangle 104">
              <a:extLst>
                <a:ext uri="{FF2B5EF4-FFF2-40B4-BE49-F238E27FC236}">
                  <a16:creationId xmlns:a16="http://schemas.microsoft.com/office/drawing/2014/main" id="{5D5399EB-93F0-40E2-9D34-053E4498D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35" name="Rectangle 105">
              <a:extLst>
                <a:ext uri="{FF2B5EF4-FFF2-40B4-BE49-F238E27FC236}">
                  <a16:creationId xmlns:a16="http://schemas.microsoft.com/office/drawing/2014/main" id="{EF4ACA34-4F89-4CB2-B631-FAD9786F6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36" name="Rectangle 106">
              <a:extLst>
                <a:ext uri="{FF2B5EF4-FFF2-40B4-BE49-F238E27FC236}">
                  <a16:creationId xmlns:a16="http://schemas.microsoft.com/office/drawing/2014/main" id="{6DA4E948-092C-4960-817F-BC5D77273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37" name="Rectangle 107">
              <a:extLst>
                <a:ext uri="{FF2B5EF4-FFF2-40B4-BE49-F238E27FC236}">
                  <a16:creationId xmlns:a16="http://schemas.microsoft.com/office/drawing/2014/main" id="{F25B2D88-4EA0-460C-BC55-729A87F2C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38" name="Rectangle 108">
              <a:extLst>
                <a:ext uri="{FF2B5EF4-FFF2-40B4-BE49-F238E27FC236}">
                  <a16:creationId xmlns:a16="http://schemas.microsoft.com/office/drawing/2014/main" id="{D9AB40C1-1C50-4373-8F7D-EF1278987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39" name="Rectangle 109">
              <a:extLst>
                <a:ext uri="{FF2B5EF4-FFF2-40B4-BE49-F238E27FC236}">
                  <a16:creationId xmlns:a16="http://schemas.microsoft.com/office/drawing/2014/main" id="{6B44E7C3-F9F5-47FC-A7F9-200130671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40" name="Rectangle 112">
              <a:extLst>
                <a:ext uri="{FF2B5EF4-FFF2-40B4-BE49-F238E27FC236}">
                  <a16:creationId xmlns:a16="http://schemas.microsoft.com/office/drawing/2014/main" id="{8DFE3273-58B5-42E2-A807-27F4A0AB3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41" name="Rectangle 114">
              <a:extLst>
                <a:ext uri="{FF2B5EF4-FFF2-40B4-BE49-F238E27FC236}">
                  <a16:creationId xmlns:a16="http://schemas.microsoft.com/office/drawing/2014/main" id="{F72E7E2D-E869-4B4E-8AA0-1314BCD27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42" name="Rectangle 115">
              <a:extLst>
                <a:ext uri="{FF2B5EF4-FFF2-40B4-BE49-F238E27FC236}">
                  <a16:creationId xmlns:a16="http://schemas.microsoft.com/office/drawing/2014/main" id="{F7A3BDDB-2551-4949-AE3B-25432FC3D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43" name="Rectangle 117">
              <a:extLst>
                <a:ext uri="{FF2B5EF4-FFF2-40B4-BE49-F238E27FC236}">
                  <a16:creationId xmlns:a16="http://schemas.microsoft.com/office/drawing/2014/main" id="{49CE927E-6F20-435C-9D45-0B3A2DB35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44" name="Rectangle 120">
              <a:extLst>
                <a:ext uri="{FF2B5EF4-FFF2-40B4-BE49-F238E27FC236}">
                  <a16:creationId xmlns:a16="http://schemas.microsoft.com/office/drawing/2014/main" id="{D1BFCF98-AF70-44FD-9F54-F4A7513A9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45" name="Rectangle 122">
              <a:extLst>
                <a:ext uri="{FF2B5EF4-FFF2-40B4-BE49-F238E27FC236}">
                  <a16:creationId xmlns:a16="http://schemas.microsoft.com/office/drawing/2014/main" id="{0388C147-5909-4087-9BB0-437EC645F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46" name="Rectangle 123">
              <a:extLst>
                <a:ext uri="{FF2B5EF4-FFF2-40B4-BE49-F238E27FC236}">
                  <a16:creationId xmlns:a16="http://schemas.microsoft.com/office/drawing/2014/main" id="{5D5AA45F-0610-44FC-AFF7-7EA91CE4D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47" name="Rectangle 125">
              <a:extLst>
                <a:ext uri="{FF2B5EF4-FFF2-40B4-BE49-F238E27FC236}">
                  <a16:creationId xmlns:a16="http://schemas.microsoft.com/office/drawing/2014/main" id="{6521A620-5BDF-40C3-BC23-BF4DE4969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48" name="Rectangle 128">
              <a:extLst>
                <a:ext uri="{FF2B5EF4-FFF2-40B4-BE49-F238E27FC236}">
                  <a16:creationId xmlns:a16="http://schemas.microsoft.com/office/drawing/2014/main" id="{F6332B2D-EB89-4DD5-AD21-352312C8A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49" name="Rectangle 130">
              <a:extLst>
                <a:ext uri="{FF2B5EF4-FFF2-40B4-BE49-F238E27FC236}">
                  <a16:creationId xmlns:a16="http://schemas.microsoft.com/office/drawing/2014/main" id="{095F444F-E646-4EA1-9874-78F40FB2E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50" name="Rectangle 131">
              <a:extLst>
                <a:ext uri="{FF2B5EF4-FFF2-40B4-BE49-F238E27FC236}">
                  <a16:creationId xmlns:a16="http://schemas.microsoft.com/office/drawing/2014/main" id="{F6183EC4-42DA-4A54-8AE8-548AB05F1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51" name="Rectangle 133">
              <a:extLst>
                <a:ext uri="{FF2B5EF4-FFF2-40B4-BE49-F238E27FC236}">
                  <a16:creationId xmlns:a16="http://schemas.microsoft.com/office/drawing/2014/main" id="{D4C6DF11-3D80-40D6-8556-2852A3A74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52" name="Rectangle 136">
              <a:extLst>
                <a:ext uri="{FF2B5EF4-FFF2-40B4-BE49-F238E27FC236}">
                  <a16:creationId xmlns:a16="http://schemas.microsoft.com/office/drawing/2014/main" id="{F22288FC-B260-49B3-BD10-6DD556913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53" name="Rectangle 138">
              <a:extLst>
                <a:ext uri="{FF2B5EF4-FFF2-40B4-BE49-F238E27FC236}">
                  <a16:creationId xmlns:a16="http://schemas.microsoft.com/office/drawing/2014/main" id="{A1F06763-DC38-4BC7-80F5-16A5CF988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054" name="Rectangle 139">
              <a:extLst>
                <a:ext uri="{FF2B5EF4-FFF2-40B4-BE49-F238E27FC236}">
                  <a16:creationId xmlns:a16="http://schemas.microsoft.com/office/drawing/2014/main" id="{95DA30CF-4B14-4229-9B62-20BE7E12B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3012" name="Rectangle 126">
            <a:extLst>
              <a:ext uri="{FF2B5EF4-FFF2-40B4-BE49-F238E27FC236}">
                <a16:creationId xmlns:a16="http://schemas.microsoft.com/office/drawing/2014/main" id="{1F0D78E7-844A-4ADB-9DDD-E218061EC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100" y="2971800"/>
            <a:ext cx="936625" cy="1219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3013" name="Rectangle 127">
            <a:extLst>
              <a:ext uri="{FF2B5EF4-FFF2-40B4-BE49-F238E27FC236}">
                <a16:creationId xmlns:a16="http://schemas.microsoft.com/office/drawing/2014/main" id="{8CBE521C-DBC0-44C0-A33C-B02869BDD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7600" y="3352800"/>
            <a:ext cx="936625" cy="1219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3014" name="Rectangle 141">
            <a:extLst>
              <a:ext uri="{FF2B5EF4-FFF2-40B4-BE49-F238E27FC236}">
                <a16:creationId xmlns:a16="http://schemas.microsoft.com/office/drawing/2014/main" id="{6E7E9756-51DC-45BF-A246-6B03D2783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4688" y="4913313"/>
            <a:ext cx="2060575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State-assigned table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3015" name="Rectangle 87">
            <a:extLst>
              <a:ext uri="{FF2B5EF4-FFF2-40B4-BE49-F238E27FC236}">
                <a16:creationId xmlns:a16="http://schemas.microsoft.com/office/drawing/2014/main" id="{D192AA03-C8BF-452A-8BA9-AE78A511049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943100" y="4889500"/>
            <a:ext cx="10414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033" name="Group 1">
            <a:extLst>
              <a:ext uri="{FF2B5EF4-FFF2-40B4-BE49-F238E27FC236}">
                <a16:creationId xmlns:a16="http://schemas.microsoft.com/office/drawing/2014/main" id="{3DF41C81-E08E-4655-988E-9ED7624C31DF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2127250"/>
            <a:ext cx="3536950" cy="2460625"/>
            <a:chOff x="4614951" y="2127591"/>
            <a:chExt cx="3536950" cy="2460625"/>
          </a:xfrm>
        </p:grpSpPr>
        <p:sp>
          <p:nvSpPr>
            <p:cNvPr id="44085" name="Rectangle 4">
              <a:extLst>
                <a:ext uri="{FF2B5EF4-FFF2-40B4-BE49-F238E27FC236}">
                  <a16:creationId xmlns:a16="http://schemas.microsoft.com/office/drawing/2014/main" id="{3C61DD37-1702-43FB-BE05-488EF792868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86" name="Rectangle 5">
              <a:extLst>
                <a:ext uri="{FF2B5EF4-FFF2-40B4-BE49-F238E27FC236}">
                  <a16:creationId xmlns:a16="http://schemas.microsoft.com/office/drawing/2014/main" id="{A828C3D2-D44D-44C8-82FF-F2EC15EF657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87" name="Rectangle 6">
              <a:extLst>
                <a:ext uri="{FF2B5EF4-FFF2-40B4-BE49-F238E27FC236}">
                  <a16:creationId xmlns:a16="http://schemas.microsoft.com/office/drawing/2014/main" id="{33AC3E7C-FC4D-44ED-9777-9C949274C9C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88" name="Rectangle 7">
              <a:extLst>
                <a:ext uri="{FF2B5EF4-FFF2-40B4-BE49-F238E27FC236}">
                  <a16:creationId xmlns:a16="http://schemas.microsoft.com/office/drawing/2014/main" id="{9AE40F48-3A83-43D4-AED5-AD4EF60B05C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89" name="Rectangle 8">
              <a:extLst>
                <a:ext uri="{FF2B5EF4-FFF2-40B4-BE49-F238E27FC236}">
                  <a16:creationId xmlns:a16="http://schemas.microsoft.com/office/drawing/2014/main" id="{EA29D5F3-B652-4FB1-B53D-4A872F4B41A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90" name="Rectangle 9">
              <a:extLst>
                <a:ext uri="{FF2B5EF4-FFF2-40B4-BE49-F238E27FC236}">
                  <a16:creationId xmlns:a16="http://schemas.microsoft.com/office/drawing/2014/main" id="{B8B604C4-2599-4A87-A5B6-567D23C2DA9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91" name="Rectangle 10">
              <a:extLst>
                <a:ext uri="{FF2B5EF4-FFF2-40B4-BE49-F238E27FC236}">
                  <a16:creationId xmlns:a16="http://schemas.microsoft.com/office/drawing/2014/main" id="{D3590946-A475-474D-95C8-12CFC0FFC0B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92" name="Rectangle 11">
              <a:extLst>
                <a:ext uri="{FF2B5EF4-FFF2-40B4-BE49-F238E27FC236}">
                  <a16:creationId xmlns:a16="http://schemas.microsoft.com/office/drawing/2014/main" id="{3E2D241B-A5FE-49E0-A149-B3CF282F98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93" name="Rectangle 12">
              <a:extLst>
                <a:ext uri="{FF2B5EF4-FFF2-40B4-BE49-F238E27FC236}">
                  <a16:creationId xmlns:a16="http://schemas.microsoft.com/office/drawing/2014/main" id="{7FAF94D2-FEC4-4D1D-BE9E-A6FACD721BD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94" name="Rectangle 13">
              <a:extLst>
                <a:ext uri="{FF2B5EF4-FFF2-40B4-BE49-F238E27FC236}">
                  <a16:creationId xmlns:a16="http://schemas.microsoft.com/office/drawing/2014/main" id="{4C841A37-1850-4FEB-8CD7-C6C0CC02398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95" name="Rectangle 14">
              <a:extLst>
                <a:ext uri="{FF2B5EF4-FFF2-40B4-BE49-F238E27FC236}">
                  <a16:creationId xmlns:a16="http://schemas.microsoft.com/office/drawing/2014/main" id="{4A417F0B-F9B0-45FB-AB27-E950EFEE381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96" name="Rectangle 15">
              <a:extLst>
                <a:ext uri="{FF2B5EF4-FFF2-40B4-BE49-F238E27FC236}">
                  <a16:creationId xmlns:a16="http://schemas.microsoft.com/office/drawing/2014/main" id="{A40C2695-DF3F-4AE1-B0F7-6B0B311B45E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97" name="Rectangle 16">
              <a:extLst>
                <a:ext uri="{FF2B5EF4-FFF2-40B4-BE49-F238E27FC236}">
                  <a16:creationId xmlns:a16="http://schemas.microsoft.com/office/drawing/2014/main" id="{A5E6CDBE-52E1-427D-84DB-84BBA6F30BF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98" name="Rectangle 17">
              <a:extLst>
                <a:ext uri="{FF2B5EF4-FFF2-40B4-BE49-F238E27FC236}">
                  <a16:creationId xmlns:a16="http://schemas.microsoft.com/office/drawing/2014/main" id="{654B2574-8191-4C31-A4DB-3E0457BF8C0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99" name="Rectangle 18">
              <a:extLst>
                <a:ext uri="{FF2B5EF4-FFF2-40B4-BE49-F238E27FC236}">
                  <a16:creationId xmlns:a16="http://schemas.microsoft.com/office/drawing/2014/main" id="{771B8331-F1D1-4AE0-8BA1-119EFBEDB29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00" name="Rectangle 19">
              <a:extLst>
                <a:ext uri="{FF2B5EF4-FFF2-40B4-BE49-F238E27FC236}">
                  <a16:creationId xmlns:a16="http://schemas.microsoft.com/office/drawing/2014/main" id="{2EB407C3-DE13-436B-BA99-D3188AEA048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01" name="Rectangle 20">
              <a:extLst>
                <a:ext uri="{FF2B5EF4-FFF2-40B4-BE49-F238E27FC236}">
                  <a16:creationId xmlns:a16="http://schemas.microsoft.com/office/drawing/2014/main" id="{4A474DAA-8C4A-4468-B70D-9132F28A7B2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02" name="Rectangle 21">
              <a:extLst>
                <a:ext uri="{FF2B5EF4-FFF2-40B4-BE49-F238E27FC236}">
                  <a16:creationId xmlns:a16="http://schemas.microsoft.com/office/drawing/2014/main" id="{E57C6CA3-BCD5-4221-9508-22C018BF4AD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03" name="Rectangle 22">
              <a:extLst>
                <a:ext uri="{FF2B5EF4-FFF2-40B4-BE49-F238E27FC236}">
                  <a16:creationId xmlns:a16="http://schemas.microsoft.com/office/drawing/2014/main" id="{2B17DA4A-5CE5-42BA-A0DF-0D02C96F26F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04" name="Rectangle 23">
              <a:extLst>
                <a:ext uri="{FF2B5EF4-FFF2-40B4-BE49-F238E27FC236}">
                  <a16:creationId xmlns:a16="http://schemas.microsoft.com/office/drawing/2014/main" id="{C33C94E9-A672-4EBD-AF40-FBE2B19824E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05" name="Rectangle 24">
              <a:extLst>
                <a:ext uri="{FF2B5EF4-FFF2-40B4-BE49-F238E27FC236}">
                  <a16:creationId xmlns:a16="http://schemas.microsoft.com/office/drawing/2014/main" id="{A02800C0-D2FB-4423-9C9A-8AA376D117C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06" name="Rectangle 25">
              <a:extLst>
                <a:ext uri="{FF2B5EF4-FFF2-40B4-BE49-F238E27FC236}">
                  <a16:creationId xmlns:a16="http://schemas.microsoft.com/office/drawing/2014/main" id="{45AC5FE6-07F2-46FF-98D6-5F2E77B92A1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07" name="Rectangle 26">
              <a:extLst>
                <a:ext uri="{FF2B5EF4-FFF2-40B4-BE49-F238E27FC236}">
                  <a16:creationId xmlns:a16="http://schemas.microsoft.com/office/drawing/2014/main" id="{C289E100-A7AD-4CB7-954F-C93AD47B041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08" name="Rectangle 27">
              <a:extLst>
                <a:ext uri="{FF2B5EF4-FFF2-40B4-BE49-F238E27FC236}">
                  <a16:creationId xmlns:a16="http://schemas.microsoft.com/office/drawing/2014/main" id="{A58C8453-6592-4B77-8308-BCDFD39CF12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09" name="Rectangle 28">
              <a:extLst>
                <a:ext uri="{FF2B5EF4-FFF2-40B4-BE49-F238E27FC236}">
                  <a16:creationId xmlns:a16="http://schemas.microsoft.com/office/drawing/2014/main" id="{A021BA0C-9444-463D-9763-A57026641E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10" name="Rectangle 29">
              <a:extLst>
                <a:ext uri="{FF2B5EF4-FFF2-40B4-BE49-F238E27FC236}">
                  <a16:creationId xmlns:a16="http://schemas.microsoft.com/office/drawing/2014/main" id="{A279CC62-5CB6-4939-A87F-AA76920AB90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11" name="Rectangle 30">
              <a:extLst>
                <a:ext uri="{FF2B5EF4-FFF2-40B4-BE49-F238E27FC236}">
                  <a16:creationId xmlns:a16="http://schemas.microsoft.com/office/drawing/2014/main" id="{1857F389-8A1B-405C-930A-E55394F64A5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12" name="Rectangle 31">
              <a:extLst>
                <a:ext uri="{FF2B5EF4-FFF2-40B4-BE49-F238E27FC236}">
                  <a16:creationId xmlns:a16="http://schemas.microsoft.com/office/drawing/2014/main" id="{2DE3B9F5-25EA-4096-BC0C-F5CF0F9617B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13" name="Rectangle 32">
              <a:extLst>
                <a:ext uri="{FF2B5EF4-FFF2-40B4-BE49-F238E27FC236}">
                  <a16:creationId xmlns:a16="http://schemas.microsoft.com/office/drawing/2014/main" id="{94669C96-AD56-4A6B-8954-E517603FC78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14" name="Rectangle 33">
              <a:extLst>
                <a:ext uri="{FF2B5EF4-FFF2-40B4-BE49-F238E27FC236}">
                  <a16:creationId xmlns:a16="http://schemas.microsoft.com/office/drawing/2014/main" id="{CDE84787-A6C2-49F0-8418-95C1EB41B13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15" name="Rectangle 34">
              <a:extLst>
                <a:ext uri="{FF2B5EF4-FFF2-40B4-BE49-F238E27FC236}">
                  <a16:creationId xmlns:a16="http://schemas.microsoft.com/office/drawing/2014/main" id="{DDA98DFF-7883-4648-ADC0-F6239ACB77B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16" name="Rectangle 35">
              <a:extLst>
                <a:ext uri="{FF2B5EF4-FFF2-40B4-BE49-F238E27FC236}">
                  <a16:creationId xmlns:a16="http://schemas.microsoft.com/office/drawing/2014/main" id="{99B2259F-2857-4C29-AEF5-CD9A3595104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17" name="Rectangle 36">
              <a:extLst>
                <a:ext uri="{FF2B5EF4-FFF2-40B4-BE49-F238E27FC236}">
                  <a16:creationId xmlns:a16="http://schemas.microsoft.com/office/drawing/2014/main" id="{0647765C-7AE1-490B-AB41-11D1130DD95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18" name="Rectangle 37">
              <a:extLst>
                <a:ext uri="{FF2B5EF4-FFF2-40B4-BE49-F238E27FC236}">
                  <a16:creationId xmlns:a16="http://schemas.microsoft.com/office/drawing/2014/main" id="{730BB1BF-F1FC-4DE0-BB88-3C83D1E95EA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19" name="Rectangle 38">
              <a:extLst>
                <a:ext uri="{FF2B5EF4-FFF2-40B4-BE49-F238E27FC236}">
                  <a16:creationId xmlns:a16="http://schemas.microsoft.com/office/drawing/2014/main" id="{411C2024-011C-42E7-9BAC-EA8D012C7BB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20" name="Rectangle 39">
              <a:extLst>
                <a:ext uri="{FF2B5EF4-FFF2-40B4-BE49-F238E27FC236}">
                  <a16:creationId xmlns:a16="http://schemas.microsoft.com/office/drawing/2014/main" id="{8F306C22-54F1-46FA-8F8C-382E52494D6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21" name="Rectangle 40">
              <a:extLst>
                <a:ext uri="{FF2B5EF4-FFF2-40B4-BE49-F238E27FC236}">
                  <a16:creationId xmlns:a16="http://schemas.microsoft.com/office/drawing/2014/main" id="{546425E9-260F-43C0-B378-E5D3A3C21F2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22" name="Rectangle 41">
              <a:extLst>
                <a:ext uri="{FF2B5EF4-FFF2-40B4-BE49-F238E27FC236}">
                  <a16:creationId xmlns:a16="http://schemas.microsoft.com/office/drawing/2014/main" id="{A85DF05C-B21E-4195-87F7-AEA12FC7023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23" name="Rectangle 42">
              <a:extLst>
                <a:ext uri="{FF2B5EF4-FFF2-40B4-BE49-F238E27FC236}">
                  <a16:creationId xmlns:a16="http://schemas.microsoft.com/office/drawing/2014/main" id="{234000E7-EC6C-4CE8-BDFF-06C306F6723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24" name="Rectangle 43">
              <a:extLst>
                <a:ext uri="{FF2B5EF4-FFF2-40B4-BE49-F238E27FC236}">
                  <a16:creationId xmlns:a16="http://schemas.microsoft.com/office/drawing/2014/main" id="{4579397B-78C1-4210-BD5B-49DC09E390C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25" name="Rectangle 44">
              <a:extLst>
                <a:ext uri="{FF2B5EF4-FFF2-40B4-BE49-F238E27FC236}">
                  <a16:creationId xmlns:a16="http://schemas.microsoft.com/office/drawing/2014/main" id="{335151AE-A29B-4D18-80B9-48216D2F061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26" name="Rectangle 45">
              <a:extLst>
                <a:ext uri="{FF2B5EF4-FFF2-40B4-BE49-F238E27FC236}">
                  <a16:creationId xmlns:a16="http://schemas.microsoft.com/office/drawing/2014/main" id="{5F400AAD-07DF-440D-8399-FC14A979CD0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27" name="Rectangle 46">
              <a:extLst>
                <a:ext uri="{FF2B5EF4-FFF2-40B4-BE49-F238E27FC236}">
                  <a16:creationId xmlns:a16="http://schemas.microsoft.com/office/drawing/2014/main" id="{3F1380E1-9216-4925-B481-250DF26D395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28" name="Rectangle 47">
              <a:extLst>
                <a:ext uri="{FF2B5EF4-FFF2-40B4-BE49-F238E27FC236}">
                  <a16:creationId xmlns:a16="http://schemas.microsoft.com/office/drawing/2014/main" id="{25A5BF39-D0C0-4E73-955C-C27DCB2EB95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29" name="Rectangle 48">
              <a:extLst>
                <a:ext uri="{FF2B5EF4-FFF2-40B4-BE49-F238E27FC236}">
                  <a16:creationId xmlns:a16="http://schemas.microsoft.com/office/drawing/2014/main" id="{9DE2D635-36B8-47FE-9566-1A64A4B09CC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30" name="Rectangle 49">
              <a:extLst>
                <a:ext uri="{FF2B5EF4-FFF2-40B4-BE49-F238E27FC236}">
                  <a16:creationId xmlns:a16="http://schemas.microsoft.com/office/drawing/2014/main" id="{A8D32CBB-7D54-4257-8C12-CE9B3E03163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31" name="Rectangle 50">
              <a:extLst>
                <a:ext uri="{FF2B5EF4-FFF2-40B4-BE49-F238E27FC236}">
                  <a16:creationId xmlns:a16="http://schemas.microsoft.com/office/drawing/2014/main" id="{24C67966-58E1-4A9C-AD3B-C5DA81ED2B0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32" name="Rectangle 51">
              <a:extLst>
                <a:ext uri="{FF2B5EF4-FFF2-40B4-BE49-F238E27FC236}">
                  <a16:creationId xmlns:a16="http://schemas.microsoft.com/office/drawing/2014/main" id="{0C72BB47-EC0D-4432-8811-6AC80026ED8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46585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33" name="Rectangle 52">
              <a:extLst>
                <a:ext uri="{FF2B5EF4-FFF2-40B4-BE49-F238E27FC236}">
                  <a16:creationId xmlns:a16="http://schemas.microsoft.com/office/drawing/2014/main" id="{165F5419-E577-4674-B1C8-95B7E227BA8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34" name="Rectangle 53">
              <a:extLst>
                <a:ext uri="{FF2B5EF4-FFF2-40B4-BE49-F238E27FC236}">
                  <a16:creationId xmlns:a16="http://schemas.microsoft.com/office/drawing/2014/main" id="{9F56AA6B-2941-4554-BC21-09BCB23BCA5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35" name="Rectangle 54">
              <a:extLst>
                <a:ext uri="{FF2B5EF4-FFF2-40B4-BE49-F238E27FC236}">
                  <a16:creationId xmlns:a16="http://schemas.microsoft.com/office/drawing/2014/main" id="{E5E29D25-9A2D-4AA6-B313-419B1FBE74F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36" name="Rectangle 55">
              <a:extLst>
                <a:ext uri="{FF2B5EF4-FFF2-40B4-BE49-F238E27FC236}">
                  <a16:creationId xmlns:a16="http://schemas.microsoft.com/office/drawing/2014/main" id="{D580A3E5-1CA1-42CD-A474-0F811823B48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37" name="Rectangle 56">
              <a:extLst>
                <a:ext uri="{FF2B5EF4-FFF2-40B4-BE49-F238E27FC236}">
                  <a16:creationId xmlns:a16="http://schemas.microsoft.com/office/drawing/2014/main" id="{FB08464B-B689-44FE-AE06-7CB80A09529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38" name="Rectangle 57">
              <a:extLst>
                <a:ext uri="{FF2B5EF4-FFF2-40B4-BE49-F238E27FC236}">
                  <a16:creationId xmlns:a16="http://schemas.microsoft.com/office/drawing/2014/main" id="{BA3E7053-15AB-414A-B337-0357CCC9EE2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39" name="Rectangle 58">
              <a:extLst>
                <a:ext uri="{FF2B5EF4-FFF2-40B4-BE49-F238E27FC236}">
                  <a16:creationId xmlns:a16="http://schemas.microsoft.com/office/drawing/2014/main" id="{9817F932-CC3A-4DEC-A4FF-ED0610D93FA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40" name="Rectangle 59">
              <a:extLst>
                <a:ext uri="{FF2B5EF4-FFF2-40B4-BE49-F238E27FC236}">
                  <a16:creationId xmlns:a16="http://schemas.microsoft.com/office/drawing/2014/main" id="{233877A4-2640-4270-A92A-2FABBB2D17D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41" name="Rectangle 60">
              <a:extLst>
                <a:ext uri="{FF2B5EF4-FFF2-40B4-BE49-F238E27FC236}">
                  <a16:creationId xmlns:a16="http://schemas.microsoft.com/office/drawing/2014/main" id="{9D3420AD-C2AE-4AE7-A63A-0082A739F45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42" name="Rectangle 61">
              <a:extLst>
                <a:ext uri="{FF2B5EF4-FFF2-40B4-BE49-F238E27FC236}">
                  <a16:creationId xmlns:a16="http://schemas.microsoft.com/office/drawing/2014/main" id="{EB7D8392-4CAC-488D-AA70-663B938E45C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730966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43" name="Rectangle 62">
              <a:extLst>
                <a:ext uri="{FF2B5EF4-FFF2-40B4-BE49-F238E27FC236}">
                  <a16:creationId xmlns:a16="http://schemas.microsoft.com/office/drawing/2014/main" id="{67756620-EA37-4908-A096-9EAAD731878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44" name="Rectangle 63">
              <a:extLst>
                <a:ext uri="{FF2B5EF4-FFF2-40B4-BE49-F238E27FC236}">
                  <a16:creationId xmlns:a16="http://schemas.microsoft.com/office/drawing/2014/main" id="{BF81C327-7204-44E5-9F43-EBDE6776A85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45" name="Rectangle 64">
              <a:extLst>
                <a:ext uri="{FF2B5EF4-FFF2-40B4-BE49-F238E27FC236}">
                  <a16:creationId xmlns:a16="http://schemas.microsoft.com/office/drawing/2014/main" id="{3201757B-4CBB-4EED-9352-E3BAEE6D463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46" name="Rectangle 65">
              <a:extLst>
                <a:ext uri="{FF2B5EF4-FFF2-40B4-BE49-F238E27FC236}">
                  <a16:creationId xmlns:a16="http://schemas.microsoft.com/office/drawing/2014/main" id="{7585DE80-6C82-4F32-A157-7C2D94AAD70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47" name="Rectangle 66">
              <a:extLst>
                <a:ext uri="{FF2B5EF4-FFF2-40B4-BE49-F238E27FC236}">
                  <a16:creationId xmlns:a16="http://schemas.microsoft.com/office/drawing/2014/main" id="{220B55B1-9003-4CCE-903D-06B952C2AD4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48" name="Rectangle 67">
              <a:extLst>
                <a:ext uri="{FF2B5EF4-FFF2-40B4-BE49-F238E27FC236}">
                  <a16:creationId xmlns:a16="http://schemas.microsoft.com/office/drawing/2014/main" id="{F0E8D9DB-6124-4BF9-A3CA-C518B96151A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49" name="Rectangle 68">
              <a:extLst>
                <a:ext uri="{FF2B5EF4-FFF2-40B4-BE49-F238E27FC236}">
                  <a16:creationId xmlns:a16="http://schemas.microsoft.com/office/drawing/2014/main" id="{B1A16232-A68F-4D56-AE7A-57609CCBEEC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50" name="Rectangle 69">
              <a:extLst>
                <a:ext uri="{FF2B5EF4-FFF2-40B4-BE49-F238E27FC236}">
                  <a16:creationId xmlns:a16="http://schemas.microsoft.com/office/drawing/2014/main" id="{3948EBE5-1542-40E8-A95E-AD2C1F247B3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51" name="Rectangle 70">
              <a:extLst>
                <a:ext uri="{FF2B5EF4-FFF2-40B4-BE49-F238E27FC236}">
                  <a16:creationId xmlns:a16="http://schemas.microsoft.com/office/drawing/2014/main" id="{E91A7C63-3072-4C20-AF5D-0BD0A2416A5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52" name="Rectangle 71">
              <a:extLst>
                <a:ext uri="{FF2B5EF4-FFF2-40B4-BE49-F238E27FC236}">
                  <a16:creationId xmlns:a16="http://schemas.microsoft.com/office/drawing/2014/main" id="{B7156B57-4C99-41B7-AB8B-8D0A6C224D9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002429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53" name="Rectangle 72">
              <a:extLst>
                <a:ext uri="{FF2B5EF4-FFF2-40B4-BE49-F238E27FC236}">
                  <a16:creationId xmlns:a16="http://schemas.microsoft.com/office/drawing/2014/main" id="{85DE06F1-8A8C-489C-BD0C-354C9886664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54" name="Rectangle 73">
              <a:extLst>
                <a:ext uri="{FF2B5EF4-FFF2-40B4-BE49-F238E27FC236}">
                  <a16:creationId xmlns:a16="http://schemas.microsoft.com/office/drawing/2014/main" id="{E1BEEEC1-EC75-47D7-9C0B-C079A01C8D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55" name="Rectangle 74">
              <a:extLst>
                <a:ext uri="{FF2B5EF4-FFF2-40B4-BE49-F238E27FC236}">
                  <a16:creationId xmlns:a16="http://schemas.microsoft.com/office/drawing/2014/main" id="{2606B341-CD8B-46AF-BBE2-E19D05BC16E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56" name="Rectangle 75">
              <a:extLst>
                <a:ext uri="{FF2B5EF4-FFF2-40B4-BE49-F238E27FC236}">
                  <a16:creationId xmlns:a16="http://schemas.microsoft.com/office/drawing/2014/main" id="{79989C31-B891-4016-8F54-7DD09C2700B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57" name="Rectangle 76">
              <a:extLst>
                <a:ext uri="{FF2B5EF4-FFF2-40B4-BE49-F238E27FC236}">
                  <a16:creationId xmlns:a16="http://schemas.microsoft.com/office/drawing/2014/main" id="{8F9BC9E5-7F34-4D1E-A036-AC847A80F6F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58" name="Rectangle 77">
              <a:extLst>
                <a:ext uri="{FF2B5EF4-FFF2-40B4-BE49-F238E27FC236}">
                  <a16:creationId xmlns:a16="http://schemas.microsoft.com/office/drawing/2014/main" id="{FFBF7213-CE9F-45B2-A114-F3154AE2994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59" name="Rectangle 78">
              <a:extLst>
                <a:ext uri="{FF2B5EF4-FFF2-40B4-BE49-F238E27FC236}">
                  <a16:creationId xmlns:a16="http://schemas.microsoft.com/office/drawing/2014/main" id="{174B0FBC-A9F6-46C7-BB05-6975DC410E8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60" name="Rectangle 79">
              <a:extLst>
                <a:ext uri="{FF2B5EF4-FFF2-40B4-BE49-F238E27FC236}">
                  <a16:creationId xmlns:a16="http://schemas.microsoft.com/office/drawing/2014/main" id="{01891E29-C9FF-4385-8229-353253FDDC2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61" name="Rectangle 80">
              <a:extLst>
                <a:ext uri="{FF2B5EF4-FFF2-40B4-BE49-F238E27FC236}">
                  <a16:creationId xmlns:a16="http://schemas.microsoft.com/office/drawing/2014/main" id="{FF1C0061-BCE7-4E60-B484-EA6A3D5299F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62" name="Rectangle 81">
              <a:extLst>
                <a:ext uri="{FF2B5EF4-FFF2-40B4-BE49-F238E27FC236}">
                  <a16:creationId xmlns:a16="http://schemas.microsoft.com/office/drawing/2014/main" id="{6CEA1CE0-A16F-46DF-AAF6-2FF089E66E7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27230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63" name="Rectangle 82">
              <a:extLst>
                <a:ext uri="{FF2B5EF4-FFF2-40B4-BE49-F238E27FC236}">
                  <a16:creationId xmlns:a16="http://schemas.microsoft.com/office/drawing/2014/main" id="{38D6A54A-3BAA-4679-8931-D6CEE7DE735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64" name="Rectangle 83">
              <a:extLst>
                <a:ext uri="{FF2B5EF4-FFF2-40B4-BE49-F238E27FC236}">
                  <a16:creationId xmlns:a16="http://schemas.microsoft.com/office/drawing/2014/main" id="{11C58570-E3FC-4B26-8DC1-EE5165DD606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165" name="Rectangle 84">
              <a:extLst>
                <a:ext uri="{FF2B5EF4-FFF2-40B4-BE49-F238E27FC236}">
                  <a16:creationId xmlns:a16="http://schemas.microsoft.com/office/drawing/2014/main" id="{A8940EEC-4768-46E2-A6E6-330246B78AE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4034" name="Rectangle 2">
            <a:extLst>
              <a:ext uri="{FF2B5EF4-FFF2-40B4-BE49-F238E27FC236}">
                <a16:creationId xmlns:a16="http://schemas.microsoft.com/office/drawing/2014/main" id="{6B92E11B-0063-48D8-82BC-B35A3AB931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grpSp>
        <p:nvGrpSpPr>
          <p:cNvPr id="44035" name="Group 93">
            <a:extLst>
              <a:ext uri="{FF2B5EF4-FFF2-40B4-BE49-F238E27FC236}">
                <a16:creationId xmlns:a16="http://schemas.microsoft.com/office/drawing/2014/main" id="{07C8FF5D-2354-4AA9-8157-1CE029E6050A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44042" name="Rectangle 85">
              <a:extLst>
                <a:ext uri="{FF2B5EF4-FFF2-40B4-BE49-F238E27FC236}">
                  <a16:creationId xmlns:a16="http://schemas.microsoft.com/office/drawing/2014/main" id="{32CB85E0-8B37-45B1-9F0F-97651EDFC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43" name="Rectangle 86">
              <a:extLst>
                <a:ext uri="{FF2B5EF4-FFF2-40B4-BE49-F238E27FC236}">
                  <a16:creationId xmlns:a16="http://schemas.microsoft.com/office/drawing/2014/main" id="{ED97C7B1-DD6C-4EA7-8560-5DB7EA741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44" name="Rectangle 88">
              <a:extLst>
                <a:ext uri="{FF2B5EF4-FFF2-40B4-BE49-F238E27FC236}">
                  <a16:creationId xmlns:a16="http://schemas.microsoft.com/office/drawing/2014/main" id="{10B948FA-E0DE-46AD-9493-F7EC285CC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45" name="Rectangle 89">
              <a:extLst>
                <a:ext uri="{FF2B5EF4-FFF2-40B4-BE49-F238E27FC236}">
                  <a16:creationId xmlns:a16="http://schemas.microsoft.com/office/drawing/2014/main" id="{A03B7604-73E3-4AC8-ACAC-B2A75B28F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46" name="Rectangle 90">
              <a:extLst>
                <a:ext uri="{FF2B5EF4-FFF2-40B4-BE49-F238E27FC236}">
                  <a16:creationId xmlns:a16="http://schemas.microsoft.com/office/drawing/2014/main" id="{F2E3EFFD-ED44-4195-8185-8FC5096BC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47" name="Rectangle 91">
              <a:extLst>
                <a:ext uri="{FF2B5EF4-FFF2-40B4-BE49-F238E27FC236}">
                  <a16:creationId xmlns:a16="http://schemas.microsoft.com/office/drawing/2014/main" id="{B5E38636-C78B-4604-80E8-AE58276BF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48" name="Rectangle 92">
              <a:extLst>
                <a:ext uri="{FF2B5EF4-FFF2-40B4-BE49-F238E27FC236}">
                  <a16:creationId xmlns:a16="http://schemas.microsoft.com/office/drawing/2014/main" id="{FC980D3E-27E6-4F81-A523-42078FEFB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49" name="Rectangle 93">
              <a:extLst>
                <a:ext uri="{FF2B5EF4-FFF2-40B4-BE49-F238E27FC236}">
                  <a16:creationId xmlns:a16="http://schemas.microsoft.com/office/drawing/2014/main" id="{BB7DEFC7-EEB6-4E32-A973-DE0DFD058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50" name="Rectangle 94">
              <a:extLst>
                <a:ext uri="{FF2B5EF4-FFF2-40B4-BE49-F238E27FC236}">
                  <a16:creationId xmlns:a16="http://schemas.microsoft.com/office/drawing/2014/main" id="{3D476CA6-6A88-4EC8-A4CD-B6D92E6F5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51" name="Rectangle 95">
              <a:extLst>
                <a:ext uri="{FF2B5EF4-FFF2-40B4-BE49-F238E27FC236}">
                  <a16:creationId xmlns:a16="http://schemas.microsoft.com/office/drawing/2014/main" id="{389F2CEB-5B2C-4321-B320-E9149B1B3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52" name="Rectangle 96">
              <a:extLst>
                <a:ext uri="{FF2B5EF4-FFF2-40B4-BE49-F238E27FC236}">
                  <a16:creationId xmlns:a16="http://schemas.microsoft.com/office/drawing/2014/main" id="{1DE80180-C9BC-4719-980C-6A0BA08BC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53" name="Rectangle 97">
              <a:extLst>
                <a:ext uri="{FF2B5EF4-FFF2-40B4-BE49-F238E27FC236}">
                  <a16:creationId xmlns:a16="http://schemas.microsoft.com/office/drawing/2014/main" id="{F975A7D2-3B48-4994-A1C2-13B2386E6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54" name="Rectangle 98">
              <a:extLst>
                <a:ext uri="{FF2B5EF4-FFF2-40B4-BE49-F238E27FC236}">
                  <a16:creationId xmlns:a16="http://schemas.microsoft.com/office/drawing/2014/main" id="{4D3333A7-0D59-4547-BF59-01CDE2F95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55" name="Rectangle 99">
              <a:extLst>
                <a:ext uri="{FF2B5EF4-FFF2-40B4-BE49-F238E27FC236}">
                  <a16:creationId xmlns:a16="http://schemas.microsoft.com/office/drawing/2014/main" id="{5A9987E6-8AB2-4228-8B56-717539787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56" name="Rectangle 100">
              <a:extLst>
                <a:ext uri="{FF2B5EF4-FFF2-40B4-BE49-F238E27FC236}">
                  <a16:creationId xmlns:a16="http://schemas.microsoft.com/office/drawing/2014/main" id="{7A0A957C-BD2C-44A3-A39C-A35ECB099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57" name="Rectangle 101">
              <a:extLst>
                <a:ext uri="{FF2B5EF4-FFF2-40B4-BE49-F238E27FC236}">
                  <a16:creationId xmlns:a16="http://schemas.microsoft.com/office/drawing/2014/main" id="{4D2FD021-DF25-40C2-8771-3283AF329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58" name="Rectangle 102">
              <a:extLst>
                <a:ext uri="{FF2B5EF4-FFF2-40B4-BE49-F238E27FC236}">
                  <a16:creationId xmlns:a16="http://schemas.microsoft.com/office/drawing/2014/main" id="{D9BD75F2-6233-47FA-9E4D-EEFA6839E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59" name="Rectangle 103">
              <a:extLst>
                <a:ext uri="{FF2B5EF4-FFF2-40B4-BE49-F238E27FC236}">
                  <a16:creationId xmlns:a16="http://schemas.microsoft.com/office/drawing/2014/main" id="{6E654CAD-DCBE-4232-9853-6A1AF1596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60" name="Rectangle 104">
              <a:extLst>
                <a:ext uri="{FF2B5EF4-FFF2-40B4-BE49-F238E27FC236}">
                  <a16:creationId xmlns:a16="http://schemas.microsoft.com/office/drawing/2014/main" id="{EC40ACC9-A9B9-43D9-B20D-CF717D9BF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61" name="Rectangle 105">
              <a:extLst>
                <a:ext uri="{FF2B5EF4-FFF2-40B4-BE49-F238E27FC236}">
                  <a16:creationId xmlns:a16="http://schemas.microsoft.com/office/drawing/2014/main" id="{1A335946-687C-4578-8F49-EFDB76638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62" name="Rectangle 106">
              <a:extLst>
                <a:ext uri="{FF2B5EF4-FFF2-40B4-BE49-F238E27FC236}">
                  <a16:creationId xmlns:a16="http://schemas.microsoft.com/office/drawing/2014/main" id="{ED315AEA-C1FF-4BB9-A80F-B80766798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63" name="Rectangle 107">
              <a:extLst>
                <a:ext uri="{FF2B5EF4-FFF2-40B4-BE49-F238E27FC236}">
                  <a16:creationId xmlns:a16="http://schemas.microsoft.com/office/drawing/2014/main" id="{D75AC4D4-30BF-4202-8992-27F46E984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64" name="Rectangle 108">
              <a:extLst>
                <a:ext uri="{FF2B5EF4-FFF2-40B4-BE49-F238E27FC236}">
                  <a16:creationId xmlns:a16="http://schemas.microsoft.com/office/drawing/2014/main" id="{80C2FD48-04EE-4E15-B76E-AE3C3A140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65" name="Rectangle 109">
              <a:extLst>
                <a:ext uri="{FF2B5EF4-FFF2-40B4-BE49-F238E27FC236}">
                  <a16:creationId xmlns:a16="http://schemas.microsoft.com/office/drawing/2014/main" id="{DCEF9219-135F-43E4-89BE-29E9D6CB0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66" name="Rectangle 110">
              <a:extLst>
                <a:ext uri="{FF2B5EF4-FFF2-40B4-BE49-F238E27FC236}">
                  <a16:creationId xmlns:a16="http://schemas.microsoft.com/office/drawing/2014/main" id="{637B3F20-B4C4-4CA4-97AD-38DD24CFF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67" name="Rectangle 112">
              <a:extLst>
                <a:ext uri="{FF2B5EF4-FFF2-40B4-BE49-F238E27FC236}">
                  <a16:creationId xmlns:a16="http://schemas.microsoft.com/office/drawing/2014/main" id="{76FDE550-41AE-4D99-BE59-6D5EEECE5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68" name="Rectangle 114">
              <a:extLst>
                <a:ext uri="{FF2B5EF4-FFF2-40B4-BE49-F238E27FC236}">
                  <a16:creationId xmlns:a16="http://schemas.microsoft.com/office/drawing/2014/main" id="{33E814FE-3E84-4E72-A0CD-EBD4A43E2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69" name="Rectangle 115">
              <a:extLst>
                <a:ext uri="{FF2B5EF4-FFF2-40B4-BE49-F238E27FC236}">
                  <a16:creationId xmlns:a16="http://schemas.microsoft.com/office/drawing/2014/main" id="{1182A6E9-2AF0-46B8-8CC3-B8FBBD175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70" name="Rectangle 117">
              <a:extLst>
                <a:ext uri="{FF2B5EF4-FFF2-40B4-BE49-F238E27FC236}">
                  <a16:creationId xmlns:a16="http://schemas.microsoft.com/office/drawing/2014/main" id="{4A3EA781-1864-4438-9C31-AC40F7563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71" name="Rectangle 118">
              <a:extLst>
                <a:ext uri="{FF2B5EF4-FFF2-40B4-BE49-F238E27FC236}">
                  <a16:creationId xmlns:a16="http://schemas.microsoft.com/office/drawing/2014/main" id="{36086D65-FB53-4D13-AB03-89CBE9F66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72" name="Rectangle 120">
              <a:extLst>
                <a:ext uri="{FF2B5EF4-FFF2-40B4-BE49-F238E27FC236}">
                  <a16:creationId xmlns:a16="http://schemas.microsoft.com/office/drawing/2014/main" id="{4DBE2809-1FF0-4E34-B430-1F127773A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73" name="Rectangle 122">
              <a:extLst>
                <a:ext uri="{FF2B5EF4-FFF2-40B4-BE49-F238E27FC236}">
                  <a16:creationId xmlns:a16="http://schemas.microsoft.com/office/drawing/2014/main" id="{6F089E20-F75C-42C9-8E5E-B91C6EEFB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74" name="Rectangle 123">
              <a:extLst>
                <a:ext uri="{FF2B5EF4-FFF2-40B4-BE49-F238E27FC236}">
                  <a16:creationId xmlns:a16="http://schemas.microsoft.com/office/drawing/2014/main" id="{6EA92CC8-7096-4788-87B8-C01EADFA6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75" name="Rectangle 125">
              <a:extLst>
                <a:ext uri="{FF2B5EF4-FFF2-40B4-BE49-F238E27FC236}">
                  <a16:creationId xmlns:a16="http://schemas.microsoft.com/office/drawing/2014/main" id="{6809FFF9-D31F-4240-8B81-E9755574C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76" name="Rectangle 126">
              <a:extLst>
                <a:ext uri="{FF2B5EF4-FFF2-40B4-BE49-F238E27FC236}">
                  <a16:creationId xmlns:a16="http://schemas.microsoft.com/office/drawing/2014/main" id="{816F2CFF-E7CF-4282-B880-3F2149E13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77" name="Rectangle 128">
              <a:extLst>
                <a:ext uri="{FF2B5EF4-FFF2-40B4-BE49-F238E27FC236}">
                  <a16:creationId xmlns:a16="http://schemas.microsoft.com/office/drawing/2014/main" id="{48BCDCF4-9AD5-4D21-AF80-119F34E56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78" name="Rectangle 130">
              <a:extLst>
                <a:ext uri="{FF2B5EF4-FFF2-40B4-BE49-F238E27FC236}">
                  <a16:creationId xmlns:a16="http://schemas.microsoft.com/office/drawing/2014/main" id="{2389A4C3-938F-4E53-AE45-E5299A847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79" name="Rectangle 131">
              <a:extLst>
                <a:ext uri="{FF2B5EF4-FFF2-40B4-BE49-F238E27FC236}">
                  <a16:creationId xmlns:a16="http://schemas.microsoft.com/office/drawing/2014/main" id="{86EED969-B3CE-4575-A10D-276B4CE16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80" name="Rectangle 133">
              <a:extLst>
                <a:ext uri="{FF2B5EF4-FFF2-40B4-BE49-F238E27FC236}">
                  <a16:creationId xmlns:a16="http://schemas.microsoft.com/office/drawing/2014/main" id="{7A6969BA-8949-464A-95C3-805E79EE2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81" name="Rectangle 134">
              <a:extLst>
                <a:ext uri="{FF2B5EF4-FFF2-40B4-BE49-F238E27FC236}">
                  <a16:creationId xmlns:a16="http://schemas.microsoft.com/office/drawing/2014/main" id="{AC954D6A-9164-43EE-9407-C974D2268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82" name="Rectangle 136">
              <a:extLst>
                <a:ext uri="{FF2B5EF4-FFF2-40B4-BE49-F238E27FC236}">
                  <a16:creationId xmlns:a16="http://schemas.microsoft.com/office/drawing/2014/main" id="{AD39DF0D-1E62-439A-953C-6E830E362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83" name="Rectangle 138">
              <a:extLst>
                <a:ext uri="{FF2B5EF4-FFF2-40B4-BE49-F238E27FC236}">
                  <a16:creationId xmlns:a16="http://schemas.microsoft.com/office/drawing/2014/main" id="{2BA68C22-CFA5-43AA-8138-F4775CCDA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4084" name="Rectangle 139">
              <a:extLst>
                <a:ext uri="{FF2B5EF4-FFF2-40B4-BE49-F238E27FC236}">
                  <a16:creationId xmlns:a16="http://schemas.microsoft.com/office/drawing/2014/main" id="{87275D77-C30A-428D-B641-9DCD3CC5C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cxnSp>
        <p:nvCxnSpPr>
          <p:cNvPr id="44036" name="Straight Arrow Connector 3">
            <a:extLst>
              <a:ext uri="{FF2B5EF4-FFF2-40B4-BE49-F238E27FC236}">
                <a16:creationId xmlns:a16="http://schemas.microsoft.com/office/drawing/2014/main" id="{A68BA7EA-2787-4EA5-91B5-3C0C8B19CE1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1333500" y="3187700"/>
            <a:ext cx="3879850" cy="395288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4037" name="Straight Arrow Connector 149">
            <a:extLst>
              <a:ext uri="{FF2B5EF4-FFF2-40B4-BE49-F238E27FC236}">
                <a16:creationId xmlns:a16="http://schemas.microsoft.com/office/drawing/2014/main" id="{D3795FE2-31B2-4DAD-BBAB-44B82EEADC2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1343025" y="3468688"/>
            <a:ext cx="3881438" cy="395287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4038" name="Straight Arrow Connector 152">
            <a:extLst>
              <a:ext uri="{FF2B5EF4-FFF2-40B4-BE49-F238E27FC236}">
                <a16:creationId xmlns:a16="http://schemas.microsoft.com/office/drawing/2014/main" id="{3237D668-1777-4CE8-BCED-3147D25D407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1327150" y="3763963"/>
            <a:ext cx="3879850" cy="395287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4039" name="Straight Arrow Connector 153">
            <a:extLst>
              <a:ext uri="{FF2B5EF4-FFF2-40B4-BE49-F238E27FC236}">
                <a16:creationId xmlns:a16="http://schemas.microsoft.com/office/drawing/2014/main" id="{32D91EF0-EB9C-4089-B417-B815F9A5EFC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1336675" y="4021138"/>
            <a:ext cx="3881438" cy="393700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4040" name="Rectangle 141">
            <a:extLst>
              <a:ext uri="{FF2B5EF4-FFF2-40B4-BE49-F238E27FC236}">
                <a16:creationId xmlns:a16="http://schemas.microsoft.com/office/drawing/2014/main" id="{3297AD0A-087F-4285-94C7-3FFF853CC8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4688" y="4913313"/>
            <a:ext cx="2060575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State-assigned table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4041" name="Rectangle 87">
            <a:extLst>
              <a:ext uri="{FF2B5EF4-FFF2-40B4-BE49-F238E27FC236}">
                <a16:creationId xmlns:a16="http://schemas.microsoft.com/office/drawing/2014/main" id="{9B98D655-74BC-480F-84BE-EAEF0253FB8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943100" y="4889500"/>
            <a:ext cx="10414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57" name="Group 1">
            <a:extLst>
              <a:ext uri="{FF2B5EF4-FFF2-40B4-BE49-F238E27FC236}">
                <a16:creationId xmlns:a16="http://schemas.microsoft.com/office/drawing/2014/main" id="{AE020349-AB60-4107-96F3-56F9E998E229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2127250"/>
            <a:ext cx="3536950" cy="2460625"/>
            <a:chOff x="4614951" y="2127591"/>
            <a:chExt cx="3536950" cy="2460625"/>
          </a:xfrm>
        </p:grpSpPr>
        <p:sp>
          <p:nvSpPr>
            <p:cNvPr id="45107" name="Rectangle 4">
              <a:extLst>
                <a:ext uri="{FF2B5EF4-FFF2-40B4-BE49-F238E27FC236}">
                  <a16:creationId xmlns:a16="http://schemas.microsoft.com/office/drawing/2014/main" id="{E8D2B92A-0525-417B-9B80-AD451D4F815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08" name="Rectangle 5">
              <a:extLst>
                <a:ext uri="{FF2B5EF4-FFF2-40B4-BE49-F238E27FC236}">
                  <a16:creationId xmlns:a16="http://schemas.microsoft.com/office/drawing/2014/main" id="{B3F569AE-32AD-4E10-BE5E-B48E9C574F5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09" name="Rectangle 6">
              <a:extLst>
                <a:ext uri="{FF2B5EF4-FFF2-40B4-BE49-F238E27FC236}">
                  <a16:creationId xmlns:a16="http://schemas.microsoft.com/office/drawing/2014/main" id="{38A6B3FB-99EA-48B6-BFB7-9783EE12B55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10" name="Rectangle 7">
              <a:extLst>
                <a:ext uri="{FF2B5EF4-FFF2-40B4-BE49-F238E27FC236}">
                  <a16:creationId xmlns:a16="http://schemas.microsoft.com/office/drawing/2014/main" id="{5961C699-0ACE-4C6A-A05A-4164BFC7EF6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11" name="Rectangle 8">
              <a:extLst>
                <a:ext uri="{FF2B5EF4-FFF2-40B4-BE49-F238E27FC236}">
                  <a16:creationId xmlns:a16="http://schemas.microsoft.com/office/drawing/2014/main" id="{B6CE4560-4182-40E6-A5F0-F97DDA19878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12" name="Rectangle 9">
              <a:extLst>
                <a:ext uri="{FF2B5EF4-FFF2-40B4-BE49-F238E27FC236}">
                  <a16:creationId xmlns:a16="http://schemas.microsoft.com/office/drawing/2014/main" id="{4DCA28E2-95CD-4C02-89B2-DF82581C4C0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13" name="Rectangle 10">
              <a:extLst>
                <a:ext uri="{FF2B5EF4-FFF2-40B4-BE49-F238E27FC236}">
                  <a16:creationId xmlns:a16="http://schemas.microsoft.com/office/drawing/2014/main" id="{EAE1C48F-2D9D-46F4-8909-948086EB7A8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14" name="Rectangle 11">
              <a:extLst>
                <a:ext uri="{FF2B5EF4-FFF2-40B4-BE49-F238E27FC236}">
                  <a16:creationId xmlns:a16="http://schemas.microsoft.com/office/drawing/2014/main" id="{94D0F8C2-B416-469E-B5FD-C5DB8E400FD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15" name="Rectangle 12">
              <a:extLst>
                <a:ext uri="{FF2B5EF4-FFF2-40B4-BE49-F238E27FC236}">
                  <a16:creationId xmlns:a16="http://schemas.microsoft.com/office/drawing/2014/main" id="{6C09013C-047A-4434-B58C-6EFABF2CD49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16" name="Rectangle 13">
              <a:extLst>
                <a:ext uri="{FF2B5EF4-FFF2-40B4-BE49-F238E27FC236}">
                  <a16:creationId xmlns:a16="http://schemas.microsoft.com/office/drawing/2014/main" id="{74A082A2-4090-47C0-904A-7299F9695B6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17" name="Rectangle 14">
              <a:extLst>
                <a:ext uri="{FF2B5EF4-FFF2-40B4-BE49-F238E27FC236}">
                  <a16:creationId xmlns:a16="http://schemas.microsoft.com/office/drawing/2014/main" id="{C1674A2C-3290-4501-907B-2CB1E27200A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18" name="Rectangle 15">
              <a:extLst>
                <a:ext uri="{FF2B5EF4-FFF2-40B4-BE49-F238E27FC236}">
                  <a16:creationId xmlns:a16="http://schemas.microsoft.com/office/drawing/2014/main" id="{DD432FDB-AF43-467F-87E3-4792B98DCD7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19" name="Rectangle 16">
              <a:extLst>
                <a:ext uri="{FF2B5EF4-FFF2-40B4-BE49-F238E27FC236}">
                  <a16:creationId xmlns:a16="http://schemas.microsoft.com/office/drawing/2014/main" id="{0A434872-E6EE-49F0-B634-E4C2F859928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20" name="Rectangle 17">
              <a:extLst>
                <a:ext uri="{FF2B5EF4-FFF2-40B4-BE49-F238E27FC236}">
                  <a16:creationId xmlns:a16="http://schemas.microsoft.com/office/drawing/2014/main" id="{84D0A3A2-2FC3-438A-AEB9-0A48A10DC7C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21" name="Rectangle 18">
              <a:extLst>
                <a:ext uri="{FF2B5EF4-FFF2-40B4-BE49-F238E27FC236}">
                  <a16:creationId xmlns:a16="http://schemas.microsoft.com/office/drawing/2014/main" id="{9CE83DD0-1384-4CBA-9F0F-A8128BCC36C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22" name="Rectangle 19">
              <a:extLst>
                <a:ext uri="{FF2B5EF4-FFF2-40B4-BE49-F238E27FC236}">
                  <a16:creationId xmlns:a16="http://schemas.microsoft.com/office/drawing/2014/main" id="{504DD808-022F-408E-8727-FE41CF55D7E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23" name="Rectangle 20">
              <a:extLst>
                <a:ext uri="{FF2B5EF4-FFF2-40B4-BE49-F238E27FC236}">
                  <a16:creationId xmlns:a16="http://schemas.microsoft.com/office/drawing/2014/main" id="{AE358E97-E71A-46B3-8198-74E58839A90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24" name="Rectangle 21">
              <a:extLst>
                <a:ext uri="{FF2B5EF4-FFF2-40B4-BE49-F238E27FC236}">
                  <a16:creationId xmlns:a16="http://schemas.microsoft.com/office/drawing/2014/main" id="{EA0F7D12-B4D1-4279-8B7C-1813848D34D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25" name="Rectangle 22">
              <a:extLst>
                <a:ext uri="{FF2B5EF4-FFF2-40B4-BE49-F238E27FC236}">
                  <a16:creationId xmlns:a16="http://schemas.microsoft.com/office/drawing/2014/main" id="{781BBA38-87B6-4D28-9FC5-2C489EE31B1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26" name="Rectangle 23">
              <a:extLst>
                <a:ext uri="{FF2B5EF4-FFF2-40B4-BE49-F238E27FC236}">
                  <a16:creationId xmlns:a16="http://schemas.microsoft.com/office/drawing/2014/main" id="{EDE629C2-CD97-47F3-AE65-690D19E05C8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27" name="Rectangle 24">
              <a:extLst>
                <a:ext uri="{FF2B5EF4-FFF2-40B4-BE49-F238E27FC236}">
                  <a16:creationId xmlns:a16="http://schemas.microsoft.com/office/drawing/2014/main" id="{7F471F55-80C1-4070-88B5-BFBDE513FA3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28" name="Rectangle 25">
              <a:extLst>
                <a:ext uri="{FF2B5EF4-FFF2-40B4-BE49-F238E27FC236}">
                  <a16:creationId xmlns:a16="http://schemas.microsoft.com/office/drawing/2014/main" id="{83020712-E162-475E-B312-CB57FD35FD1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29" name="Rectangle 26">
              <a:extLst>
                <a:ext uri="{FF2B5EF4-FFF2-40B4-BE49-F238E27FC236}">
                  <a16:creationId xmlns:a16="http://schemas.microsoft.com/office/drawing/2014/main" id="{1970FDAF-106B-452E-A999-38C7F9D7284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30" name="Rectangle 27">
              <a:extLst>
                <a:ext uri="{FF2B5EF4-FFF2-40B4-BE49-F238E27FC236}">
                  <a16:creationId xmlns:a16="http://schemas.microsoft.com/office/drawing/2014/main" id="{70824B26-8331-4046-8408-5F9EE77BF27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31" name="Rectangle 28">
              <a:extLst>
                <a:ext uri="{FF2B5EF4-FFF2-40B4-BE49-F238E27FC236}">
                  <a16:creationId xmlns:a16="http://schemas.microsoft.com/office/drawing/2014/main" id="{98066B57-3CD1-487B-9BE0-6826D40E968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32" name="Rectangle 29">
              <a:extLst>
                <a:ext uri="{FF2B5EF4-FFF2-40B4-BE49-F238E27FC236}">
                  <a16:creationId xmlns:a16="http://schemas.microsoft.com/office/drawing/2014/main" id="{796F4C7E-4203-4E2A-8A80-141D450E6EC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33" name="Rectangle 30">
              <a:extLst>
                <a:ext uri="{FF2B5EF4-FFF2-40B4-BE49-F238E27FC236}">
                  <a16:creationId xmlns:a16="http://schemas.microsoft.com/office/drawing/2014/main" id="{37909303-A57F-49C3-9A46-79EA1530FD1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34" name="Rectangle 31">
              <a:extLst>
                <a:ext uri="{FF2B5EF4-FFF2-40B4-BE49-F238E27FC236}">
                  <a16:creationId xmlns:a16="http://schemas.microsoft.com/office/drawing/2014/main" id="{8E847299-67F6-4866-88EE-3FE8F35E27D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35" name="Rectangle 32">
              <a:extLst>
                <a:ext uri="{FF2B5EF4-FFF2-40B4-BE49-F238E27FC236}">
                  <a16:creationId xmlns:a16="http://schemas.microsoft.com/office/drawing/2014/main" id="{2439F435-3118-4EED-A329-4FC81E050F1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36" name="Rectangle 33">
              <a:extLst>
                <a:ext uri="{FF2B5EF4-FFF2-40B4-BE49-F238E27FC236}">
                  <a16:creationId xmlns:a16="http://schemas.microsoft.com/office/drawing/2014/main" id="{A0EB756F-682E-44B5-B092-DB18C0C20B3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37" name="Rectangle 34">
              <a:extLst>
                <a:ext uri="{FF2B5EF4-FFF2-40B4-BE49-F238E27FC236}">
                  <a16:creationId xmlns:a16="http://schemas.microsoft.com/office/drawing/2014/main" id="{11B2FCB1-E3F0-4C77-B596-7970C58A163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38" name="Rectangle 35">
              <a:extLst>
                <a:ext uri="{FF2B5EF4-FFF2-40B4-BE49-F238E27FC236}">
                  <a16:creationId xmlns:a16="http://schemas.microsoft.com/office/drawing/2014/main" id="{A464AB9C-2965-48A4-8343-8431CBF6338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39" name="Rectangle 36">
              <a:extLst>
                <a:ext uri="{FF2B5EF4-FFF2-40B4-BE49-F238E27FC236}">
                  <a16:creationId xmlns:a16="http://schemas.microsoft.com/office/drawing/2014/main" id="{A15D54CC-CD2C-4BCA-AF3B-8C2220AAA22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40" name="Rectangle 37">
              <a:extLst>
                <a:ext uri="{FF2B5EF4-FFF2-40B4-BE49-F238E27FC236}">
                  <a16:creationId xmlns:a16="http://schemas.microsoft.com/office/drawing/2014/main" id="{1ADF98D7-8DC2-4DF5-A008-C3D421A3A35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41" name="Rectangle 38">
              <a:extLst>
                <a:ext uri="{FF2B5EF4-FFF2-40B4-BE49-F238E27FC236}">
                  <a16:creationId xmlns:a16="http://schemas.microsoft.com/office/drawing/2014/main" id="{6B597F51-F5E9-409C-B81A-182D9FD1891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42" name="Rectangle 39">
              <a:extLst>
                <a:ext uri="{FF2B5EF4-FFF2-40B4-BE49-F238E27FC236}">
                  <a16:creationId xmlns:a16="http://schemas.microsoft.com/office/drawing/2014/main" id="{AADCA19A-901C-4858-B549-91B1440CA20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43" name="Rectangle 40">
              <a:extLst>
                <a:ext uri="{FF2B5EF4-FFF2-40B4-BE49-F238E27FC236}">
                  <a16:creationId xmlns:a16="http://schemas.microsoft.com/office/drawing/2014/main" id="{698CCB4E-2A95-464C-9D71-3DBABB439E6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44" name="Rectangle 41">
              <a:extLst>
                <a:ext uri="{FF2B5EF4-FFF2-40B4-BE49-F238E27FC236}">
                  <a16:creationId xmlns:a16="http://schemas.microsoft.com/office/drawing/2014/main" id="{FCEC0EB9-44C1-4E20-933A-318F692910E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45" name="Rectangle 42">
              <a:extLst>
                <a:ext uri="{FF2B5EF4-FFF2-40B4-BE49-F238E27FC236}">
                  <a16:creationId xmlns:a16="http://schemas.microsoft.com/office/drawing/2014/main" id="{76AFAEEF-7EF8-480D-9852-7ED1692BFD3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46" name="Rectangle 43">
              <a:extLst>
                <a:ext uri="{FF2B5EF4-FFF2-40B4-BE49-F238E27FC236}">
                  <a16:creationId xmlns:a16="http://schemas.microsoft.com/office/drawing/2014/main" id="{4C07F766-2751-4C05-8D21-DAF90D8D884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47" name="Rectangle 44">
              <a:extLst>
                <a:ext uri="{FF2B5EF4-FFF2-40B4-BE49-F238E27FC236}">
                  <a16:creationId xmlns:a16="http://schemas.microsoft.com/office/drawing/2014/main" id="{6BF525FE-5B79-47F3-B688-F9193F41E83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48" name="Rectangle 45">
              <a:extLst>
                <a:ext uri="{FF2B5EF4-FFF2-40B4-BE49-F238E27FC236}">
                  <a16:creationId xmlns:a16="http://schemas.microsoft.com/office/drawing/2014/main" id="{40BF3186-34FE-413F-BC5E-6DA5645EFDC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49" name="Rectangle 46">
              <a:extLst>
                <a:ext uri="{FF2B5EF4-FFF2-40B4-BE49-F238E27FC236}">
                  <a16:creationId xmlns:a16="http://schemas.microsoft.com/office/drawing/2014/main" id="{85865D4B-5482-4722-B63E-711B052B921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50" name="Rectangle 47">
              <a:extLst>
                <a:ext uri="{FF2B5EF4-FFF2-40B4-BE49-F238E27FC236}">
                  <a16:creationId xmlns:a16="http://schemas.microsoft.com/office/drawing/2014/main" id="{94D0858A-705F-46E1-A93A-092D3228D38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51" name="Rectangle 48">
              <a:extLst>
                <a:ext uri="{FF2B5EF4-FFF2-40B4-BE49-F238E27FC236}">
                  <a16:creationId xmlns:a16="http://schemas.microsoft.com/office/drawing/2014/main" id="{0684134E-2B5D-4036-9CB6-8ACC6B35C85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52" name="Rectangle 49">
              <a:extLst>
                <a:ext uri="{FF2B5EF4-FFF2-40B4-BE49-F238E27FC236}">
                  <a16:creationId xmlns:a16="http://schemas.microsoft.com/office/drawing/2014/main" id="{316156D2-7268-4C42-9D84-47B7F30B701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53" name="Rectangle 50">
              <a:extLst>
                <a:ext uri="{FF2B5EF4-FFF2-40B4-BE49-F238E27FC236}">
                  <a16:creationId xmlns:a16="http://schemas.microsoft.com/office/drawing/2014/main" id="{B65F683A-97A2-477A-BF91-0E8F5E15446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54" name="Rectangle 51">
              <a:extLst>
                <a:ext uri="{FF2B5EF4-FFF2-40B4-BE49-F238E27FC236}">
                  <a16:creationId xmlns:a16="http://schemas.microsoft.com/office/drawing/2014/main" id="{0AE4D01D-A7C6-4B03-9535-5085C49A5AD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46585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55" name="Rectangle 52">
              <a:extLst>
                <a:ext uri="{FF2B5EF4-FFF2-40B4-BE49-F238E27FC236}">
                  <a16:creationId xmlns:a16="http://schemas.microsoft.com/office/drawing/2014/main" id="{E459AEE8-5230-4698-9810-27BA939661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56" name="Rectangle 53">
              <a:extLst>
                <a:ext uri="{FF2B5EF4-FFF2-40B4-BE49-F238E27FC236}">
                  <a16:creationId xmlns:a16="http://schemas.microsoft.com/office/drawing/2014/main" id="{157048BD-CB7D-4C0D-B161-AFD89456955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57" name="Rectangle 54">
              <a:extLst>
                <a:ext uri="{FF2B5EF4-FFF2-40B4-BE49-F238E27FC236}">
                  <a16:creationId xmlns:a16="http://schemas.microsoft.com/office/drawing/2014/main" id="{BF0767C1-0802-465C-A71E-CFB297DE2BF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58" name="Rectangle 55">
              <a:extLst>
                <a:ext uri="{FF2B5EF4-FFF2-40B4-BE49-F238E27FC236}">
                  <a16:creationId xmlns:a16="http://schemas.microsoft.com/office/drawing/2014/main" id="{CF467E06-DA16-43E6-8A7D-8E4AAE7B55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59" name="Rectangle 56">
              <a:extLst>
                <a:ext uri="{FF2B5EF4-FFF2-40B4-BE49-F238E27FC236}">
                  <a16:creationId xmlns:a16="http://schemas.microsoft.com/office/drawing/2014/main" id="{959629C4-F536-4C02-8624-2DA11AA4CF2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60" name="Rectangle 57">
              <a:extLst>
                <a:ext uri="{FF2B5EF4-FFF2-40B4-BE49-F238E27FC236}">
                  <a16:creationId xmlns:a16="http://schemas.microsoft.com/office/drawing/2014/main" id="{280CCD9D-18AF-4FCF-A5A2-9A4DE0EBD33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61" name="Rectangle 58">
              <a:extLst>
                <a:ext uri="{FF2B5EF4-FFF2-40B4-BE49-F238E27FC236}">
                  <a16:creationId xmlns:a16="http://schemas.microsoft.com/office/drawing/2014/main" id="{107BD0ED-6B5C-4181-8588-9D11798EC90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62" name="Rectangle 59">
              <a:extLst>
                <a:ext uri="{FF2B5EF4-FFF2-40B4-BE49-F238E27FC236}">
                  <a16:creationId xmlns:a16="http://schemas.microsoft.com/office/drawing/2014/main" id="{ECBA9517-EB40-4915-B1E5-0FAC543C46A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63" name="Rectangle 60">
              <a:extLst>
                <a:ext uri="{FF2B5EF4-FFF2-40B4-BE49-F238E27FC236}">
                  <a16:creationId xmlns:a16="http://schemas.microsoft.com/office/drawing/2014/main" id="{10938312-26D5-4479-AE0A-1E1B2AB13A6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64" name="Rectangle 61">
              <a:extLst>
                <a:ext uri="{FF2B5EF4-FFF2-40B4-BE49-F238E27FC236}">
                  <a16:creationId xmlns:a16="http://schemas.microsoft.com/office/drawing/2014/main" id="{E8907329-413A-4376-A18E-01AC79FB730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730966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65" name="Rectangle 62">
              <a:extLst>
                <a:ext uri="{FF2B5EF4-FFF2-40B4-BE49-F238E27FC236}">
                  <a16:creationId xmlns:a16="http://schemas.microsoft.com/office/drawing/2014/main" id="{D78ABA7D-7BAF-4CCF-8323-8C881F044BF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66" name="Rectangle 63">
              <a:extLst>
                <a:ext uri="{FF2B5EF4-FFF2-40B4-BE49-F238E27FC236}">
                  <a16:creationId xmlns:a16="http://schemas.microsoft.com/office/drawing/2014/main" id="{ED2BC17B-B47A-4613-9063-9DA3753C5E4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67" name="Rectangle 64">
              <a:extLst>
                <a:ext uri="{FF2B5EF4-FFF2-40B4-BE49-F238E27FC236}">
                  <a16:creationId xmlns:a16="http://schemas.microsoft.com/office/drawing/2014/main" id="{0C39E40B-06D4-4F3F-8BF9-45B63B1534E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68" name="Rectangle 65">
              <a:extLst>
                <a:ext uri="{FF2B5EF4-FFF2-40B4-BE49-F238E27FC236}">
                  <a16:creationId xmlns:a16="http://schemas.microsoft.com/office/drawing/2014/main" id="{4D4EBC39-A980-4675-AFD4-3A6048BC1B6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69" name="Rectangle 66">
              <a:extLst>
                <a:ext uri="{FF2B5EF4-FFF2-40B4-BE49-F238E27FC236}">
                  <a16:creationId xmlns:a16="http://schemas.microsoft.com/office/drawing/2014/main" id="{D8BE1A15-A354-4346-98C5-D3D64D4202C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70" name="Rectangle 67">
              <a:extLst>
                <a:ext uri="{FF2B5EF4-FFF2-40B4-BE49-F238E27FC236}">
                  <a16:creationId xmlns:a16="http://schemas.microsoft.com/office/drawing/2014/main" id="{569CBDDF-FEC2-4804-B2B6-8C619BB470C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71" name="Rectangle 68">
              <a:extLst>
                <a:ext uri="{FF2B5EF4-FFF2-40B4-BE49-F238E27FC236}">
                  <a16:creationId xmlns:a16="http://schemas.microsoft.com/office/drawing/2014/main" id="{E814032A-9CA0-43D5-88BB-1C9FF9D694B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72" name="Rectangle 69">
              <a:extLst>
                <a:ext uri="{FF2B5EF4-FFF2-40B4-BE49-F238E27FC236}">
                  <a16:creationId xmlns:a16="http://schemas.microsoft.com/office/drawing/2014/main" id="{3689EB0D-E24D-4A58-A459-739013E22B2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73" name="Rectangle 70">
              <a:extLst>
                <a:ext uri="{FF2B5EF4-FFF2-40B4-BE49-F238E27FC236}">
                  <a16:creationId xmlns:a16="http://schemas.microsoft.com/office/drawing/2014/main" id="{5D321848-D6BC-4AD5-AC5F-C12E2C4D4B4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74" name="Rectangle 71">
              <a:extLst>
                <a:ext uri="{FF2B5EF4-FFF2-40B4-BE49-F238E27FC236}">
                  <a16:creationId xmlns:a16="http://schemas.microsoft.com/office/drawing/2014/main" id="{4B0EE7C5-0CB5-46A6-9C12-FDC2BAF6708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002429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75" name="Rectangle 72">
              <a:extLst>
                <a:ext uri="{FF2B5EF4-FFF2-40B4-BE49-F238E27FC236}">
                  <a16:creationId xmlns:a16="http://schemas.microsoft.com/office/drawing/2014/main" id="{727E0C8A-42CD-40BC-96D3-DD15E4FA0EF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76" name="Rectangle 73">
              <a:extLst>
                <a:ext uri="{FF2B5EF4-FFF2-40B4-BE49-F238E27FC236}">
                  <a16:creationId xmlns:a16="http://schemas.microsoft.com/office/drawing/2014/main" id="{0B6DF5D3-AEE5-4D42-BEE8-85A92349FFB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77" name="Rectangle 74">
              <a:extLst>
                <a:ext uri="{FF2B5EF4-FFF2-40B4-BE49-F238E27FC236}">
                  <a16:creationId xmlns:a16="http://schemas.microsoft.com/office/drawing/2014/main" id="{9EBAB201-D7E7-4293-B5F5-4AA076E7EAD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78" name="Rectangle 75">
              <a:extLst>
                <a:ext uri="{FF2B5EF4-FFF2-40B4-BE49-F238E27FC236}">
                  <a16:creationId xmlns:a16="http://schemas.microsoft.com/office/drawing/2014/main" id="{780ABF32-7648-46E2-9875-347F0808BC0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79" name="Rectangle 76">
              <a:extLst>
                <a:ext uri="{FF2B5EF4-FFF2-40B4-BE49-F238E27FC236}">
                  <a16:creationId xmlns:a16="http://schemas.microsoft.com/office/drawing/2014/main" id="{F3B6FC59-DD1F-4071-9762-20D860FB3D1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80" name="Rectangle 77">
              <a:extLst>
                <a:ext uri="{FF2B5EF4-FFF2-40B4-BE49-F238E27FC236}">
                  <a16:creationId xmlns:a16="http://schemas.microsoft.com/office/drawing/2014/main" id="{9F7622DC-42D5-4648-B274-7BF3A316773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81" name="Rectangle 78">
              <a:extLst>
                <a:ext uri="{FF2B5EF4-FFF2-40B4-BE49-F238E27FC236}">
                  <a16:creationId xmlns:a16="http://schemas.microsoft.com/office/drawing/2014/main" id="{6C735341-4F84-4C4A-BE55-29CB8653202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82" name="Rectangle 79">
              <a:extLst>
                <a:ext uri="{FF2B5EF4-FFF2-40B4-BE49-F238E27FC236}">
                  <a16:creationId xmlns:a16="http://schemas.microsoft.com/office/drawing/2014/main" id="{CB92EBC2-3FC4-4CA4-842C-33689913712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83" name="Rectangle 80">
              <a:extLst>
                <a:ext uri="{FF2B5EF4-FFF2-40B4-BE49-F238E27FC236}">
                  <a16:creationId xmlns:a16="http://schemas.microsoft.com/office/drawing/2014/main" id="{267C92B0-19BC-47B4-8DB4-50E62D3FD4D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84" name="Rectangle 81">
              <a:extLst>
                <a:ext uri="{FF2B5EF4-FFF2-40B4-BE49-F238E27FC236}">
                  <a16:creationId xmlns:a16="http://schemas.microsoft.com/office/drawing/2014/main" id="{A1642250-D8BE-4050-9103-4000957FF99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27230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85" name="Rectangle 82">
              <a:extLst>
                <a:ext uri="{FF2B5EF4-FFF2-40B4-BE49-F238E27FC236}">
                  <a16:creationId xmlns:a16="http://schemas.microsoft.com/office/drawing/2014/main" id="{9531294C-C073-46A7-93F7-A3DEFEC85A1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86" name="Rectangle 83">
              <a:extLst>
                <a:ext uri="{FF2B5EF4-FFF2-40B4-BE49-F238E27FC236}">
                  <a16:creationId xmlns:a16="http://schemas.microsoft.com/office/drawing/2014/main" id="{1A0A5BDE-05B9-45ED-87A5-39F37D42D99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87" name="Rectangle 84">
              <a:extLst>
                <a:ext uri="{FF2B5EF4-FFF2-40B4-BE49-F238E27FC236}">
                  <a16:creationId xmlns:a16="http://schemas.microsoft.com/office/drawing/2014/main" id="{D80CCBE1-1CAC-436A-AA20-0ED2276AF50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058" name="Rectangle 2">
            <a:extLst>
              <a:ext uri="{FF2B5EF4-FFF2-40B4-BE49-F238E27FC236}">
                <a16:creationId xmlns:a16="http://schemas.microsoft.com/office/drawing/2014/main" id="{81A159FE-050B-4BF0-9A2E-C27F4DD451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grpSp>
        <p:nvGrpSpPr>
          <p:cNvPr id="45059" name="Group 93">
            <a:extLst>
              <a:ext uri="{FF2B5EF4-FFF2-40B4-BE49-F238E27FC236}">
                <a16:creationId xmlns:a16="http://schemas.microsoft.com/office/drawing/2014/main" id="{82EA5847-D43B-4072-8357-D37F8F6C8337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45064" name="Rectangle 85">
              <a:extLst>
                <a:ext uri="{FF2B5EF4-FFF2-40B4-BE49-F238E27FC236}">
                  <a16:creationId xmlns:a16="http://schemas.microsoft.com/office/drawing/2014/main" id="{E79298AE-C50F-4A38-8A05-E97102A0D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65" name="Rectangle 86">
              <a:extLst>
                <a:ext uri="{FF2B5EF4-FFF2-40B4-BE49-F238E27FC236}">
                  <a16:creationId xmlns:a16="http://schemas.microsoft.com/office/drawing/2014/main" id="{518DE532-3D6C-41D5-A3AF-A63805DE70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66" name="Rectangle 88">
              <a:extLst>
                <a:ext uri="{FF2B5EF4-FFF2-40B4-BE49-F238E27FC236}">
                  <a16:creationId xmlns:a16="http://schemas.microsoft.com/office/drawing/2014/main" id="{8E0FFFC6-7A42-4995-97F1-48A7B9252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67" name="Rectangle 89">
              <a:extLst>
                <a:ext uri="{FF2B5EF4-FFF2-40B4-BE49-F238E27FC236}">
                  <a16:creationId xmlns:a16="http://schemas.microsoft.com/office/drawing/2014/main" id="{FB425E7F-0B5E-4EB4-B49E-9928F6AEC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68" name="Rectangle 90">
              <a:extLst>
                <a:ext uri="{FF2B5EF4-FFF2-40B4-BE49-F238E27FC236}">
                  <a16:creationId xmlns:a16="http://schemas.microsoft.com/office/drawing/2014/main" id="{BAF53664-8372-4325-AD5F-3E9AA4DB6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69" name="Rectangle 91">
              <a:extLst>
                <a:ext uri="{FF2B5EF4-FFF2-40B4-BE49-F238E27FC236}">
                  <a16:creationId xmlns:a16="http://schemas.microsoft.com/office/drawing/2014/main" id="{E10971B3-9D95-4D90-9563-67877B062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70" name="Rectangle 92">
              <a:extLst>
                <a:ext uri="{FF2B5EF4-FFF2-40B4-BE49-F238E27FC236}">
                  <a16:creationId xmlns:a16="http://schemas.microsoft.com/office/drawing/2014/main" id="{E25E44AF-3388-4356-BB92-C9DA972C9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71" name="Rectangle 93">
              <a:extLst>
                <a:ext uri="{FF2B5EF4-FFF2-40B4-BE49-F238E27FC236}">
                  <a16:creationId xmlns:a16="http://schemas.microsoft.com/office/drawing/2014/main" id="{6D987230-06E6-4734-93CB-9128CB4B5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72" name="Rectangle 94">
              <a:extLst>
                <a:ext uri="{FF2B5EF4-FFF2-40B4-BE49-F238E27FC236}">
                  <a16:creationId xmlns:a16="http://schemas.microsoft.com/office/drawing/2014/main" id="{138F2432-83D8-4E8D-8C52-A420981F0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73" name="Rectangle 95">
              <a:extLst>
                <a:ext uri="{FF2B5EF4-FFF2-40B4-BE49-F238E27FC236}">
                  <a16:creationId xmlns:a16="http://schemas.microsoft.com/office/drawing/2014/main" id="{6B8C9CD1-711A-46A2-AA96-8D0D62C7D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74" name="Rectangle 96">
              <a:extLst>
                <a:ext uri="{FF2B5EF4-FFF2-40B4-BE49-F238E27FC236}">
                  <a16:creationId xmlns:a16="http://schemas.microsoft.com/office/drawing/2014/main" id="{D132AF86-3949-4E4C-8984-5BBD50D6F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75" name="Rectangle 97">
              <a:extLst>
                <a:ext uri="{FF2B5EF4-FFF2-40B4-BE49-F238E27FC236}">
                  <a16:creationId xmlns:a16="http://schemas.microsoft.com/office/drawing/2014/main" id="{C97D737F-621B-41AC-A08C-9C0E8B1AF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76" name="Rectangle 98">
              <a:extLst>
                <a:ext uri="{FF2B5EF4-FFF2-40B4-BE49-F238E27FC236}">
                  <a16:creationId xmlns:a16="http://schemas.microsoft.com/office/drawing/2014/main" id="{1708674C-4A0B-49F1-8F6E-0601D3307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77" name="Rectangle 99">
              <a:extLst>
                <a:ext uri="{FF2B5EF4-FFF2-40B4-BE49-F238E27FC236}">
                  <a16:creationId xmlns:a16="http://schemas.microsoft.com/office/drawing/2014/main" id="{E3C24A16-7399-42B4-844C-93A139E9B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78" name="Rectangle 100">
              <a:extLst>
                <a:ext uri="{FF2B5EF4-FFF2-40B4-BE49-F238E27FC236}">
                  <a16:creationId xmlns:a16="http://schemas.microsoft.com/office/drawing/2014/main" id="{DA3B6C1C-1C93-4647-8D92-658E6BC0A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79" name="Rectangle 101">
              <a:extLst>
                <a:ext uri="{FF2B5EF4-FFF2-40B4-BE49-F238E27FC236}">
                  <a16:creationId xmlns:a16="http://schemas.microsoft.com/office/drawing/2014/main" id="{8F6EA206-4CAE-4BA4-ADE8-FF343E673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80" name="Rectangle 102">
              <a:extLst>
                <a:ext uri="{FF2B5EF4-FFF2-40B4-BE49-F238E27FC236}">
                  <a16:creationId xmlns:a16="http://schemas.microsoft.com/office/drawing/2014/main" id="{0397488A-690F-4C1D-BE64-B5C4A0BD6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81" name="Rectangle 103">
              <a:extLst>
                <a:ext uri="{FF2B5EF4-FFF2-40B4-BE49-F238E27FC236}">
                  <a16:creationId xmlns:a16="http://schemas.microsoft.com/office/drawing/2014/main" id="{47F873DF-C13A-49F3-836A-A56790D3F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82" name="Rectangle 104">
              <a:extLst>
                <a:ext uri="{FF2B5EF4-FFF2-40B4-BE49-F238E27FC236}">
                  <a16:creationId xmlns:a16="http://schemas.microsoft.com/office/drawing/2014/main" id="{02569B43-E97B-4415-A8D7-A5E2279B8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83" name="Rectangle 105">
              <a:extLst>
                <a:ext uri="{FF2B5EF4-FFF2-40B4-BE49-F238E27FC236}">
                  <a16:creationId xmlns:a16="http://schemas.microsoft.com/office/drawing/2014/main" id="{3A51DD84-5F55-45BA-BD81-4E672457A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84" name="Rectangle 106">
              <a:extLst>
                <a:ext uri="{FF2B5EF4-FFF2-40B4-BE49-F238E27FC236}">
                  <a16:creationId xmlns:a16="http://schemas.microsoft.com/office/drawing/2014/main" id="{2DB3ECF9-3132-4F3E-8561-B7717F186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85" name="Rectangle 107">
              <a:extLst>
                <a:ext uri="{FF2B5EF4-FFF2-40B4-BE49-F238E27FC236}">
                  <a16:creationId xmlns:a16="http://schemas.microsoft.com/office/drawing/2014/main" id="{BEC3F877-2BAA-46FD-9F57-D8A4D6F06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86" name="Rectangle 108">
              <a:extLst>
                <a:ext uri="{FF2B5EF4-FFF2-40B4-BE49-F238E27FC236}">
                  <a16:creationId xmlns:a16="http://schemas.microsoft.com/office/drawing/2014/main" id="{1451865A-9C50-45E8-8F9C-63ED9524C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87" name="Rectangle 109">
              <a:extLst>
                <a:ext uri="{FF2B5EF4-FFF2-40B4-BE49-F238E27FC236}">
                  <a16:creationId xmlns:a16="http://schemas.microsoft.com/office/drawing/2014/main" id="{DD2F21B5-B7F8-48E2-AAC9-CF7D1360C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88" name="Rectangle 110">
              <a:extLst>
                <a:ext uri="{FF2B5EF4-FFF2-40B4-BE49-F238E27FC236}">
                  <a16:creationId xmlns:a16="http://schemas.microsoft.com/office/drawing/2014/main" id="{B3EFF129-088A-40A3-ABC0-36F955C9E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89" name="Rectangle 112">
              <a:extLst>
                <a:ext uri="{FF2B5EF4-FFF2-40B4-BE49-F238E27FC236}">
                  <a16:creationId xmlns:a16="http://schemas.microsoft.com/office/drawing/2014/main" id="{0C3EB196-D380-477D-9BAF-AC428A743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90" name="Rectangle 114">
              <a:extLst>
                <a:ext uri="{FF2B5EF4-FFF2-40B4-BE49-F238E27FC236}">
                  <a16:creationId xmlns:a16="http://schemas.microsoft.com/office/drawing/2014/main" id="{47E548B6-0C46-4B15-9753-6F8477504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91" name="Rectangle 115">
              <a:extLst>
                <a:ext uri="{FF2B5EF4-FFF2-40B4-BE49-F238E27FC236}">
                  <a16:creationId xmlns:a16="http://schemas.microsoft.com/office/drawing/2014/main" id="{1D877502-247C-45C7-ABBA-179D223D9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92" name="Rectangle 117">
              <a:extLst>
                <a:ext uri="{FF2B5EF4-FFF2-40B4-BE49-F238E27FC236}">
                  <a16:creationId xmlns:a16="http://schemas.microsoft.com/office/drawing/2014/main" id="{1CD5D488-7592-4F26-B4F3-69DA3867F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93" name="Rectangle 118">
              <a:extLst>
                <a:ext uri="{FF2B5EF4-FFF2-40B4-BE49-F238E27FC236}">
                  <a16:creationId xmlns:a16="http://schemas.microsoft.com/office/drawing/2014/main" id="{AFBF8EDE-AFB1-41F9-9C1D-28DF1A5CB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94" name="Rectangle 120">
              <a:extLst>
                <a:ext uri="{FF2B5EF4-FFF2-40B4-BE49-F238E27FC236}">
                  <a16:creationId xmlns:a16="http://schemas.microsoft.com/office/drawing/2014/main" id="{1729371A-A9AD-4201-87E1-A1E81E88D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95" name="Rectangle 122">
              <a:extLst>
                <a:ext uri="{FF2B5EF4-FFF2-40B4-BE49-F238E27FC236}">
                  <a16:creationId xmlns:a16="http://schemas.microsoft.com/office/drawing/2014/main" id="{4327A63B-52EC-4404-86D8-70A5459A6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96" name="Rectangle 123">
              <a:extLst>
                <a:ext uri="{FF2B5EF4-FFF2-40B4-BE49-F238E27FC236}">
                  <a16:creationId xmlns:a16="http://schemas.microsoft.com/office/drawing/2014/main" id="{CA1DF3B8-F4A4-4538-A400-C4F2EC4CB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97" name="Rectangle 125">
              <a:extLst>
                <a:ext uri="{FF2B5EF4-FFF2-40B4-BE49-F238E27FC236}">
                  <a16:creationId xmlns:a16="http://schemas.microsoft.com/office/drawing/2014/main" id="{052331D4-AFFC-4B87-A8E4-48211BB8A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98" name="Rectangle 126">
              <a:extLst>
                <a:ext uri="{FF2B5EF4-FFF2-40B4-BE49-F238E27FC236}">
                  <a16:creationId xmlns:a16="http://schemas.microsoft.com/office/drawing/2014/main" id="{33A75B5B-9B9D-49A1-95F2-B842A5A72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099" name="Rectangle 128">
              <a:extLst>
                <a:ext uri="{FF2B5EF4-FFF2-40B4-BE49-F238E27FC236}">
                  <a16:creationId xmlns:a16="http://schemas.microsoft.com/office/drawing/2014/main" id="{73FF386C-0251-46F5-BD2A-1C482E673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00" name="Rectangle 130">
              <a:extLst>
                <a:ext uri="{FF2B5EF4-FFF2-40B4-BE49-F238E27FC236}">
                  <a16:creationId xmlns:a16="http://schemas.microsoft.com/office/drawing/2014/main" id="{73D87F21-CF28-4D0F-A113-ED1FBDC1E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01" name="Rectangle 131">
              <a:extLst>
                <a:ext uri="{FF2B5EF4-FFF2-40B4-BE49-F238E27FC236}">
                  <a16:creationId xmlns:a16="http://schemas.microsoft.com/office/drawing/2014/main" id="{D96B8F0A-2435-4A14-81DD-067B4EF1B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02" name="Rectangle 133">
              <a:extLst>
                <a:ext uri="{FF2B5EF4-FFF2-40B4-BE49-F238E27FC236}">
                  <a16:creationId xmlns:a16="http://schemas.microsoft.com/office/drawing/2014/main" id="{AA56D02D-6D7B-4308-9BAF-F161F0527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03" name="Rectangle 134">
              <a:extLst>
                <a:ext uri="{FF2B5EF4-FFF2-40B4-BE49-F238E27FC236}">
                  <a16:creationId xmlns:a16="http://schemas.microsoft.com/office/drawing/2014/main" id="{D0EF722F-C273-4524-8459-5BE35D416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04" name="Rectangle 136">
              <a:extLst>
                <a:ext uri="{FF2B5EF4-FFF2-40B4-BE49-F238E27FC236}">
                  <a16:creationId xmlns:a16="http://schemas.microsoft.com/office/drawing/2014/main" id="{62E180F4-0D7A-499F-91E7-8853AEEA5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05" name="Rectangle 138">
              <a:extLst>
                <a:ext uri="{FF2B5EF4-FFF2-40B4-BE49-F238E27FC236}">
                  <a16:creationId xmlns:a16="http://schemas.microsoft.com/office/drawing/2014/main" id="{AD7313E6-9F8C-451E-834A-7E0818A88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106" name="Rectangle 139">
              <a:extLst>
                <a:ext uri="{FF2B5EF4-FFF2-40B4-BE49-F238E27FC236}">
                  <a16:creationId xmlns:a16="http://schemas.microsoft.com/office/drawing/2014/main" id="{D91749FA-CC72-4985-A684-5A2DF45A7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060" name="Rectangle 135">
            <a:extLst>
              <a:ext uri="{FF2B5EF4-FFF2-40B4-BE49-F238E27FC236}">
                <a16:creationId xmlns:a16="http://schemas.microsoft.com/office/drawing/2014/main" id="{0948A389-E7A3-472A-B8A4-8027594697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3375" y="2590800"/>
            <a:ext cx="835025" cy="15875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5061" name="Rectangle 137">
            <a:extLst>
              <a:ext uri="{FF2B5EF4-FFF2-40B4-BE49-F238E27FC236}">
                <a16:creationId xmlns:a16="http://schemas.microsoft.com/office/drawing/2014/main" id="{5FAD0749-AEF9-4EFD-97C1-49C6F565AC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2590800"/>
            <a:ext cx="835025" cy="19685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5062" name="Rectangle 141">
            <a:extLst>
              <a:ext uri="{FF2B5EF4-FFF2-40B4-BE49-F238E27FC236}">
                <a16:creationId xmlns:a16="http://schemas.microsoft.com/office/drawing/2014/main" id="{70F95312-8F7E-4CED-9063-D9296A256D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4688" y="4913313"/>
            <a:ext cx="2060575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State-assigned table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5063" name="Rectangle 87">
            <a:extLst>
              <a:ext uri="{FF2B5EF4-FFF2-40B4-BE49-F238E27FC236}">
                <a16:creationId xmlns:a16="http://schemas.microsoft.com/office/drawing/2014/main" id="{CDF38445-05B1-48A2-8D57-31F80BF762E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943100" y="4889500"/>
            <a:ext cx="10414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81" name="Group 1">
            <a:extLst>
              <a:ext uri="{FF2B5EF4-FFF2-40B4-BE49-F238E27FC236}">
                <a16:creationId xmlns:a16="http://schemas.microsoft.com/office/drawing/2014/main" id="{EF5AA637-0A0D-44F5-8FD6-1BE36A42795D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2127250"/>
            <a:ext cx="3536950" cy="2460625"/>
            <a:chOff x="4614951" y="2127591"/>
            <a:chExt cx="3536950" cy="2460625"/>
          </a:xfrm>
        </p:grpSpPr>
        <p:sp>
          <p:nvSpPr>
            <p:cNvPr id="46136" name="Rectangle 4">
              <a:extLst>
                <a:ext uri="{FF2B5EF4-FFF2-40B4-BE49-F238E27FC236}">
                  <a16:creationId xmlns:a16="http://schemas.microsoft.com/office/drawing/2014/main" id="{9D8AE3C2-2DFB-4566-8B49-7B729DFFF35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37" name="Rectangle 5">
              <a:extLst>
                <a:ext uri="{FF2B5EF4-FFF2-40B4-BE49-F238E27FC236}">
                  <a16:creationId xmlns:a16="http://schemas.microsoft.com/office/drawing/2014/main" id="{13F9471E-6933-4B18-8248-4583169BA50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38" name="Rectangle 6">
              <a:extLst>
                <a:ext uri="{FF2B5EF4-FFF2-40B4-BE49-F238E27FC236}">
                  <a16:creationId xmlns:a16="http://schemas.microsoft.com/office/drawing/2014/main" id="{5C8BA0B9-DA52-42DB-991C-3BEDA8DAF4F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39" name="Rectangle 7">
              <a:extLst>
                <a:ext uri="{FF2B5EF4-FFF2-40B4-BE49-F238E27FC236}">
                  <a16:creationId xmlns:a16="http://schemas.microsoft.com/office/drawing/2014/main" id="{504A8633-9789-4C03-9989-5FD9B7BEC75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40" name="Rectangle 8">
              <a:extLst>
                <a:ext uri="{FF2B5EF4-FFF2-40B4-BE49-F238E27FC236}">
                  <a16:creationId xmlns:a16="http://schemas.microsoft.com/office/drawing/2014/main" id="{45D4A516-1618-454C-B9DB-59051503C9C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41" name="Rectangle 9">
              <a:extLst>
                <a:ext uri="{FF2B5EF4-FFF2-40B4-BE49-F238E27FC236}">
                  <a16:creationId xmlns:a16="http://schemas.microsoft.com/office/drawing/2014/main" id="{12117FB1-7E23-4EDF-837D-55A6B694FA9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42" name="Rectangle 10">
              <a:extLst>
                <a:ext uri="{FF2B5EF4-FFF2-40B4-BE49-F238E27FC236}">
                  <a16:creationId xmlns:a16="http://schemas.microsoft.com/office/drawing/2014/main" id="{ACC96FFD-34BB-4AF9-899C-14B86A126E1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43" name="Rectangle 11">
              <a:extLst>
                <a:ext uri="{FF2B5EF4-FFF2-40B4-BE49-F238E27FC236}">
                  <a16:creationId xmlns:a16="http://schemas.microsoft.com/office/drawing/2014/main" id="{75EF9CD9-7EA7-44B4-8614-44C5182CB7B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44" name="Rectangle 12">
              <a:extLst>
                <a:ext uri="{FF2B5EF4-FFF2-40B4-BE49-F238E27FC236}">
                  <a16:creationId xmlns:a16="http://schemas.microsoft.com/office/drawing/2014/main" id="{D7049236-A35F-4CA4-A3E1-E16B35040EB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45" name="Rectangle 13">
              <a:extLst>
                <a:ext uri="{FF2B5EF4-FFF2-40B4-BE49-F238E27FC236}">
                  <a16:creationId xmlns:a16="http://schemas.microsoft.com/office/drawing/2014/main" id="{FE29026D-017C-4A4C-8939-D5D19DC3F56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46" name="Rectangle 14">
              <a:extLst>
                <a:ext uri="{FF2B5EF4-FFF2-40B4-BE49-F238E27FC236}">
                  <a16:creationId xmlns:a16="http://schemas.microsoft.com/office/drawing/2014/main" id="{B705F07B-A66A-47F7-8FEC-8FDC2FA0203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47" name="Rectangle 15">
              <a:extLst>
                <a:ext uri="{FF2B5EF4-FFF2-40B4-BE49-F238E27FC236}">
                  <a16:creationId xmlns:a16="http://schemas.microsoft.com/office/drawing/2014/main" id="{1816AF37-01D5-4879-A679-DEFFD831B55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48" name="Rectangle 16">
              <a:extLst>
                <a:ext uri="{FF2B5EF4-FFF2-40B4-BE49-F238E27FC236}">
                  <a16:creationId xmlns:a16="http://schemas.microsoft.com/office/drawing/2014/main" id="{49FF9E07-4A02-4DAF-B6EC-3869F95314F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49" name="Rectangle 17">
              <a:extLst>
                <a:ext uri="{FF2B5EF4-FFF2-40B4-BE49-F238E27FC236}">
                  <a16:creationId xmlns:a16="http://schemas.microsoft.com/office/drawing/2014/main" id="{D73359DE-6F1E-4A54-A2B4-E3B610B16EF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50" name="Rectangle 18">
              <a:extLst>
                <a:ext uri="{FF2B5EF4-FFF2-40B4-BE49-F238E27FC236}">
                  <a16:creationId xmlns:a16="http://schemas.microsoft.com/office/drawing/2014/main" id="{98E37F0F-3309-4298-973F-4CFCEF50591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51" name="Rectangle 19">
              <a:extLst>
                <a:ext uri="{FF2B5EF4-FFF2-40B4-BE49-F238E27FC236}">
                  <a16:creationId xmlns:a16="http://schemas.microsoft.com/office/drawing/2014/main" id="{C831C138-F1E5-44A1-972B-17E72750752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52" name="Rectangle 20">
              <a:extLst>
                <a:ext uri="{FF2B5EF4-FFF2-40B4-BE49-F238E27FC236}">
                  <a16:creationId xmlns:a16="http://schemas.microsoft.com/office/drawing/2014/main" id="{E2E90BB1-EDC3-4A92-BBEC-B794A1AFC8E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53" name="Rectangle 21">
              <a:extLst>
                <a:ext uri="{FF2B5EF4-FFF2-40B4-BE49-F238E27FC236}">
                  <a16:creationId xmlns:a16="http://schemas.microsoft.com/office/drawing/2014/main" id="{32E126FA-FC3C-4B62-AE2B-A8FD2527A50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54" name="Rectangle 22">
              <a:extLst>
                <a:ext uri="{FF2B5EF4-FFF2-40B4-BE49-F238E27FC236}">
                  <a16:creationId xmlns:a16="http://schemas.microsoft.com/office/drawing/2014/main" id="{416F299A-4A96-48ED-86BA-DE50DA41F01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55" name="Rectangle 23">
              <a:extLst>
                <a:ext uri="{FF2B5EF4-FFF2-40B4-BE49-F238E27FC236}">
                  <a16:creationId xmlns:a16="http://schemas.microsoft.com/office/drawing/2014/main" id="{5A6ED733-5B62-47BD-AF3B-7E7A76283B5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56" name="Rectangle 24">
              <a:extLst>
                <a:ext uri="{FF2B5EF4-FFF2-40B4-BE49-F238E27FC236}">
                  <a16:creationId xmlns:a16="http://schemas.microsoft.com/office/drawing/2014/main" id="{7725AED0-CC9A-4DE1-99BD-9B649DC0AFD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57" name="Rectangle 25">
              <a:extLst>
                <a:ext uri="{FF2B5EF4-FFF2-40B4-BE49-F238E27FC236}">
                  <a16:creationId xmlns:a16="http://schemas.microsoft.com/office/drawing/2014/main" id="{11550A47-8AC1-4E34-844A-0D5AB675DC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58" name="Rectangle 26">
              <a:extLst>
                <a:ext uri="{FF2B5EF4-FFF2-40B4-BE49-F238E27FC236}">
                  <a16:creationId xmlns:a16="http://schemas.microsoft.com/office/drawing/2014/main" id="{79E8FC84-3EC3-4C66-AFB4-6254D6A90F9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59" name="Rectangle 27">
              <a:extLst>
                <a:ext uri="{FF2B5EF4-FFF2-40B4-BE49-F238E27FC236}">
                  <a16:creationId xmlns:a16="http://schemas.microsoft.com/office/drawing/2014/main" id="{363AB1D8-70BA-42BF-8869-D30DAEAA84F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60" name="Rectangle 28">
              <a:extLst>
                <a:ext uri="{FF2B5EF4-FFF2-40B4-BE49-F238E27FC236}">
                  <a16:creationId xmlns:a16="http://schemas.microsoft.com/office/drawing/2014/main" id="{86736EE0-DB20-428C-9B67-EF170732096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61" name="Rectangle 29">
              <a:extLst>
                <a:ext uri="{FF2B5EF4-FFF2-40B4-BE49-F238E27FC236}">
                  <a16:creationId xmlns:a16="http://schemas.microsoft.com/office/drawing/2014/main" id="{363FD3AC-40B8-4B8B-8223-FAAE0D9FBB8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62" name="Rectangle 30">
              <a:extLst>
                <a:ext uri="{FF2B5EF4-FFF2-40B4-BE49-F238E27FC236}">
                  <a16:creationId xmlns:a16="http://schemas.microsoft.com/office/drawing/2014/main" id="{0628C352-1447-4A21-9B0B-118D9FF2337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63" name="Rectangle 31">
              <a:extLst>
                <a:ext uri="{FF2B5EF4-FFF2-40B4-BE49-F238E27FC236}">
                  <a16:creationId xmlns:a16="http://schemas.microsoft.com/office/drawing/2014/main" id="{15B95A50-712D-40D3-B5A1-F03A964D084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64" name="Rectangle 32">
              <a:extLst>
                <a:ext uri="{FF2B5EF4-FFF2-40B4-BE49-F238E27FC236}">
                  <a16:creationId xmlns:a16="http://schemas.microsoft.com/office/drawing/2014/main" id="{4B2A0043-AEBC-4FA8-BE4E-03A6629D64F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65" name="Rectangle 33">
              <a:extLst>
                <a:ext uri="{FF2B5EF4-FFF2-40B4-BE49-F238E27FC236}">
                  <a16:creationId xmlns:a16="http://schemas.microsoft.com/office/drawing/2014/main" id="{6CCC1472-13D1-4CE9-BF4C-2F94CF177F3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66" name="Rectangle 34">
              <a:extLst>
                <a:ext uri="{FF2B5EF4-FFF2-40B4-BE49-F238E27FC236}">
                  <a16:creationId xmlns:a16="http://schemas.microsoft.com/office/drawing/2014/main" id="{EC186844-F338-43AE-9F87-937242EEBCE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67" name="Rectangle 35">
              <a:extLst>
                <a:ext uri="{FF2B5EF4-FFF2-40B4-BE49-F238E27FC236}">
                  <a16:creationId xmlns:a16="http://schemas.microsoft.com/office/drawing/2014/main" id="{ADE0312B-E41D-437A-9344-1C34F429506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68" name="Rectangle 36">
              <a:extLst>
                <a:ext uri="{FF2B5EF4-FFF2-40B4-BE49-F238E27FC236}">
                  <a16:creationId xmlns:a16="http://schemas.microsoft.com/office/drawing/2014/main" id="{92F1E9AE-9951-4409-8516-68AB8594477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69" name="Rectangle 37">
              <a:extLst>
                <a:ext uri="{FF2B5EF4-FFF2-40B4-BE49-F238E27FC236}">
                  <a16:creationId xmlns:a16="http://schemas.microsoft.com/office/drawing/2014/main" id="{FD679F3F-282D-4DDD-9831-F6E5C78E9F2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70" name="Rectangle 38">
              <a:extLst>
                <a:ext uri="{FF2B5EF4-FFF2-40B4-BE49-F238E27FC236}">
                  <a16:creationId xmlns:a16="http://schemas.microsoft.com/office/drawing/2014/main" id="{D76483B8-4295-486A-AF60-7F91C10847B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71" name="Rectangle 39">
              <a:extLst>
                <a:ext uri="{FF2B5EF4-FFF2-40B4-BE49-F238E27FC236}">
                  <a16:creationId xmlns:a16="http://schemas.microsoft.com/office/drawing/2014/main" id="{3CDCCCC2-582B-4BB9-B53B-B6832E2E591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72" name="Rectangle 40">
              <a:extLst>
                <a:ext uri="{FF2B5EF4-FFF2-40B4-BE49-F238E27FC236}">
                  <a16:creationId xmlns:a16="http://schemas.microsoft.com/office/drawing/2014/main" id="{F058D579-69A5-4D48-9141-D04F7F38C6B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73" name="Rectangle 41">
              <a:extLst>
                <a:ext uri="{FF2B5EF4-FFF2-40B4-BE49-F238E27FC236}">
                  <a16:creationId xmlns:a16="http://schemas.microsoft.com/office/drawing/2014/main" id="{FAD80FEF-9F3F-4AD4-8BFC-7A241BDB3F7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74" name="Rectangle 42">
              <a:extLst>
                <a:ext uri="{FF2B5EF4-FFF2-40B4-BE49-F238E27FC236}">
                  <a16:creationId xmlns:a16="http://schemas.microsoft.com/office/drawing/2014/main" id="{B531A367-63F9-4B5D-A15F-70A24CAAB33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75" name="Rectangle 43">
              <a:extLst>
                <a:ext uri="{FF2B5EF4-FFF2-40B4-BE49-F238E27FC236}">
                  <a16:creationId xmlns:a16="http://schemas.microsoft.com/office/drawing/2014/main" id="{ABFBDCFB-F031-470B-BC2B-FB38835C30E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76" name="Rectangle 44">
              <a:extLst>
                <a:ext uri="{FF2B5EF4-FFF2-40B4-BE49-F238E27FC236}">
                  <a16:creationId xmlns:a16="http://schemas.microsoft.com/office/drawing/2014/main" id="{3E86CE80-975D-4860-92A4-0EFAD0E2CDB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77" name="Rectangle 45">
              <a:extLst>
                <a:ext uri="{FF2B5EF4-FFF2-40B4-BE49-F238E27FC236}">
                  <a16:creationId xmlns:a16="http://schemas.microsoft.com/office/drawing/2014/main" id="{CCC2AEA8-27BD-4C1C-B602-9396E6A04A6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78" name="Rectangle 46">
              <a:extLst>
                <a:ext uri="{FF2B5EF4-FFF2-40B4-BE49-F238E27FC236}">
                  <a16:creationId xmlns:a16="http://schemas.microsoft.com/office/drawing/2014/main" id="{EDAF1192-D176-455A-92BE-469B7628B26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79" name="Rectangle 47">
              <a:extLst>
                <a:ext uri="{FF2B5EF4-FFF2-40B4-BE49-F238E27FC236}">
                  <a16:creationId xmlns:a16="http://schemas.microsoft.com/office/drawing/2014/main" id="{A1DD1D4C-B723-4667-8BD2-B4375146397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80" name="Rectangle 48">
              <a:extLst>
                <a:ext uri="{FF2B5EF4-FFF2-40B4-BE49-F238E27FC236}">
                  <a16:creationId xmlns:a16="http://schemas.microsoft.com/office/drawing/2014/main" id="{BBC4AB34-B49B-43EF-8ED7-453613E515B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81" name="Rectangle 49">
              <a:extLst>
                <a:ext uri="{FF2B5EF4-FFF2-40B4-BE49-F238E27FC236}">
                  <a16:creationId xmlns:a16="http://schemas.microsoft.com/office/drawing/2014/main" id="{2CAA9018-85AB-49BF-824A-1BF60233E2B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82" name="Rectangle 50">
              <a:extLst>
                <a:ext uri="{FF2B5EF4-FFF2-40B4-BE49-F238E27FC236}">
                  <a16:creationId xmlns:a16="http://schemas.microsoft.com/office/drawing/2014/main" id="{6236B27A-194C-45CF-9286-010CC7939EC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83" name="Rectangle 51">
              <a:extLst>
                <a:ext uri="{FF2B5EF4-FFF2-40B4-BE49-F238E27FC236}">
                  <a16:creationId xmlns:a16="http://schemas.microsoft.com/office/drawing/2014/main" id="{4185E4DB-4031-4E2F-A09C-967B1CF9AA9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46585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84" name="Rectangle 52">
              <a:extLst>
                <a:ext uri="{FF2B5EF4-FFF2-40B4-BE49-F238E27FC236}">
                  <a16:creationId xmlns:a16="http://schemas.microsoft.com/office/drawing/2014/main" id="{94B960C7-2A20-4A96-AD6C-F3AA8D557F9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85" name="Rectangle 53">
              <a:extLst>
                <a:ext uri="{FF2B5EF4-FFF2-40B4-BE49-F238E27FC236}">
                  <a16:creationId xmlns:a16="http://schemas.microsoft.com/office/drawing/2014/main" id="{6661D8B5-8AE1-495B-96C8-F243BE1F43C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86" name="Rectangle 54">
              <a:extLst>
                <a:ext uri="{FF2B5EF4-FFF2-40B4-BE49-F238E27FC236}">
                  <a16:creationId xmlns:a16="http://schemas.microsoft.com/office/drawing/2014/main" id="{F0FE5BC0-2F78-4491-8076-A47C76A415B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87" name="Rectangle 55">
              <a:extLst>
                <a:ext uri="{FF2B5EF4-FFF2-40B4-BE49-F238E27FC236}">
                  <a16:creationId xmlns:a16="http://schemas.microsoft.com/office/drawing/2014/main" id="{2BE84BBA-AA86-4176-B3E4-E6D92E3AB6D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88" name="Rectangle 56">
              <a:extLst>
                <a:ext uri="{FF2B5EF4-FFF2-40B4-BE49-F238E27FC236}">
                  <a16:creationId xmlns:a16="http://schemas.microsoft.com/office/drawing/2014/main" id="{F564FA9C-239E-44B9-A71D-6B722CD4BED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89" name="Rectangle 57">
              <a:extLst>
                <a:ext uri="{FF2B5EF4-FFF2-40B4-BE49-F238E27FC236}">
                  <a16:creationId xmlns:a16="http://schemas.microsoft.com/office/drawing/2014/main" id="{AD0572EA-2B4E-4776-9518-D7C90974C03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90" name="Rectangle 58">
              <a:extLst>
                <a:ext uri="{FF2B5EF4-FFF2-40B4-BE49-F238E27FC236}">
                  <a16:creationId xmlns:a16="http://schemas.microsoft.com/office/drawing/2014/main" id="{5BD90DA7-9AA4-4A73-9AE5-50AB438B7A5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91" name="Rectangle 59">
              <a:extLst>
                <a:ext uri="{FF2B5EF4-FFF2-40B4-BE49-F238E27FC236}">
                  <a16:creationId xmlns:a16="http://schemas.microsoft.com/office/drawing/2014/main" id="{0EAFBA4A-E5E6-4A42-A5DF-E26F3B8D89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92" name="Rectangle 60">
              <a:extLst>
                <a:ext uri="{FF2B5EF4-FFF2-40B4-BE49-F238E27FC236}">
                  <a16:creationId xmlns:a16="http://schemas.microsoft.com/office/drawing/2014/main" id="{ED799BE8-A184-4B77-A4DA-988B1DE3E8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93" name="Rectangle 61">
              <a:extLst>
                <a:ext uri="{FF2B5EF4-FFF2-40B4-BE49-F238E27FC236}">
                  <a16:creationId xmlns:a16="http://schemas.microsoft.com/office/drawing/2014/main" id="{E62805EE-A4C0-4A82-BC44-40261627409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730966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94" name="Rectangle 62">
              <a:extLst>
                <a:ext uri="{FF2B5EF4-FFF2-40B4-BE49-F238E27FC236}">
                  <a16:creationId xmlns:a16="http://schemas.microsoft.com/office/drawing/2014/main" id="{5662A1FC-91E9-422E-96EE-54959E2A9F2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95" name="Rectangle 63">
              <a:extLst>
                <a:ext uri="{FF2B5EF4-FFF2-40B4-BE49-F238E27FC236}">
                  <a16:creationId xmlns:a16="http://schemas.microsoft.com/office/drawing/2014/main" id="{1C4875A3-99B6-4EFB-90AC-2B877D8A810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96" name="Rectangle 64">
              <a:extLst>
                <a:ext uri="{FF2B5EF4-FFF2-40B4-BE49-F238E27FC236}">
                  <a16:creationId xmlns:a16="http://schemas.microsoft.com/office/drawing/2014/main" id="{D2CD2AE2-D97E-415E-A29B-E4A0544CC3C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97" name="Rectangle 65">
              <a:extLst>
                <a:ext uri="{FF2B5EF4-FFF2-40B4-BE49-F238E27FC236}">
                  <a16:creationId xmlns:a16="http://schemas.microsoft.com/office/drawing/2014/main" id="{67444E3C-3B25-4A66-BBBA-CBF0504591F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98" name="Rectangle 66">
              <a:extLst>
                <a:ext uri="{FF2B5EF4-FFF2-40B4-BE49-F238E27FC236}">
                  <a16:creationId xmlns:a16="http://schemas.microsoft.com/office/drawing/2014/main" id="{69808F44-A61B-42B7-BBAE-A192FF58512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99" name="Rectangle 67">
              <a:extLst>
                <a:ext uri="{FF2B5EF4-FFF2-40B4-BE49-F238E27FC236}">
                  <a16:creationId xmlns:a16="http://schemas.microsoft.com/office/drawing/2014/main" id="{5CA9DB81-EB37-49C8-B19D-A6ED336CA18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00" name="Rectangle 68">
              <a:extLst>
                <a:ext uri="{FF2B5EF4-FFF2-40B4-BE49-F238E27FC236}">
                  <a16:creationId xmlns:a16="http://schemas.microsoft.com/office/drawing/2014/main" id="{21E4732B-8DB8-481B-80A6-B4E04FEA73A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01" name="Rectangle 69">
              <a:extLst>
                <a:ext uri="{FF2B5EF4-FFF2-40B4-BE49-F238E27FC236}">
                  <a16:creationId xmlns:a16="http://schemas.microsoft.com/office/drawing/2014/main" id="{4177EF87-59EA-4AE5-8FCE-B065BE36E58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02" name="Rectangle 70">
              <a:extLst>
                <a:ext uri="{FF2B5EF4-FFF2-40B4-BE49-F238E27FC236}">
                  <a16:creationId xmlns:a16="http://schemas.microsoft.com/office/drawing/2014/main" id="{5B437993-40F5-4096-B67C-F68BF9CE1B4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03" name="Rectangle 71">
              <a:extLst>
                <a:ext uri="{FF2B5EF4-FFF2-40B4-BE49-F238E27FC236}">
                  <a16:creationId xmlns:a16="http://schemas.microsoft.com/office/drawing/2014/main" id="{533AA729-243E-4FC1-80B6-38006282BA2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002429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04" name="Rectangle 72">
              <a:extLst>
                <a:ext uri="{FF2B5EF4-FFF2-40B4-BE49-F238E27FC236}">
                  <a16:creationId xmlns:a16="http://schemas.microsoft.com/office/drawing/2014/main" id="{E41AF878-F368-47FE-980E-AD4F071E16C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05" name="Rectangle 73">
              <a:extLst>
                <a:ext uri="{FF2B5EF4-FFF2-40B4-BE49-F238E27FC236}">
                  <a16:creationId xmlns:a16="http://schemas.microsoft.com/office/drawing/2014/main" id="{FE106F9E-6D55-4462-8B84-854C03034F8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06" name="Rectangle 74">
              <a:extLst>
                <a:ext uri="{FF2B5EF4-FFF2-40B4-BE49-F238E27FC236}">
                  <a16:creationId xmlns:a16="http://schemas.microsoft.com/office/drawing/2014/main" id="{AA904B87-44D7-4717-9895-3947E6489B2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07" name="Rectangle 75">
              <a:extLst>
                <a:ext uri="{FF2B5EF4-FFF2-40B4-BE49-F238E27FC236}">
                  <a16:creationId xmlns:a16="http://schemas.microsoft.com/office/drawing/2014/main" id="{201F4F72-3EEA-43E1-8893-765C19DB0CB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08" name="Rectangle 76">
              <a:extLst>
                <a:ext uri="{FF2B5EF4-FFF2-40B4-BE49-F238E27FC236}">
                  <a16:creationId xmlns:a16="http://schemas.microsoft.com/office/drawing/2014/main" id="{DF990286-32EE-45C7-8D0D-F3A1B7A6FEE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09" name="Rectangle 77">
              <a:extLst>
                <a:ext uri="{FF2B5EF4-FFF2-40B4-BE49-F238E27FC236}">
                  <a16:creationId xmlns:a16="http://schemas.microsoft.com/office/drawing/2014/main" id="{F6C1233A-2933-49A5-B08D-00E3AB74278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10" name="Rectangle 78">
              <a:extLst>
                <a:ext uri="{FF2B5EF4-FFF2-40B4-BE49-F238E27FC236}">
                  <a16:creationId xmlns:a16="http://schemas.microsoft.com/office/drawing/2014/main" id="{1F6461A2-12C9-42E5-B5AB-1AA24F950B1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11" name="Rectangle 79">
              <a:extLst>
                <a:ext uri="{FF2B5EF4-FFF2-40B4-BE49-F238E27FC236}">
                  <a16:creationId xmlns:a16="http://schemas.microsoft.com/office/drawing/2014/main" id="{4650766B-1DE6-4235-BE9C-DEC9F4C1BD7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12" name="Rectangle 80">
              <a:extLst>
                <a:ext uri="{FF2B5EF4-FFF2-40B4-BE49-F238E27FC236}">
                  <a16:creationId xmlns:a16="http://schemas.microsoft.com/office/drawing/2014/main" id="{3002C3CB-C07E-46C4-8AF9-247E3620184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13" name="Rectangle 81">
              <a:extLst>
                <a:ext uri="{FF2B5EF4-FFF2-40B4-BE49-F238E27FC236}">
                  <a16:creationId xmlns:a16="http://schemas.microsoft.com/office/drawing/2014/main" id="{74C4FBA6-0A66-4E08-AA9D-41CAA8CA6C1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27230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14" name="Rectangle 82">
              <a:extLst>
                <a:ext uri="{FF2B5EF4-FFF2-40B4-BE49-F238E27FC236}">
                  <a16:creationId xmlns:a16="http://schemas.microsoft.com/office/drawing/2014/main" id="{23F4AB3A-CBE9-4CA0-B3CB-9D16ECDE585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15" name="Rectangle 83">
              <a:extLst>
                <a:ext uri="{FF2B5EF4-FFF2-40B4-BE49-F238E27FC236}">
                  <a16:creationId xmlns:a16="http://schemas.microsoft.com/office/drawing/2014/main" id="{43B18118-8AAF-484F-814C-966D4C778B0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16" name="Rectangle 84">
              <a:extLst>
                <a:ext uri="{FF2B5EF4-FFF2-40B4-BE49-F238E27FC236}">
                  <a16:creationId xmlns:a16="http://schemas.microsoft.com/office/drawing/2014/main" id="{CB4FC374-3F52-4208-95BF-699CF472AE1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6082" name="Rectangle 2">
            <a:extLst>
              <a:ext uri="{FF2B5EF4-FFF2-40B4-BE49-F238E27FC236}">
                <a16:creationId xmlns:a16="http://schemas.microsoft.com/office/drawing/2014/main" id="{5756394E-355D-4E9C-B27E-D616AEB3CB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grpSp>
        <p:nvGrpSpPr>
          <p:cNvPr id="46083" name="Group 93">
            <a:extLst>
              <a:ext uri="{FF2B5EF4-FFF2-40B4-BE49-F238E27FC236}">
                <a16:creationId xmlns:a16="http://schemas.microsoft.com/office/drawing/2014/main" id="{5B3F3BE0-DD7E-4FDB-9141-64CDE8C30343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46089" name="Rectangle 85">
              <a:extLst>
                <a:ext uri="{FF2B5EF4-FFF2-40B4-BE49-F238E27FC236}">
                  <a16:creationId xmlns:a16="http://schemas.microsoft.com/office/drawing/2014/main" id="{8DAD9C50-263F-472E-AAB4-00854AF88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090" name="Rectangle 86">
              <a:extLst>
                <a:ext uri="{FF2B5EF4-FFF2-40B4-BE49-F238E27FC236}">
                  <a16:creationId xmlns:a16="http://schemas.microsoft.com/office/drawing/2014/main" id="{8032B17B-AB8E-426E-B531-9A5C8D116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091" name="Rectangle 88">
              <a:extLst>
                <a:ext uri="{FF2B5EF4-FFF2-40B4-BE49-F238E27FC236}">
                  <a16:creationId xmlns:a16="http://schemas.microsoft.com/office/drawing/2014/main" id="{5A8E20EC-86D3-4707-8590-DB68126EC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092" name="Rectangle 89">
              <a:extLst>
                <a:ext uri="{FF2B5EF4-FFF2-40B4-BE49-F238E27FC236}">
                  <a16:creationId xmlns:a16="http://schemas.microsoft.com/office/drawing/2014/main" id="{5C994B53-C238-4924-8684-5FB86334C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093" name="Rectangle 90">
              <a:extLst>
                <a:ext uri="{FF2B5EF4-FFF2-40B4-BE49-F238E27FC236}">
                  <a16:creationId xmlns:a16="http://schemas.microsoft.com/office/drawing/2014/main" id="{2782874A-8C5A-46D1-87E3-2DBCC68F2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094" name="Rectangle 91">
              <a:extLst>
                <a:ext uri="{FF2B5EF4-FFF2-40B4-BE49-F238E27FC236}">
                  <a16:creationId xmlns:a16="http://schemas.microsoft.com/office/drawing/2014/main" id="{439618F4-1FFC-4137-9266-2360B708B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095" name="Rectangle 92">
              <a:extLst>
                <a:ext uri="{FF2B5EF4-FFF2-40B4-BE49-F238E27FC236}">
                  <a16:creationId xmlns:a16="http://schemas.microsoft.com/office/drawing/2014/main" id="{0675645E-503F-47EC-9377-D1BC3860B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096" name="Rectangle 93">
              <a:extLst>
                <a:ext uri="{FF2B5EF4-FFF2-40B4-BE49-F238E27FC236}">
                  <a16:creationId xmlns:a16="http://schemas.microsoft.com/office/drawing/2014/main" id="{21829668-B6BA-4503-A496-A4E7E411D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097" name="Rectangle 94">
              <a:extLst>
                <a:ext uri="{FF2B5EF4-FFF2-40B4-BE49-F238E27FC236}">
                  <a16:creationId xmlns:a16="http://schemas.microsoft.com/office/drawing/2014/main" id="{8E790FFF-24DD-4DB0-A30C-E89D5B7DE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098" name="Rectangle 95">
              <a:extLst>
                <a:ext uri="{FF2B5EF4-FFF2-40B4-BE49-F238E27FC236}">
                  <a16:creationId xmlns:a16="http://schemas.microsoft.com/office/drawing/2014/main" id="{3A47808B-272D-43DA-A006-629195A7E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099" name="Rectangle 96">
              <a:extLst>
                <a:ext uri="{FF2B5EF4-FFF2-40B4-BE49-F238E27FC236}">
                  <a16:creationId xmlns:a16="http://schemas.microsoft.com/office/drawing/2014/main" id="{B6257388-B343-48C0-A72E-0843B9FA5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00" name="Rectangle 97">
              <a:extLst>
                <a:ext uri="{FF2B5EF4-FFF2-40B4-BE49-F238E27FC236}">
                  <a16:creationId xmlns:a16="http://schemas.microsoft.com/office/drawing/2014/main" id="{BB3F625A-E2C4-4BA7-BB2D-77FCB9968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01" name="Rectangle 98">
              <a:extLst>
                <a:ext uri="{FF2B5EF4-FFF2-40B4-BE49-F238E27FC236}">
                  <a16:creationId xmlns:a16="http://schemas.microsoft.com/office/drawing/2014/main" id="{D2F1721F-DC23-4475-9EDB-BAD66ECE5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02" name="Rectangle 99">
              <a:extLst>
                <a:ext uri="{FF2B5EF4-FFF2-40B4-BE49-F238E27FC236}">
                  <a16:creationId xmlns:a16="http://schemas.microsoft.com/office/drawing/2014/main" id="{AC52419A-D5C2-4170-B8C1-0CD807141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03" name="Rectangle 100">
              <a:extLst>
                <a:ext uri="{FF2B5EF4-FFF2-40B4-BE49-F238E27FC236}">
                  <a16:creationId xmlns:a16="http://schemas.microsoft.com/office/drawing/2014/main" id="{B0D6E6CD-3341-45AF-8331-455669975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04" name="Rectangle 101">
              <a:extLst>
                <a:ext uri="{FF2B5EF4-FFF2-40B4-BE49-F238E27FC236}">
                  <a16:creationId xmlns:a16="http://schemas.microsoft.com/office/drawing/2014/main" id="{D9F7CD77-EB72-4C93-89E6-FE5BD88B3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05" name="Rectangle 102">
              <a:extLst>
                <a:ext uri="{FF2B5EF4-FFF2-40B4-BE49-F238E27FC236}">
                  <a16:creationId xmlns:a16="http://schemas.microsoft.com/office/drawing/2014/main" id="{F0D1D26F-FD0A-4BD6-BEF3-7920779AD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06" name="Rectangle 103">
              <a:extLst>
                <a:ext uri="{FF2B5EF4-FFF2-40B4-BE49-F238E27FC236}">
                  <a16:creationId xmlns:a16="http://schemas.microsoft.com/office/drawing/2014/main" id="{E7736001-DE90-4029-8482-52BDAE2B0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07" name="Rectangle 104">
              <a:extLst>
                <a:ext uri="{FF2B5EF4-FFF2-40B4-BE49-F238E27FC236}">
                  <a16:creationId xmlns:a16="http://schemas.microsoft.com/office/drawing/2014/main" id="{62211776-55AC-4989-84AC-697492FB1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08" name="Rectangle 105">
              <a:extLst>
                <a:ext uri="{FF2B5EF4-FFF2-40B4-BE49-F238E27FC236}">
                  <a16:creationId xmlns:a16="http://schemas.microsoft.com/office/drawing/2014/main" id="{2E44E089-1CE9-41D3-AA15-AD2D85CE4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09" name="Rectangle 106">
              <a:extLst>
                <a:ext uri="{FF2B5EF4-FFF2-40B4-BE49-F238E27FC236}">
                  <a16:creationId xmlns:a16="http://schemas.microsoft.com/office/drawing/2014/main" id="{27801262-C346-45A5-B654-0C6A657AC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10" name="Rectangle 107">
              <a:extLst>
                <a:ext uri="{FF2B5EF4-FFF2-40B4-BE49-F238E27FC236}">
                  <a16:creationId xmlns:a16="http://schemas.microsoft.com/office/drawing/2014/main" id="{19CD8EA8-AC83-40BF-8BF0-3748B8A2C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11" name="Rectangle 108">
              <a:extLst>
                <a:ext uri="{FF2B5EF4-FFF2-40B4-BE49-F238E27FC236}">
                  <a16:creationId xmlns:a16="http://schemas.microsoft.com/office/drawing/2014/main" id="{44E1E1D7-7861-49F8-BFB4-552B93C46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12" name="Rectangle 109">
              <a:extLst>
                <a:ext uri="{FF2B5EF4-FFF2-40B4-BE49-F238E27FC236}">
                  <a16:creationId xmlns:a16="http://schemas.microsoft.com/office/drawing/2014/main" id="{B82ABB76-AC37-4866-AAC4-D151A298F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13" name="Rectangle 110">
              <a:extLst>
                <a:ext uri="{FF2B5EF4-FFF2-40B4-BE49-F238E27FC236}">
                  <a16:creationId xmlns:a16="http://schemas.microsoft.com/office/drawing/2014/main" id="{66B5C62A-28F9-4D03-BA2C-115AA739F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14" name="Rectangle 111">
              <a:extLst>
                <a:ext uri="{FF2B5EF4-FFF2-40B4-BE49-F238E27FC236}">
                  <a16:creationId xmlns:a16="http://schemas.microsoft.com/office/drawing/2014/main" id="{6665357A-0BC9-4FAE-A392-37CDB92C0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15" name="Rectangle 112">
              <a:extLst>
                <a:ext uri="{FF2B5EF4-FFF2-40B4-BE49-F238E27FC236}">
                  <a16:creationId xmlns:a16="http://schemas.microsoft.com/office/drawing/2014/main" id="{7B732CE8-373C-40DC-BE26-C7F938414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16" name="Rectangle 114">
              <a:extLst>
                <a:ext uri="{FF2B5EF4-FFF2-40B4-BE49-F238E27FC236}">
                  <a16:creationId xmlns:a16="http://schemas.microsoft.com/office/drawing/2014/main" id="{5FBD4EB2-5AB6-4031-B99E-D42B92858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17" name="Rectangle 115">
              <a:extLst>
                <a:ext uri="{FF2B5EF4-FFF2-40B4-BE49-F238E27FC236}">
                  <a16:creationId xmlns:a16="http://schemas.microsoft.com/office/drawing/2014/main" id="{F9BECF0D-67D7-4158-B338-ED1EBA265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18" name="Rectangle 117">
              <a:extLst>
                <a:ext uri="{FF2B5EF4-FFF2-40B4-BE49-F238E27FC236}">
                  <a16:creationId xmlns:a16="http://schemas.microsoft.com/office/drawing/2014/main" id="{067EF353-F1CE-4BCB-B9E2-B49D784F6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19" name="Rectangle 118">
              <a:extLst>
                <a:ext uri="{FF2B5EF4-FFF2-40B4-BE49-F238E27FC236}">
                  <a16:creationId xmlns:a16="http://schemas.microsoft.com/office/drawing/2014/main" id="{93C779F1-5777-4815-83F1-04BDCCA25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20" name="Rectangle 119">
              <a:extLst>
                <a:ext uri="{FF2B5EF4-FFF2-40B4-BE49-F238E27FC236}">
                  <a16:creationId xmlns:a16="http://schemas.microsoft.com/office/drawing/2014/main" id="{EB3977CF-282D-4730-8254-425F1D009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21" name="Rectangle 120">
              <a:extLst>
                <a:ext uri="{FF2B5EF4-FFF2-40B4-BE49-F238E27FC236}">
                  <a16:creationId xmlns:a16="http://schemas.microsoft.com/office/drawing/2014/main" id="{3BD999AA-231A-423D-9CAF-63D7263AB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22" name="Rectangle 122">
              <a:extLst>
                <a:ext uri="{FF2B5EF4-FFF2-40B4-BE49-F238E27FC236}">
                  <a16:creationId xmlns:a16="http://schemas.microsoft.com/office/drawing/2014/main" id="{ACF545C8-A9E9-4A74-8509-3C3AE29F2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23" name="Rectangle 123">
              <a:extLst>
                <a:ext uri="{FF2B5EF4-FFF2-40B4-BE49-F238E27FC236}">
                  <a16:creationId xmlns:a16="http://schemas.microsoft.com/office/drawing/2014/main" id="{8222964B-6701-4C57-B1DB-A11B3FE0A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24" name="Rectangle 125">
              <a:extLst>
                <a:ext uri="{FF2B5EF4-FFF2-40B4-BE49-F238E27FC236}">
                  <a16:creationId xmlns:a16="http://schemas.microsoft.com/office/drawing/2014/main" id="{174FC3C2-E945-4EDC-AC57-8A55A0EA2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25" name="Rectangle 126">
              <a:extLst>
                <a:ext uri="{FF2B5EF4-FFF2-40B4-BE49-F238E27FC236}">
                  <a16:creationId xmlns:a16="http://schemas.microsoft.com/office/drawing/2014/main" id="{80EE5512-AA84-4F9F-93CE-4D29343B6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26" name="Rectangle 127">
              <a:extLst>
                <a:ext uri="{FF2B5EF4-FFF2-40B4-BE49-F238E27FC236}">
                  <a16:creationId xmlns:a16="http://schemas.microsoft.com/office/drawing/2014/main" id="{1A19BFB0-D0B7-4FE1-B487-D1A441BAE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27" name="Rectangle 128">
              <a:extLst>
                <a:ext uri="{FF2B5EF4-FFF2-40B4-BE49-F238E27FC236}">
                  <a16:creationId xmlns:a16="http://schemas.microsoft.com/office/drawing/2014/main" id="{2BA3613E-C360-4E9A-A54F-F953ED535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28" name="Rectangle 130">
              <a:extLst>
                <a:ext uri="{FF2B5EF4-FFF2-40B4-BE49-F238E27FC236}">
                  <a16:creationId xmlns:a16="http://schemas.microsoft.com/office/drawing/2014/main" id="{1E96C1AF-FF93-445C-8023-463B90B4A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29" name="Rectangle 131">
              <a:extLst>
                <a:ext uri="{FF2B5EF4-FFF2-40B4-BE49-F238E27FC236}">
                  <a16:creationId xmlns:a16="http://schemas.microsoft.com/office/drawing/2014/main" id="{6CE47EB7-3757-486B-A441-642734CD3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30" name="Rectangle 133">
              <a:extLst>
                <a:ext uri="{FF2B5EF4-FFF2-40B4-BE49-F238E27FC236}">
                  <a16:creationId xmlns:a16="http://schemas.microsoft.com/office/drawing/2014/main" id="{8CD7E8A5-ACFC-44CD-9729-753231724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31" name="Rectangle 134">
              <a:extLst>
                <a:ext uri="{FF2B5EF4-FFF2-40B4-BE49-F238E27FC236}">
                  <a16:creationId xmlns:a16="http://schemas.microsoft.com/office/drawing/2014/main" id="{5ADFC110-EC4C-4194-8059-FAAFF0A1C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32" name="Rectangle 135">
              <a:extLst>
                <a:ext uri="{FF2B5EF4-FFF2-40B4-BE49-F238E27FC236}">
                  <a16:creationId xmlns:a16="http://schemas.microsoft.com/office/drawing/2014/main" id="{C65AF33E-2A7E-4A2A-BB85-84FDA9170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33" name="Rectangle 136">
              <a:extLst>
                <a:ext uri="{FF2B5EF4-FFF2-40B4-BE49-F238E27FC236}">
                  <a16:creationId xmlns:a16="http://schemas.microsoft.com/office/drawing/2014/main" id="{3395A10C-6483-4240-BFA5-30FA9B847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34" name="Rectangle 138">
              <a:extLst>
                <a:ext uri="{FF2B5EF4-FFF2-40B4-BE49-F238E27FC236}">
                  <a16:creationId xmlns:a16="http://schemas.microsoft.com/office/drawing/2014/main" id="{21CF1C31-F33E-45AD-BE8C-AEE21596A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35" name="Rectangle 139">
              <a:extLst>
                <a:ext uri="{FF2B5EF4-FFF2-40B4-BE49-F238E27FC236}">
                  <a16:creationId xmlns:a16="http://schemas.microsoft.com/office/drawing/2014/main" id="{9F1082ED-74E4-466F-A0C1-DD610718D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cxnSp>
        <p:nvCxnSpPr>
          <p:cNvPr id="46084" name="Straight Arrow Connector 153">
            <a:extLst>
              <a:ext uri="{FF2B5EF4-FFF2-40B4-BE49-F238E27FC236}">
                <a16:creationId xmlns:a16="http://schemas.microsoft.com/office/drawing/2014/main" id="{32C6A5EC-F94D-4DE5-8DEF-6BF3B4F70FE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2282825" y="3533775"/>
            <a:ext cx="3708400" cy="395288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6085" name="Oval 155">
            <a:extLst>
              <a:ext uri="{FF2B5EF4-FFF2-40B4-BE49-F238E27FC236}">
                <a16:creationId xmlns:a16="http://schemas.microsoft.com/office/drawing/2014/main" id="{6854974F-6570-4465-8B81-5028A7E77C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1488" y="3057525"/>
            <a:ext cx="515937" cy="1120775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6086" name="Oval 156">
            <a:extLst>
              <a:ext uri="{FF2B5EF4-FFF2-40B4-BE49-F238E27FC236}">
                <a16:creationId xmlns:a16="http://schemas.microsoft.com/office/drawing/2014/main" id="{EE6582D0-A805-4465-80B8-E4664EBDCA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038" y="3443288"/>
            <a:ext cx="515937" cy="1120775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6087" name="Rectangle 141">
            <a:extLst>
              <a:ext uri="{FF2B5EF4-FFF2-40B4-BE49-F238E27FC236}">
                <a16:creationId xmlns:a16="http://schemas.microsoft.com/office/drawing/2014/main" id="{B6675F70-95F4-454E-86D7-10A6CA8B95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4688" y="4913313"/>
            <a:ext cx="2060575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State-assigned table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6088" name="Rectangle 87">
            <a:extLst>
              <a:ext uri="{FF2B5EF4-FFF2-40B4-BE49-F238E27FC236}">
                <a16:creationId xmlns:a16="http://schemas.microsoft.com/office/drawing/2014/main" id="{F60E6F51-5334-44FC-A88C-1371003B2D6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943100" y="4889500"/>
            <a:ext cx="10414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105" name="Group 1">
            <a:extLst>
              <a:ext uri="{FF2B5EF4-FFF2-40B4-BE49-F238E27FC236}">
                <a16:creationId xmlns:a16="http://schemas.microsoft.com/office/drawing/2014/main" id="{03576697-3DBE-4D22-B968-61BA278A8B70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2127250"/>
            <a:ext cx="3536950" cy="2460625"/>
            <a:chOff x="4614951" y="2127591"/>
            <a:chExt cx="3536950" cy="2460625"/>
          </a:xfrm>
        </p:grpSpPr>
        <p:sp>
          <p:nvSpPr>
            <p:cNvPr id="47159" name="Rectangle 4">
              <a:extLst>
                <a:ext uri="{FF2B5EF4-FFF2-40B4-BE49-F238E27FC236}">
                  <a16:creationId xmlns:a16="http://schemas.microsoft.com/office/drawing/2014/main" id="{A0CCDA99-B1DA-4DFA-8ADE-61E072E1854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60" name="Rectangle 5">
              <a:extLst>
                <a:ext uri="{FF2B5EF4-FFF2-40B4-BE49-F238E27FC236}">
                  <a16:creationId xmlns:a16="http://schemas.microsoft.com/office/drawing/2014/main" id="{C2BE4831-B01D-46D9-A2C5-6ABB8E6A06F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61" name="Rectangle 6">
              <a:extLst>
                <a:ext uri="{FF2B5EF4-FFF2-40B4-BE49-F238E27FC236}">
                  <a16:creationId xmlns:a16="http://schemas.microsoft.com/office/drawing/2014/main" id="{8278758C-8330-4240-9599-B258901673A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62" name="Rectangle 7">
              <a:extLst>
                <a:ext uri="{FF2B5EF4-FFF2-40B4-BE49-F238E27FC236}">
                  <a16:creationId xmlns:a16="http://schemas.microsoft.com/office/drawing/2014/main" id="{54868213-55F5-4484-8B90-A416018630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63" name="Rectangle 8">
              <a:extLst>
                <a:ext uri="{FF2B5EF4-FFF2-40B4-BE49-F238E27FC236}">
                  <a16:creationId xmlns:a16="http://schemas.microsoft.com/office/drawing/2014/main" id="{1E8B7CC3-030C-4909-A23E-95BCA35AB40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64" name="Rectangle 9">
              <a:extLst>
                <a:ext uri="{FF2B5EF4-FFF2-40B4-BE49-F238E27FC236}">
                  <a16:creationId xmlns:a16="http://schemas.microsoft.com/office/drawing/2014/main" id="{BCF18DFD-0502-4F36-A1BB-8B78DB477AF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65" name="Rectangle 10">
              <a:extLst>
                <a:ext uri="{FF2B5EF4-FFF2-40B4-BE49-F238E27FC236}">
                  <a16:creationId xmlns:a16="http://schemas.microsoft.com/office/drawing/2014/main" id="{F93A5DA2-660B-4A53-A691-C23C44EF22F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66" name="Rectangle 11">
              <a:extLst>
                <a:ext uri="{FF2B5EF4-FFF2-40B4-BE49-F238E27FC236}">
                  <a16:creationId xmlns:a16="http://schemas.microsoft.com/office/drawing/2014/main" id="{C6A83A76-3020-4891-A62C-871425E667E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67" name="Rectangle 12">
              <a:extLst>
                <a:ext uri="{FF2B5EF4-FFF2-40B4-BE49-F238E27FC236}">
                  <a16:creationId xmlns:a16="http://schemas.microsoft.com/office/drawing/2014/main" id="{8AF4460B-C552-46F9-B461-8E59FCDBC94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68" name="Rectangle 13">
              <a:extLst>
                <a:ext uri="{FF2B5EF4-FFF2-40B4-BE49-F238E27FC236}">
                  <a16:creationId xmlns:a16="http://schemas.microsoft.com/office/drawing/2014/main" id="{9947FFF1-413F-4CF7-9B40-663F478C65C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69" name="Rectangle 14">
              <a:extLst>
                <a:ext uri="{FF2B5EF4-FFF2-40B4-BE49-F238E27FC236}">
                  <a16:creationId xmlns:a16="http://schemas.microsoft.com/office/drawing/2014/main" id="{AF0713A0-303A-4989-9494-21E12E2A7BA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70" name="Rectangle 15">
              <a:extLst>
                <a:ext uri="{FF2B5EF4-FFF2-40B4-BE49-F238E27FC236}">
                  <a16:creationId xmlns:a16="http://schemas.microsoft.com/office/drawing/2014/main" id="{011B28D7-AD52-4434-B268-5873E8D36BA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71" name="Rectangle 16">
              <a:extLst>
                <a:ext uri="{FF2B5EF4-FFF2-40B4-BE49-F238E27FC236}">
                  <a16:creationId xmlns:a16="http://schemas.microsoft.com/office/drawing/2014/main" id="{B13C9BB3-008A-474B-8ED7-F6AF4217D45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72" name="Rectangle 17">
              <a:extLst>
                <a:ext uri="{FF2B5EF4-FFF2-40B4-BE49-F238E27FC236}">
                  <a16:creationId xmlns:a16="http://schemas.microsoft.com/office/drawing/2014/main" id="{94A54FB4-B928-45DC-82EB-C5DBB3D1A4A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73" name="Rectangle 18">
              <a:extLst>
                <a:ext uri="{FF2B5EF4-FFF2-40B4-BE49-F238E27FC236}">
                  <a16:creationId xmlns:a16="http://schemas.microsoft.com/office/drawing/2014/main" id="{8C291F73-A4F4-47E8-9238-9DDED4AD020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74" name="Rectangle 19">
              <a:extLst>
                <a:ext uri="{FF2B5EF4-FFF2-40B4-BE49-F238E27FC236}">
                  <a16:creationId xmlns:a16="http://schemas.microsoft.com/office/drawing/2014/main" id="{1C99813E-99FC-4045-9950-A044E2FB2A3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75" name="Rectangle 20">
              <a:extLst>
                <a:ext uri="{FF2B5EF4-FFF2-40B4-BE49-F238E27FC236}">
                  <a16:creationId xmlns:a16="http://schemas.microsoft.com/office/drawing/2014/main" id="{2A6F4813-6238-44C3-A555-BCF33C36334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76" name="Rectangle 21">
              <a:extLst>
                <a:ext uri="{FF2B5EF4-FFF2-40B4-BE49-F238E27FC236}">
                  <a16:creationId xmlns:a16="http://schemas.microsoft.com/office/drawing/2014/main" id="{05194E46-DE5C-4E0B-8B27-1F8CEDE1502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77" name="Rectangle 22">
              <a:extLst>
                <a:ext uri="{FF2B5EF4-FFF2-40B4-BE49-F238E27FC236}">
                  <a16:creationId xmlns:a16="http://schemas.microsoft.com/office/drawing/2014/main" id="{20D7F085-8699-442F-B90A-12A03CEC50F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78" name="Rectangle 23">
              <a:extLst>
                <a:ext uri="{FF2B5EF4-FFF2-40B4-BE49-F238E27FC236}">
                  <a16:creationId xmlns:a16="http://schemas.microsoft.com/office/drawing/2014/main" id="{9F508278-A2E1-473E-BE09-46E1E9A3004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79" name="Rectangle 24">
              <a:extLst>
                <a:ext uri="{FF2B5EF4-FFF2-40B4-BE49-F238E27FC236}">
                  <a16:creationId xmlns:a16="http://schemas.microsoft.com/office/drawing/2014/main" id="{70AA00AA-C6C1-4EE1-98A7-816FE00E551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80" name="Rectangle 25">
              <a:extLst>
                <a:ext uri="{FF2B5EF4-FFF2-40B4-BE49-F238E27FC236}">
                  <a16:creationId xmlns:a16="http://schemas.microsoft.com/office/drawing/2014/main" id="{285EECFE-A133-4C16-BBA0-46FBA5BC3CE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81" name="Rectangle 26">
              <a:extLst>
                <a:ext uri="{FF2B5EF4-FFF2-40B4-BE49-F238E27FC236}">
                  <a16:creationId xmlns:a16="http://schemas.microsoft.com/office/drawing/2014/main" id="{BA795880-7A41-417E-9C51-24B115003B9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82" name="Rectangle 27">
              <a:extLst>
                <a:ext uri="{FF2B5EF4-FFF2-40B4-BE49-F238E27FC236}">
                  <a16:creationId xmlns:a16="http://schemas.microsoft.com/office/drawing/2014/main" id="{2E47144A-F233-4FDD-8135-678834355AC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83" name="Rectangle 28">
              <a:extLst>
                <a:ext uri="{FF2B5EF4-FFF2-40B4-BE49-F238E27FC236}">
                  <a16:creationId xmlns:a16="http://schemas.microsoft.com/office/drawing/2014/main" id="{772DCE71-8076-4BA7-AAB9-BCD4ABB3AB3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84" name="Rectangle 29">
              <a:extLst>
                <a:ext uri="{FF2B5EF4-FFF2-40B4-BE49-F238E27FC236}">
                  <a16:creationId xmlns:a16="http://schemas.microsoft.com/office/drawing/2014/main" id="{DF5848EC-95D8-4A0B-AFE2-8C4CF39F54A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85" name="Rectangle 30">
              <a:extLst>
                <a:ext uri="{FF2B5EF4-FFF2-40B4-BE49-F238E27FC236}">
                  <a16:creationId xmlns:a16="http://schemas.microsoft.com/office/drawing/2014/main" id="{3EF9CE33-BAFD-4B32-8A61-483E443E5D9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86" name="Rectangle 31">
              <a:extLst>
                <a:ext uri="{FF2B5EF4-FFF2-40B4-BE49-F238E27FC236}">
                  <a16:creationId xmlns:a16="http://schemas.microsoft.com/office/drawing/2014/main" id="{1539C6EF-52FA-44B7-9133-FFCE6AA385D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87" name="Rectangle 32">
              <a:extLst>
                <a:ext uri="{FF2B5EF4-FFF2-40B4-BE49-F238E27FC236}">
                  <a16:creationId xmlns:a16="http://schemas.microsoft.com/office/drawing/2014/main" id="{49FECE8A-AE8B-4CC9-9079-47569651E59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88" name="Rectangle 33">
              <a:extLst>
                <a:ext uri="{FF2B5EF4-FFF2-40B4-BE49-F238E27FC236}">
                  <a16:creationId xmlns:a16="http://schemas.microsoft.com/office/drawing/2014/main" id="{5F1876BE-ADE3-4AC8-A0BF-312D80DC95E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89" name="Rectangle 34">
              <a:extLst>
                <a:ext uri="{FF2B5EF4-FFF2-40B4-BE49-F238E27FC236}">
                  <a16:creationId xmlns:a16="http://schemas.microsoft.com/office/drawing/2014/main" id="{DFB3A260-95AF-42B2-AB6E-093BB610E5D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90" name="Rectangle 35">
              <a:extLst>
                <a:ext uri="{FF2B5EF4-FFF2-40B4-BE49-F238E27FC236}">
                  <a16:creationId xmlns:a16="http://schemas.microsoft.com/office/drawing/2014/main" id="{4331EB5E-B569-4F08-B076-343FDFA1B1E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91" name="Rectangle 36">
              <a:extLst>
                <a:ext uri="{FF2B5EF4-FFF2-40B4-BE49-F238E27FC236}">
                  <a16:creationId xmlns:a16="http://schemas.microsoft.com/office/drawing/2014/main" id="{09965742-B065-4C2C-B5BF-58EB99B5ADE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92" name="Rectangle 37">
              <a:extLst>
                <a:ext uri="{FF2B5EF4-FFF2-40B4-BE49-F238E27FC236}">
                  <a16:creationId xmlns:a16="http://schemas.microsoft.com/office/drawing/2014/main" id="{F84C7945-54B7-4DE0-B74E-6A954BF518C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93" name="Rectangle 38">
              <a:extLst>
                <a:ext uri="{FF2B5EF4-FFF2-40B4-BE49-F238E27FC236}">
                  <a16:creationId xmlns:a16="http://schemas.microsoft.com/office/drawing/2014/main" id="{8C2F09C2-8A5D-4D1B-A9B0-346383D9A8D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94" name="Rectangle 39">
              <a:extLst>
                <a:ext uri="{FF2B5EF4-FFF2-40B4-BE49-F238E27FC236}">
                  <a16:creationId xmlns:a16="http://schemas.microsoft.com/office/drawing/2014/main" id="{755E52A1-F915-40D6-A165-7A4D1D05683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95" name="Rectangle 40">
              <a:extLst>
                <a:ext uri="{FF2B5EF4-FFF2-40B4-BE49-F238E27FC236}">
                  <a16:creationId xmlns:a16="http://schemas.microsoft.com/office/drawing/2014/main" id="{F9ADD194-E4A9-46B7-B8F2-1A3596D9047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96" name="Rectangle 41">
              <a:extLst>
                <a:ext uri="{FF2B5EF4-FFF2-40B4-BE49-F238E27FC236}">
                  <a16:creationId xmlns:a16="http://schemas.microsoft.com/office/drawing/2014/main" id="{FD3FCBF3-A66B-4BC2-AE4A-8ABB98DAC59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97" name="Rectangle 42">
              <a:extLst>
                <a:ext uri="{FF2B5EF4-FFF2-40B4-BE49-F238E27FC236}">
                  <a16:creationId xmlns:a16="http://schemas.microsoft.com/office/drawing/2014/main" id="{8916A24E-DEDF-4C85-AB11-2ABE8EECC80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98" name="Rectangle 43">
              <a:extLst>
                <a:ext uri="{FF2B5EF4-FFF2-40B4-BE49-F238E27FC236}">
                  <a16:creationId xmlns:a16="http://schemas.microsoft.com/office/drawing/2014/main" id="{886A9C02-6E73-4DA8-A85E-C5F86AD33EF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99" name="Rectangle 44">
              <a:extLst>
                <a:ext uri="{FF2B5EF4-FFF2-40B4-BE49-F238E27FC236}">
                  <a16:creationId xmlns:a16="http://schemas.microsoft.com/office/drawing/2014/main" id="{9B034DB6-4ED0-4A67-A4F2-4B11CA360E6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00" name="Rectangle 45">
              <a:extLst>
                <a:ext uri="{FF2B5EF4-FFF2-40B4-BE49-F238E27FC236}">
                  <a16:creationId xmlns:a16="http://schemas.microsoft.com/office/drawing/2014/main" id="{98BC1D31-EDDA-4771-BB81-D68D96A69D0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01" name="Rectangle 46">
              <a:extLst>
                <a:ext uri="{FF2B5EF4-FFF2-40B4-BE49-F238E27FC236}">
                  <a16:creationId xmlns:a16="http://schemas.microsoft.com/office/drawing/2014/main" id="{AF04E1DB-EB34-4DD4-8BC3-EF7A27C697E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02" name="Rectangle 47">
              <a:extLst>
                <a:ext uri="{FF2B5EF4-FFF2-40B4-BE49-F238E27FC236}">
                  <a16:creationId xmlns:a16="http://schemas.microsoft.com/office/drawing/2014/main" id="{6B0FBB61-B913-42FB-A14D-5D31CE92EEE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03" name="Rectangle 48">
              <a:extLst>
                <a:ext uri="{FF2B5EF4-FFF2-40B4-BE49-F238E27FC236}">
                  <a16:creationId xmlns:a16="http://schemas.microsoft.com/office/drawing/2014/main" id="{3FBAFE55-33D1-4AA6-9C52-D1738A3963A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04" name="Rectangle 49">
              <a:extLst>
                <a:ext uri="{FF2B5EF4-FFF2-40B4-BE49-F238E27FC236}">
                  <a16:creationId xmlns:a16="http://schemas.microsoft.com/office/drawing/2014/main" id="{06F628A0-6824-419B-89B9-F01C7CBDD13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05" name="Rectangle 50">
              <a:extLst>
                <a:ext uri="{FF2B5EF4-FFF2-40B4-BE49-F238E27FC236}">
                  <a16:creationId xmlns:a16="http://schemas.microsoft.com/office/drawing/2014/main" id="{5D53EFD5-E54E-4C62-BE53-2412461365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06" name="Rectangle 51">
              <a:extLst>
                <a:ext uri="{FF2B5EF4-FFF2-40B4-BE49-F238E27FC236}">
                  <a16:creationId xmlns:a16="http://schemas.microsoft.com/office/drawing/2014/main" id="{14F7FDB4-04B6-467B-BA4D-CDB57602421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46585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07" name="Rectangle 52">
              <a:extLst>
                <a:ext uri="{FF2B5EF4-FFF2-40B4-BE49-F238E27FC236}">
                  <a16:creationId xmlns:a16="http://schemas.microsoft.com/office/drawing/2014/main" id="{3973F69D-81F8-4A70-8F7E-30F717778E1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08" name="Rectangle 53">
              <a:extLst>
                <a:ext uri="{FF2B5EF4-FFF2-40B4-BE49-F238E27FC236}">
                  <a16:creationId xmlns:a16="http://schemas.microsoft.com/office/drawing/2014/main" id="{D91A07CC-1DBE-46D6-972A-E3CFCA856DF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09" name="Rectangle 54">
              <a:extLst>
                <a:ext uri="{FF2B5EF4-FFF2-40B4-BE49-F238E27FC236}">
                  <a16:creationId xmlns:a16="http://schemas.microsoft.com/office/drawing/2014/main" id="{BC9867A1-A924-4CEE-943E-F3228821ECD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10" name="Rectangle 55">
              <a:extLst>
                <a:ext uri="{FF2B5EF4-FFF2-40B4-BE49-F238E27FC236}">
                  <a16:creationId xmlns:a16="http://schemas.microsoft.com/office/drawing/2014/main" id="{49BD611F-9082-4690-BAA4-024791A8EFC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11" name="Rectangle 56">
              <a:extLst>
                <a:ext uri="{FF2B5EF4-FFF2-40B4-BE49-F238E27FC236}">
                  <a16:creationId xmlns:a16="http://schemas.microsoft.com/office/drawing/2014/main" id="{9A07312B-6A28-4822-BEF6-DD058FCE46D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12" name="Rectangle 57">
              <a:extLst>
                <a:ext uri="{FF2B5EF4-FFF2-40B4-BE49-F238E27FC236}">
                  <a16:creationId xmlns:a16="http://schemas.microsoft.com/office/drawing/2014/main" id="{47D9D76D-5167-4D6F-B62D-6EB8CF3B07E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13" name="Rectangle 58">
              <a:extLst>
                <a:ext uri="{FF2B5EF4-FFF2-40B4-BE49-F238E27FC236}">
                  <a16:creationId xmlns:a16="http://schemas.microsoft.com/office/drawing/2014/main" id="{5271774C-3034-4FF6-AEE4-0775B126E9F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14" name="Rectangle 59">
              <a:extLst>
                <a:ext uri="{FF2B5EF4-FFF2-40B4-BE49-F238E27FC236}">
                  <a16:creationId xmlns:a16="http://schemas.microsoft.com/office/drawing/2014/main" id="{D04B4E71-26BA-4606-8531-BB2F144C6C8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15" name="Rectangle 60">
              <a:extLst>
                <a:ext uri="{FF2B5EF4-FFF2-40B4-BE49-F238E27FC236}">
                  <a16:creationId xmlns:a16="http://schemas.microsoft.com/office/drawing/2014/main" id="{E8D2D4C9-0A55-4665-80E8-BFA968099A2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16" name="Rectangle 61">
              <a:extLst>
                <a:ext uri="{FF2B5EF4-FFF2-40B4-BE49-F238E27FC236}">
                  <a16:creationId xmlns:a16="http://schemas.microsoft.com/office/drawing/2014/main" id="{244CBB10-2437-4914-ABD8-4CE749BDE83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730966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17" name="Rectangle 62">
              <a:extLst>
                <a:ext uri="{FF2B5EF4-FFF2-40B4-BE49-F238E27FC236}">
                  <a16:creationId xmlns:a16="http://schemas.microsoft.com/office/drawing/2014/main" id="{152A1675-74D1-43E9-8503-AEB6A435A69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18" name="Rectangle 63">
              <a:extLst>
                <a:ext uri="{FF2B5EF4-FFF2-40B4-BE49-F238E27FC236}">
                  <a16:creationId xmlns:a16="http://schemas.microsoft.com/office/drawing/2014/main" id="{D5CE062C-DB0F-4D7E-AED6-53998A0588A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19" name="Rectangle 64">
              <a:extLst>
                <a:ext uri="{FF2B5EF4-FFF2-40B4-BE49-F238E27FC236}">
                  <a16:creationId xmlns:a16="http://schemas.microsoft.com/office/drawing/2014/main" id="{F9DA7788-EAFE-43FD-BFEF-2688811E355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20" name="Rectangle 65">
              <a:extLst>
                <a:ext uri="{FF2B5EF4-FFF2-40B4-BE49-F238E27FC236}">
                  <a16:creationId xmlns:a16="http://schemas.microsoft.com/office/drawing/2014/main" id="{B9801757-E446-44CF-BDA2-060BFD43E37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21" name="Rectangle 66">
              <a:extLst>
                <a:ext uri="{FF2B5EF4-FFF2-40B4-BE49-F238E27FC236}">
                  <a16:creationId xmlns:a16="http://schemas.microsoft.com/office/drawing/2014/main" id="{4522CA91-C2E4-40A7-90F7-0D5C87B4453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22" name="Rectangle 67">
              <a:extLst>
                <a:ext uri="{FF2B5EF4-FFF2-40B4-BE49-F238E27FC236}">
                  <a16:creationId xmlns:a16="http://schemas.microsoft.com/office/drawing/2014/main" id="{E23AA7DC-44F9-4D33-94D4-B57022BFF22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23" name="Rectangle 68">
              <a:extLst>
                <a:ext uri="{FF2B5EF4-FFF2-40B4-BE49-F238E27FC236}">
                  <a16:creationId xmlns:a16="http://schemas.microsoft.com/office/drawing/2014/main" id="{EE9A39E4-3EEA-460E-8911-4414963CF2A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24" name="Rectangle 69">
              <a:extLst>
                <a:ext uri="{FF2B5EF4-FFF2-40B4-BE49-F238E27FC236}">
                  <a16:creationId xmlns:a16="http://schemas.microsoft.com/office/drawing/2014/main" id="{37626A44-9F4D-444D-934D-4FC17004D13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25" name="Rectangle 70">
              <a:extLst>
                <a:ext uri="{FF2B5EF4-FFF2-40B4-BE49-F238E27FC236}">
                  <a16:creationId xmlns:a16="http://schemas.microsoft.com/office/drawing/2014/main" id="{C3B8F834-5D16-4E78-9F9D-B44163D79DF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26" name="Rectangle 71">
              <a:extLst>
                <a:ext uri="{FF2B5EF4-FFF2-40B4-BE49-F238E27FC236}">
                  <a16:creationId xmlns:a16="http://schemas.microsoft.com/office/drawing/2014/main" id="{0958BB5A-C7E8-40D2-81C1-353F8AF82B5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002429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27" name="Rectangle 72">
              <a:extLst>
                <a:ext uri="{FF2B5EF4-FFF2-40B4-BE49-F238E27FC236}">
                  <a16:creationId xmlns:a16="http://schemas.microsoft.com/office/drawing/2014/main" id="{13EC8FB9-E3CD-4692-9B37-DF3633F6F48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28" name="Rectangle 73">
              <a:extLst>
                <a:ext uri="{FF2B5EF4-FFF2-40B4-BE49-F238E27FC236}">
                  <a16:creationId xmlns:a16="http://schemas.microsoft.com/office/drawing/2014/main" id="{1A266F09-A16E-4AF4-8B72-7120D98229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29" name="Rectangle 74">
              <a:extLst>
                <a:ext uri="{FF2B5EF4-FFF2-40B4-BE49-F238E27FC236}">
                  <a16:creationId xmlns:a16="http://schemas.microsoft.com/office/drawing/2014/main" id="{6EBE4D24-076A-4A84-9C5E-37651B8EC15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30" name="Rectangle 75">
              <a:extLst>
                <a:ext uri="{FF2B5EF4-FFF2-40B4-BE49-F238E27FC236}">
                  <a16:creationId xmlns:a16="http://schemas.microsoft.com/office/drawing/2014/main" id="{E2EA0600-B4BD-4078-B692-69816BD30BF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31" name="Rectangle 76">
              <a:extLst>
                <a:ext uri="{FF2B5EF4-FFF2-40B4-BE49-F238E27FC236}">
                  <a16:creationId xmlns:a16="http://schemas.microsoft.com/office/drawing/2014/main" id="{CAAB9BAA-2A9C-44D3-84F2-024D618F684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32" name="Rectangle 77">
              <a:extLst>
                <a:ext uri="{FF2B5EF4-FFF2-40B4-BE49-F238E27FC236}">
                  <a16:creationId xmlns:a16="http://schemas.microsoft.com/office/drawing/2014/main" id="{A2C881FC-FADC-447B-B19C-33E5DF64291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33" name="Rectangle 78">
              <a:extLst>
                <a:ext uri="{FF2B5EF4-FFF2-40B4-BE49-F238E27FC236}">
                  <a16:creationId xmlns:a16="http://schemas.microsoft.com/office/drawing/2014/main" id="{DA902FE2-9E6F-49FD-8F02-D50ED420608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34" name="Rectangle 79">
              <a:extLst>
                <a:ext uri="{FF2B5EF4-FFF2-40B4-BE49-F238E27FC236}">
                  <a16:creationId xmlns:a16="http://schemas.microsoft.com/office/drawing/2014/main" id="{DDE99C58-5FEE-47FF-BD6B-1E68A426F3A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35" name="Rectangle 80">
              <a:extLst>
                <a:ext uri="{FF2B5EF4-FFF2-40B4-BE49-F238E27FC236}">
                  <a16:creationId xmlns:a16="http://schemas.microsoft.com/office/drawing/2014/main" id="{E47FD078-397D-4350-99DA-1D1B81E393F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36" name="Rectangle 81">
              <a:extLst>
                <a:ext uri="{FF2B5EF4-FFF2-40B4-BE49-F238E27FC236}">
                  <a16:creationId xmlns:a16="http://schemas.microsoft.com/office/drawing/2014/main" id="{7A48FD28-D7BA-4466-B42B-B6795713F42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27230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37" name="Rectangle 82">
              <a:extLst>
                <a:ext uri="{FF2B5EF4-FFF2-40B4-BE49-F238E27FC236}">
                  <a16:creationId xmlns:a16="http://schemas.microsoft.com/office/drawing/2014/main" id="{C008AE08-FF16-4A7A-9792-83F361F60A8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38" name="Rectangle 83">
              <a:extLst>
                <a:ext uri="{FF2B5EF4-FFF2-40B4-BE49-F238E27FC236}">
                  <a16:creationId xmlns:a16="http://schemas.microsoft.com/office/drawing/2014/main" id="{59BE6B47-9467-46B5-A8C2-5300E28181C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239" name="Rectangle 84">
              <a:extLst>
                <a:ext uri="{FF2B5EF4-FFF2-40B4-BE49-F238E27FC236}">
                  <a16:creationId xmlns:a16="http://schemas.microsoft.com/office/drawing/2014/main" id="{0EC125B8-A791-48F4-9040-E5298FB054C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7106" name="Rectangle 2">
            <a:extLst>
              <a:ext uri="{FF2B5EF4-FFF2-40B4-BE49-F238E27FC236}">
                <a16:creationId xmlns:a16="http://schemas.microsoft.com/office/drawing/2014/main" id="{14103852-FC92-40F2-BBBE-A9B1FEF240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grpSp>
        <p:nvGrpSpPr>
          <p:cNvPr id="47107" name="Group 93">
            <a:extLst>
              <a:ext uri="{FF2B5EF4-FFF2-40B4-BE49-F238E27FC236}">
                <a16:creationId xmlns:a16="http://schemas.microsoft.com/office/drawing/2014/main" id="{F1C67161-0EA9-4D88-A8FE-8E690259EE99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47112" name="Rectangle 85">
              <a:extLst>
                <a:ext uri="{FF2B5EF4-FFF2-40B4-BE49-F238E27FC236}">
                  <a16:creationId xmlns:a16="http://schemas.microsoft.com/office/drawing/2014/main" id="{B11DCB88-40F1-4249-A9D2-BA3E3C0FF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13" name="Rectangle 86">
              <a:extLst>
                <a:ext uri="{FF2B5EF4-FFF2-40B4-BE49-F238E27FC236}">
                  <a16:creationId xmlns:a16="http://schemas.microsoft.com/office/drawing/2014/main" id="{C9429D91-54AB-4A15-A136-CB7E8227B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14" name="Rectangle 88">
              <a:extLst>
                <a:ext uri="{FF2B5EF4-FFF2-40B4-BE49-F238E27FC236}">
                  <a16:creationId xmlns:a16="http://schemas.microsoft.com/office/drawing/2014/main" id="{459DCEC8-53A9-4121-A8AE-49E26F3C3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15" name="Rectangle 89">
              <a:extLst>
                <a:ext uri="{FF2B5EF4-FFF2-40B4-BE49-F238E27FC236}">
                  <a16:creationId xmlns:a16="http://schemas.microsoft.com/office/drawing/2014/main" id="{B825338F-A995-4E36-9930-3FEAC8246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16" name="Rectangle 90">
              <a:extLst>
                <a:ext uri="{FF2B5EF4-FFF2-40B4-BE49-F238E27FC236}">
                  <a16:creationId xmlns:a16="http://schemas.microsoft.com/office/drawing/2014/main" id="{21466926-CE5B-4094-B5E2-69B8977AA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17" name="Rectangle 91">
              <a:extLst>
                <a:ext uri="{FF2B5EF4-FFF2-40B4-BE49-F238E27FC236}">
                  <a16:creationId xmlns:a16="http://schemas.microsoft.com/office/drawing/2014/main" id="{85FBC7E7-7944-4861-A96F-E547E7119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18" name="Rectangle 92">
              <a:extLst>
                <a:ext uri="{FF2B5EF4-FFF2-40B4-BE49-F238E27FC236}">
                  <a16:creationId xmlns:a16="http://schemas.microsoft.com/office/drawing/2014/main" id="{666A527B-3B76-4AA2-A2C7-FEDC7C31D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19" name="Rectangle 93">
              <a:extLst>
                <a:ext uri="{FF2B5EF4-FFF2-40B4-BE49-F238E27FC236}">
                  <a16:creationId xmlns:a16="http://schemas.microsoft.com/office/drawing/2014/main" id="{8E7BA559-8371-47F6-B264-77F2362B4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20" name="Rectangle 94">
              <a:extLst>
                <a:ext uri="{FF2B5EF4-FFF2-40B4-BE49-F238E27FC236}">
                  <a16:creationId xmlns:a16="http://schemas.microsoft.com/office/drawing/2014/main" id="{5AEB7760-1D58-4944-892C-D3CB36C74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21" name="Rectangle 95">
              <a:extLst>
                <a:ext uri="{FF2B5EF4-FFF2-40B4-BE49-F238E27FC236}">
                  <a16:creationId xmlns:a16="http://schemas.microsoft.com/office/drawing/2014/main" id="{0C32C863-3748-4C49-898B-C64FD139D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22" name="Rectangle 96">
              <a:extLst>
                <a:ext uri="{FF2B5EF4-FFF2-40B4-BE49-F238E27FC236}">
                  <a16:creationId xmlns:a16="http://schemas.microsoft.com/office/drawing/2014/main" id="{1BFE23B1-0779-4B84-A0ED-FB16B47CC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23" name="Rectangle 97">
              <a:extLst>
                <a:ext uri="{FF2B5EF4-FFF2-40B4-BE49-F238E27FC236}">
                  <a16:creationId xmlns:a16="http://schemas.microsoft.com/office/drawing/2014/main" id="{3A470877-D887-4D56-B3E5-756BE3288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24" name="Rectangle 98">
              <a:extLst>
                <a:ext uri="{FF2B5EF4-FFF2-40B4-BE49-F238E27FC236}">
                  <a16:creationId xmlns:a16="http://schemas.microsoft.com/office/drawing/2014/main" id="{39425650-D32F-408C-A05B-222D7FF23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25" name="Rectangle 99">
              <a:extLst>
                <a:ext uri="{FF2B5EF4-FFF2-40B4-BE49-F238E27FC236}">
                  <a16:creationId xmlns:a16="http://schemas.microsoft.com/office/drawing/2014/main" id="{251B889B-0F85-432C-BD4F-5191A94D1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26" name="Rectangle 100">
              <a:extLst>
                <a:ext uri="{FF2B5EF4-FFF2-40B4-BE49-F238E27FC236}">
                  <a16:creationId xmlns:a16="http://schemas.microsoft.com/office/drawing/2014/main" id="{8099DEEC-872E-49B4-9DE3-2740B907E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27" name="Rectangle 101">
              <a:extLst>
                <a:ext uri="{FF2B5EF4-FFF2-40B4-BE49-F238E27FC236}">
                  <a16:creationId xmlns:a16="http://schemas.microsoft.com/office/drawing/2014/main" id="{10E81EEC-9C3C-41C7-AD67-348356A97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28" name="Rectangle 102">
              <a:extLst>
                <a:ext uri="{FF2B5EF4-FFF2-40B4-BE49-F238E27FC236}">
                  <a16:creationId xmlns:a16="http://schemas.microsoft.com/office/drawing/2014/main" id="{7B22CECC-2739-44E1-9682-916D4F7E3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29" name="Rectangle 103">
              <a:extLst>
                <a:ext uri="{FF2B5EF4-FFF2-40B4-BE49-F238E27FC236}">
                  <a16:creationId xmlns:a16="http://schemas.microsoft.com/office/drawing/2014/main" id="{91CC92BD-375E-43E1-B81C-E71DD6B23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30" name="Rectangle 104">
              <a:extLst>
                <a:ext uri="{FF2B5EF4-FFF2-40B4-BE49-F238E27FC236}">
                  <a16:creationId xmlns:a16="http://schemas.microsoft.com/office/drawing/2014/main" id="{18E0490A-F120-4532-8189-59D3F9E71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31" name="Rectangle 105">
              <a:extLst>
                <a:ext uri="{FF2B5EF4-FFF2-40B4-BE49-F238E27FC236}">
                  <a16:creationId xmlns:a16="http://schemas.microsoft.com/office/drawing/2014/main" id="{EC6F5492-3850-42CC-B406-2845A0647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32" name="Rectangle 106">
              <a:extLst>
                <a:ext uri="{FF2B5EF4-FFF2-40B4-BE49-F238E27FC236}">
                  <a16:creationId xmlns:a16="http://schemas.microsoft.com/office/drawing/2014/main" id="{0D140CAB-9F4A-4FBE-9E2A-55E2B3D09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33" name="Rectangle 107">
              <a:extLst>
                <a:ext uri="{FF2B5EF4-FFF2-40B4-BE49-F238E27FC236}">
                  <a16:creationId xmlns:a16="http://schemas.microsoft.com/office/drawing/2014/main" id="{42455B05-D447-442D-ABA8-46D07D475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34" name="Rectangle 108">
              <a:extLst>
                <a:ext uri="{FF2B5EF4-FFF2-40B4-BE49-F238E27FC236}">
                  <a16:creationId xmlns:a16="http://schemas.microsoft.com/office/drawing/2014/main" id="{1973F688-8CFA-4261-B960-6E32756BB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35" name="Rectangle 109">
              <a:extLst>
                <a:ext uri="{FF2B5EF4-FFF2-40B4-BE49-F238E27FC236}">
                  <a16:creationId xmlns:a16="http://schemas.microsoft.com/office/drawing/2014/main" id="{00E105DC-F1EC-4850-BCF1-4FA489B8D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36" name="Rectangle 110">
              <a:extLst>
                <a:ext uri="{FF2B5EF4-FFF2-40B4-BE49-F238E27FC236}">
                  <a16:creationId xmlns:a16="http://schemas.microsoft.com/office/drawing/2014/main" id="{DAA7DFC9-C1F2-4928-8297-A247C9C21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37" name="Rectangle 111">
              <a:extLst>
                <a:ext uri="{FF2B5EF4-FFF2-40B4-BE49-F238E27FC236}">
                  <a16:creationId xmlns:a16="http://schemas.microsoft.com/office/drawing/2014/main" id="{8F00E1C1-8089-40DD-8205-99EF724E3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38" name="Rectangle 112">
              <a:extLst>
                <a:ext uri="{FF2B5EF4-FFF2-40B4-BE49-F238E27FC236}">
                  <a16:creationId xmlns:a16="http://schemas.microsoft.com/office/drawing/2014/main" id="{B4DDE36F-D59C-45DC-B53C-EA8A28840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39" name="Rectangle 114">
              <a:extLst>
                <a:ext uri="{FF2B5EF4-FFF2-40B4-BE49-F238E27FC236}">
                  <a16:creationId xmlns:a16="http://schemas.microsoft.com/office/drawing/2014/main" id="{5434CE48-BF4E-4009-8E2E-98EECD27F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40" name="Rectangle 115">
              <a:extLst>
                <a:ext uri="{FF2B5EF4-FFF2-40B4-BE49-F238E27FC236}">
                  <a16:creationId xmlns:a16="http://schemas.microsoft.com/office/drawing/2014/main" id="{A05C07D0-09A2-4551-BC0D-E3EAC8774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41" name="Rectangle 117">
              <a:extLst>
                <a:ext uri="{FF2B5EF4-FFF2-40B4-BE49-F238E27FC236}">
                  <a16:creationId xmlns:a16="http://schemas.microsoft.com/office/drawing/2014/main" id="{C1BCA6E0-1DCC-420E-9C3F-86C63A6A9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42" name="Rectangle 118">
              <a:extLst>
                <a:ext uri="{FF2B5EF4-FFF2-40B4-BE49-F238E27FC236}">
                  <a16:creationId xmlns:a16="http://schemas.microsoft.com/office/drawing/2014/main" id="{4075EA0B-812A-45DB-A369-E5E1CEC52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43" name="Rectangle 119">
              <a:extLst>
                <a:ext uri="{FF2B5EF4-FFF2-40B4-BE49-F238E27FC236}">
                  <a16:creationId xmlns:a16="http://schemas.microsoft.com/office/drawing/2014/main" id="{977C0F90-41BF-4623-8B97-09433A546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44" name="Rectangle 120">
              <a:extLst>
                <a:ext uri="{FF2B5EF4-FFF2-40B4-BE49-F238E27FC236}">
                  <a16:creationId xmlns:a16="http://schemas.microsoft.com/office/drawing/2014/main" id="{B2842AD1-EC7E-45DF-BC06-73A32BB83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45" name="Rectangle 122">
              <a:extLst>
                <a:ext uri="{FF2B5EF4-FFF2-40B4-BE49-F238E27FC236}">
                  <a16:creationId xmlns:a16="http://schemas.microsoft.com/office/drawing/2014/main" id="{B7129E4A-8B59-4DAA-8C3C-5129ADFA0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46" name="Rectangle 123">
              <a:extLst>
                <a:ext uri="{FF2B5EF4-FFF2-40B4-BE49-F238E27FC236}">
                  <a16:creationId xmlns:a16="http://schemas.microsoft.com/office/drawing/2014/main" id="{741B297A-A71A-4D72-B43C-8238273C8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47" name="Rectangle 125">
              <a:extLst>
                <a:ext uri="{FF2B5EF4-FFF2-40B4-BE49-F238E27FC236}">
                  <a16:creationId xmlns:a16="http://schemas.microsoft.com/office/drawing/2014/main" id="{0F0F3A28-FD7B-474F-9BC4-9F6EC3419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48" name="Rectangle 126">
              <a:extLst>
                <a:ext uri="{FF2B5EF4-FFF2-40B4-BE49-F238E27FC236}">
                  <a16:creationId xmlns:a16="http://schemas.microsoft.com/office/drawing/2014/main" id="{79947CB7-46C4-44AB-99D1-1825F9371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49" name="Rectangle 127">
              <a:extLst>
                <a:ext uri="{FF2B5EF4-FFF2-40B4-BE49-F238E27FC236}">
                  <a16:creationId xmlns:a16="http://schemas.microsoft.com/office/drawing/2014/main" id="{09732B68-6B7D-4DF0-9DA6-7BCE38B4E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50" name="Rectangle 128">
              <a:extLst>
                <a:ext uri="{FF2B5EF4-FFF2-40B4-BE49-F238E27FC236}">
                  <a16:creationId xmlns:a16="http://schemas.microsoft.com/office/drawing/2014/main" id="{7E09917A-1EA6-49E2-A5C0-D081B30E3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51" name="Rectangle 130">
              <a:extLst>
                <a:ext uri="{FF2B5EF4-FFF2-40B4-BE49-F238E27FC236}">
                  <a16:creationId xmlns:a16="http://schemas.microsoft.com/office/drawing/2014/main" id="{66C54819-FE3C-4097-A8AF-ACC46AF7F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52" name="Rectangle 131">
              <a:extLst>
                <a:ext uri="{FF2B5EF4-FFF2-40B4-BE49-F238E27FC236}">
                  <a16:creationId xmlns:a16="http://schemas.microsoft.com/office/drawing/2014/main" id="{E851472A-C469-4BD1-9446-1F7CC7855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53" name="Rectangle 133">
              <a:extLst>
                <a:ext uri="{FF2B5EF4-FFF2-40B4-BE49-F238E27FC236}">
                  <a16:creationId xmlns:a16="http://schemas.microsoft.com/office/drawing/2014/main" id="{CE3CB889-8A31-44E4-A849-36CF94DF8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54" name="Rectangle 134">
              <a:extLst>
                <a:ext uri="{FF2B5EF4-FFF2-40B4-BE49-F238E27FC236}">
                  <a16:creationId xmlns:a16="http://schemas.microsoft.com/office/drawing/2014/main" id="{0C28CD66-929E-47D1-ADCE-A5B097BD0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55" name="Rectangle 135">
              <a:extLst>
                <a:ext uri="{FF2B5EF4-FFF2-40B4-BE49-F238E27FC236}">
                  <a16:creationId xmlns:a16="http://schemas.microsoft.com/office/drawing/2014/main" id="{73429610-6FA7-4D46-86C0-BC5620E53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56" name="Rectangle 136">
              <a:extLst>
                <a:ext uri="{FF2B5EF4-FFF2-40B4-BE49-F238E27FC236}">
                  <a16:creationId xmlns:a16="http://schemas.microsoft.com/office/drawing/2014/main" id="{877C7131-D693-473D-BBDC-70F14A1C0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57" name="Rectangle 138">
              <a:extLst>
                <a:ext uri="{FF2B5EF4-FFF2-40B4-BE49-F238E27FC236}">
                  <a16:creationId xmlns:a16="http://schemas.microsoft.com/office/drawing/2014/main" id="{23215DCD-E5F2-4DB6-A61F-75296EB69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58" name="Rectangle 139">
              <a:extLst>
                <a:ext uri="{FF2B5EF4-FFF2-40B4-BE49-F238E27FC236}">
                  <a16:creationId xmlns:a16="http://schemas.microsoft.com/office/drawing/2014/main" id="{867B33B5-2488-4A29-9BC1-A82F5C4AF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7108" name="Rectangle 137">
            <a:extLst>
              <a:ext uri="{FF2B5EF4-FFF2-40B4-BE49-F238E27FC236}">
                <a16:creationId xmlns:a16="http://schemas.microsoft.com/office/drawing/2014/main" id="{B72D6500-F26C-4047-8DA1-DAA3582A98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7450" y="2590800"/>
            <a:ext cx="836613" cy="15875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109" name="Rectangle 140">
            <a:extLst>
              <a:ext uri="{FF2B5EF4-FFF2-40B4-BE49-F238E27FC236}">
                <a16:creationId xmlns:a16="http://schemas.microsoft.com/office/drawing/2014/main" id="{6B701635-A88E-44EA-A6D6-46A31BED4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3063" y="2590800"/>
            <a:ext cx="835025" cy="19685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110" name="Rectangle 141">
            <a:extLst>
              <a:ext uri="{FF2B5EF4-FFF2-40B4-BE49-F238E27FC236}">
                <a16:creationId xmlns:a16="http://schemas.microsoft.com/office/drawing/2014/main" id="{7E60028D-CEAD-48C2-A66B-F7B4237F67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4688" y="4913313"/>
            <a:ext cx="2060575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State-assigned table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111" name="Rectangle 87">
            <a:extLst>
              <a:ext uri="{FF2B5EF4-FFF2-40B4-BE49-F238E27FC236}">
                <a16:creationId xmlns:a16="http://schemas.microsoft.com/office/drawing/2014/main" id="{950BB2F5-8051-4659-9EF8-479CB10CECC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943100" y="4889500"/>
            <a:ext cx="10414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129" name="Group 1">
            <a:extLst>
              <a:ext uri="{FF2B5EF4-FFF2-40B4-BE49-F238E27FC236}">
                <a16:creationId xmlns:a16="http://schemas.microsoft.com/office/drawing/2014/main" id="{5D660AA8-0A8E-4F79-9AFA-2EF9C76D7B46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2127250"/>
            <a:ext cx="3536950" cy="2460625"/>
            <a:chOff x="4614951" y="2127591"/>
            <a:chExt cx="3536950" cy="2460625"/>
          </a:xfrm>
        </p:grpSpPr>
        <p:sp>
          <p:nvSpPr>
            <p:cNvPr id="48188" name="Rectangle 4">
              <a:extLst>
                <a:ext uri="{FF2B5EF4-FFF2-40B4-BE49-F238E27FC236}">
                  <a16:creationId xmlns:a16="http://schemas.microsoft.com/office/drawing/2014/main" id="{003D0F2D-4410-447E-BF40-077F1119809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89" name="Rectangle 5">
              <a:extLst>
                <a:ext uri="{FF2B5EF4-FFF2-40B4-BE49-F238E27FC236}">
                  <a16:creationId xmlns:a16="http://schemas.microsoft.com/office/drawing/2014/main" id="{B77FBD2A-1D30-4673-8946-F567A8785FC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90" name="Rectangle 6">
              <a:extLst>
                <a:ext uri="{FF2B5EF4-FFF2-40B4-BE49-F238E27FC236}">
                  <a16:creationId xmlns:a16="http://schemas.microsoft.com/office/drawing/2014/main" id="{30FD9DAD-EF94-497E-B11F-27EC7F90E4B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91" name="Rectangle 7">
              <a:extLst>
                <a:ext uri="{FF2B5EF4-FFF2-40B4-BE49-F238E27FC236}">
                  <a16:creationId xmlns:a16="http://schemas.microsoft.com/office/drawing/2014/main" id="{DE65516C-BA14-445E-BA86-E0DF811BCE2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92" name="Rectangle 8">
              <a:extLst>
                <a:ext uri="{FF2B5EF4-FFF2-40B4-BE49-F238E27FC236}">
                  <a16:creationId xmlns:a16="http://schemas.microsoft.com/office/drawing/2014/main" id="{F2DC1AD5-BEED-4719-875B-0FEE198B8C0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93" name="Rectangle 9">
              <a:extLst>
                <a:ext uri="{FF2B5EF4-FFF2-40B4-BE49-F238E27FC236}">
                  <a16:creationId xmlns:a16="http://schemas.microsoft.com/office/drawing/2014/main" id="{DADD1585-1973-4FA2-B81F-0A67A952F4D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94" name="Rectangle 10">
              <a:extLst>
                <a:ext uri="{FF2B5EF4-FFF2-40B4-BE49-F238E27FC236}">
                  <a16:creationId xmlns:a16="http://schemas.microsoft.com/office/drawing/2014/main" id="{FAF5C0A0-B758-4BAC-BAC6-FFF394569D5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95" name="Rectangle 11">
              <a:extLst>
                <a:ext uri="{FF2B5EF4-FFF2-40B4-BE49-F238E27FC236}">
                  <a16:creationId xmlns:a16="http://schemas.microsoft.com/office/drawing/2014/main" id="{27C0F987-EF5C-4094-8019-7854E5FA454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96" name="Rectangle 12">
              <a:extLst>
                <a:ext uri="{FF2B5EF4-FFF2-40B4-BE49-F238E27FC236}">
                  <a16:creationId xmlns:a16="http://schemas.microsoft.com/office/drawing/2014/main" id="{C5884A6C-31F0-4626-8A3E-D9598D2EF6A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97" name="Rectangle 13">
              <a:extLst>
                <a:ext uri="{FF2B5EF4-FFF2-40B4-BE49-F238E27FC236}">
                  <a16:creationId xmlns:a16="http://schemas.microsoft.com/office/drawing/2014/main" id="{55CC7691-6AD5-4AAF-9606-9BF7289B520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98" name="Rectangle 14">
              <a:extLst>
                <a:ext uri="{FF2B5EF4-FFF2-40B4-BE49-F238E27FC236}">
                  <a16:creationId xmlns:a16="http://schemas.microsoft.com/office/drawing/2014/main" id="{3B52142D-B1FC-4F97-8E44-653D4657CE6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99" name="Rectangle 15">
              <a:extLst>
                <a:ext uri="{FF2B5EF4-FFF2-40B4-BE49-F238E27FC236}">
                  <a16:creationId xmlns:a16="http://schemas.microsoft.com/office/drawing/2014/main" id="{04B52266-27EA-49FB-AC97-ABE88CA4803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00" name="Rectangle 16">
              <a:extLst>
                <a:ext uri="{FF2B5EF4-FFF2-40B4-BE49-F238E27FC236}">
                  <a16:creationId xmlns:a16="http://schemas.microsoft.com/office/drawing/2014/main" id="{F983BA22-9CB7-4D12-9337-74472CBC8A1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01" name="Rectangle 17">
              <a:extLst>
                <a:ext uri="{FF2B5EF4-FFF2-40B4-BE49-F238E27FC236}">
                  <a16:creationId xmlns:a16="http://schemas.microsoft.com/office/drawing/2014/main" id="{D079CB92-05EA-49DD-A6F3-9C8498C4A91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02" name="Rectangle 18">
              <a:extLst>
                <a:ext uri="{FF2B5EF4-FFF2-40B4-BE49-F238E27FC236}">
                  <a16:creationId xmlns:a16="http://schemas.microsoft.com/office/drawing/2014/main" id="{1CB448D5-0308-4B69-B211-F561AADE090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03" name="Rectangle 19">
              <a:extLst>
                <a:ext uri="{FF2B5EF4-FFF2-40B4-BE49-F238E27FC236}">
                  <a16:creationId xmlns:a16="http://schemas.microsoft.com/office/drawing/2014/main" id="{E8A1D178-5D80-4E8B-BC1F-1FCD3DDAD7C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04" name="Rectangle 20">
              <a:extLst>
                <a:ext uri="{FF2B5EF4-FFF2-40B4-BE49-F238E27FC236}">
                  <a16:creationId xmlns:a16="http://schemas.microsoft.com/office/drawing/2014/main" id="{CA918A59-310A-4F2C-B423-DBBC25393B0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05" name="Rectangle 21">
              <a:extLst>
                <a:ext uri="{FF2B5EF4-FFF2-40B4-BE49-F238E27FC236}">
                  <a16:creationId xmlns:a16="http://schemas.microsoft.com/office/drawing/2014/main" id="{78C16CD7-EC44-41CF-A29D-C17637F0A0F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06" name="Rectangle 22">
              <a:extLst>
                <a:ext uri="{FF2B5EF4-FFF2-40B4-BE49-F238E27FC236}">
                  <a16:creationId xmlns:a16="http://schemas.microsoft.com/office/drawing/2014/main" id="{9CA77BEE-24FD-4C61-9987-7282ED1E60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07" name="Rectangle 23">
              <a:extLst>
                <a:ext uri="{FF2B5EF4-FFF2-40B4-BE49-F238E27FC236}">
                  <a16:creationId xmlns:a16="http://schemas.microsoft.com/office/drawing/2014/main" id="{C0AF5574-329A-42C1-8D49-E5335088F19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08" name="Rectangle 24">
              <a:extLst>
                <a:ext uri="{FF2B5EF4-FFF2-40B4-BE49-F238E27FC236}">
                  <a16:creationId xmlns:a16="http://schemas.microsoft.com/office/drawing/2014/main" id="{9E779852-F5E1-4CB6-8E7E-8C93C4B449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09" name="Rectangle 25">
              <a:extLst>
                <a:ext uri="{FF2B5EF4-FFF2-40B4-BE49-F238E27FC236}">
                  <a16:creationId xmlns:a16="http://schemas.microsoft.com/office/drawing/2014/main" id="{FD4D207E-A58D-4189-8E5F-0532B9E42F2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10" name="Rectangle 26">
              <a:extLst>
                <a:ext uri="{FF2B5EF4-FFF2-40B4-BE49-F238E27FC236}">
                  <a16:creationId xmlns:a16="http://schemas.microsoft.com/office/drawing/2014/main" id="{7813C14C-33D6-46FA-B54B-FB121F81365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11" name="Rectangle 27">
              <a:extLst>
                <a:ext uri="{FF2B5EF4-FFF2-40B4-BE49-F238E27FC236}">
                  <a16:creationId xmlns:a16="http://schemas.microsoft.com/office/drawing/2014/main" id="{C3BCBFFC-20BC-4604-9EC3-0E5864E82C7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12" name="Rectangle 28">
              <a:extLst>
                <a:ext uri="{FF2B5EF4-FFF2-40B4-BE49-F238E27FC236}">
                  <a16:creationId xmlns:a16="http://schemas.microsoft.com/office/drawing/2014/main" id="{551F7F22-61C5-428E-B526-319C93B13C4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13" name="Rectangle 29">
              <a:extLst>
                <a:ext uri="{FF2B5EF4-FFF2-40B4-BE49-F238E27FC236}">
                  <a16:creationId xmlns:a16="http://schemas.microsoft.com/office/drawing/2014/main" id="{9F76B86D-6A2E-45FC-A966-1FCBD903ADF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14" name="Rectangle 30">
              <a:extLst>
                <a:ext uri="{FF2B5EF4-FFF2-40B4-BE49-F238E27FC236}">
                  <a16:creationId xmlns:a16="http://schemas.microsoft.com/office/drawing/2014/main" id="{B7795659-0DC9-45DB-BF7F-E038FC798B6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15" name="Rectangle 31">
              <a:extLst>
                <a:ext uri="{FF2B5EF4-FFF2-40B4-BE49-F238E27FC236}">
                  <a16:creationId xmlns:a16="http://schemas.microsoft.com/office/drawing/2014/main" id="{5B00531F-9375-436F-A9F5-FBE1A443B11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16" name="Rectangle 32">
              <a:extLst>
                <a:ext uri="{FF2B5EF4-FFF2-40B4-BE49-F238E27FC236}">
                  <a16:creationId xmlns:a16="http://schemas.microsoft.com/office/drawing/2014/main" id="{5FE3F5FA-2972-419C-A965-C7851C51D77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17" name="Rectangle 33">
              <a:extLst>
                <a:ext uri="{FF2B5EF4-FFF2-40B4-BE49-F238E27FC236}">
                  <a16:creationId xmlns:a16="http://schemas.microsoft.com/office/drawing/2014/main" id="{CD9FEFB0-0206-411E-9CD3-0A3A714E033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18" name="Rectangle 34">
              <a:extLst>
                <a:ext uri="{FF2B5EF4-FFF2-40B4-BE49-F238E27FC236}">
                  <a16:creationId xmlns:a16="http://schemas.microsoft.com/office/drawing/2014/main" id="{F4B00488-0870-4305-9950-E13852954D4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19" name="Rectangle 35">
              <a:extLst>
                <a:ext uri="{FF2B5EF4-FFF2-40B4-BE49-F238E27FC236}">
                  <a16:creationId xmlns:a16="http://schemas.microsoft.com/office/drawing/2014/main" id="{92D54394-B814-42DC-ACE4-4030DFF4C18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20" name="Rectangle 36">
              <a:extLst>
                <a:ext uri="{FF2B5EF4-FFF2-40B4-BE49-F238E27FC236}">
                  <a16:creationId xmlns:a16="http://schemas.microsoft.com/office/drawing/2014/main" id="{16E14076-0EDF-4B0B-8D23-BE80CF23685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21" name="Rectangle 37">
              <a:extLst>
                <a:ext uri="{FF2B5EF4-FFF2-40B4-BE49-F238E27FC236}">
                  <a16:creationId xmlns:a16="http://schemas.microsoft.com/office/drawing/2014/main" id="{653F0DF8-A7D4-44DF-AAC3-45949ED6062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22" name="Rectangle 38">
              <a:extLst>
                <a:ext uri="{FF2B5EF4-FFF2-40B4-BE49-F238E27FC236}">
                  <a16:creationId xmlns:a16="http://schemas.microsoft.com/office/drawing/2014/main" id="{5AB50F45-5106-4998-92F4-1CEAA47E83F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23" name="Rectangle 39">
              <a:extLst>
                <a:ext uri="{FF2B5EF4-FFF2-40B4-BE49-F238E27FC236}">
                  <a16:creationId xmlns:a16="http://schemas.microsoft.com/office/drawing/2014/main" id="{3481A5CF-3401-42A7-AD1D-FA7CF2459DD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24" name="Rectangle 40">
              <a:extLst>
                <a:ext uri="{FF2B5EF4-FFF2-40B4-BE49-F238E27FC236}">
                  <a16:creationId xmlns:a16="http://schemas.microsoft.com/office/drawing/2014/main" id="{0D9D3798-585C-419D-8466-250A667A1C2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25" name="Rectangle 41">
              <a:extLst>
                <a:ext uri="{FF2B5EF4-FFF2-40B4-BE49-F238E27FC236}">
                  <a16:creationId xmlns:a16="http://schemas.microsoft.com/office/drawing/2014/main" id="{D54FFE4F-A860-4358-B4FA-4DC8CA16216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26" name="Rectangle 42">
              <a:extLst>
                <a:ext uri="{FF2B5EF4-FFF2-40B4-BE49-F238E27FC236}">
                  <a16:creationId xmlns:a16="http://schemas.microsoft.com/office/drawing/2014/main" id="{69128EBF-F693-4C05-9933-6D98B0E113A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27" name="Rectangle 43">
              <a:extLst>
                <a:ext uri="{FF2B5EF4-FFF2-40B4-BE49-F238E27FC236}">
                  <a16:creationId xmlns:a16="http://schemas.microsoft.com/office/drawing/2014/main" id="{3C3B3E6B-F6D0-4308-AF1C-97C89213174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28" name="Rectangle 44">
              <a:extLst>
                <a:ext uri="{FF2B5EF4-FFF2-40B4-BE49-F238E27FC236}">
                  <a16:creationId xmlns:a16="http://schemas.microsoft.com/office/drawing/2014/main" id="{7FEC2E43-19A3-4EEE-A7CD-6501587BD89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29" name="Rectangle 45">
              <a:extLst>
                <a:ext uri="{FF2B5EF4-FFF2-40B4-BE49-F238E27FC236}">
                  <a16:creationId xmlns:a16="http://schemas.microsoft.com/office/drawing/2014/main" id="{D877A529-3633-4BC2-A4F0-5D60B948B3C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30" name="Rectangle 46">
              <a:extLst>
                <a:ext uri="{FF2B5EF4-FFF2-40B4-BE49-F238E27FC236}">
                  <a16:creationId xmlns:a16="http://schemas.microsoft.com/office/drawing/2014/main" id="{6992A13C-EB86-4EE9-BA79-86D99958B75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31" name="Rectangle 47">
              <a:extLst>
                <a:ext uri="{FF2B5EF4-FFF2-40B4-BE49-F238E27FC236}">
                  <a16:creationId xmlns:a16="http://schemas.microsoft.com/office/drawing/2014/main" id="{6F966913-C4B9-4513-93F0-D0FFC5EE596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32" name="Rectangle 48">
              <a:extLst>
                <a:ext uri="{FF2B5EF4-FFF2-40B4-BE49-F238E27FC236}">
                  <a16:creationId xmlns:a16="http://schemas.microsoft.com/office/drawing/2014/main" id="{B8CC70BC-43FA-4305-810B-7BF6F36D802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33" name="Rectangle 49">
              <a:extLst>
                <a:ext uri="{FF2B5EF4-FFF2-40B4-BE49-F238E27FC236}">
                  <a16:creationId xmlns:a16="http://schemas.microsoft.com/office/drawing/2014/main" id="{15B1B55E-839C-4F44-B4D1-D827F4CD1C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34" name="Rectangle 50">
              <a:extLst>
                <a:ext uri="{FF2B5EF4-FFF2-40B4-BE49-F238E27FC236}">
                  <a16:creationId xmlns:a16="http://schemas.microsoft.com/office/drawing/2014/main" id="{689D3C04-ACA8-410C-AA84-6E95CBC191D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35" name="Rectangle 51">
              <a:extLst>
                <a:ext uri="{FF2B5EF4-FFF2-40B4-BE49-F238E27FC236}">
                  <a16:creationId xmlns:a16="http://schemas.microsoft.com/office/drawing/2014/main" id="{5D7EC568-7650-4D66-B235-2372F892B08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46585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36" name="Rectangle 52">
              <a:extLst>
                <a:ext uri="{FF2B5EF4-FFF2-40B4-BE49-F238E27FC236}">
                  <a16:creationId xmlns:a16="http://schemas.microsoft.com/office/drawing/2014/main" id="{E491D1BB-FF3A-4BFA-9240-504E253E075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37" name="Rectangle 53">
              <a:extLst>
                <a:ext uri="{FF2B5EF4-FFF2-40B4-BE49-F238E27FC236}">
                  <a16:creationId xmlns:a16="http://schemas.microsoft.com/office/drawing/2014/main" id="{191C05FF-0E32-425F-AF4A-13D94FD9EA8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38" name="Rectangle 54">
              <a:extLst>
                <a:ext uri="{FF2B5EF4-FFF2-40B4-BE49-F238E27FC236}">
                  <a16:creationId xmlns:a16="http://schemas.microsoft.com/office/drawing/2014/main" id="{F363363E-A7DB-431A-BE19-62075E0A513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39" name="Rectangle 55">
              <a:extLst>
                <a:ext uri="{FF2B5EF4-FFF2-40B4-BE49-F238E27FC236}">
                  <a16:creationId xmlns:a16="http://schemas.microsoft.com/office/drawing/2014/main" id="{F4777CC4-A71B-4C0E-8486-F4D7968A3BA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40" name="Rectangle 56">
              <a:extLst>
                <a:ext uri="{FF2B5EF4-FFF2-40B4-BE49-F238E27FC236}">
                  <a16:creationId xmlns:a16="http://schemas.microsoft.com/office/drawing/2014/main" id="{CF74EC4B-5E49-4C40-A4B1-0C92A8243CA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41" name="Rectangle 57">
              <a:extLst>
                <a:ext uri="{FF2B5EF4-FFF2-40B4-BE49-F238E27FC236}">
                  <a16:creationId xmlns:a16="http://schemas.microsoft.com/office/drawing/2014/main" id="{769FCCDC-E7A1-435D-A1CA-0D7EADB5131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42" name="Rectangle 58">
              <a:extLst>
                <a:ext uri="{FF2B5EF4-FFF2-40B4-BE49-F238E27FC236}">
                  <a16:creationId xmlns:a16="http://schemas.microsoft.com/office/drawing/2014/main" id="{B51D6352-46E2-48BD-AE07-CF9E3E2AAA3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43" name="Rectangle 59">
              <a:extLst>
                <a:ext uri="{FF2B5EF4-FFF2-40B4-BE49-F238E27FC236}">
                  <a16:creationId xmlns:a16="http://schemas.microsoft.com/office/drawing/2014/main" id="{AD58FA92-4C5F-4AC6-A8A8-AD58F6CEB58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44" name="Rectangle 60">
              <a:extLst>
                <a:ext uri="{FF2B5EF4-FFF2-40B4-BE49-F238E27FC236}">
                  <a16:creationId xmlns:a16="http://schemas.microsoft.com/office/drawing/2014/main" id="{9ABE3CA3-4BE5-46ED-AE94-D2EC93348E9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45" name="Rectangle 61">
              <a:extLst>
                <a:ext uri="{FF2B5EF4-FFF2-40B4-BE49-F238E27FC236}">
                  <a16:creationId xmlns:a16="http://schemas.microsoft.com/office/drawing/2014/main" id="{41C30D04-1DAC-4D83-B1B2-0F83203272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730966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46" name="Rectangle 62">
              <a:extLst>
                <a:ext uri="{FF2B5EF4-FFF2-40B4-BE49-F238E27FC236}">
                  <a16:creationId xmlns:a16="http://schemas.microsoft.com/office/drawing/2014/main" id="{92F573CC-FF6A-430C-88B4-FC7F89E299A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47" name="Rectangle 63">
              <a:extLst>
                <a:ext uri="{FF2B5EF4-FFF2-40B4-BE49-F238E27FC236}">
                  <a16:creationId xmlns:a16="http://schemas.microsoft.com/office/drawing/2014/main" id="{E85F2C32-EAB2-435F-A4B5-46D0D4AC618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48" name="Rectangle 64">
              <a:extLst>
                <a:ext uri="{FF2B5EF4-FFF2-40B4-BE49-F238E27FC236}">
                  <a16:creationId xmlns:a16="http://schemas.microsoft.com/office/drawing/2014/main" id="{C9858B97-1624-4E63-8572-1EFE6A252E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49" name="Rectangle 65">
              <a:extLst>
                <a:ext uri="{FF2B5EF4-FFF2-40B4-BE49-F238E27FC236}">
                  <a16:creationId xmlns:a16="http://schemas.microsoft.com/office/drawing/2014/main" id="{E4490ED1-210A-4E4E-A690-3CAFA0DEC5A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50" name="Rectangle 66">
              <a:extLst>
                <a:ext uri="{FF2B5EF4-FFF2-40B4-BE49-F238E27FC236}">
                  <a16:creationId xmlns:a16="http://schemas.microsoft.com/office/drawing/2014/main" id="{DF01CE9A-B4CC-4D73-9F9C-E5F86566041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51" name="Rectangle 67">
              <a:extLst>
                <a:ext uri="{FF2B5EF4-FFF2-40B4-BE49-F238E27FC236}">
                  <a16:creationId xmlns:a16="http://schemas.microsoft.com/office/drawing/2014/main" id="{7814385B-7603-400F-B6BB-BDF8FF9FD2C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52" name="Rectangle 68">
              <a:extLst>
                <a:ext uri="{FF2B5EF4-FFF2-40B4-BE49-F238E27FC236}">
                  <a16:creationId xmlns:a16="http://schemas.microsoft.com/office/drawing/2014/main" id="{E27B23BA-9036-4754-B807-C6C4DAA045B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53" name="Rectangle 69">
              <a:extLst>
                <a:ext uri="{FF2B5EF4-FFF2-40B4-BE49-F238E27FC236}">
                  <a16:creationId xmlns:a16="http://schemas.microsoft.com/office/drawing/2014/main" id="{DFE1580C-DAA4-4893-B146-2AEB948B2DC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54" name="Rectangle 70">
              <a:extLst>
                <a:ext uri="{FF2B5EF4-FFF2-40B4-BE49-F238E27FC236}">
                  <a16:creationId xmlns:a16="http://schemas.microsoft.com/office/drawing/2014/main" id="{29562684-45B0-45B6-BA48-4E4A52B8DB1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55" name="Rectangle 71">
              <a:extLst>
                <a:ext uri="{FF2B5EF4-FFF2-40B4-BE49-F238E27FC236}">
                  <a16:creationId xmlns:a16="http://schemas.microsoft.com/office/drawing/2014/main" id="{E885CC4E-5E48-4572-9161-3E7BA81B664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002429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56" name="Rectangle 72">
              <a:extLst>
                <a:ext uri="{FF2B5EF4-FFF2-40B4-BE49-F238E27FC236}">
                  <a16:creationId xmlns:a16="http://schemas.microsoft.com/office/drawing/2014/main" id="{72A9A18D-8423-4422-8FBD-39F04912BDF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57" name="Rectangle 73">
              <a:extLst>
                <a:ext uri="{FF2B5EF4-FFF2-40B4-BE49-F238E27FC236}">
                  <a16:creationId xmlns:a16="http://schemas.microsoft.com/office/drawing/2014/main" id="{A4EC22CF-492E-42FE-A8CF-D825A1E1A4F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58" name="Rectangle 74">
              <a:extLst>
                <a:ext uri="{FF2B5EF4-FFF2-40B4-BE49-F238E27FC236}">
                  <a16:creationId xmlns:a16="http://schemas.microsoft.com/office/drawing/2014/main" id="{00B8F8B0-23B2-4E7D-9B33-A3C1B87B069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59" name="Rectangle 75">
              <a:extLst>
                <a:ext uri="{FF2B5EF4-FFF2-40B4-BE49-F238E27FC236}">
                  <a16:creationId xmlns:a16="http://schemas.microsoft.com/office/drawing/2014/main" id="{DC0C7902-D3A3-4E3F-96A9-69E75B8C93D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60" name="Rectangle 76">
              <a:extLst>
                <a:ext uri="{FF2B5EF4-FFF2-40B4-BE49-F238E27FC236}">
                  <a16:creationId xmlns:a16="http://schemas.microsoft.com/office/drawing/2014/main" id="{4A46CB12-3EEB-4463-9345-6F52DA18A0E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61" name="Rectangle 77">
              <a:extLst>
                <a:ext uri="{FF2B5EF4-FFF2-40B4-BE49-F238E27FC236}">
                  <a16:creationId xmlns:a16="http://schemas.microsoft.com/office/drawing/2014/main" id="{E0E045D1-155F-4646-A773-AB95BCDA6F1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62" name="Rectangle 78">
              <a:extLst>
                <a:ext uri="{FF2B5EF4-FFF2-40B4-BE49-F238E27FC236}">
                  <a16:creationId xmlns:a16="http://schemas.microsoft.com/office/drawing/2014/main" id="{ED718F97-810F-4EF0-9CC0-54E00735261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63" name="Rectangle 79">
              <a:extLst>
                <a:ext uri="{FF2B5EF4-FFF2-40B4-BE49-F238E27FC236}">
                  <a16:creationId xmlns:a16="http://schemas.microsoft.com/office/drawing/2014/main" id="{5835689A-82E3-4B0D-AFA7-35852C28C2E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64" name="Rectangle 80">
              <a:extLst>
                <a:ext uri="{FF2B5EF4-FFF2-40B4-BE49-F238E27FC236}">
                  <a16:creationId xmlns:a16="http://schemas.microsoft.com/office/drawing/2014/main" id="{65623FA5-4B3E-4438-BDBE-EC5F7817858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65" name="Rectangle 81">
              <a:extLst>
                <a:ext uri="{FF2B5EF4-FFF2-40B4-BE49-F238E27FC236}">
                  <a16:creationId xmlns:a16="http://schemas.microsoft.com/office/drawing/2014/main" id="{18045C0C-E295-4C34-99E4-C060688524F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27230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66" name="Rectangle 82">
              <a:extLst>
                <a:ext uri="{FF2B5EF4-FFF2-40B4-BE49-F238E27FC236}">
                  <a16:creationId xmlns:a16="http://schemas.microsoft.com/office/drawing/2014/main" id="{20B7B6CD-97F8-46E9-B290-4A672DBAE29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67" name="Rectangle 83">
              <a:extLst>
                <a:ext uri="{FF2B5EF4-FFF2-40B4-BE49-F238E27FC236}">
                  <a16:creationId xmlns:a16="http://schemas.microsoft.com/office/drawing/2014/main" id="{F0C8C0C0-670D-4083-84A9-000716B916C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268" name="Rectangle 84">
              <a:extLst>
                <a:ext uri="{FF2B5EF4-FFF2-40B4-BE49-F238E27FC236}">
                  <a16:creationId xmlns:a16="http://schemas.microsoft.com/office/drawing/2014/main" id="{45D2311D-A322-443A-AD6B-4C456832D7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8130" name="Rectangle 2">
            <a:extLst>
              <a:ext uri="{FF2B5EF4-FFF2-40B4-BE49-F238E27FC236}">
                <a16:creationId xmlns:a16="http://schemas.microsoft.com/office/drawing/2014/main" id="{63742CAF-9F07-497F-9DC1-5655D640EA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grpSp>
        <p:nvGrpSpPr>
          <p:cNvPr id="48131" name="Group 93">
            <a:extLst>
              <a:ext uri="{FF2B5EF4-FFF2-40B4-BE49-F238E27FC236}">
                <a16:creationId xmlns:a16="http://schemas.microsoft.com/office/drawing/2014/main" id="{1B023280-F81B-48D5-846C-0545EA84CDFC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48137" name="Rectangle 85">
              <a:extLst>
                <a:ext uri="{FF2B5EF4-FFF2-40B4-BE49-F238E27FC236}">
                  <a16:creationId xmlns:a16="http://schemas.microsoft.com/office/drawing/2014/main" id="{D945417E-E237-4E02-991D-45B03D050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38" name="Rectangle 86">
              <a:extLst>
                <a:ext uri="{FF2B5EF4-FFF2-40B4-BE49-F238E27FC236}">
                  <a16:creationId xmlns:a16="http://schemas.microsoft.com/office/drawing/2014/main" id="{435BB241-E7A5-4B45-85B7-0A228B32E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39" name="Rectangle 88">
              <a:extLst>
                <a:ext uri="{FF2B5EF4-FFF2-40B4-BE49-F238E27FC236}">
                  <a16:creationId xmlns:a16="http://schemas.microsoft.com/office/drawing/2014/main" id="{C1FCDB37-DC4E-4187-8A3B-67887FE41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40" name="Rectangle 89">
              <a:extLst>
                <a:ext uri="{FF2B5EF4-FFF2-40B4-BE49-F238E27FC236}">
                  <a16:creationId xmlns:a16="http://schemas.microsoft.com/office/drawing/2014/main" id="{56D2F80E-8C4D-40FA-AA35-60CFF2A77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41" name="Rectangle 90">
              <a:extLst>
                <a:ext uri="{FF2B5EF4-FFF2-40B4-BE49-F238E27FC236}">
                  <a16:creationId xmlns:a16="http://schemas.microsoft.com/office/drawing/2014/main" id="{F16A86BE-69C2-44B5-BDB3-564572532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42" name="Rectangle 91">
              <a:extLst>
                <a:ext uri="{FF2B5EF4-FFF2-40B4-BE49-F238E27FC236}">
                  <a16:creationId xmlns:a16="http://schemas.microsoft.com/office/drawing/2014/main" id="{256C559C-7454-4E1D-9DD4-AB4E5BE13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43" name="Rectangle 92">
              <a:extLst>
                <a:ext uri="{FF2B5EF4-FFF2-40B4-BE49-F238E27FC236}">
                  <a16:creationId xmlns:a16="http://schemas.microsoft.com/office/drawing/2014/main" id="{83621C21-8711-452C-93FF-EF21FE700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44" name="Rectangle 93">
              <a:extLst>
                <a:ext uri="{FF2B5EF4-FFF2-40B4-BE49-F238E27FC236}">
                  <a16:creationId xmlns:a16="http://schemas.microsoft.com/office/drawing/2014/main" id="{B4E0DF34-979A-418E-9616-9F60DD562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45" name="Rectangle 94">
              <a:extLst>
                <a:ext uri="{FF2B5EF4-FFF2-40B4-BE49-F238E27FC236}">
                  <a16:creationId xmlns:a16="http://schemas.microsoft.com/office/drawing/2014/main" id="{65AC4301-50E5-40A3-8972-3F48C36BD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46" name="Rectangle 95">
              <a:extLst>
                <a:ext uri="{FF2B5EF4-FFF2-40B4-BE49-F238E27FC236}">
                  <a16:creationId xmlns:a16="http://schemas.microsoft.com/office/drawing/2014/main" id="{B8D7BCE2-BEA6-40CD-BEDB-1ABA26E92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47" name="Rectangle 96">
              <a:extLst>
                <a:ext uri="{FF2B5EF4-FFF2-40B4-BE49-F238E27FC236}">
                  <a16:creationId xmlns:a16="http://schemas.microsoft.com/office/drawing/2014/main" id="{57A076AE-DA20-4E67-ACE3-CC526F4C3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48" name="Rectangle 97">
              <a:extLst>
                <a:ext uri="{FF2B5EF4-FFF2-40B4-BE49-F238E27FC236}">
                  <a16:creationId xmlns:a16="http://schemas.microsoft.com/office/drawing/2014/main" id="{746F8EC7-2C06-400F-8E88-C23405FE7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49" name="Rectangle 98">
              <a:extLst>
                <a:ext uri="{FF2B5EF4-FFF2-40B4-BE49-F238E27FC236}">
                  <a16:creationId xmlns:a16="http://schemas.microsoft.com/office/drawing/2014/main" id="{9625285E-3CBA-4E21-9E07-9CF39C992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50" name="Rectangle 99">
              <a:extLst>
                <a:ext uri="{FF2B5EF4-FFF2-40B4-BE49-F238E27FC236}">
                  <a16:creationId xmlns:a16="http://schemas.microsoft.com/office/drawing/2014/main" id="{3C1E2642-1432-4CB0-A291-11CA31080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51" name="Rectangle 100">
              <a:extLst>
                <a:ext uri="{FF2B5EF4-FFF2-40B4-BE49-F238E27FC236}">
                  <a16:creationId xmlns:a16="http://schemas.microsoft.com/office/drawing/2014/main" id="{E1AB1673-C336-4D74-BDB3-6D96C69E5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52" name="Rectangle 101">
              <a:extLst>
                <a:ext uri="{FF2B5EF4-FFF2-40B4-BE49-F238E27FC236}">
                  <a16:creationId xmlns:a16="http://schemas.microsoft.com/office/drawing/2014/main" id="{986D2F9B-1CCD-435A-899B-F33B453B0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53" name="Rectangle 102">
              <a:extLst>
                <a:ext uri="{FF2B5EF4-FFF2-40B4-BE49-F238E27FC236}">
                  <a16:creationId xmlns:a16="http://schemas.microsoft.com/office/drawing/2014/main" id="{9271CDBD-3048-4ACE-8BE3-3AAA0622A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54" name="Rectangle 103">
              <a:extLst>
                <a:ext uri="{FF2B5EF4-FFF2-40B4-BE49-F238E27FC236}">
                  <a16:creationId xmlns:a16="http://schemas.microsoft.com/office/drawing/2014/main" id="{3FAEE6D5-D299-413E-8615-71B98349D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55" name="Rectangle 104">
              <a:extLst>
                <a:ext uri="{FF2B5EF4-FFF2-40B4-BE49-F238E27FC236}">
                  <a16:creationId xmlns:a16="http://schemas.microsoft.com/office/drawing/2014/main" id="{8B904502-C1D5-462D-82AA-1028BAE58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56" name="Rectangle 105">
              <a:extLst>
                <a:ext uri="{FF2B5EF4-FFF2-40B4-BE49-F238E27FC236}">
                  <a16:creationId xmlns:a16="http://schemas.microsoft.com/office/drawing/2014/main" id="{A48CB387-A231-4734-894D-0A2E3A972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57" name="Rectangle 106">
              <a:extLst>
                <a:ext uri="{FF2B5EF4-FFF2-40B4-BE49-F238E27FC236}">
                  <a16:creationId xmlns:a16="http://schemas.microsoft.com/office/drawing/2014/main" id="{0C427ABD-ED54-4CF9-A043-0137FCC9A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58" name="Rectangle 107">
              <a:extLst>
                <a:ext uri="{FF2B5EF4-FFF2-40B4-BE49-F238E27FC236}">
                  <a16:creationId xmlns:a16="http://schemas.microsoft.com/office/drawing/2014/main" id="{269078B4-75E8-4277-A996-45D034BFF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59" name="Rectangle 108">
              <a:extLst>
                <a:ext uri="{FF2B5EF4-FFF2-40B4-BE49-F238E27FC236}">
                  <a16:creationId xmlns:a16="http://schemas.microsoft.com/office/drawing/2014/main" id="{C67D899F-DBBF-4402-8BF7-760C635F1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60" name="Rectangle 109">
              <a:extLst>
                <a:ext uri="{FF2B5EF4-FFF2-40B4-BE49-F238E27FC236}">
                  <a16:creationId xmlns:a16="http://schemas.microsoft.com/office/drawing/2014/main" id="{27C3FBFC-D5AB-43B6-939B-F817E4A30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61" name="Rectangle 110">
              <a:extLst>
                <a:ext uri="{FF2B5EF4-FFF2-40B4-BE49-F238E27FC236}">
                  <a16:creationId xmlns:a16="http://schemas.microsoft.com/office/drawing/2014/main" id="{ACB07FF5-FCB2-42D7-AA53-C8948B290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62" name="Rectangle 111">
              <a:extLst>
                <a:ext uri="{FF2B5EF4-FFF2-40B4-BE49-F238E27FC236}">
                  <a16:creationId xmlns:a16="http://schemas.microsoft.com/office/drawing/2014/main" id="{DE479FC2-7B69-477A-A20A-57C168774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63" name="Rectangle 112">
              <a:extLst>
                <a:ext uri="{FF2B5EF4-FFF2-40B4-BE49-F238E27FC236}">
                  <a16:creationId xmlns:a16="http://schemas.microsoft.com/office/drawing/2014/main" id="{FF2FF7A7-55D2-4EFC-B420-FF5B049CC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64" name="Rectangle 113">
              <a:extLst>
                <a:ext uri="{FF2B5EF4-FFF2-40B4-BE49-F238E27FC236}">
                  <a16:creationId xmlns:a16="http://schemas.microsoft.com/office/drawing/2014/main" id="{624B6701-1035-4E6C-910B-611F9767C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65" name="Rectangle 114">
              <a:extLst>
                <a:ext uri="{FF2B5EF4-FFF2-40B4-BE49-F238E27FC236}">
                  <a16:creationId xmlns:a16="http://schemas.microsoft.com/office/drawing/2014/main" id="{7863798D-F5E1-4E75-AE53-BB4B3C100A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66" name="Rectangle 115">
              <a:extLst>
                <a:ext uri="{FF2B5EF4-FFF2-40B4-BE49-F238E27FC236}">
                  <a16:creationId xmlns:a16="http://schemas.microsoft.com/office/drawing/2014/main" id="{3F35D82E-9A84-4FC5-8BBE-E46B0C0DB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67" name="Rectangle 117">
              <a:extLst>
                <a:ext uri="{FF2B5EF4-FFF2-40B4-BE49-F238E27FC236}">
                  <a16:creationId xmlns:a16="http://schemas.microsoft.com/office/drawing/2014/main" id="{9AE1D65E-4763-4157-ACBE-F1219B6B8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68" name="Rectangle 118">
              <a:extLst>
                <a:ext uri="{FF2B5EF4-FFF2-40B4-BE49-F238E27FC236}">
                  <a16:creationId xmlns:a16="http://schemas.microsoft.com/office/drawing/2014/main" id="{08E21811-54BD-472F-86BB-DE1E7C091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69" name="Rectangle 119">
              <a:extLst>
                <a:ext uri="{FF2B5EF4-FFF2-40B4-BE49-F238E27FC236}">
                  <a16:creationId xmlns:a16="http://schemas.microsoft.com/office/drawing/2014/main" id="{3150E7C8-A9BA-4F3E-8035-2345AFC88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70" name="Rectangle 120">
              <a:extLst>
                <a:ext uri="{FF2B5EF4-FFF2-40B4-BE49-F238E27FC236}">
                  <a16:creationId xmlns:a16="http://schemas.microsoft.com/office/drawing/2014/main" id="{D3D8787F-EEFE-47DB-9068-2522CF4AE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71" name="Rectangle 121">
              <a:extLst>
                <a:ext uri="{FF2B5EF4-FFF2-40B4-BE49-F238E27FC236}">
                  <a16:creationId xmlns:a16="http://schemas.microsoft.com/office/drawing/2014/main" id="{581ABFEA-74ED-4A5C-AB64-98875EBE7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72" name="Rectangle 122">
              <a:extLst>
                <a:ext uri="{FF2B5EF4-FFF2-40B4-BE49-F238E27FC236}">
                  <a16:creationId xmlns:a16="http://schemas.microsoft.com/office/drawing/2014/main" id="{F097D362-3E8E-47A4-897F-782E7CFC5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73" name="Rectangle 123">
              <a:extLst>
                <a:ext uri="{FF2B5EF4-FFF2-40B4-BE49-F238E27FC236}">
                  <a16:creationId xmlns:a16="http://schemas.microsoft.com/office/drawing/2014/main" id="{F6DE4328-6F16-4EA6-91B0-E49EDE24C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74" name="Rectangle 125">
              <a:extLst>
                <a:ext uri="{FF2B5EF4-FFF2-40B4-BE49-F238E27FC236}">
                  <a16:creationId xmlns:a16="http://schemas.microsoft.com/office/drawing/2014/main" id="{F96B7EE2-FEB4-49D9-A024-0F83862D1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75" name="Rectangle 126">
              <a:extLst>
                <a:ext uri="{FF2B5EF4-FFF2-40B4-BE49-F238E27FC236}">
                  <a16:creationId xmlns:a16="http://schemas.microsoft.com/office/drawing/2014/main" id="{9C729987-E39A-44A7-B459-6B109DAE7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76" name="Rectangle 127">
              <a:extLst>
                <a:ext uri="{FF2B5EF4-FFF2-40B4-BE49-F238E27FC236}">
                  <a16:creationId xmlns:a16="http://schemas.microsoft.com/office/drawing/2014/main" id="{75F70016-2EF3-47A4-8312-0DBC2B8EE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77" name="Rectangle 128">
              <a:extLst>
                <a:ext uri="{FF2B5EF4-FFF2-40B4-BE49-F238E27FC236}">
                  <a16:creationId xmlns:a16="http://schemas.microsoft.com/office/drawing/2014/main" id="{F4692192-EF39-4D46-A336-DFB82EEEA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78" name="Rectangle 129">
              <a:extLst>
                <a:ext uri="{FF2B5EF4-FFF2-40B4-BE49-F238E27FC236}">
                  <a16:creationId xmlns:a16="http://schemas.microsoft.com/office/drawing/2014/main" id="{5C86257C-EDDE-45D5-A408-F423BD160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79" name="Rectangle 130">
              <a:extLst>
                <a:ext uri="{FF2B5EF4-FFF2-40B4-BE49-F238E27FC236}">
                  <a16:creationId xmlns:a16="http://schemas.microsoft.com/office/drawing/2014/main" id="{FD0D67F5-9A9A-4867-B555-07B283E7C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80" name="Rectangle 131">
              <a:extLst>
                <a:ext uri="{FF2B5EF4-FFF2-40B4-BE49-F238E27FC236}">
                  <a16:creationId xmlns:a16="http://schemas.microsoft.com/office/drawing/2014/main" id="{93B3B20A-BE20-40A5-9E1B-82370484B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81" name="Rectangle 133">
              <a:extLst>
                <a:ext uri="{FF2B5EF4-FFF2-40B4-BE49-F238E27FC236}">
                  <a16:creationId xmlns:a16="http://schemas.microsoft.com/office/drawing/2014/main" id="{7B01271E-49A0-44AF-B9D7-1AAB67E67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82" name="Rectangle 134">
              <a:extLst>
                <a:ext uri="{FF2B5EF4-FFF2-40B4-BE49-F238E27FC236}">
                  <a16:creationId xmlns:a16="http://schemas.microsoft.com/office/drawing/2014/main" id="{ACFA6DDC-8B2F-45F7-B0D5-F28F9E903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83" name="Rectangle 135">
              <a:extLst>
                <a:ext uri="{FF2B5EF4-FFF2-40B4-BE49-F238E27FC236}">
                  <a16:creationId xmlns:a16="http://schemas.microsoft.com/office/drawing/2014/main" id="{D825FF2A-2228-431A-A470-1C5BAEC8E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84" name="Rectangle 136">
              <a:extLst>
                <a:ext uri="{FF2B5EF4-FFF2-40B4-BE49-F238E27FC236}">
                  <a16:creationId xmlns:a16="http://schemas.microsoft.com/office/drawing/2014/main" id="{99413F7A-1522-46A7-BB40-698A6A9AF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85" name="Rectangle 137">
              <a:extLst>
                <a:ext uri="{FF2B5EF4-FFF2-40B4-BE49-F238E27FC236}">
                  <a16:creationId xmlns:a16="http://schemas.microsoft.com/office/drawing/2014/main" id="{8326CCE4-7FC4-4217-A164-9D00A98BC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86" name="Rectangle 138">
              <a:extLst>
                <a:ext uri="{FF2B5EF4-FFF2-40B4-BE49-F238E27FC236}">
                  <a16:creationId xmlns:a16="http://schemas.microsoft.com/office/drawing/2014/main" id="{7E0D7124-7A63-4E18-BEA2-201D8C596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187" name="Rectangle 139">
              <a:extLst>
                <a:ext uri="{FF2B5EF4-FFF2-40B4-BE49-F238E27FC236}">
                  <a16:creationId xmlns:a16="http://schemas.microsoft.com/office/drawing/2014/main" id="{74FAEA0F-234F-4D0D-BCA6-244EF691B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cxnSp>
        <p:nvCxnSpPr>
          <p:cNvPr id="48132" name="Straight Arrow Connector 149">
            <a:extLst>
              <a:ext uri="{FF2B5EF4-FFF2-40B4-BE49-F238E27FC236}">
                <a16:creationId xmlns:a16="http://schemas.microsoft.com/office/drawing/2014/main" id="{BA012122-E1AC-4DED-88D2-49DC7924284E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138488" y="3533775"/>
            <a:ext cx="3708400" cy="395288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8133" name="Oval 152">
            <a:extLst>
              <a:ext uri="{FF2B5EF4-FFF2-40B4-BE49-F238E27FC236}">
                <a16:creationId xmlns:a16="http://schemas.microsoft.com/office/drawing/2014/main" id="{B334962A-3FF5-4533-9FEE-67FB774601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7150" y="3057525"/>
            <a:ext cx="515938" cy="1120775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134" name="Oval 153">
            <a:extLst>
              <a:ext uri="{FF2B5EF4-FFF2-40B4-BE49-F238E27FC236}">
                <a16:creationId xmlns:a16="http://schemas.microsoft.com/office/drawing/2014/main" id="{244DA891-E76C-402A-B138-1340E85CE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0700" y="3443288"/>
            <a:ext cx="515938" cy="1120775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135" name="Rectangle 141">
            <a:extLst>
              <a:ext uri="{FF2B5EF4-FFF2-40B4-BE49-F238E27FC236}">
                <a16:creationId xmlns:a16="http://schemas.microsoft.com/office/drawing/2014/main" id="{C28407AC-E35A-4273-A455-A33BA7DF6E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4688" y="4913313"/>
            <a:ext cx="2060575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State-assigned table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136" name="Rectangle 87">
            <a:extLst>
              <a:ext uri="{FF2B5EF4-FFF2-40B4-BE49-F238E27FC236}">
                <a16:creationId xmlns:a16="http://schemas.microsoft.com/office/drawing/2014/main" id="{E84BB789-F744-46CE-886D-2722CA019F5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943100" y="4889500"/>
            <a:ext cx="10414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153" name="Group 1">
            <a:extLst>
              <a:ext uri="{FF2B5EF4-FFF2-40B4-BE49-F238E27FC236}">
                <a16:creationId xmlns:a16="http://schemas.microsoft.com/office/drawing/2014/main" id="{143EEDE6-98CE-4848-898B-C9A6ED4BA740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2127250"/>
            <a:ext cx="3536950" cy="2460625"/>
            <a:chOff x="4614951" y="2127591"/>
            <a:chExt cx="3536950" cy="2460625"/>
          </a:xfrm>
        </p:grpSpPr>
        <p:sp>
          <p:nvSpPr>
            <p:cNvPr id="49211" name="Rectangle 4">
              <a:extLst>
                <a:ext uri="{FF2B5EF4-FFF2-40B4-BE49-F238E27FC236}">
                  <a16:creationId xmlns:a16="http://schemas.microsoft.com/office/drawing/2014/main" id="{DB68FDF7-C592-4C3C-A2E0-F34A38F09B6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12" name="Rectangle 5">
              <a:extLst>
                <a:ext uri="{FF2B5EF4-FFF2-40B4-BE49-F238E27FC236}">
                  <a16:creationId xmlns:a16="http://schemas.microsoft.com/office/drawing/2014/main" id="{326A4990-B891-495E-A752-06ED60EFD7E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13" name="Rectangle 6">
              <a:extLst>
                <a:ext uri="{FF2B5EF4-FFF2-40B4-BE49-F238E27FC236}">
                  <a16:creationId xmlns:a16="http://schemas.microsoft.com/office/drawing/2014/main" id="{81C292CB-9A6F-442C-88AB-9F36D9C1CDF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14" name="Rectangle 7">
              <a:extLst>
                <a:ext uri="{FF2B5EF4-FFF2-40B4-BE49-F238E27FC236}">
                  <a16:creationId xmlns:a16="http://schemas.microsoft.com/office/drawing/2014/main" id="{82F455EC-FFF3-4ACB-857E-B91197C8161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15" name="Rectangle 8">
              <a:extLst>
                <a:ext uri="{FF2B5EF4-FFF2-40B4-BE49-F238E27FC236}">
                  <a16:creationId xmlns:a16="http://schemas.microsoft.com/office/drawing/2014/main" id="{76D8B63C-E91B-486F-AB06-8B278F8AEF0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16" name="Rectangle 9">
              <a:extLst>
                <a:ext uri="{FF2B5EF4-FFF2-40B4-BE49-F238E27FC236}">
                  <a16:creationId xmlns:a16="http://schemas.microsoft.com/office/drawing/2014/main" id="{F6B9D4B9-0129-48AF-887C-0C692D685BE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17" name="Rectangle 10">
              <a:extLst>
                <a:ext uri="{FF2B5EF4-FFF2-40B4-BE49-F238E27FC236}">
                  <a16:creationId xmlns:a16="http://schemas.microsoft.com/office/drawing/2014/main" id="{C648B96C-E536-4BD2-8F1B-C8ADCAB602F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18" name="Rectangle 11">
              <a:extLst>
                <a:ext uri="{FF2B5EF4-FFF2-40B4-BE49-F238E27FC236}">
                  <a16:creationId xmlns:a16="http://schemas.microsoft.com/office/drawing/2014/main" id="{E05986A3-1B02-4D22-922B-32952B5F30B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19" name="Rectangle 12">
              <a:extLst>
                <a:ext uri="{FF2B5EF4-FFF2-40B4-BE49-F238E27FC236}">
                  <a16:creationId xmlns:a16="http://schemas.microsoft.com/office/drawing/2014/main" id="{7C95AD2C-7CA2-4CE3-B850-6A60C25B1F0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20" name="Rectangle 13">
              <a:extLst>
                <a:ext uri="{FF2B5EF4-FFF2-40B4-BE49-F238E27FC236}">
                  <a16:creationId xmlns:a16="http://schemas.microsoft.com/office/drawing/2014/main" id="{E2FA26CD-8760-4DA0-8762-37160F1E5AB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21" name="Rectangle 14">
              <a:extLst>
                <a:ext uri="{FF2B5EF4-FFF2-40B4-BE49-F238E27FC236}">
                  <a16:creationId xmlns:a16="http://schemas.microsoft.com/office/drawing/2014/main" id="{04B83821-82F5-440F-9036-2D4FEBEC6C5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22" name="Rectangle 15">
              <a:extLst>
                <a:ext uri="{FF2B5EF4-FFF2-40B4-BE49-F238E27FC236}">
                  <a16:creationId xmlns:a16="http://schemas.microsoft.com/office/drawing/2014/main" id="{108FA2AC-012A-4406-BC3F-F90DA8C50BD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23" name="Rectangle 16">
              <a:extLst>
                <a:ext uri="{FF2B5EF4-FFF2-40B4-BE49-F238E27FC236}">
                  <a16:creationId xmlns:a16="http://schemas.microsoft.com/office/drawing/2014/main" id="{C964170B-57AF-4190-BDC1-79B172414C4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24" name="Rectangle 17">
              <a:extLst>
                <a:ext uri="{FF2B5EF4-FFF2-40B4-BE49-F238E27FC236}">
                  <a16:creationId xmlns:a16="http://schemas.microsoft.com/office/drawing/2014/main" id="{E8200319-1E38-4023-82D1-BF4CE79766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25" name="Rectangle 18">
              <a:extLst>
                <a:ext uri="{FF2B5EF4-FFF2-40B4-BE49-F238E27FC236}">
                  <a16:creationId xmlns:a16="http://schemas.microsoft.com/office/drawing/2014/main" id="{745C198C-A8C2-4A87-A6AB-7343151E791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26" name="Rectangle 19">
              <a:extLst>
                <a:ext uri="{FF2B5EF4-FFF2-40B4-BE49-F238E27FC236}">
                  <a16:creationId xmlns:a16="http://schemas.microsoft.com/office/drawing/2014/main" id="{2AE57E97-46F4-42DD-9C52-2AF74488FFA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27" name="Rectangle 20">
              <a:extLst>
                <a:ext uri="{FF2B5EF4-FFF2-40B4-BE49-F238E27FC236}">
                  <a16:creationId xmlns:a16="http://schemas.microsoft.com/office/drawing/2014/main" id="{0CC66E57-AC91-4D4C-9FC6-E9914A3ABE1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28" name="Rectangle 21">
              <a:extLst>
                <a:ext uri="{FF2B5EF4-FFF2-40B4-BE49-F238E27FC236}">
                  <a16:creationId xmlns:a16="http://schemas.microsoft.com/office/drawing/2014/main" id="{9A1F21FD-1BF2-4C53-B5DB-C52B8C299E2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29" name="Rectangle 22">
              <a:extLst>
                <a:ext uri="{FF2B5EF4-FFF2-40B4-BE49-F238E27FC236}">
                  <a16:creationId xmlns:a16="http://schemas.microsoft.com/office/drawing/2014/main" id="{5C6A9E27-843D-45EB-BE76-C2162B6EB8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30" name="Rectangle 23">
              <a:extLst>
                <a:ext uri="{FF2B5EF4-FFF2-40B4-BE49-F238E27FC236}">
                  <a16:creationId xmlns:a16="http://schemas.microsoft.com/office/drawing/2014/main" id="{78693687-6C99-4D60-8EBD-165BAA814FE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31" name="Rectangle 24">
              <a:extLst>
                <a:ext uri="{FF2B5EF4-FFF2-40B4-BE49-F238E27FC236}">
                  <a16:creationId xmlns:a16="http://schemas.microsoft.com/office/drawing/2014/main" id="{E7B0D7F5-4E69-42A4-BD21-3F42BC1577C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32" name="Rectangle 25">
              <a:extLst>
                <a:ext uri="{FF2B5EF4-FFF2-40B4-BE49-F238E27FC236}">
                  <a16:creationId xmlns:a16="http://schemas.microsoft.com/office/drawing/2014/main" id="{2E629D87-270D-4B3C-A521-AEB89887A2E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33" name="Rectangle 26">
              <a:extLst>
                <a:ext uri="{FF2B5EF4-FFF2-40B4-BE49-F238E27FC236}">
                  <a16:creationId xmlns:a16="http://schemas.microsoft.com/office/drawing/2014/main" id="{6618E240-1449-451D-B5AA-848546C91D4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34" name="Rectangle 27">
              <a:extLst>
                <a:ext uri="{FF2B5EF4-FFF2-40B4-BE49-F238E27FC236}">
                  <a16:creationId xmlns:a16="http://schemas.microsoft.com/office/drawing/2014/main" id="{2D20D9FC-7944-4086-A827-523EA695284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35" name="Rectangle 28">
              <a:extLst>
                <a:ext uri="{FF2B5EF4-FFF2-40B4-BE49-F238E27FC236}">
                  <a16:creationId xmlns:a16="http://schemas.microsoft.com/office/drawing/2014/main" id="{3F039322-4BCD-4DBA-A437-71509FDF17D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36" name="Rectangle 29">
              <a:extLst>
                <a:ext uri="{FF2B5EF4-FFF2-40B4-BE49-F238E27FC236}">
                  <a16:creationId xmlns:a16="http://schemas.microsoft.com/office/drawing/2014/main" id="{984EBE9C-1073-48B6-BAA9-C6DA57973DF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37" name="Rectangle 30">
              <a:extLst>
                <a:ext uri="{FF2B5EF4-FFF2-40B4-BE49-F238E27FC236}">
                  <a16:creationId xmlns:a16="http://schemas.microsoft.com/office/drawing/2014/main" id="{C67955A0-58F7-41BF-A28C-E66D4C0E233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38" name="Rectangle 31">
              <a:extLst>
                <a:ext uri="{FF2B5EF4-FFF2-40B4-BE49-F238E27FC236}">
                  <a16:creationId xmlns:a16="http://schemas.microsoft.com/office/drawing/2014/main" id="{AF1C0510-CA8A-4CC7-9A2B-8DF3BE023CB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39" name="Rectangle 32">
              <a:extLst>
                <a:ext uri="{FF2B5EF4-FFF2-40B4-BE49-F238E27FC236}">
                  <a16:creationId xmlns:a16="http://schemas.microsoft.com/office/drawing/2014/main" id="{5B636393-B999-4D49-89F7-987B5095B08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40" name="Rectangle 33">
              <a:extLst>
                <a:ext uri="{FF2B5EF4-FFF2-40B4-BE49-F238E27FC236}">
                  <a16:creationId xmlns:a16="http://schemas.microsoft.com/office/drawing/2014/main" id="{270C8C25-4B9B-406C-A888-81E461C7A68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41" name="Rectangle 34">
              <a:extLst>
                <a:ext uri="{FF2B5EF4-FFF2-40B4-BE49-F238E27FC236}">
                  <a16:creationId xmlns:a16="http://schemas.microsoft.com/office/drawing/2014/main" id="{4C86BF2D-0B62-4C5D-A80C-E4D1A8ADF77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42" name="Rectangle 35">
              <a:extLst>
                <a:ext uri="{FF2B5EF4-FFF2-40B4-BE49-F238E27FC236}">
                  <a16:creationId xmlns:a16="http://schemas.microsoft.com/office/drawing/2014/main" id="{D3E3EA62-4CDF-4511-A96E-8060BB3BC38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43" name="Rectangle 36">
              <a:extLst>
                <a:ext uri="{FF2B5EF4-FFF2-40B4-BE49-F238E27FC236}">
                  <a16:creationId xmlns:a16="http://schemas.microsoft.com/office/drawing/2014/main" id="{F8289BCF-2D93-455D-B511-F9B7208B662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44" name="Rectangle 37">
              <a:extLst>
                <a:ext uri="{FF2B5EF4-FFF2-40B4-BE49-F238E27FC236}">
                  <a16:creationId xmlns:a16="http://schemas.microsoft.com/office/drawing/2014/main" id="{28ED564B-BEC2-4A3F-BCC5-0069A6AB267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45" name="Rectangle 38">
              <a:extLst>
                <a:ext uri="{FF2B5EF4-FFF2-40B4-BE49-F238E27FC236}">
                  <a16:creationId xmlns:a16="http://schemas.microsoft.com/office/drawing/2014/main" id="{AFAF7625-A463-48FE-8E72-ED01153E13C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46" name="Rectangle 39">
              <a:extLst>
                <a:ext uri="{FF2B5EF4-FFF2-40B4-BE49-F238E27FC236}">
                  <a16:creationId xmlns:a16="http://schemas.microsoft.com/office/drawing/2014/main" id="{3073A62F-6D14-4F63-88AC-7F7ED7CF568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47" name="Rectangle 40">
              <a:extLst>
                <a:ext uri="{FF2B5EF4-FFF2-40B4-BE49-F238E27FC236}">
                  <a16:creationId xmlns:a16="http://schemas.microsoft.com/office/drawing/2014/main" id="{AA70A568-4893-4F9B-9EA0-234FD1A2100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48" name="Rectangle 41">
              <a:extLst>
                <a:ext uri="{FF2B5EF4-FFF2-40B4-BE49-F238E27FC236}">
                  <a16:creationId xmlns:a16="http://schemas.microsoft.com/office/drawing/2014/main" id="{E6CE0E9B-B462-4541-9A51-3CB353A6702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49" name="Rectangle 42">
              <a:extLst>
                <a:ext uri="{FF2B5EF4-FFF2-40B4-BE49-F238E27FC236}">
                  <a16:creationId xmlns:a16="http://schemas.microsoft.com/office/drawing/2014/main" id="{C01B247F-F358-4FFB-8AB8-411CD6165E2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50" name="Rectangle 43">
              <a:extLst>
                <a:ext uri="{FF2B5EF4-FFF2-40B4-BE49-F238E27FC236}">
                  <a16:creationId xmlns:a16="http://schemas.microsoft.com/office/drawing/2014/main" id="{92CA2DD8-D2BA-4F0A-BEF4-5684F23EAEF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51" name="Rectangle 44">
              <a:extLst>
                <a:ext uri="{FF2B5EF4-FFF2-40B4-BE49-F238E27FC236}">
                  <a16:creationId xmlns:a16="http://schemas.microsoft.com/office/drawing/2014/main" id="{ADAB8386-FD44-4CBF-9B02-E89E97B7190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52" name="Rectangle 45">
              <a:extLst>
                <a:ext uri="{FF2B5EF4-FFF2-40B4-BE49-F238E27FC236}">
                  <a16:creationId xmlns:a16="http://schemas.microsoft.com/office/drawing/2014/main" id="{211E35DC-BB96-4C7E-9E57-811A0A3F167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53" name="Rectangle 46">
              <a:extLst>
                <a:ext uri="{FF2B5EF4-FFF2-40B4-BE49-F238E27FC236}">
                  <a16:creationId xmlns:a16="http://schemas.microsoft.com/office/drawing/2014/main" id="{30CBEADC-D24E-40AF-9200-20734E24FC1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54" name="Rectangle 47">
              <a:extLst>
                <a:ext uri="{FF2B5EF4-FFF2-40B4-BE49-F238E27FC236}">
                  <a16:creationId xmlns:a16="http://schemas.microsoft.com/office/drawing/2014/main" id="{FA73671C-CFB8-4700-AB28-0E5A83C31E8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55" name="Rectangle 48">
              <a:extLst>
                <a:ext uri="{FF2B5EF4-FFF2-40B4-BE49-F238E27FC236}">
                  <a16:creationId xmlns:a16="http://schemas.microsoft.com/office/drawing/2014/main" id="{46A122FD-8CB0-4AA8-B438-B41552C331C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56" name="Rectangle 49">
              <a:extLst>
                <a:ext uri="{FF2B5EF4-FFF2-40B4-BE49-F238E27FC236}">
                  <a16:creationId xmlns:a16="http://schemas.microsoft.com/office/drawing/2014/main" id="{2DFFCE29-92F4-499E-8A34-C2CA097C905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57" name="Rectangle 50">
              <a:extLst>
                <a:ext uri="{FF2B5EF4-FFF2-40B4-BE49-F238E27FC236}">
                  <a16:creationId xmlns:a16="http://schemas.microsoft.com/office/drawing/2014/main" id="{855065C4-C40B-41B5-8CE5-3DD5B278C3D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58" name="Rectangle 51">
              <a:extLst>
                <a:ext uri="{FF2B5EF4-FFF2-40B4-BE49-F238E27FC236}">
                  <a16:creationId xmlns:a16="http://schemas.microsoft.com/office/drawing/2014/main" id="{0B0DA536-EF37-4D56-878B-E8A3B28BC01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46585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59" name="Rectangle 52">
              <a:extLst>
                <a:ext uri="{FF2B5EF4-FFF2-40B4-BE49-F238E27FC236}">
                  <a16:creationId xmlns:a16="http://schemas.microsoft.com/office/drawing/2014/main" id="{7C0DCE0C-BF7A-4248-9969-3156FFD05D1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60" name="Rectangle 53">
              <a:extLst>
                <a:ext uri="{FF2B5EF4-FFF2-40B4-BE49-F238E27FC236}">
                  <a16:creationId xmlns:a16="http://schemas.microsoft.com/office/drawing/2014/main" id="{D4C00C8C-A843-4AD9-935E-6DB8DB2F26F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61" name="Rectangle 54">
              <a:extLst>
                <a:ext uri="{FF2B5EF4-FFF2-40B4-BE49-F238E27FC236}">
                  <a16:creationId xmlns:a16="http://schemas.microsoft.com/office/drawing/2014/main" id="{4FFCD05F-DC79-4F2E-A136-4E4AB0FD306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62" name="Rectangle 55">
              <a:extLst>
                <a:ext uri="{FF2B5EF4-FFF2-40B4-BE49-F238E27FC236}">
                  <a16:creationId xmlns:a16="http://schemas.microsoft.com/office/drawing/2014/main" id="{8E1A82B6-DA5D-4762-A19B-ADA20DA65B8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63" name="Rectangle 56">
              <a:extLst>
                <a:ext uri="{FF2B5EF4-FFF2-40B4-BE49-F238E27FC236}">
                  <a16:creationId xmlns:a16="http://schemas.microsoft.com/office/drawing/2014/main" id="{85295947-137C-4079-91AD-CA125F2AAE4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64" name="Rectangle 57">
              <a:extLst>
                <a:ext uri="{FF2B5EF4-FFF2-40B4-BE49-F238E27FC236}">
                  <a16:creationId xmlns:a16="http://schemas.microsoft.com/office/drawing/2014/main" id="{06E5BAE7-06B4-400E-9E8A-684C978BF9C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65" name="Rectangle 58">
              <a:extLst>
                <a:ext uri="{FF2B5EF4-FFF2-40B4-BE49-F238E27FC236}">
                  <a16:creationId xmlns:a16="http://schemas.microsoft.com/office/drawing/2014/main" id="{75F30C09-684D-49BE-921B-7AA9738E6DB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66" name="Rectangle 59">
              <a:extLst>
                <a:ext uri="{FF2B5EF4-FFF2-40B4-BE49-F238E27FC236}">
                  <a16:creationId xmlns:a16="http://schemas.microsoft.com/office/drawing/2014/main" id="{86C4CE43-77E6-4D88-AE19-BF15F16B763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67" name="Rectangle 60">
              <a:extLst>
                <a:ext uri="{FF2B5EF4-FFF2-40B4-BE49-F238E27FC236}">
                  <a16:creationId xmlns:a16="http://schemas.microsoft.com/office/drawing/2014/main" id="{82418590-FB66-4C09-8200-94DF81D4033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68" name="Rectangle 61">
              <a:extLst>
                <a:ext uri="{FF2B5EF4-FFF2-40B4-BE49-F238E27FC236}">
                  <a16:creationId xmlns:a16="http://schemas.microsoft.com/office/drawing/2014/main" id="{E1226190-3ECE-4FD1-BA9A-7FA9F8F6681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730966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69" name="Rectangle 62">
              <a:extLst>
                <a:ext uri="{FF2B5EF4-FFF2-40B4-BE49-F238E27FC236}">
                  <a16:creationId xmlns:a16="http://schemas.microsoft.com/office/drawing/2014/main" id="{233FA4CA-8F69-4D12-BC0A-8059EE49152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70" name="Rectangle 63">
              <a:extLst>
                <a:ext uri="{FF2B5EF4-FFF2-40B4-BE49-F238E27FC236}">
                  <a16:creationId xmlns:a16="http://schemas.microsoft.com/office/drawing/2014/main" id="{C9958ED5-1BA1-479D-A828-6AA4E47A167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71" name="Rectangle 64">
              <a:extLst>
                <a:ext uri="{FF2B5EF4-FFF2-40B4-BE49-F238E27FC236}">
                  <a16:creationId xmlns:a16="http://schemas.microsoft.com/office/drawing/2014/main" id="{EA17DAE2-F906-4ADE-B6B6-1EBF5CB9829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72" name="Rectangle 65">
              <a:extLst>
                <a:ext uri="{FF2B5EF4-FFF2-40B4-BE49-F238E27FC236}">
                  <a16:creationId xmlns:a16="http://schemas.microsoft.com/office/drawing/2014/main" id="{246A8D5F-B7FC-4B0E-BF57-2F0AB2B0A35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73" name="Rectangle 66">
              <a:extLst>
                <a:ext uri="{FF2B5EF4-FFF2-40B4-BE49-F238E27FC236}">
                  <a16:creationId xmlns:a16="http://schemas.microsoft.com/office/drawing/2014/main" id="{E9C2B65B-EB75-474A-A7B6-59E9637B5A3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74" name="Rectangle 67">
              <a:extLst>
                <a:ext uri="{FF2B5EF4-FFF2-40B4-BE49-F238E27FC236}">
                  <a16:creationId xmlns:a16="http://schemas.microsoft.com/office/drawing/2014/main" id="{8D6F01F8-BEA1-4EAA-A0C5-278AEF3BE3B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75" name="Rectangle 68">
              <a:extLst>
                <a:ext uri="{FF2B5EF4-FFF2-40B4-BE49-F238E27FC236}">
                  <a16:creationId xmlns:a16="http://schemas.microsoft.com/office/drawing/2014/main" id="{70EC62AF-FFA2-4090-8278-29A4BD59AEA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76" name="Rectangle 69">
              <a:extLst>
                <a:ext uri="{FF2B5EF4-FFF2-40B4-BE49-F238E27FC236}">
                  <a16:creationId xmlns:a16="http://schemas.microsoft.com/office/drawing/2014/main" id="{5EDDE666-95B1-4FF1-9A41-E338D6E4E94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77" name="Rectangle 70">
              <a:extLst>
                <a:ext uri="{FF2B5EF4-FFF2-40B4-BE49-F238E27FC236}">
                  <a16:creationId xmlns:a16="http://schemas.microsoft.com/office/drawing/2014/main" id="{C4FE02B7-ACD8-483F-BC22-C383386524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78" name="Rectangle 71">
              <a:extLst>
                <a:ext uri="{FF2B5EF4-FFF2-40B4-BE49-F238E27FC236}">
                  <a16:creationId xmlns:a16="http://schemas.microsoft.com/office/drawing/2014/main" id="{F49E3B80-E90B-43C5-9A7E-5C0F3FCB9E7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002429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79" name="Rectangle 72">
              <a:extLst>
                <a:ext uri="{FF2B5EF4-FFF2-40B4-BE49-F238E27FC236}">
                  <a16:creationId xmlns:a16="http://schemas.microsoft.com/office/drawing/2014/main" id="{22C5F70F-65B3-44D7-95C9-761E9A92B35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80" name="Rectangle 73">
              <a:extLst>
                <a:ext uri="{FF2B5EF4-FFF2-40B4-BE49-F238E27FC236}">
                  <a16:creationId xmlns:a16="http://schemas.microsoft.com/office/drawing/2014/main" id="{DE71D464-2C16-43DB-B21F-3039A64D708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81" name="Rectangle 74">
              <a:extLst>
                <a:ext uri="{FF2B5EF4-FFF2-40B4-BE49-F238E27FC236}">
                  <a16:creationId xmlns:a16="http://schemas.microsoft.com/office/drawing/2014/main" id="{BEF48C3C-A9C9-4635-99C9-C6129A2ACCF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82" name="Rectangle 75">
              <a:extLst>
                <a:ext uri="{FF2B5EF4-FFF2-40B4-BE49-F238E27FC236}">
                  <a16:creationId xmlns:a16="http://schemas.microsoft.com/office/drawing/2014/main" id="{121F1D48-D9D8-49C7-9CBE-8DA8E9F6960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83" name="Rectangle 76">
              <a:extLst>
                <a:ext uri="{FF2B5EF4-FFF2-40B4-BE49-F238E27FC236}">
                  <a16:creationId xmlns:a16="http://schemas.microsoft.com/office/drawing/2014/main" id="{3A9DC4C2-6C8A-4EFF-AFCF-91BA460ACE2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84" name="Rectangle 77">
              <a:extLst>
                <a:ext uri="{FF2B5EF4-FFF2-40B4-BE49-F238E27FC236}">
                  <a16:creationId xmlns:a16="http://schemas.microsoft.com/office/drawing/2014/main" id="{88CD12F8-30D1-41F9-A3A4-8037A8386C8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85" name="Rectangle 78">
              <a:extLst>
                <a:ext uri="{FF2B5EF4-FFF2-40B4-BE49-F238E27FC236}">
                  <a16:creationId xmlns:a16="http://schemas.microsoft.com/office/drawing/2014/main" id="{A7C2F149-6820-44BD-B15A-35D7D0E7C24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86" name="Rectangle 79">
              <a:extLst>
                <a:ext uri="{FF2B5EF4-FFF2-40B4-BE49-F238E27FC236}">
                  <a16:creationId xmlns:a16="http://schemas.microsoft.com/office/drawing/2014/main" id="{A820345E-70A3-4BA8-B9D7-31D0A3686F2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87" name="Rectangle 80">
              <a:extLst>
                <a:ext uri="{FF2B5EF4-FFF2-40B4-BE49-F238E27FC236}">
                  <a16:creationId xmlns:a16="http://schemas.microsoft.com/office/drawing/2014/main" id="{82E22E41-B21E-4E1E-9630-0157A25D388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88" name="Rectangle 81">
              <a:extLst>
                <a:ext uri="{FF2B5EF4-FFF2-40B4-BE49-F238E27FC236}">
                  <a16:creationId xmlns:a16="http://schemas.microsoft.com/office/drawing/2014/main" id="{D2D73C2A-A62E-43C3-851C-25037EE1DB4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27230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89" name="Rectangle 82">
              <a:extLst>
                <a:ext uri="{FF2B5EF4-FFF2-40B4-BE49-F238E27FC236}">
                  <a16:creationId xmlns:a16="http://schemas.microsoft.com/office/drawing/2014/main" id="{687E27C7-54AD-4636-B1A4-006C343D257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90" name="Rectangle 83">
              <a:extLst>
                <a:ext uri="{FF2B5EF4-FFF2-40B4-BE49-F238E27FC236}">
                  <a16:creationId xmlns:a16="http://schemas.microsoft.com/office/drawing/2014/main" id="{3E4A5A83-1C08-4FCB-8987-68C5528293B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91" name="Rectangle 84">
              <a:extLst>
                <a:ext uri="{FF2B5EF4-FFF2-40B4-BE49-F238E27FC236}">
                  <a16:creationId xmlns:a16="http://schemas.microsoft.com/office/drawing/2014/main" id="{3602DC31-CDB4-4909-9CC2-ED6B525F4B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9154" name="Rectangle 2">
            <a:extLst>
              <a:ext uri="{FF2B5EF4-FFF2-40B4-BE49-F238E27FC236}">
                <a16:creationId xmlns:a16="http://schemas.microsoft.com/office/drawing/2014/main" id="{1A9905D9-E0EA-4EF2-B48D-166877A66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grpSp>
        <p:nvGrpSpPr>
          <p:cNvPr id="49155" name="Group 93">
            <a:extLst>
              <a:ext uri="{FF2B5EF4-FFF2-40B4-BE49-F238E27FC236}">
                <a16:creationId xmlns:a16="http://schemas.microsoft.com/office/drawing/2014/main" id="{E0625CB4-D08A-48E9-A0FE-E2BB9E342DE2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49160" name="Rectangle 85">
              <a:extLst>
                <a:ext uri="{FF2B5EF4-FFF2-40B4-BE49-F238E27FC236}">
                  <a16:creationId xmlns:a16="http://schemas.microsoft.com/office/drawing/2014/main" id="{D2D9B856-85C0-49DB-8730-D846A2D22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61" name="Rectangle 86">
              <a:extLst>
                <a:ext uri="{FF2B5EF4-FFF2-40B4-BE49-F238E27FC236}">
                  <a16:creationId xmlns:a16="http://schemas.microsoft.com/office/drawing/2014/main" id="{EF728D5B-D913-419C-ADDF-FE20CF525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62" name="Rectangle 88">
              <a:extLst>
                <a:ext uri="{FF2B5EF4-FFF2-40B4-BE49-F238E27FC236}">
                  <a16:creationId xmlns:a16="http://schemas.microsoft.com/office/drawing/2014/main" id="{30E986F4-21A6-4E9C-A79D-96CC5FDFD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63" name="Rectangle 89">
              <a:extLst>
                <a:ext uri="{FF2B5EF4-FFF2-40B4-BE49-F238E27FC236}">
                  <a16:creationId xmlns:a16="http://schemas.microsoft.com/office/drawing/2014/main" id="{4F1515A6-13AE-4802-B4D7-84A23B83E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64" name="Rectangle 90">
              <a:extLst>
                <a:ext uri="{FF2B5EF4-FFF2-40B4-BE49-F238E27FC236}">
                  <a16:creationId xmlns:a16="http://schemas.microsoft.com/office/drawing/2014/main" id="{239D93A7-02F7-432A-8306-0CD0F3BCC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65" name="Rectangle 91">
              <a:extLst>
                <a:ext uri="{FF2B5EF4-FFF2-40B4-BE49-F238E27FC236}">
                  <a16:creationId xmlns:a16="http://schemas.microsoft.com/office/drawing/2014/main" id="{C4BB8C1C-21D8-4B41-8C8C-2628DF7B2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66" name="Rectangle 92">
              <a:extLst>
                <a:ext uri="{FF2B5EF4-FFF2-40B4-BE49-F238E27FC236}">
                  <a16:creationId xmlns:a16="http://schemas.microsoft.com/office/drawing/2014/main" id="{2B189179-D63F-46C1-BA5D-A97B23A11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67" name="Rectangle 93">
              <a:extLst>
                <a:ext uri="{FF2B5EF4-FFF2-40B4-BE49-F238E27FC236}">
                  <a16:creationId xmlns:a16="http://schemas.microsoft.com/office/drawing/2014/main" id="{6587B4F1-5039-4546-A05F-892A9AAE6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68" name="Rectangle 94">
              <a:extLst>
                <a:ext uri="{FF2B5EF4-FFF2-40B4-BE49-F238E27FC236}">
                  <a16:creationId xmlns:a16="http://schemas.microsoft.com/office/drawing/2014/main" id="{967686C4-83BE-486E-BFAB-FD9F676BD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69" name="Rectangle 95">
              <a:extLst>
                <a:ext uri="{FF2B5EF4-FFF2-40B4-BE49-F238E27FC236}">
                  <a16:creationId xmlns:a16="http://schemas.microsoft.com/office/drawing/2014/main" id="{E085E8D4-D601-4668-902C-9502FC215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70" name="Rectangle 96">
              <a:extLst>
                <a:ext uri="{FF2B5EF4-FFF2-40B4-BE49-F238E27FC236}">
                  <a16:creationId xmlns:a16="http://schemas.microsoft.com/office/drawing/2014/main" id="{4D0EFFF0-AAD1-478C-BDAC-A694F5D10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71" name="Rectangle 97">
              <a:extLst>
                <a:ext uri="{FF2B5EF4-FFF2-40B4-BE49-F238E27FC236}">
                  <a16:creationId xmlns:a16="http://schemas.microsoft.com/office/drawing/2014/main" id="{646EE99A-00D7-4519-AC5B-719111313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72" name="Rectangle 98">
              <a:extLst>
                <a:ext uri="{FF2B5EF4-FFF2-40B4-BE49-F238E27FC236}">
                  <a16:creationId xmlns:a16="http://schemas.microsoft.com/office/drawing/2014/main" id="{C92D4C15-7B36-49AB-BF7C-AA73EF16E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73" name="Rectangle 99">
              <a:extLst>
                <a:ext uri="{FF2B5EF4-FFF2-40B4-BE49-F238E27FC236}">
                  <a16:creationId xmlns:a16="http://schemas.microsoft.com/office/drawing/2014/main" id="{65AC66B0-30D6-4348-AFDB-F6ACE8A9F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74" name="Rectangle 100">
              <a:extLst>
                <a:ext uri="{FF2B5EF4-FFF2-40B4-BE49-F238E27FC236}">
                  <a16:creationId xmlns:a16="http://schemas.microsoft.com/office/drawing/2014/main" id="{3B9463FE-399B-40CD-9791-AD44CDEEA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75" name="Rectangle 101">
              <a:extLst>
                <a:ext uri="{FF2B5EF4-FFF2-40B4-BE49-F238E27FC236}">
                  <a16:creationId xmlns:a16="http://schemas.microsoft.com/office/drawing/2014/main" id="{FBB958EA-67EF-4A2F-94C2-C890706F5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76" name="Rectangle 102">
              <a:extLst>
                <a:ext uri="{FF2B5EF4-FFF2-40B4-BE49-F238E27FC236}">
                  <a16:creationId xmlns:a16="http://schemas.microsoft.com/office/drawing/2014/main" id="{219ADE32-0979-4CB1-BD41-162AD868A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77" name="Rectangle 103">
              <a:extLst>
                <a:ext uri="{FF2B5EF4-FFF2-40B4-BE49-F238E27FC236}">
                  <a16:creationId xmlns:a16="http://schemas.microsoft.com/office/drawing/2014/main" id="{77F21BF2-C156-4195-A53F-9EA07B381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78" name="Rectangle 104">
              <a:extLst>
                <a:ext uri="{FF2B5EF4-FFF2-40B4-BE49-F238E27FC236}">
                  <a16:creationId xmlns:a16="http://schemas.microsoft.com/office/drawing/2014/main" id="{61790FA3-D376-4DEA-983F-EBCAE4D12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79" name="Rectangle 105">
              <a:extLst>
                <a:ext uri="{FF2B5EF4-FFF2-40B4-BE49-F238E27FC236}">
                  <a16:creationId xmlns:a16="http://schemas.microsoft.com/office/drawing/2014/main" id="{F706BAA0-8D0C-4F84-BF9A-263B1711F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80" name="Rectangle 106">
              <a:extLst>
                <a:ext uri="{FF2B5EF4-FFF2-40B4-BE49-F238E27FC236}">
                  <a16:creationId xmlns:a16="http://schemas.microsoft.com/office/drawing/2014/main" id="{B1822D8F-999D-4C7D-9293-3A521CF1A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81" name="Rectangle 107">
              <a:extLst>
                <a:ext uri="{FF2B5EF4-FFF2-40B4-BE49-F238E27FC236}">
                  <a16:creationId xmlns:a16="http://schemas.microsoft.com/office/drawing/2014/main" id="{46B17D3F-FF97-445D-95D1-B0A9E9FBD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82" name="Rectangle 108">
              <a:extLst>
                <a:ext uri="{FF2B5EF4-FFF2-40B4-BE49-F238E27FC236}">
                  <a16:creationId xmlns:a16="http://schemas.microsoft.com/office/drawing/2014/main" id="{64838039-02A7-476A-B266-48946629E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83" name="Rectangle 109">
              <a:extLst>
                <a:ext uri="{FF2B5EF4-FFF2-40B4-BE49-F238E27FC236}">
                  <a16:creationId xmlns:a16="http://schemas.microsoft.com/office/drawing/2014/main" id="{69AE10E6-D05B-40B9-AC7E-1154AE991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84" name="Rectangle 110">
              <a:extLst>
                <a:ext uri="{FF2B5EF4-FFF2-40B4-BE49-F238E27FC236}">
                  <a16:creationId xmlns:a16="http://schemas.microsoft.com/office/drawing/2014/main" id="{DFBDDBB5-B2C3-4057-BCA8-0A73A01AA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85" name="Rectangle 111">
              <a:extLst>
                <a:ext uri="{FF2B5EF4-FFF2-40B4-BE49-F238E27FC236}">
                  <a16:creationId xmlns:a16="http://schemas.microsoft.com/office/drawing/2014/main" id="{A6ADD600-46EE-4C0B-94A4-199C88669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86" name="Rectangle 112">
              <a:extLst>
                <a:ext uri="{FF2B5EF4-FFF2-40B4-BE49-F238E27FC236}">
                  <a16:creationId xmlns:a16="http://schemas.microsoft.com/office/drawing/2014/main" id="{9C015C63-70A1-44B8-BA5C-F3D48F7D9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87" name="Rectangle 113">
              <a:extLst>
                <a:ext uri="{FF2B5EF4-FFF2-40B4-BE49-F238E27FC236}">
                  <a16:creationId xmlns:a16="http://schemas.microsoft.com/office/drawing/2014/main" id="{85E58744-1EA9-46A6-A255-8B3082608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88" name="Rectangle 114">
              <a:extLst>
                <a:ext uri="{FF2B5EF4-FFF2-40B4-BE49-F238E27FC236}">
                  <a16:creationId xmlns:a16="http://schemas.microsoft.com/office/drawing/2014/main" id="{54FD52AE-833C-4EE3-B84A-AF444DF69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89" name="Rectangle 115">
              <a:extLst>
                <a:ext uri="{FF2B5EF4-FFF2-40B4-BE49-F238E27FC236}">
                  <a16:creationId xmlns:a16="http://schemas.microsoft.com/office/drawing/2014/main" id="{B7608773-8D72-49B4-8F8A-0631E0D41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90" name="Rectangle 117">
              <a:extLst>
                <a:ext uri="{FF2B5EF4-FFF2-40B4-BE49-F238E27FC236}">
                  <a16:creationId xmlns:a16="http://schemas.microsoft.com/office/drawing/2014/main" id="{BADF5AFF-0026-4765-8037-F03C4C540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91" name="Rectangle 118">
              <a:extLst>
                <a:ext uri="{FF2B5EF4-FFF2-40B4-BE49-F238E27FC236}">
                  <a16:creationId xmlns:a16="http://schemas.microsoft.com/office/drawing/2014/main" id="{6FE768CD-D2CD-42EF-893B-3413AEACA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92" name="Rectangle 119">
              <a:extLst>
                <a:ext uri="{FF2B5EF4-FFF2-40B4-BE49-F238E27FC236}">
                  <a16:creationId xmlns:a16="http://schemas.microsoft.com/office/drawing/2014/main" id="{11645870-3A4C-4011-901B-3F2639D81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93" name="Rectangle 120">
              <a:extLst>
                <a:ext uri="{FF2B5EF4-FFF2-40B4-BE49-F238E27FC236}">
                  <a16:creationId xmlns:a16="http://schemas.microsoft.com/office/drawing/2014/main" id="{D495859E-7F0A-4BA0-A815-B0A73A1C9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94" name="Rectangle 121">
              <a:extLst>
                <a:ext uri="{FF2B5EF4-FFF2-40B4-BE49-F238E27FC236}">
                  <a16:creationId xmlns:a16="http://schemas.microsoft.com/office/drawing/2014/main" id="{82A4139D-3F2C-4D72-ADE8-E20606B78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95" name="Rectangle 122">
              <a:extLst>
                <a:ext uri="{FF2B5EF4-FFF2-40B4-BE49-F238E27FC236}">
                  <a16:creationId xmlns:a16="http://schemas.microsoft.com/office/drawing/2014/main" id="{F91BA4D8-7C16-44D6-B0C7-38102A2FB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96" name="Rectangle 123">
              <a:extLst>
                <a:ext uri="{FF2B5EF4-FFF2-40B4-BE49-F238E27FC236}">
                  <a16:creationId xmlns:a16="http://schemas.microsoft.com/office/drawing/2014/main" id="{A37E0712-1823-4DB9-AEE3-A053CABEF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97" name="Rectangle 125">
              <a:extLst>
                <a:ext uri="{FF2B5EF4-FFF2-40B4-BE49-F238E27FC236}">
                  <a16:creationId xmlns:a16="http://schemas.microsoft.com/office/drawing/2014/main" id="{E2A5EBC0-F020-43EC-86A9-508FD03B2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98" name="Rectangle 126">
              <a:extLst>
                <a:ext uri="{FF2B5EF4-FFF2-40B4-BE49-F238E27FC236}">
                  <a16:creationId xmlns:a16="http://schemas.microsoft.com/office/drawing/2014/main" id="{350CA32D-EA40-43DA-8BAE-1EA0979DD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199" name="Rectangle 127">
              <a:extLst>
                <a:ext uri="{FF2B5EF4-FFF2-40B4-BE49-F238E27FC236}">
                  <a16:creationId xmlns:a16="http://schemas.microsoft.com/office/drawing/2014/main" id="{F31979F8-FBF4-491C-A541-9CD9678D3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00" name="Rectangle 128">
              <a:extLst>
                <a:ext uri="{FF2B5EF4-FFF2-40B4-BE49-F238E27FC236}">
                  <a16:creationId xmlns:a16="http://schemas.microsoft.com/office/drawing/2014/main" id="{89EEDF23-5C83-470A-9127-61C2F7D86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01" name="Rectangle 129">
              <a:extLst>
                <a:ext uri="{FF2B5EF4-FFF2-40B4-BE49-F238E27FC236}">
                  <a16:creationId xmlns:a16="http://schemas.microsoft.com/office/drawing/2014/main" id="{257C0A24-1C72-4954-A43E-CF7B4172B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02" name="Rectangle 130">
              <a:extLst>
                <a:ext uri="{FF2B5EF4-FFF2-40B4-BE49-F238E27FC236}">
                  <a16:creationId xmlns:a16="http://schemas.microsoft.com/office/drawing/2014/main" id="{E4A2F7B0-3981-42ED-BF3D-98241FB6D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03" name="Rectangle 131">
              <a:extLst>
                <a:ext uri="{FF2B5EF4-FFF2-40B4-BE49-F238E27FC236}">
                  <a16:creationId xmlns:a16="http://schemas.microsoft.com/office/drawing/2014/main" id="{63A3A017-7ABD-4739-B0EE-82DAED4EE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04" name="Rectangle 133">
              <a:extLst>
                <a:ext uri="{FF2B5EF4-FFF2-40B4-BE49-F238E27FC236}">
                  <a16:creationId xmlns:a16="http://schemas.microsoft.com/office/drawing/2014/main" id="{C421BA8D-2DC4-462D-A71F-2A3ADAFD8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05" name="Rectangle 134">
              <a:extLst>
                <a:ext uri="{FF2B5EF4-FFF2-40B4-BE49-F238E27FC236}">
                  <a16:creationId xmlns:a16="http://schemas.microsoft.com/office/drawing/2014/main" id="{539011CE-AA54-4F9D-88F2-13FBC2366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06" name="Rectangle 135">
              <a:extLst>
                <a:ext uri="{FF2B5EF4-FFF2-40B4-BE49-F238E27FC236}">
                  <a16:creationId xmlns:a16="http://schemas.microsoft.com/office/drawing/2014/main" id="{792B3C33-4726-480F-9E62-031A78675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07" name="Rectangle 136">
              <a:extLst>
                <a:ext uri="{FF2B5EF4-FFF2-40B4-BE49-F238E27FC236}">
                  <a16:creationId xmlns:a16="http://schemas.microsoft.com/office/drawing/2014/main" id="{895F32C9-C767-4DF1-9FAC-C10A7C5A4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08" name="Rectangle 137">
              <a:extLst>
                <a:ext uri="{FF2B5EF4-FFF2-40B4-BE49-F238E27FC236}">
                  <a16:creationId xmlns:a16="http://schemas.microsoft.com/office/drawing/2014/main" id="{34E8C0C6-05B3-4431-9BEA-8EEEB5754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09" name="Rectangle 138">
              <a:extLst>
                <a:ext uri="{FF2B5EF4-FFF2-40B4-BE49-F238E27FC236}">
                  <a16:creationId xmlns:a16="http://schemas.microsoft.com/office/drawing/2014/main" id="{79FCF399-3F7B-4676-B1A4-F7F5D9ED5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210" name="Rectangle 139">
              <a:extLst>
                <a:ext uri="{FF2B5EF4-FFF2-40B4-BE49-F238E27FC236}">
                  <a16:creationId xmlns:a16="http://schemas.microsoft.com/office/drawing/2014/main" id="{ECE70477-B08D-4548-BF10-2559E376F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9156" name="Rectangle 148">
            <a:extLst>
              <a:ext uri="{FF2B5EF4-FFF2-40B4-BE49-F238E27FC236}">
                <a16:creationId xmlns:a16="http://schemas.microsoft.com/office/drawing/2014/main" id="{408BCD68-2949-4842-994D-31E9557C78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2133600"/>
            <a:ext cx="893762" cy="20447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9157" name="Rectangle 154">
            <a:extLst>
              <a:ext uri="{FF2B5EF4-FFF2-40B4-BE49-F238E27FC236}">
                <a16:creationId xmlns:a16="http://schemas.microsoft.com/office/drawing/2014/main" id="{721ECE85-1D4D-4041-B392-364EE94B07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1738" y="2133600"/>
            <a:ext cx="906462" cy="24511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9158" name="Rectangle 141">
            <a:extLst>
              <a:ext uri="{FF2B5EF4-FFF2-40B4-BE49-F238E27FC236}">
                <a16:creationId xmlns:a16="http://schemas.microsoft.com/office/drawing/2014/main" id="{68A635AD-2B46-4735-B9C9-222C260725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4688" y="4913313"/>
            <a:ext cx="2060575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State-assigned table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9159" name="Rectangle 87">
            <a:extLst>
              <a:ext uri="{FF2B5EF4-FFF2-40B4-BE49-F238E27FC236}">
                <a16:creationId xmlns:a16="http://schemas.microsoft.com/office/drawing/2014/main" id="{4DE929B3-1E15-442A-B35C-D9503DD8EFC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943100" y="4889500"/>
            <a:ext cx="10414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177" name="Group 1">
            <a:extLst>
              <a:ext uri="{FF2B5EF4-FFF2-40B4-BE49-F238E27FC236}">
                <a16:creationId xmlns:a16="http://schemas.microsoft.com/office/drawing/2014/main" id="{A34573CC-D5EF-4372-870A-BF4AC1098320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2127250"/>
            <a:ext cx="3536950" cy="2460625"/>
            <a:chOff x="4614951" y="2127591"/>
            <a:chExt cx="3536950" cy="2460625"/>
          </a:xfrm>
        </p:grpSpPr>
        <p:sp>
          <p:nvSpPr>
            <p:cNvPr id="50236" name="Rectangle 4">
              <a:extLst>
                <a:ext uri="{FF2B5EF4-FFF2-40B4-BE49-F238E27FC236}">
                  <a16:creationId xmlns:a16="http://schemas.microsoft.com/office/drawing/2014/main" id="{E13195AE-3588-49B3-899C-091A08D0E69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37" name="Rectangle 5">
              <a:extLst>
                <a:ext uri="{FF2B5EF4-FFF2-40B4-BE49-F238E27FC236}">
                  <a16:creationId xmlns:a16="http://schemas.microsoft.com/office/drawing/2014/main" id="{704031AB-E0CF-438B-995B-83CEA1D767C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38" name="Rectangle 6">
              <a:extLst>
                <a:ext uri="{FF2B5EF4-FFF2-40B4-BE49-F238E27FC236}">
                  <a16:creationId xmlns:a16="http://schemas.microsoft.com/office/drawing/2014/main" id="{2EA042A9-F757-449B-9AEC-FC7952C24B2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39" name="Rectangle 7">
              <a:extLst>
                <a:ext uri="{FF2B5EF4-FFF2-40B4-BE49-F238E27FC236}">
                  <a16:creationId xmlns:a16="http://schemas.microsoft.com/office/drawing/2014/main" id="{B31DF866-B5F1-44E1-8C17-A2202D04E9D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40" name="Rectangle 8">
              <a:extLst>
                <a:ext uri="{FF2B5EF4-FFF2-40B4-BE49-F238E27FC236}">
                  <a16:creationId xmlns:a16="http://schemas.microsoft.com/office/drawing/2014/main" id="{EF2692E3-6158-4E17-A422-8AAB4B6EE43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41" name="Rectangle 9">
              <a:extLst>
                <a:ext uri="{FF2B5EF4-FFF2-40B4-BE49-F238E27FC236}">
                  <a16:creationId xmlns:a16="http://schemas.microsoft.com/office/drawing/2014/main" id="{EA7FEBC5-7200-4301-8FC3-741C92804C2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42" name="Rectangle 10">
              <a:extLst>
                <a:ext uri="{FF2B5EF4-FFF2-40B4-BE49-F238E27FC236}">
                  <a16:creationId xmlns:a16="http://schemas.microsoft.com/office/drawing/2014/main" id="{79D932DD-F674-4BEF-8A82-7F8C16D147A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43" name="Rectangle 11">
              <a:extLst>
                <a:ext uri="{FF2B5EF4-FFF2-40B4-BE49-F238E27FC236}">
                  <a16:creationId xmlns:a16="http://schemas.microsoft.com/office/drawing/2014/main" id="{8BD08844-C70D-4F96-B410-DECFC305F2A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44" name="Rectangle 12">
              <a:extLst>
                <a:ext uri="{FF2B5EF4-FFF2-40B4-BE49-F238E27FC236}">
                  <a16:creationId xmlns:a16="http://schemas.microsoft.com/office/drawing/2014/main" id="{723B3DCC-8C0E-42CE-B224-C06E58AC276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45" name="Rectangle 13">
              <a:extLst>
                <a:ext uri="{FF2B5EF4-FFF2-40B4-BE49-F238E27FC236}">
                  <a16:creationId xmlns:a16="http://schemas.microsoft.com/office/drawing/2014/main" id="{E5B09F30-0CCF-4888-A70F-7A455297C92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46" name="Rectangle 14">
              <a:extLst>
                <a:ext uri="{FF2B5EF4-FFF2-40B4-BE49-F238E27FC236}">
                  <a16:creationId xmlns:a16="http://schemas.microsoft.com/office/drawing/2014/main" id="{9DA83C2F-18DC-4129-8F9E-A13D4BF9177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47" name="Rectangle 15">
              <a:extLst>
                <a:ext uri="{FF2B5EF4-FFF2-40B4-BE49-F238E27FC236}">
                  <a16:creationId xmlns:a16="http://schemas.microsoft.com/office/drawing/2014/main" id="{F1C5ACDF-D4BE-4168-A25B-EDDDAA0C266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48" name="Rectangle 16">
              <a:extLst>
                <a:ext uri="{FF2B5EF4-FFF2-40B4-BE49-F238E27FC236}">
                  <a16:creationId xmlns:a16="http://schemas.microsoft.com/office/drawing/2014/main" id="{91F4F351-D04F-4B55-95B6-008A56B63D2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49" name="Rectangle 17">
              <a:extLst>
                <a:ext uri="{FF2B5EF4-FFF2-40B4-BE49-F238E27FC236}">
                  <a16:creationId xmlns:a16="http://schemas.microsoft.com/office/drawing/2014/main" id="{84B47D86-6DCC-4BB0-81ED-C53B69B7DDF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50" name="Rectangle 18">
              <a:extLst>
                <a:ext uri="{FF2B5EF4-FFF2-40B4-BE49-F238E27FC236}">
                  <a16:creationId xmlns:a16="http://schemas.microsoft.com/office/drawing/2014/main" id="{E5A777E6-535F-43F9-8432-4C92F67CF9F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51" name="Rectangle 19">
              <a:extLst>
                <a:ext uri="{FF2B5EF4-FFF2-40B4-BE49-F238E27FC236}">
                  <a16:creationId xmlns:a16="http://schemas.microsoft.com/office/drawing/2014/main" id="{0C70F664-7616-458A-A910-5B40CB29381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52" name="Rectangle 20">
              <a:extLst>
                <a:ext uri="{FF2B5EF4-FFF2-40B4-BE49-F238E27FC236}">
                  <a16:creationId xmlns:a16="http://schemas.microsoft.com/office/drawing/2014/main" id="{3C80594B-C082-443E-B0CC-B19C7A6FA01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53" name="Rectangle 21">
              <a:extLst>
                <a:ext uri="{FF2B5EF4-FFF2-40B4-BE49-F238E27FC236}">
                  <a16:creationId xmlns:a16="http://schemas.microsoft.com/office/drawing/2014/main" id="{D042286A-45BD-427D-98D2-E08439A8C69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54" name="Rectangle 22">
              <a:extLst>
                <a:ext uri="{FF2B5EF4-FFF2-40B4-BE49-F238E27FC236}">
                  <a16:creationId xmlns:a16="http://schemas.microsoft.com/office/drawing/2014/main" id="{04D8DF40-8CFE-4050-84C3-61ACE4CF4C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55" name="Rectangle 23">
              <a:extLst>
                <a:ext uri="{FF2B5EF4-FFF2-40B4-BE49-F238E27FC236}">
                  <a16:creationId xmlns:a16="http://schemas.microsoft.com/office/drawing/2014/main" id="{49AB6321-6F80-4A81-AB9B-72B9399F7E6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56" name="Rectangle 24">
              <a:extLst>
                <a:ext uri="{FF2B5EF4-FFF2-40B4-BE49-F238E27FC236}">
                  <a16:creationId xmlns:a16="http://schemas.microsoft.com/office/drawing/2014/main" id="{A8CB1171-E2A0-42C3-8ED8-B67BA873D84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57" name="Rectangle 25">
              <a:extLst>
                <a:ext uri="{FF2B5EF4-FFF2-40B4-BE49-F238E27FC236}">
                  <a16:creationId xmlns:a16="http://schemas.microsoft.com/office/drawing/2014/main" id="{851DB485-B113-44D1-A436-6A1D85ED07D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58" name="Rectangle 26">
              <a:extLst>
                <a:ext uri="{FF2B5EF4-FFF2-40B4-BE49-F238E27FC236}">
                  <a16:creationId xmlns:a16="http://schemas.microsoft.com/office/drawing/2014/main" id="{EA9C3B74-5EF6-4B44-8105-963D51FBFDD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59" name="Rectangle 27">
              <a:extLst>
                <a:ext uri="{FF2B5EF4-FFF2-40B4-BE49-F238E27FC236}">
                  <a16:creationId xmlns:a16="http://schemas.microsoft.com/office/drawing/2014/main" id="{182F2547-9C6F-4B87-BCEE-C5F0D42AE3B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60" name="Rectangle 28">
              <a:extLst>
                <a:ext uri="{FF2B5EF4-FFF2-40B4-BE49-F238E27FC236}">
                  <a16:creationId xmlns:a16="http://schemas.microsoft.com/office/drawing/2014/main" id="{47C5B000-CBD8-4F2D-B029-60A294198A0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61" name="Rectangle 29">
              <a:extLst>
                <a:ext uri="{FF2B5EF4-FFF2-40B4-BE49-F238E27FC236}">
                  <a16:creationId xmlns:a16="http://schemas.microsoft.com/office/drawing/2014/main" id="{87008A9B-5EC0-4FEC-A11A-78C6FA8B72C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62" name="Rectangle 30">
              <a:extLst>
                <a:ext uri="{FF2B5EF4-FFF2-40B4-BE49-F238E27FC236}">
                  <a16:creationId xmlns:a16="http://schemas.microsoft.com/office/drawing/2014/main" id="{9F59C992-1E06-4541-95A0-3BFE0999C09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63" name="Rectangle 31">
              <a:extLst>
                <a:ext uri="{FF2B5EF4-FFF2-40B4-BE49-F238E27FC236}">
                  <a16:creationId xmlns:a16="http://schemas.microsoft.com/office/drawing/2014/main" id="{B7EB5362-E348-4C94-A906-19CAB6BC124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64" name="Rectangle 32">
              <a:extLst>
                <a:ext uri="{FF2B5EF4-FFF2-40B4-BE49-F238E27FC236}">
                  <a16:creationId xmlns:a16="http://schemas.microsoft.com/office/drawing/2014/main" id="{3B5FC432-E562-4E1A-B20B-9EB5252309E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65" name="Rectangle 33">
              <a:extLst>
                <a:ext uri="{FF2B5EF4-FFF2-40B4-BE49-F238E27FC236}">
                  <a16:creationId xmlns:a16="http://schemas.microsoft.com/office/drawing/2014/main" id="{741BA3B7-026E-4A5F-BB1A-2801FCF1039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66" name="Rectangle 34">
              <a:extLst>
                <a:ext uri="{FF2B5EF4-FFF2-40B4-BE49-F238E27FC236}">
                  <a16:creationId xmlns:a16="http://schemas.microsoft.com/office/drawing/2014/main" id="{96C903AD-698B-4A18-AE07-5BF6AADF55D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67" name="Rectangle 35">
              <a:extLst>
                <a:ext uri="{FF2B5EF4-FFF2-40B4-BE49-F238E27FC236}">
                  <a16:creationId xmlns:a16="http://schemas.microsoft.com/office/drawing/2014/main" id="{183DC2BE-9E51-456F-8686-4AA1FD3EEA6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68" name="Rectangle 36">
              <a:extLst>
                <a:ext uri="{FF2B5EF4-FFF2-40B4-BE49-F238E27FC236}">
                  <a16:creationId xmlns:a16="http://schemas.microsoft.com/office/drawing/2014/main" id="{EB93A4BE-A742-4C04-9B51-0AF013C133F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69" name="Rectangle 37">
              <a:extLst>
                <a:ext uri="{FF2B5EF4-FFF2-40B4-BE49-F238E27FC236}">
                  <a16:creationId xmlns:a16="http://schemas.microsoft.com/office/drawing/2014/main" id="{751354B2-B410-4017-B833-05B6A514441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70" name="Rectangle 38">
              <a:extLst>
                <a:ext uri="{FF2B5EF4-FFF2-40B4-BE49-F238E27FC236}">
                  <a16:creationId xmlns:a16="http://schemas.microsoft.com/office/drawing/2014/main" id="{C515BC9A-A628-4D15-8986-DB7640801F8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71" name="Rectangle 39">
              <a:extLst>
                <a:ext uri="{FF2B5EF4-FFF2-40B4-BE49-F238E27FC236}">
                  <a16:creationId xmlns:a16="http://schemas.microsoft.com/office/drawing/2014/main" id="{39D97771-D1F8-40F9-BA0C-8C797D19CD3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72" name="Rectangle 40">
              <a:extLst>
                <a:ext uri="{FF2B5EF4-FFF2-40B4-BE49-F238E27FC236}">
                  <a16:creationId xmlns:a16="http://schemas.microsoft.com/office/drawing/2014/main" id="{BBAAAB5A-C987-4472-A705-2DA39C9FD11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73" name="Rectangle 41">
              <a:extLst>
                <a:ext uri="{FF2B5EF4-FFF2-40B4-BE49-F238E27FC236}">
                  <a16:creationId xmlns:a16="http://schemas.microsoft.com/office/drawing/2014/main" id="{8F282ABE-BE11-4507-90B6-A68C0708756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74" name="Rectangle 42">
              <a:extLst>
                <a:ext uri="{FF2B5EF4-FFF2-40B4-BE49-F238E27FC236}">
                  <a16:creationId xmlns:a16="http://schemas.microsoft.com/office/drawing/2014/main" id="{07E75A9A-60BD-4CAF-B13D-375156D3D84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75" name="Rectangle 43">
              <a:extLst>
                <a:ext uri="{FF2B5EF4-FFF2-40B4-BE49-F238E27FC236}">
                  <a16:creationId xmlns:a16="http://schemas.microsoft.com/office/drawing/2014/main" id="{D9F8ECF0-81FA-447E-828F-9011FDB0A0A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76" name="Rectangle 44">
              <a:extLst>
                <a:ext uri="{FF2B5EF4-FFF2-40B4-BE49-F238E27FC236}">
                  <a16:creationId xmlns:a16="http://schemas.microsoft.com/office/drawing/2014/main" id="{EF2CD1FD-194B-4E10-9F1B-3FDC2D4F190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77" name="Rectangle 45">
              <a:extLst>
                <a:ext uri="{FF2B5EF4-FFF2-40B4-BE49-F238E27FC236}">
                  <a16:creationId xmlns:a16="http://schemas.microsoft.com/office/drawing/2014/main" id="{B4857C6C-8EA8-4FC6-B30D-DD9AE2A2D98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78" name="Rectangle 46">
              <a:extLst>
                <a:ext uri="{FF2B5EF4-FFF2-40B4-BE49-F238E27FC236}">
                  <a16:creationId xmlns:a16="http://schemas.microsoft.com/office/drawing/2014/main" id="{340B9FA2-E247-42B0-8E8D-51AF9768AD8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79" name="Rectangle 47">
              <a:extLst>
                <a:ext uri="{FF2B5EF4-FFF2-40B4-BE49-F238E27FC236}">
                  <a16:creationId xmlns:a16="http://schemas.microsoft.com/office/drawing/2014/main" id="{A3F77C40-CB16-4149-94D0-1AEE24636C9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80" name="Rectangle 48">
              <a:extLst>
                <a:ext uri="{FF2B5EF4-FFF2-40B4-BE49-F238E27FC236}">
                  <a16:creationId xmlns:a16="http://schemas.microsoft.com/office/drawing/2014/main" id="{EA9BAF1D-4C30-4DA5-9EE0-819961E66AF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81" name="Rectangle 49">
              <a:extLst>
                <a:ext uri="{FF2B5EF4-FFF2-40B4-BE49-F238E27FC236}">
                  <a16:creationId xmlns:a16="http://schemas.microsoft.com/office/drawing/2014/main" id="{82507DB7-76F7-4E47-8EB6-FD1619E232A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82" name="Rectangle 50">
              <a:extLst>
                <a:ext uri="{FF2B5EF4-FFF2-40B4-BE49-F238E27FC236}">
                  <a16:creationId xmlns:a16="http://schemas.microsoft.com/office/drawing/2014/main" id="{35743391-8527-4EE5-964E-A2C87A7521F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83" name="Rectangle 51">
              <a:extLst>
                <a:ext uri="{FF2B5EF4-FFF2-40B4-BE49-F238E27FC236}">
                  <a16:creationId xmlns:a16="http://schemas.microsoft.com/office/drawing/2014/main" id="{42C2D33A-70F5-4499-84DC-9BDCEEF9944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46585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84" name="Rectangle 52">
              <a:extLst>
                <a:ext uri="{FF2B5EF4-FFF2-40B4-BE49-F238E27FC236}">
                  <a16:creationId xmlns:a16="http://schemas.microsoft.com/office/drawing/2014/main" id="{7B3F8A6B-223A-4E20-A4C1-2775758A855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85" name="Rectangle 53">
              <a:extLst>
                <a:ext uri="{FF2B5EF4-FFF2-40B4-BE49-F238E27FC236}">
                  <a16:creationId xmlns:a16="http://schemas.microsoft.com/office/drawing/2014/main" id="{FCD3FFF9-B71C-411D-ADE1-23C139AC2E3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86" name="Rectangle 54">
              <a:extLst>
                <a:ext uri="{FF2B5EF4-FFF2-40B4-BE49-F238E27FC236}">
                  <a16:creationId xmlns:a16="http://schemas.microsoft.com/office/drawing/2014/main" id="{D379D87B-C3FA-46DE-BCAD-5A8BEFF07F2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87" name="Rectangle 55">
              <a:extLst>
                <a:ext uri="{FF2B5EF4-FFF2-40B4-BE49-F238E27FC236}">
                  <a16:creationId xmlns:a16="http://schemas.microsoft.com/office/drawing/2014/main" id="{CAC085E7-F760-4CAC-9B4B-D2CB60F3DF9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88" name="Rectangle 56">
              <a:extLst>
                <a:ext uri="{FF2B5EF4-FFF2-40B4-BE49-F238E27FC236}">
                  <a16:creationId xmlns:a16="http://schemas.microsoft.com/office/drawing/2014/main" id="{F84285C6-15CD-4257-86AD-5463A65C38A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89" name="Rectangle 57">
              <a:extLst>
                <a:ext uri="{FF2B5EF4-FFF2-40B4-BE49-F238E27FC236}">
                  <a16:creationId xmlns:a16="http://schemas.microsoft.com/office/drawing/2014/main" id="{B58E7DB7-E6CE-481A-AE94-DC8A8171AD4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90" name="Rectangle 58">
              <a:extLst>
                <a:ext uri="{FF2B5EF4-FFF2-40B4-BE49-F238E27FC236}">
                  <a16:creationId xmlns:a16="http://schemas.microsoft.com/office/drawing/2014/main" id="{676D9976-733F-4C16-9D57-169DD5AE647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91" name="Rectangle 59">
              <a:extLst>
                <a:ext uri="{FF2B5EF4-FFF2-40B4-BE49-F238E27FC236}">
                  <a16:creationId xmlns:a16="http://schemas.microsoft.com/office/drawing/2014/main" id="{602FDBC6-C329-483E-B1A1-99836A00E31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92" name="Rectangle 60">
              <a:extLst>
                <a:ext uri="{FF2B5EF4-FFF2-40B4-BE49-F238E27FC236}">
                  <a16:creationId xmlns:a16="http://schemas.microsoft.com/office/drawing/2014/main" id="{029360FC-459B-4538-ACA1-D35C76F7172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93" name="Rectangle 61">
              <a:extLst>
                <a:ext uri="{FF2B5EF4-FFF2-40B4-BE49-F238E27FC236}">
                  <a16:creationId xmlns:a16="http://schemas.microsoft.com/office/drawing/2014/main" id="{6E416737-591E-4F0E-88B3-194D822EB93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730966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94" name="Rectangle 62">
              <a:extLst>
                <a:ext uri="{FF2B5EF4-FFF2-40B4-BE49-F238E27FC236}">
                  <a16:creationId xmlns:a16="http://schemas.microsoft.com/office/drawing/2014/main" id="{4018410C-B710-40E9-8CD2-298B41243CD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95" name="Rectangle 63">
              <a:extLst>
                <a:ext uri="{FF2B5EF4-FFF2-40B4-BE49-F238E27FC236}">
                  <a16:creationId xmlns:a16="http://schemas.microsoft.com/office/drawing/2014/main" id="{0F016A61-CDF6-47E3-BCC2-07A0EB418C6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96" name="Rectangle 64">
              <a:extLst>
                <a:ext uri="{FF2B5EF4-FFF2-40B4-BE49-F238E27FC236}">
                  <a16:creationId xmlns:a16="http://schemas.microsoft.com/office/drawing/2014/main" id="{1EA32C32-22C4-4E09-AF19-D2775CF69A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97" name="Rectangle 65">
              <a:extLst>
                <a:ext uri="{FF2B5EF4-FFF2-40B4-BE49-F238E27FC236}">
                  <a16:creationId xmlns:a16="http://schemas.microsoft.com/office/drawing/2014/main" id="{1DE47755-9879-4F0C-8548-235FA6DFF00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98" name="Rectangle 66">
              <a:extLst>
                <a:ext uri="{FF2B5EF4-FFF2-40B4-BE49-F238E27FC236}">
                  <a16:creationId xmlns:a16="http://schemas.microsoft.com/office/drawing/2014/main" id="{8E2AA071-A104-4158-BBF0-2231BBA58B6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99" name="Rectangle 67">
              <a:extLst>
                <a:ext uri="{FF2B5EF4-FFF2-40B4-BE49-F238E27FC236}">
                  <a16:creationId xmlns:a16="http://schemas.microsoft.com/office/drawing/2014/main" id="{E5380A85-F195-4B65-8B27-27123DBB36B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300" name="Rectangle 68">
              <a:extLst>
                <a:ext uri="{FF2B5EF4-FFF2-40B4-BE49-F238E27FC236}">
                  <a16:creationId xmlns:a16="http://schemas.microsoft.com/office/drawing/2014/main" id="{98A8EC53-A5D1-4A80-A6F2-38A28DFD450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301" name="Rectangle 69">
              <a:extLst>
                <a:ext uri="{FF2B5EF4-FFF2-40B4-BE49-F238E27FC236}">
                  <a16:creationId xmlns:a16="http://schemas.microsoft.com/office/drawing/2014/main" id="{777230DA-8C82-4D7C-A22B-821D349FDC9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302" name="Rectangle 70">
              <a:extLst>
                <a:ext uri="{FF2B5EF4-FFF2-40B4-BE49-F238E27FC236}">
                  <a16:creationId xmlns:a16="http://schemas.microsoft.com/office/drawing/2014/main" id="{6151D995-BFD7-481A-974E-22F0E2E8A19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303" name="Rectangle 71">
              <a:extLst>
                <a:ext uri="{FF2B5EF4-FFF2-40B4-BE49-F238E27FC236}">
                  <a16:creationId xmlns:a16="http://schemas.microsoft.com/office/drawing/2014/main" id="{67E7D97A-5613-456E-91E6-13273EC39A9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002429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304" name="Rectangle 72">
              <a:extLst>
                <a:ext uri="{FF2B5EF4-FFF2-40B4-BE49-F238E27FC236}">
                  <a16:creationId xmlns:a16="http://schemas.microsoft.com/office/drawing/2014/main" id="{9C337C03-6814-412C-A07D-175ED7321E4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305" name="Rectangle 73">
              <a:extLst>
                <a:ext uri="{FF2B5EF4-FFF2-40B4-BE49-F238E27FC236}">
                  <a16:creationId xmlns:a16="http://schemas.microsoft.com/office/drawing/2014/main" id="{08063C1A-A45C-4EF8-AE85-A8CEABF9B03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306" name="Rectangle 74">
              <a:extLst>
                <a:ext uri="{FF2B5EF4-FFF2-40B4-BE49-F238E27FC236}">
                  <a16:creationId xmlns:a16="http://schemas.microsoft.com/office/drawing/2014/main" id="{74ED50BA-BF57-4FEC-9EA7-A346422854E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307" name="Rectangle 75">
              <a:extLst>
                <a:ext uri="{FF2B5EF4-FFF2-40B4-BE49-F238E27FC236}">
                  <a16:creationId xmlns:a16="http://schemas.microsoft.com/office/drawing/2014/main" id="{B37EA706-C5CD-4B5C-B475-8A1DDD79F42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308" name="Rectangle 76">
              <a:extLst>
                <a:ext uri="{FF2B5EF4-FFF2-40B4-BE49-F238E27FC236}">
                  <a16:creationId xmlns:a16="http://schemas.microsoft.com/office/drawing/2014/main" id="{4D0E756E-F386-4491-9603-7B6E59868D3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309" name="Rectangle 77">
              <a:extLst>
                <a:ext uri="{FF2B5EF4-FFF2-40B4-BE49-F238E27FC236}">
                  <a16:creationId xmlns:a16="http://schemas.microsoft.com/office/drawing/2014/main" id="{C3C8EB67-41E6-4F68-BBDB-46F3B0A3BE4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310" name="Rectangle 78">
              <a:extLst>
                <a:ext uri="{FF2B5EF4-FFF2-40B4-BE49-F238E27FC236}">
                  <a16:creationId xmlns:a16="http://schemas.microsoft.com/office/drawing/2014/main" id="{F47221E5-A5D9-47CD-A1CE-044E4016E5C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311" name="Rectangle 79">
              <a:extLst>
                <a:ext uri="{FF2B5EF4-FFF2-40B4-BE49-F238E27FC236}">
                  <a16:creationId xmlns:a16="http://schemas.microsoft.com/office/drawing/2014/main" id="{99359499-8E36-4281-B1C6-893779EE987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312" name="Rectangle 80">
              <a:extLst>
                <a:ext uri="{FF2B5EF4-FFF2-40B4-BE49-F238E27FC236}">
                  <a16:creationId xmlns:a16="http://schemas.microsoft.com/office/drawing/2014/main" id="{61AF7F42-A340-461C-AA23-98B6B479855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313" name="Rectangle 81">
              <a:extLst>
                <a:ext uri="{FF2B5EF4-FFF2-40B4-BE49-F238E27FC236}">
                  <a16:creationId xmlns:a16="http://schemas.microsoft.com/office/drawing/2014/main" id="{F967C59C-1D66-40ED-AA79-2892E113F94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27230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314" name="Rectangle 82">
              <a:extLst>
                <a:ext uri="{FF2B5EF4-FFF2-40B4-BE49-F238E27FC236}">
                  <a16:creationId xmlns:a16="http://schemas.microsoft.com/office/drawing/2014/main" id="{77945381-FB39-47ED-9697-87880E8F217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315" name="Rectangle 83">
              <a:extLst>
                <a:ext uri="{FF2B5EF4-FFF2-40B4-BE49-F238E27FC236}">
                  <a16:creationId xmlns:a16="http://schemas.microsoft.com/office/drawing/2014/main" id="{799A9D7F-2EFD-4C0E-9205-59FF0D27592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316" name="Rectangle 84">
              <a:extLst>
                <a:ext uri="{FF2B5EF4-FFF2-40B4-BE49-F238E27FC236}">
                  <a16:creationId xmlns:a16="http://schemas.microsoft.com/office/drawing/2014/main" id="{149056C8-511C-492A-9E3B-4BDDF047566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0178" name="Rectangle 2">
            <a:extLst>
              <a:ext uri="{FF2B5EF4-FFF2-40B4-BE49-F238E27FC236}">
                <a16:creationId xmlns:a16="http://schemas.microsoft.com/office/drawing/2014/main" id="{DB8B9B8A-931E-4C1D-84EB-27527316B9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grpSp>
        <p:nvGrpSpPr>
          <p:cNvPr id="50179" name="Group 93">
            <a:extLst>
              <a:ext uri="{FF2B5EF4-FFF2-40B4-BE49-F238E27FC236}">
                <a16:creationId xmlns:a16="http://schemas.microsoft.com/office/drawing/2014/main" id="{04100340-6180-43A0-8E91-C51F93B89391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50185" name="Rectangle 85">
              <a:extLst>
                <a:ext uri="{FF2B5EF4-FFF2-40B4-BE49-F238E27FC236}">
                  <a16:creationId xmlns:a16="http://schemas.microsoft.com/office/drawing/2014/main" id="{03D1E78D-3A3B-4A98-8EDB-1F7B0B259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186" name="Rectangle 86">
              <a:extLst>
                <a:ext uri="{FF2B5EF4-FFF2-40B4-BE49-F238E27FC236}">
                  <a16:creationId xmlns:a16="http://schemas.microsoft.com/office/drawing/2014/main" id="{805BF124-2242-42F8-BBB3-6D36338A6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187" name="Rectangle 88">
              <a:extLst>
                <a:ext uri="{FF2B5EF4-FFF2-40B4-BE49-F238E27FC236}">
                  <a16:creationId xmlns:a16="http://schemas.microsoft.com/office/drawing/2014/main" id="{5D6BC2C3-9F45-4EF1-BF66-68B5CCAB6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188" name="Rectangle 89">
              <a:extLst>
                <a:ext uri="{FF2B5EF4-FFF2-40B4-BE49-F238E27FC236}">
                  <a16:creationId xmlns:a16="http://schemas.microsoft.com/office/drawing/2014/main" id="{D15D3000-30D5-494C-819A-CCB07C365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189" name="Rectangle 90">
              <a:extLst>
                <a:ext uri="{FF2B5EF4-FFF2-40B4-BE49-F238E27FC236}">
                  <a16:creationId xmlns:a16="http://schemas.microsoft.com/office/drawing/2014/main" id="{EF24C252-AB62-4864-A17D-FC1F54575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190" name="Rectangle 91">
              <a:extLst>
                <a:ext uri="{FF2B5EF4-FFF2-40B4-BE49-F238E27FC236}">
                  <a16:creationId xmlns:a16="http://schemas.microsoft.com/office/drawing/2014/main" id="{042282FF-4EAD-4826-ACCC-961687633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191" name="Rectangle 92">
              <a:extLst>
                <a:ext uri="{FF2B5EF4-FFF2-40B4-BE49-F238E27FC236}">
                  <a16:creationId xmlns:a16="http://schemas.microsoft.com/office/drawing/2014/main" id="{F69E668C-4056-4590-8C97-07D0E2B9D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192" name="Rectangle 93">
              <a:extLst>
                <a:ext uri="{FF2B5EF4-FFF2-40B4-BE49-F238E27FC236}">
                  <a16:creationId xmlns:a16="http://schemas.microsoft.com/office/drawing/2014/main" id="{5A23E7B2-EFBC-4D62-88BB-1AA0AC88B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193" name="Rectangle 94">
              <a:extLst>
                <a:ext uri="{FF2B5EF4-FFF2-40B4-BE49-F238E27FC236}">
                  <a16:creationId xmlns:a16="http://schemas.microsoft.com/office/drawing/2014/main" id="{AACD8F78-F4DA-4354-8695-0D8D0D378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194" name="Rectangle 95">
              <a:extLst>
                <a:ext uri="{FF2B5EF4-FFF2-40B4-BE49-F238E27FC236}">
                  <a16:creationId xmlns:a16="http://schemas.microsoft.com/office/drawing/2014/main" id="{95C74BAD-5C48-4BE6-9FB5-BFE5B7265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195" name="Rectangle 96">
              <a:extLst>
                <a:ext uri="{FF2B5EF4-FFF2-40B4-BE49-F238E27FC236}">
                  <a16:creationId xmlns:a16="http://schemas.microsoft.com/office/drawing/2014/main" id="{07B09D23-9576-475E-9180-C9E63D875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196" name="Rectangle 97">
              <a:extLst>
                <a:ext uri="{FF2B5EF4-FFF2-40B4-BE49-F238E27FC236}">
                  <a16:creationId xmlns:a16="http://schemas.microsoft.com/office/drawing/2014/main" id="{727DE047-4C24-415D-AD81-9F0474BF7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197" name="Rectangle 98">
              <a:extLst>
                <a:ext uri="{FF2B5EF4-FFF2-40B4-BE49-F238E27FC236}">
                  <a16:creationId xmlns:a16="http://schemas.microsoft.com/office/drawing/2014/main" id="{D1D29BBB-EC74-4E49-A1F6-A189D6FF2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198" name="Rectangle 99">
              <a:extLst>
                <a:ext uri="{FF2B5EF4-FFF2-40B4-BE49-F238E27FC236}">
                  <a16:creationId xmlns:a16="http://schemas.microsoft.com/office/drawing/2014/main" id="{04158922-92B5-4C2F-B10E-533F1387A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199" name="Rectangle 100">
              <a:extLst>
                <a:ext uri="{FF2B5EF4-FFF2-40B4-BE49-F238E27FC236}">
                  <a16:creationId xmlns:a16="http://schemas.microsoft.com/office/drawing/2014/main" id="{52337EF6-071C-4F4E-B21D-6FCE96027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00" name="Rectangle 101">
              <a:extLst>
                <a:ext uri="{FF2B5EF4-FFF2-40B4-BE49-F238E27FC236}">
                  <a16:creationId xmlns:a16="http://schemas.microsoft.com/office/drawing/2014/main" id="{DCCBFB2B-B7F5-4873-ABBA-BB6CE7310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01" name="Rectangle 102">
              <a:extLst>
                <a:ext uri="{FF2B5EF4-FFF2-40B4-BE49-F238E27FC236}">
                  <a16:creationId xmlns:a16="http://schemas.microsoft.com/office/drawing/2014/main" id="{C5A5E0E1-299E-4CE7-ACEB-02CB1FED3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02" name="Rectangle 103">
              <a:extLst>
                <a:ext uri="{FF2B5EF4-FFF2-40B4-BE49-F238E27FC236}">
                  <a16:creationId xmlns:a16="http://schemas.microsoft.com/office/drawing/2014/main" id="{D5257D52-9C77-4282-9744-E1FF30EAC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03" name="Rectangle 104">
              <a:extLst>
                <a:ext uri="{FF2B5EF4-FFF2-40B4-BE49-F238E27FC236}">
                  <a16:creationId xmlns:a16="http://schemas.microsoft.com/office/drawing/2014/main" id="{A971B3BE-D526-4A19-ADF3-95C6F0BF1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04" name="Rectangle 105">
              <a:extLst>
                <a:ext uri="{FF2B5EF4-FFF2-40B4-BE49-F238E27FC236}">
                  <a16:creationId xmlns:a16="http://schemas.microsoft.com/office/drawing/2014/main" id="{D7C36DA2-E7D2-4D16-BCE1-B224D2C1F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05" name="Rectangle 106">
              <a:extLst>
                <a:ext uri="{FF2B5EF4-FFF2-40B4-BE49-F238E27FC236}">
                  <a16:creationId xmlns:a16="http://schemas.microsoft.com/office/drawing/2014/main" id="{8BC61A41-14F9-4CBF-BF42-A803A16DF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06" name="Rectangle 107">
              <a:extLst>
                <a:ext uri="{FF2B5EF4-FFF2-40B4-BE49-F238E27FC236}">
                  <a16:creationId xmlns:a16="http://schemas.microsoft.com/office/drawing/2014/main" id="{95FF4D58-87B5-4A50-B349-67819CC07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07" name="Rectangle 108">
              <a:extLst>
                <a:ext uri="{FF2B5EF4-FFF2-40B4-BE49-F238E27FC236}">
                  <a16:creationId xmlns:a16="http://schemas.microsoft.com/office/drawing/2014/main" id="{61016096-38C6-4256-BA18-F1452A758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08" name="Rectangle 109">
              <a:extLst>
                <a:ext uri="{FF2B5EF4-FFF2-40B4-BE49-F238E27FC236}">
                  <a16:creationId xmlns:a16="http://schemas.microsoft.com/office/drawing/2014/main" id="{DE4DFD72-5B28-4A44-83EB-C28D7FD0A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09" name="Rectangle 110">
              <a:extLst>
                <a:ext uri="{FF2B5EF4-FFF2-40B4-BE49-F238E27FC236}">
                  <a16:creationId xmlns:a16="http://schemas.microsoft.com/office/drawing/2014/main" id="{EC5F57CE-768D-456F-96B6-6EB58F113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10" name="Rectangle 111">
              <a:extLst>
                <a:ext uri="{FF2B5EF4-FFF2-40B4-BE49-F238E27FC236}">
                  <a16:creationId xmlns:a16="http://schemas.microsoft.com/office/drawing/2014/main" id="{7C9342FC-09E1-434C-A56E-7414C50E4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11" name="Rectangle 112">
              <a:extLst>
                <a:ext uri="{FF2B5EF4-FFF2-40B4-BE49-F238E27FC236}">
                  <a16:creationId xmlns:a16="http://schemas.microsoft.com/office/drawing/2014/main" id="{912CA17F-698F-48A3-BCF6-61679ECA6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12" name="Rectangle 113">
              <a:extLst>
                <a:ext uri="{FF2B5EF4-FFF2-40B4-BE49-F238E27FC236}">
                  <a16:creationId xmlns:a16="http://schemas.microsoft.com/office/drawing/2014/main" id="{E6E46DA1-58FF-47AB-A489-B0F7C2145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13" name="Rectangle 114">
              <a:extLst>
                <a:ext uri="{FF2B5EF4-FFF2-40B4-BE49-F238E27FC236}">
                  <a16:creationId xmlns:a16="http://schemas.microsoft.com/office/drawing/2014/main" id="{40B50425-E788-4C4E-B3AC-45E36821F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14" name="Rectangle 115">
              <a:extLst>
                <a:ext uri="{FF2B5EF4-FFF2-40B4-BE49-F238E27FC236}">
                  <a16:creationId xmlns:a16="http://schemas.microsoft.com/office/drawing/2014/main" id="{2D3BF80E-725B-4260-BDB9-284BC3408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15" name="Rectangle 117">
              <a:extLst>
                <a:ext uri="{FF2B5EF4-FFF2-40B4-BE49-F238E27FC236}">
                  <a16:creationId xmlns:a16="http://schemas.microsoft.com/office/drawing/2014/main" id="{453E66F6-5B28-4068-A5C1-634FAC307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16" name="Rectangle 118">
              <a:extLst>
                <a:ext uri="{FF2B5EF4-FFF2-40B4-BE49-F238E27FC236}">
                  <a16:creationId xmlns:a16="http://schemas.microsoft.com/office/drawing/2014/main" id="{64E89751-D382-4FF7-959E-AD9D55933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17" name="Rectangle 119">
              <a:extLst>
                <a:ext uri="{FF2B5EF4-FFF2-40B4-BE49-F238E27FC236}">
                  <a16:creationId xmlns:a16="http://schemas.microsoft.com/office/drawing/2014/main" id="{3173B265-6748-4AA3-A8BF-90767EA88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18" name="Rectangle 120">
              <a:extLst>
                <a:ext uri="{FF2B5EF4-FFF2-40B4-BE49-F238E27FC236}">
                  <a16:creationId xmlns:a16="http://schemas.microsoft.com/office/drawing/2014/main" id="{8CDF9AF9-6A3F-4F9D-BE77-D5881AF7A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19" name="Rectangle 121">
              <a:extLst>
                <a:ext uri="{FF2B5EF4-FFF2-40B4-BE49-F238E27FC236}">
                  <a16:creationId xmlns:a16="http://schemas.microsoft.com/office/drawing/2014/main" id="{9BEAFB1C-B793-48FD-BEED-4437E89F0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20" name="Rectangle 122">
              <a:extLst>
                <a:ext uri="{FF2B5EF4-FFF2-40B4-BE49-F238E27FC236}">
                  <a16:creationId xmlns:a16="http://schemas.microsoft.com/office/drawing/2014/main" id="{747BEA0B-935C-4EEB-B7A3-465BA620B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21" name="Rectangle 123">
              <a:extLst>
                <a:ext uri="{FF2B5EF4-FFF2-40B4-BE49-F238E27FC236}">
                  <a16:creationId xmlns:a16="http://schemas.microsoft.com/office/drawing/2014/main" id="{37311112-31E9-45FC-8643-940CB7BFA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22" name="Rectangle 125">
              <a:extLst>
                <a:ext uri="{FF2B5EF4-FFF2-40B4-BE49-F238E27FC236}">
                  <a16:creationId xmlns:a16="http://schemas.microsoft.com/office/drawing/2014/main" id="{639E6020-4DDD-4CF1-9314-B75F5280C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23" name="Rectangle 126">
              <a:extLst>
                <a:ext uri="{FF2B5EF4-FFF2-40B4-BE49-F238E27FC236}">
                  <a16:creationId xmlns:a16="http://schemas.microsoft.com/office/drawing/2014/main" id="{0F3C7348-E4D9-456C-9FB8-22113FB6D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24" name="Rectangle 127">
              <a:extLst>
                <a:ext uri="{FF2B5EF4-FFF2-40B4-BE49-F238E27FC236}">
                  <a16:creationId xmlns:a16="http://schemas.microsoft.com/office/drawing/2014/main" id="{BA48166B-CB6F-48B1-A9FE-B69C89FDE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25" name="Rectangle 128">
              <a:extLst>
                <a:ext uri="{FF2B5EF4-FFF2-40B4-BE49-F238E27FC236}">
                  <a16:creationId xmlns:a16="http://schemas.microsoft.com/office/drawing/2014/main" id="{ED941847-8AD7-43E3-B996-08FBBB4D8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26" name="Rectangle 129">
              <a:extLst>
                <a:ext uri="{FF2B5EF4-FFF2-40B4-BE49-F238E27FC236}">
                  <a16:creationId xmlns:a16="http://schemas.microsoft.com/office/drawing/2014/main" id="{BC204FE7-4D88-49B1-A16E-14DABA27C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27" name="Rectangle 130">
              <a:extLst>
                <a:ext uri="{FF2B5EF4-FFF2-40B4-BE49-F238E27FC236}">
                  <a16:creationId xmlns:a16="http://schemas.microsoft.com/office/drawing/2014/main" id="{E11AA3C7-5493-414C-8B93-CD401CAAE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28" name="Rectangle 131">
              <a:extLst>
                <a:ext uri="{FF2B5EF4-FFF2-40B4-BE49-F238E27FC236}">
                  <a16:creationId xmlns:a16="http://schemas.microsoft.com/office/drawing/2014/main" id="{78E72FF6-FC0A-4B0A-986A-F86EF438A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29" name="Rectangle 133">
              <a:extLst>
                <a:ext uri="{FF2B5EF4-FFF2-40B4-BE49-F238E27FC236}">
                  <a16:creationId xmlns:a16="http://schemas.microsoft.com/office/drawing/2014/main" id="{0986CB23-AC36-4BBC-A72B-DC12517EE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30" name="Rectangle 134">
              <a:extLst>
                <a:ext uri="{FF2B5EF4-FFF2-40B4-BE49-F238E27FC236}">
                  <a16:creationId xmlns:a16="http://schemas.microsoft.com/office/drawing/2014/main" id="{6BDC300B-DDC3-4087-86C6-69B13F0EF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31" name="Rectangle 135">
              <a:extLst>
                <a:ext uri="{FF2B5EF4-FFF2-40B4-BE49-F238E27FC236}">
                  <a16:creationId xmlns:a16="http://schemas.microsoft.com/office/drawing/2014/main" id="{F9D55317-0C6F-4C8B-84E2-402B4DCBB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32" name="Rectangle 136">
              <a:extLst>
                <a:ext uri="{FF2B5EF4-FFF2-40B4-BE49-F238E27FC236}">
                  <a16:creationId xmlns:a16="http://schemas.microsoft.com/office/drawing/2014/main" id="{925D8523-5050-4BDF-A712-4F568B5DA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33" name="Rectangle 137">
              <a:extLst>
                <a:ext uri="{FF2B5EF4-FFF2-40B4-BE49-F238E27FC236}">
                  <a16:creationId xmlns:a16="http://schemas.microsoft.com/office/drawing/2014/main" id="{4FBDC24E-A50A-43ED-8114-36607216D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34" name="Rectangle 138">
              <a:extLst>
                <a:ext uri="{FF2B5EF4-FFF2-40B4-BE49-F238E27FC236}">
                  <a16:creationId xmlns:a16="http://schemas.microsoft.com/office/drawing/2014/main" id="{88662AEF-666F-4DAF-B254-6A44A0B08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235" name="Rectangle 139">
              <a:extLst>
                <a:ext uri="{FF2B5EF4-FFF2-40B4-BE49-F238E27FC236}">
                  <a16:creationId xmlns:a16="http://schemas.microsoft.com/office/drawing/2014/main" id="{548124DE-ABD3-4C18-92E7-BA00E8F57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0180" name="Rectangle 148">
            <a:extLst>
              <a:ext uri="{FF2B5EF4-FFF2-40B4-BE49-F238E27FC236}">
                <a16:creationId xmlns:a16="http://schemas.microsoft.com/office/drawing/2014/main" id="{F7488CA8-0D41-445D-91B6-24C904CF58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2133600"/>
            <a:ext cx="893762" cy="20447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0181" name="Rectangle 154">
            <a:extLst>
              <a:ext uri="{FF2B5EF4-FFF2-40B4-BE49-F238E27FC236}">
                <a16:creationId xmlns:a16="http://schemas.microsoft.com/office/drawing/2014/main" id="{AD3F6F97-DB76-4410-A478-A1C7990463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1738" y="2133600"/>
            <a:ext cx="906462" cy="24511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0182" name="TextBox 2">
            <a:extLst>
              <a:ext uri="{FF2B5EF4-FFF2-40B4-BE49-F238E27FC236}">
                <a16:creationId xmlns:a16="http://schemas.microsoft.com/office/drawing/2014/main" id="{3C64F2A1-16EF-4D37-92B1-E7941C723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9238" y="5867400"/>
            <a:ext cx="39703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The output is the same in both tables</a:t>
            </a:r>
          </a:p>
        </p:txBody>
      </p:sp>
      <p:sp>
        <p:nvSpPr>
          <p:cNvPr id="50183" name="Rectangle 141">
            <a:extLst>
              <a:ext uri="{FF2B5EF4-FFF2-40B4-BE49-F238E27FC236}">
                <a16:creationId xmlns:a16="http://schemas.microsoft.com/office/drawing/2014/main" id="{E4EF984D-C3B2-4D71-8F5C-2F71044BAA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4688" y="4913313"/>
            <a:ext cx="2060575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State-assigned table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0184" name="Rectangle 87">
            <a:extLst>
              <a:ext uri="{FF2B5EF4-FFF2-40B4-BE49-F238E27FC236}">
                <a16:creationId xmlns:a16="http://schemas.microsoft.com/office/drawing/2014/main" id="{792908AF-5E67-439E-B8E7-3796D38CD75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943100" y="4889500"/>
            <a:ext cx="10414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201" name="Group 1">
            <a:extLst>
              <a:ext uri="{FF2B5EF4-FFF2-40B4-BE49-F238E27FC236}">
                <a16:creationId xmlns:a16="http://schemas.microsoft.com/office/drawing/2014/main" id="{0F2760EE-EDF5-415E-BBA4-11A7C13E378A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2127250"/>
            <a:ext cx="3536950" cy="2460625"/>
            <a:chOff x="4614951" y="2127591"/>
            <a:chExt cx="3536950" cy="2460625"/>
          </a:xfrm>
        </p:grpSpPr>
        <p:sp>
          <p:nvSpPr>
            <p:cNvPr id="51262" name="Rectangle 4">
              <a:extLst>
                <a:ext uri="{FF2B5EF4-FFF2-40B4-BE49-F238E27FC236}">
                  <a16:creationId xmlns:a16="http://schemas.microsoft.com/office/drawing/2014/main" id="{AF94BAD1-1534-4AD8-91FA-D6DCD1ED28A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63" name="Rectangle 5">
              <a:extLst>
                <a:ext uri="{FF2B5EF4-FFF2-40B4-BE49-F238E27FC236}">
                  <a16:creationId xmlns:a16="http://schemas.microsoft.com/office/drawing/2014/main" id="{0860724C-9909-4B3F-A372-460BCD51B1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64" name="Rectangle 6">
              <a:extLst>
                <a:ext uri="{FF2B5EF4-FFF2-40B4-BE49-F238E27FC236}">
                  <a16:creationId xmlns:a16="http://schemas.microsoft.com/office/drawing/2014/main" id="{CB2AF53B-AA57-4D41-B38F-1D60EEEAE78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65" name="Rectangle 7">
              <a:extLst>
                <a:ext uri="{FF2B5EF4-FFF2-40B4-BE49-F238E27FC236}">
                  <a16:creationId xmlns:a16="http://schemas.microsoft.com/office/drawing/2014/main" id="{B9C79EB5-FA0C-4A72-B998-72FBFF2CC65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66" name="Rectangle 8">
              <a:extLst>
                <a:ext uri="{FF2B5EF4-FFF2-40B4-BE49-F238E27FC236}">
                  <a16:creationId xmlns:a16="http://schemas.microsoft.com/office/drawing/2014/main" id="{AE98EF74-1256-4493-AA85-D3871EC8558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67" name="Rectangle 9">
              <a:extLst>
                <a:ext uri="{FF2B5EF4-FFF2-40B4-BE49-F238E27FC236}">
                  <a16:creationId xmlns:a16="http://schemas.microsoft.com/office/drawing/2014/main" id="{071F4A8C-03C0-4074-B61C-48714D5B24D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68" name="Rectangle 10">
              <a:extLst>
                <a:ext uri="{FF2B5EF4-FFF2-40B4-BE49-F238E27FC236}">
                  <a16:creationId xmlns:a16="http://schemas.microsoft.com/office/drawing/2014/main" id="{FA5EE5FE-15D6-42EC-BD41-E549497718E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69" name="Rectangle 11">
              <a:extLst>
                <a:ext uri="{FF2B5EF4-FFF2-40B4-BE49-F238E27FC236}">
                  <a16:creationId xmlns:a16="http://schemas.microsoft.com/office/drawing/2014/main" id="{9BB2C225-BCE1-48EB-A03B-B41469AB02E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70" name="Rectangle 12">
              <a:extLst>
                <a:ext uri="{FF2B5EF4-FFF2-40B4-BE49-F238E27FC236}">
                  <a16:creationId xmlns:a16="http://schemas.microsoft.com/office/drawing/2014/main" id="{CB13439A-3CDD-490D-928C-951C82C2062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71" name="Rectangle 13">
              <a:extLst>
                <a:ext uri="{FF2B5EF4-FFF2-40B4-BE49-F238E27FC236}">
                  <a16:creationId xmlns:a16="http://schemas.microsoft.com/office/drawing/2014/main" id="{E5BA6126-275B-4ACC-BE86-8C8FED7507B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72" name="Rectangle 14">
              <a:extLst>
                <a:ext uri="{FF2B5EF4-FFF2-40B4-BE49-F238E27FC236}">
                  <a16:creationId xmlns:a16="http://schemas.microsoft.com/office/drawing/2014/main" id="{09FE5D99-9BC7-4B64-9CF5-087917EE36F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73" name="Rectangle 15">
              <a:extLst>
                <a:ext uri="{FF2B5EF4-FFF2-40B4-BE49-F238E27FC236}">
                  <a16:creationId xmlns:a16="http://schemas.microsoft.com/office/drawing/2014/main" id="{913C8866-7ABB-473C-AB5E-15336DADDC3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74" name="Rectangle 16">
              <a:extLst>
                <a:ext uri="{FF2B5EF4-FFF2-40B4-BE49-F238E27FC236}">
                  <a16:creationId xmlns:a16="http://schemas.microsoft.com/office/drawing/2014/main" id="{1E04CD37-00AA-4F58-8670-C1202743C72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75" name="Rectangle 17">
              <a:extLst>
                <a:ext uri="{FF2B5EF4-FFF2-40B4-BE49-F238E27FC236}">
                  <a16:creationId xmlns:a16="http://schemas.microsoft.com/office/drawing/2014/main" id="{105C11C1-BA4C-400E-8546-49A1E0F18CD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76" name="Rectangle 18">
              <a:extLst>
                <a:ext uri="{FF2B5EF4-FFF2-40B4-BE49-F238E27FC236}">
                  <a16:creationId xmlns:a16="http://schemas.microsoft.com/office/drawing/2014/main" id="{D878F753-2318-4B0C-B61C-C89D958AC84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77" name="Rectangle 19">
              <a:extLst>
                <a:ext uri="{FF2B5EF4-FFF2-40B4-BE49-F238E27FC236}">
                  <a16:creationId xmlns:a16="http://schemas.microsoft.com/office/drawing/2014/main" id="{0E549DC8-1233-4019-99B6-86B353CF605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78" name="Rectangle 20">
              <a:extLst>
                <a:ext uri="{FF2B5EF4-FFF2-40B4-BE49-F238E27FC236}">
                  <a16:creationId xmlns:a16="http://schemas.microsoft.com/office/drawing/2014/main" id="{D3A7CE06-30D3-4FB4-BA1D-7136169E50B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79" name="Rectangle 21">
              <a:extLst>
                <a:ext uri="{FF2B5EF4-FFF2-40B4-BE49-F238E27FC236}">
                  <a16:creationId xmlns:a16="http://schemas.microsoft.com/office/drawing/2014/main" id="{FF3B3A5D-D60E-4CAC-87E7-7220483DF3D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80" name="Rectangle 22">
              <a:extLst>
                <a:ext uri="{FF2B5EF4-FFF2-40B4-BE49-F238E27FC236}">
                  <a16:creationId xmlns:a16="http://schemas.microsoft.com/office/drawing/2014/main" id="{9438583F-0984-4170-A1C0-96F80DB7462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81" name="Rectangle 23">
              <a:extLst>
                <a:ext uri="{FF2B5EF4-FFF2-40B4-BE49-F238E27FC236}">
                  <a16:creationId xmlns:a16="http://schemas.microsoft.com/office/drawing/2014/main" id="{B83FBDEC-3062-47AC-91C2-01F9FA84236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82" name="Rectangle 24">
              <a:extLst>
                <a:ext uri="{FF2B5EF4-FFF2-40B4-BE49-F238E27FC236}">
                  <a16:creationId xmlns:a16="http://schemas.microsoft.com/office/drawing/2014/main" id="{9431735D-4C13-440F-BD08-DBEEA01D06E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83" name="Rectangle 25">
              <a:extLst>
                <a:ext uri="{FF2B5EF4-FFF2-40B4-BE49-F238E27FC236}">
                  <a16:creationId xmlns:a16="http://schemas.microsoft.com/office/drawing/2014/main" id="{1276746E-FEDE-4EB7-8113-40D042D02E1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84" name="Rectangle 26">
              <a:extLst>
                <a:ext uri="{FF2B5EF4-FFF2-40B4-BE49-F238E27FC236}">
                  <a16:creationId xmlns:a16="http://schemas.microsoft.com/office/drawing/2014/main" id="{75C3BB99-CEDD-4AB6-91E2-3F4770E9DCC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85" name="Rectangle 27">
              <a:extLst>
                <a:ext uri="{FF2B5EF4-FFF2-40B4-BE49-F238E27FC236}">
                  <a16:creationId xmlns:a16="http://schemas.microsoft.com/office/drawing/2014/main" id="{728C661C-C495-4319-B515-9DF00D3D266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86" name="Rectangle 28">
              <a:extLst>
                <a:ext uri="{FF2B5EF4-FFF2-40B4-BE49-F238E27FC236}">
                  <a16:creationId xmlns:a16="http://schemas.microsoft.com/office/drawing/2014/main" id="{9482439A-A55B-4319-B640-9BB0BF29767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87" name="Rectangle 29">
              <a:extLst>
                <a:ext uri="{FF2B5EF4-FFF2-40B4-BE49-F238E27FC236}">
                  <a16:creationId xmlns:a16="http://schemas.microsoft.com/office/drawing/2014/main" id="{46767120-7F99-42A0-8548-521B0081561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88" name="Rectangle 30">
              <a:extLst>
                <a:ext uri="{FF2B5EF4-FFF2-40B4-BE49-F238E27FC236}">
                  <a16:creationId xmlns:a16="http://schemas.microsoft.com/office/drawing/2014/main" id="{C207120F-EC3E-49C7-85A4-64545D93425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89" name="Rectangle 31">
              <a:extLst>
                <a:ext uri="{FF2B5EF4-FFF2-40B4-BE49-F238E27FC236}">
                  <a16:creationId xmlns:a16="http://schemas.microsoft.com/office/drawing/2014/main" id="{B5A0728C-A8CE-4160-A342-DC0462847B4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90" name="Rectangle 32">
              <a:extLst>
                <a:ext uri="{FF2B5EF4-FFF2-40B4-BE49-F238E27FC236}">
                  <a16:creationId xmlns:a16="http://schemas.microsoft.com/office/drawing/2014/main" id="{0BBEC1B0-5054-43F5-8484-A0F736B4E0C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91" name="Rectangle 33">
              <a:extLst>
                <a:ext uri="{FF2B5EF4-FFF2-40B4-BE49-F238E27FC236}">
                  <a16:creationId xmlns:a16="http://schemas.microsoft.com/office/drawing/2014/main" id="{15BE9CBC-0730-424F-A46A-12C2B528505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92" name="Rectangle 34">
              <a:extLst>
                <a:ext uri="{FF2B5EF4-FFF2-40B4-BE49-F238E27FC236}">
                  <a16:creationId xmlns:a16="http://schemas.microsoft.com/office/drawing/2014/main" id="{A69B5D80-D22D-402E-A225-D9A7E0F6056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93" name="Rectangle 35">
              <a:extLst>
                <a:ext uri="{FF2B5EF4-FFF2-40B4-BE49-F238E27FC236}">
                  <a16:creationId xmlns:a16="http://schemas.microsoft.com/office/drawing/2014/main" id="{7D9BB597-06A4-434D-A852-8E4915F567D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94" name="Rectangle 36">
              <a:extLst>
                <a:ext uri="{FF2B5EF4-FFF2-40B4-BE49-F238E27FC236}">
                  <a16:creationId xmlns:a16="http://schemas.microsoft.com/office/drawing/2014/main" id="{815609CF-B665-4026-A25C-1FD2D58B701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95" name="Rectangle 37">
              <a:extLst>
                <a:ext uri="{FF2B5EF4-FFF2-40B4-BE49-F238E27FC236}">
                  <a16:creationId xmlns:a16="http://schemas.microsoft.com/office/drawing/2014/main" id="{4AAC43E0-8316-4BCE-BB78-AEA0ABA9BA6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96" name="Rectangle 38">
              <a:extLst>
                <a:ext uri="{FF2B5EF4-FFF2-40B4-BE49-F238E27FC236}">
                  <a16:creationId xmlns:a16="http://schemas.microsoft.com/office/drawing/2014/main" id="{E546F443-2C15-4632-8DA1-31B45F4B4B1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97" name="Rectangle 39">
              <a:extLst>
                <a:ext uri="{FF2B5EF4-FFF2-40B4-BE49-F238E27FC236}">
                  <a16:creationId xmlns:a16="http://schemas.microsoft.com/office/drawing/2014/main" id="{36614759-4B9B-4D1B-88D0-6E78F2D524F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98" name="Rectangle 40">
              <a:extLst>
                <a:ext uri="{FF2B5EF4-FFF2-40B4-BE49-F238E27FC236}">
                  <a16:creationId xmlns:a16="http://schemas.microsoft.com/office/drawing/2014/main" id="{98C6C56A-16AA-40C2-8A2C-D967A7B9B2D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99" name="Rectangle 41">
              <a:extLst>
                <a:ext uri="{FF2B5EF4-FFF2-40B4-BE49-F238E27FC236}">
                  <a16:creationId xmlns:a16="http://schemas.microsoft.com/office/drawing/2014/main" id="{D29FACB3-DD00-46B5-92FA-6DB69F86E3A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00" name="Rectangle 42">
              <a:extLst>
                <a:ext uri="{FF2B5EF4-FFF2-40B4-BE49-F238E27FC236}">
                  <a16:creationId xmlns:a16="http://schemas.microsoft.com/office/drawing/2014/main" id="{110E750D-1A63-4436-BC33-2EE5C3DAED6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01" name="Rectangle 43">
              <a:extLst>
                <a:ext uri="{FF2B5EF4-FFF2-40B4-BE49-F238E27FC236}">
                  <a16:creationId xmlns:a16="http://schemas.microsoft.com/office/drawing/2014/main" id="{E9B29632-CBAC-4F45-A146-3506F0692B0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02" name="Rectangle 44">
              <a:extLst>
                <a:ext uri="{FF2B5EF4-FFF2-40B4-BE49-F238E27FC236}">
                  <a16:creationId xmlns:a16="http://schemas.microsoft.com/office/drawing/2014/main" id="{DEE00B33-1574-42DE-B2C9-C2F2FA34431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03" name="Rectangle 45">
              <a:extLst>
                <a:ext uri="{FF2B5EF4-FFF2-40B4-BE49-F238E27FC236}">
                  <a16:creationId xmlns:a16="http://schemas.microsoft.com/office/drawing/2014/main" id="{CA5D21A0-9429-4146-8365-605715C8C1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04" name="Rectangle 46">
              <a:extLst>
                <a:ext uri="{FF2B5EF4-FFF2-40B4-BE49-F238E27FC236}">
                  <a16:creationId xmlns:a16="http://schemas.microsoft.com/office/drawing/2014/main" id="{34BC517E-B2C2-402C-A524-51E947596F6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05" name="Rectangle 47">
              <a:extLst>
                <a:ext uri="{FF2B5EF4-FFF2-40B4-BE49-F238E27FC236}">
                  <a16:creationId xmlns:a16="http://schemas.microsoft.com/office/drawing/2014/main" id="{9FA9D07D-668C-467F-814C-8784DEFCAFE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06" name="Rectangle 48">
              <a:extLst>
                <a:ext uri="{FF2B5EF4-FFF2-40B4-BE49-F238E27FC236}">
                  <a16:creationId xmlns:a16="http://schemas.microsoft.com/office/drawing/2014/main" id="{2A94E174-391F-4B7C-A156-4C09A1B2036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07" name="Rectangle 49">
              <a:extLst>
                <a:ext uri="{FF2B5EF4-FFF2-40B4-BE49-F238E27FC236}">
                  <a16:creationId xmlns:a16="http://schemas.microsoft.com/office/drawing/2014/main" id="{0AA98712-B3F9-4A80-95F9-44DAA921B96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08" name="Rectangle 50">
              <a:extLst>
                <a:ext uri="{FF2B5EF4-FFF2-40B4-BE49-F238E27FC236}">
                  <a16:creationId xmlns:a16="http://schemas.microsoft.com/office/drawing/2014/main" id="{21570AF3-45FE-4A03-A46E-401906F9C78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09" name="Rectangle 51">
              <a:extLst>
                <a:ext uri="{FF2B5EF4-FFF2-40B4-BE49-F238E27FC236}">
                  <a16:creationId xmlns:a16="http://schemas.microsoft.com/office/drawing/2014/main" id="{A179B7D5-3EDA-4821-A7C8-B702EF1E9D9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46585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10" name="Rectangle 52">
              <a:extLst>
                <a:ext uri="{FF2B5EF4-FFF2-40B4-BE49-F238E27FC236}">
                  <a16:creationId xmlns:a16="http://schemas.microsoft.com/office/drawing/2014/main" id="{B1D2A270-C892-4DB4-9119-B86ED78E283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11" name="Rectangle 53">
              <a:extLst>
                <a:ext uri="{FF2B5EF4-FFF2-40B4-BE49-F238E27FC236}">
                  <a16:creationId xmlns:a16="http://schemas.microsoft.com/office/drawing/2014/main" id="{197A6437-9056-4650-885F-A45DDB4AD3A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12" name="Rectangle 54">
              <a:extLst>
                <a:ext uri="{FF2B5EF4-FFF2-40B4-BE49-F238E27FC236}">
                  <a16:creationId xmlns:a16="http://schemas.microsoft.com/office/drawing/2014/main" id="{39BAB2CA-1AFF-44A0-AB5A-1EA8BDEC817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13" name="Rectangle 55">
              <a:extLst>
                <a:ext uri="{FF2B5EF4-FFF2-40B4-BE49-F238E27FC236}">
                  <a16:creationId xmlns:a16="http://schemas.microsoft.com/office/drawing/2014/main" id="{B5D5B3E9-30F2-4705-970D-F9F0385E24C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14" name="Rectangle 56">
              <a:extLst>
                <a:ext uri="{FF2B5EF4-FFF2-40B4-BE49-F238E27FC236}">
                  <a16:creationId xmlns:a16="http://schemas.microsoft.com/office/drawing/2014/main" id="{9B555311-120B-4180-8F7E-E5D424B2DF8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15" name="Rectangle 57">
              <a:extLst>
                <a:ext uri="{FF2B5EF4-FFF2-40B4-BE49-F238E27FC236}">
                  <a16:creationId xmlns:a16="http://schemas.microsoft.com/office/drawing/2014/main" id="{76323E09-D9E6-4BC2-BF6E-7F896771D80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16" name="Rectangle 58">
              <a:extLst>
                <a:ext uri="{FF2B5EF4-FFF2-40B4-BE49-F238E27FC236}">
                  <a16:creationId xmlns:a16="http://schemas.microsoft.com/office/drawing/2014/main" id="{CDBA2E9E-A9DB-4E3E-A412-9AAF2E1F9C0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17" name="Rectangle 59">
              <a:extLst>
                <a:ext uri="{FF2B5EF4-FFF2-40B4-BE49-F238E27FC236}">
                  <a16:creationId xmlns:a16="http://schemas.microsoft.com/office/drawing/2014/main" id="{D0F9A5EB-335C-4D96-86A2-59A1E063C02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18" name="Rectangle 60">
              <a:extLst>
                <a:ext uri="{FF2B5EF4-FFF2-40B4-BE49-F238E27FC236}">
                  <a16:creationId xmlns:a16="http://schemas.microsoft.com/office/drawing/2014/main" id="{C3ED4D55-64EE-4189-B3F3-E96F044C939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19" name="Rectangle 61">
              <a:extLst>
                <a:ext uri="{FF2B5EF4-FFF2-40B4-BE49-F238E27FC236}">
                  <a16:creationId xmlns:a16="http://schemas.microsoft.com/office/drawing/2014/main" id="{6CDFA49D-077A-40A0-9D2B-7023C71EF8C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730966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20" name="Rectangle 62">
              <a:extLst>
                <a:ext uri="{FF2B5EF4-FFF2-40B4-BE49-F238E27FC236}">
                  <a16:creationId xmlns:a16="http://schemas.microsoft.com/office/drawing/2014/main" id="{17851A02-590D-47B5-9003-BC7638E575F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21" name="Rectangle 63">
              <a:extLst>
                <a:ext uri="{FF2B5EF4-FFF2-40B4-BE49-F238E27FC236}">
                  <a16:creationId xmlns:a16="http://schemas.microsoft.com/office/drawing/2014/main" id="{831A3881-3AA1-4DE7-80C1-64FA429C0B8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22" name="Rectangle 64">
              <a:extLst>
                <a:ext uri="{FF2B5EF4-FFF2-40B4-BE49-F238E27FC236}">
                  <a16:creationId xmlns:a16="http://schemas.microsoft.com/office/drawing/2014/main" id="{F928745E-20AD-48D5-B73D-C969DC1EF3A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23" name="Rectangle 65">
              <a:extLst>
                <a:ext uri="{FF2B5EF4-FFF2-40B4-BE49-F238E27FC236}">
                  <a16:creationId xmlns:a16="http://schemas.microsoft.com/office/drawing/2014/main" id="{1A1A805D-757E-4735-BA4A-1A3D10F8F3A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24" name="Rectangle 66">
              <a:extLst>
                <a:ext uri="{FF2B5EF4-FFF2-40B4-BE49-F238E27FC236}">
                  <a16:creationId xmlns:a16="http://schemas.microsoft.com/office/drawing/2014/main" id="{D97EECD9-3697-4D87-9088-E6790F390A0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25" name="Rectangle 67">
              <a:extLst>
                <a:ext uri="{FF2B5EF4-FFF2-40B4-BE49-F238E27FC236}">
                  <a16:creationId xmlns:a16="http://schemas.microsoft.com/office/drawing/2014/main" id="{AD734F61-CBE2-4659-B6BF-08684389FA0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26" name="Rectangle 68">
              <a:extLst>
                <a:ext uri="{FF2B5EF4-FFF2-40B4-BE49-F238E27FC236}">
                  <a16:creationId xmlns:a16="http://schemas.microsoft.com/office/drawing/2014/main" id="{A2DB1466-DA9A-4793-9614-DE756AFE792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27" name="Rectangle 69">
              <a:extLst>
                <a:ext uri="{FF2B5EF4-FFF2-40B4-BE49-F238E27FC236}">
                  <a16:creationId xmlns:a16="http://schemas.microsoft.com/office/drawing/2014/main" id="{14CC2A71-C737-4761-89AD-91B9D6A71B4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28" name="Rectangle 70">
              <a:extLst>
                <a:ext uri="{FF2B5EF4-FFF2-40B4-BE49-F238E27FC236}">
                  <a16:creationId xmlns:a16="http://schemas.microsoft.com/office/drawing/2014/main" id="{21DBCE15-B68F-430B-A334-C2C166671F7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29" name="Rectangle 71">
              <a:extLst>
                <a:ext uri="{FF2B5EF4-FFF2-40B4-BE49-F238E27FC236}">
                  <a16:creationId xmlns:a16="http://schemas.microsoft.com/office/drawing/2014/main" id="{4EDFFA3E-7385-4EED-9282-70221D25769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002429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30" name="Rectangle 72">
              <a:extLst>
                <a:ext uri="{FF2B5EF4-FFF2-40B4-BE49-F238E27FC236}">
                  <a16:creationId xmlns:a16="http://schemas.microsoft.com/office/drawing/2014/main" id="{8AE064FD-5A43-48EC-BFF7-94E4351C52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31" name="Rectangle 73">
              <a:extLst>
                <a:ext uri="{FF2B5EF4-FFF2-40B4-BE49-F238E27FC236}">
                  <a16:creationId xmlns:a16="http://schemas.microsoft.com/office/drawing/2014/main" id="{41462F36-16D6-4666-9ED9-AA58F3502BD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32" name="Rectangle 74">
              <a:extLst>
                <a:ext uri="{FF2B5EF4-FFF2-40B4-BE49-F238E27FC236}">
                  <a16:creationId xmlns:a16="http://schemas.microsoft.com/office/drawing/2014/main" id="{88892A0C-A84A-4E25-B89C-F311C6AF64C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33" name="Rectangle 75">
              <a:extLst>
                <a:ext uri="{FF2B5EF4-FFF2-40B4-BE49-F238E27FC236}">
                  <a16:creationId xmlns:a16="http://schemas.microsoft.com/office/drawing/2014/main" id="{022DD5D0-D3CD-4E4F-B21C-A78F7099BFE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34" name="Rectangle 76">
              <a:extLst>
                <a:ext uri="{FF2B5EF4-FFF2-40B4-BE49-F238E27FC236}">
                  <a16:creationId xmlns:a16="http://schemas.microsoft.com/office/drawing/2014/main" id="{330E2486-7828-47E9-A06B-52FE8F69F6C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35" name="Rectangle 77">
              <a:extLst>
                <a:ext uri="{FF2B5EF4-FFF2-40B4-BE49-F238E27FC236}">
                  <a16:creationId xmlns:a16="http://schemas.microsoft.com/office/drawing/2014/main" id="{BC393A1E-2C28-41DE-96F0-18FC2532211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36" name="Rectangle 78">
              <a:extLst>
                <a:ext uri="{FF2B5EF4-FFF2-40B4-BE49-F238E27FC236}">
                  <a16:creationId xmlns:a16="http://schemas.microsoft.com/office/drawing/2014/main" id="{1EB47401-9AEF-4C92-9A03-8BDFAF401A2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37" name="Rectangle 79">
              <a:extLst>
                <a:ext uri="{FF2B5EF4-FFF2-40B4-BE49-F238E27FC236}">
                  <a16:creationId xmlns:a16="http://schemas.microsoft.com/office/drawing/2014/main" id="{7B6ACA31-1B02-4383-89EF-85733FE258C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38" name="Rectangle 80">
              <a:extLst>
                <a:ext uri="{FF2B5EF4-FFF2-40B4-BE49-F238E27FC236}">
                  <a16:creationId xmlns:a16="http://schemas.microsoft.com/office/drawing/2014/main" id="{876D4602-0C6B-45C9-A4E8-C7AA2503D00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39" name="Rectangle 81">
              <a:extLst>
                <a:ext uri="{FF2B5EF4-FFF2-40B4-BE49-F238E27FC236}">
                  <a16:creationId xmlns:a16="http://schemas.microsoft.com/office/drawing/2014/main" id="{F3A4B8E7-D720-49A1-8C37-F1B9B184374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27230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40" name="Rectangle 82">
              <a:extLst>
                <a:ext uri="{FF2B5EF4-FFF2-40B4-BE49-F238E27FC236}">
                  <a16:creationId xmlns:a16="http://schemas.microsoft.com/office/drawing/2014/main" id="{484F28A6-2C12-41C3-975F-2745936277E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41" name="Rectangle 83">
              <a:extLst>
                <a:ext uri="{FF2B5EF4-FFF2-40B4-BE49-F238E27FC236}">
                  <a16:creationId xmlns:a16="http://schemas.microsoft.com/office/drawing/2014/main" id="{05EE5FD4-A2CD-4039-853C-EF47197A6CA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342" name="Rectangle 84">
              <a:extLst>
                <a:ext uri="{FF2B5EF4-FFF2-40B4-BE49-F238E27FC236}">
                  <a16:creationId xmlns:a16="http://schemas.microsoft.com/office/drawing/2014/main" id="{E7FBDB83-C953-4E8D-A90F-C7BDA715C6A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" name="Rectangle 2">
            <a:extLst>
              <a:ext uri="{FF2B5EF4-FFF2-40B4-BE49-F238E27FC236}">
                <a16:creationId xmlns:a16="http://schemas.microsoft.com/office/drawing/2014/main" id="{B95495E8-2C7A-CC45-8755-AB40E1FDF14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220663"/>
            <a:ext cx="9144000" cy="79057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The two tables for the initial circuit</a:t>
            </a:r>
          </a:p>
        </p:txBody>
      </p:sp>
      <p:grpSp>
        <p:nvGrpSpPr>
          <p:cNvPr id="51203" name="Group 93">
            <a:extLst>
              <a:ext uri="{FF2B5EF4-FFF2-40B4-BE49-F238E27FC236}">
                <a16:creationId xmlns:a16="http://schemas.microsoft.com/office/drawing/2014/main" id="{E218D35C-0BB5-4F19-B2FE-73A31BC4C286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51207" name="Rectangle 85">
              <a:extLst>
                <a:ext uri="{FF2B5EF4-FFF2-40B4-BE49-F238E27FC236}">
                  <a16:creationId xmlns:a16="http://schemas.microsoft.com/office/drawing/2014/main" id="{AD85CF3E-7675-4084-878F-2389C3EA3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08" name="Rectangle 86">
              <a:extLst>
                <a:ext uri="{FF2B5EF4-FFF2-40B4-BE49-F238E27FC236}">
                  <a16:creationId xmlns:a16="http://schemas.microsoft.com/office/drawing/2014/main" id="{E769B769-56B9-4ED8-B2D8-BF64C39A0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09" name="Rectangle 88">
              <a:extLst>
                <a:ext uri="{FF2B5EF4-FFF2-40B4-BE49-F238E27FC236}">
                  <a16:creationId xmlns:a16="http://schemas.microsoft.com/office/drawing/2014/main" id="{6B91CC70-DFE4-45D9-8068-78AAFE120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10" name="Rectangle 89">
              <a:extLst>
                <a:ext uri="{FF2B5EF4-FFF2-40B4-BE49-F238E27FC236}">
                  <a16:creationId xmlns:a16="http://schemas.microsoft.com/office/drawing/2014/main" id="{140FF7CF-CA2D-4EBF-935B-6D578A2C1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11" name="Rectangle 90">
              <a:extLst>
                <a:ext uri="{FF2B5EF4-FFF2-40B4-BE49-F238E27FC236}">
                  <a16:creationId xmlns:a16="http://schemas.microsoft.com/office/drawing/2014/main" id="{FC58CDCE-7EF7-4537-9C4F-42887FC2A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12" name="Rectangle 91">
              <a:extLst>
                <a:ext uri="{FF2B5EF4-FFF2-40B4-BE49-F238E27FC236}">
                  <a16:creationId xmlns:a16="http://schemas.microsoft.com/office/drawing/2014/main" id="{3BEC6F09-60A3-4F80-A5A2-0AB79784B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13" name="Rectangle 92">
              <a:extLst>
                <a:ext uri="{FF2B5EF4-FFF2-40B4-BE49-F238E27FC236}">
                  <a16:creationId xmlns:a16="http://schemas.microsoft.com/office/drawing/2014/main" id="{4F4EBDF4-73C9-4E3A-9076-895B31126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14" name="Rectangle 93">
              <a:extLst>
                <a:ext uri="{FF2B5EF4-FFF2-40B4-BE49-F238E27FC236}">
                  <a16:creationId xmlns:a16="http://schemas.microsoft.com/office/drawing/2014/main" id="{288E6876-17FE-4EAB-B6F1-D04DED076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15" name="Rectangle 94">
              <a:extLst>
                <a:ext uri="{FF2B5EF4-FFF2-40B4-BE49-F238E27FC236}">
                  <a16:creationId xmlns:a16="http://schemas.microsoft.com/office/drawing/2014/main" id="{585A831E-09C4-4EAA-B9BA-D2EF12838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16" name="Rectangle 95">
              <a:extLst>
                <a:ext uri="{FF2B5EF4-FFF2-40B4-BE49-F238E27FC236}">
                  <a16:creationId xmlns:a16="http://schemas.microsoft.com/office/drawing/2014/main" id="{AD694589-6921-4A92-AD3A-98D37CCD7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17" name="Rectangle 96">
              <a:extLst>
                <a:ext uri="{FF2B5EF4-FFF2-40B4-BE49-F238E27FC236}">
                  <a16:creationId xmlns:a16="http://schemas.microsoft.com/office/drawing/2014/main" id="{9BA1A1B4-19B5-4390-B8AD-0D0D32EE9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18" name="Rectangle 97">
              <a:extLst>
                <a:ext uri="{FF2B5EF4-FFF2-40B4-BE49-F238E27FC236}">
                  <a16:creationId xmlns:a16="http://schemas.microsoft.com/office/drawing/2014/main" id="{8EF722CE-296E-445A-8ED3-BB93B49C1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19" name="Rectangle 98">
              <a:extLst>
                <a:ext uri="{FF2B5EF4-FFF2-40B4-BE49-F238E27FC236}">
                  <a16:creationId xmlns:a16="http://schemas.microsoft.com/office/drawing/2014/main" id="{860ADE5A-6F8D-48D1-9610-37449F48C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20" name="Rectangle 99">
              <a:extLst>
                <a:ext uri="{FF2B5EF4-FFF2-40B4-BE49-F238E27FC236}">
                  <a16:creationId xmlns:a16="http://schemas.microsoft.com/office/drawing/2014/main" id="{368E732C-5936-4903-A442-3FFF1B54B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21" name="Rectangle 100">
              <a:extLst>
                <a:ext uri="{FF2B5EF4-FFF2-40B4-BE49-F238E27FC236}">
                  <a16:creationId xmlns:a16="http://schemas.microsoft.com/office/drawing/2014/main" id="{B1592033-5415-48A6-B1AC-13ECD00C2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22" name="Rectangle 101">
              <a:extLst>
                <a:ext uri="{FF2B5EF4-FFF2-40B4-BE49-F238E27FC236}">
                  <a16:creationId xmlns:a16="http://schemas.microsoft.com/office/drawing/2014/main" id="{C5559BAB-8320-4C6E-A7B2-1E1A07EA7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23" name="Rectangle 102">
              <a:extLst>
                <a:ext uri="{FF2B5EF4-FFF2-40B4-BE49-F238E27FC236}">
                  <a16:creationId xmlns:a16="http://schemas.microsoft.com/office/drawing/2014/main" id="{A2875ABD-D4D2-4C1D-AE04-C28EDD4F9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24" name="Rectangle 103">
              <a:extLst>
                <a:ext uri="{FF2B5EF4-FFF2-40B4-BE49-F238E27FC236}">
                  <a16:creationId xmlns:a16="http://schemas.microsoft.com/office/drawing/2014/main" id="{2E69AE5F-BE3F-4753-BF2E-A97466CC5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25" name="Rectangle 104">
              <a:extLst>
                <a:ext uri="{FF2B5EF4-FFF2-40B4-BE49-F238E27FC236}">
                  <a16:creationId xmlns:a16="http://schemas.microsoft.com/office/drawing/2014/main" id="{5E15300F-A64B-4AEB-8273-8E9039D18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26" name="Rectangle 105">
              <a:extLst>
                <a:ext uri="{FF2B5EF4-FFF2-40B4-BE49-F238E27FC236}">
                  <a16:creationId xmlns:a16="http://schemas.microsoft.com/office/drawing/2014/main" id="{D5577876-CFDF-4844-942E-AB880CC93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27" name="Rectangle 106">
              <a:extLst>
                <a:ext uri="{FF2B5EF4-FFF2-40B4-BE49-F238E27FC236}">
                  <a16:creationId xmlns:a16="http://schemas.microsoft.com/office/drawing/2014/main" id="{EBEBB6AF-D37C-46DC-96BE-9B4990404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28" name="Rectangle 107">
              <a:extLst>
                <a:ext uri="{FF2B5EF4-FFF2-40B4-BE49-F238E27FC236}">
                  <a16:creationId xmlns:a16="http://schemas.microsoft.com/office/drawing/2014/main" id="{B12C772F-2C89-43D1-92C4-D44F2D0E1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29" name="Rectangle 108">
              <a:extLst>
                <a:ext uri="{FF2B5EF4-FFF2-40B4-BE49-F238E27FC236}">
                  <a16:creationId xmlns:a16="http://schemas.microsoft.com/office/drawing/2014/main" id="{86877CC4-C271-48F8-81E3-9A64A7EFA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30" name="Rectangle 109">
              <a:extLst>
                <a:ext uri="{FF2B5EF4-FFF2-40B4-BE49-F238E27FC236}">
                  <a16:creationId xmlns:a16="http://schemas.microsoft.com/office/drawing/2014/main" id="{719C3D0B-EE76-4E88-A936-98F27B1C4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31" name="Rectangle 110">
              <a:extLst>
                <a:ext uri="{FF2B5EF4-FFF2-40B4-BE49-F238E27FC236}">
                  <a16:creationId xmlns:a16="http://schemas.microsoft.com/office/drawing/2014/main" id="{97BB9051-A41E-4226-847E-9F2056DE3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32" name="Rectangle 111">
              <a:extLst>
                <a:ext uri="{FF2B5EF4-FFF2-40B4-BE49-F238E27FC236}">
                  <a16:creationId xmlns:a16="http://schemas.microsoft.com/office/drawing/2014/main" id="{83DDBCB7-24A3-4B40-B945-01D0976A28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33" name="Rectangle 112">
              <a:extLst>
                <a:ext uri="{FF2B5EF4-FFF2-40B4-BE49-F238E27FC236}">
                  <a16:creationId xmlns:a16="http://schemas.microsoft.com/office/drawing/2014/main" id="{76846E94-5255-42B0-B4C5-E8CE4F90D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34" name="Rectangle 113">
              <a:extLst>
                <a:ext uri="{FF2B5EF4-FFF2-40B4-BE49-F238E27FC236}">
                  <a16:creationId xmlns:a16="http://schemas.microsoft.com/office/drawing/2014/main" id="{82F53097-C51C-4F27-BE7F-B6B19DA93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35" name="Rectangle 114">
              <a:extLst>
                <a:ext uri="{FF2B5EF4-FFF2-40B4-BE49-F238E27FC236}">
                  <a16:creationId xmlns:a16="http://schemas.microsoft.com/office/drawing/2014/main" id="{4E1D58D8-4D74-4765-BE1A-F237A13C3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36" name="Rectangle 115">
              <a:extLst>
                <a:ext uri="{FF2B5EF4-FFF2-40B4-BE49-F238E27FC236}">
                  <a16:creationId xmlns:a16="http://schemas.microsoft.com/office/drawing/2014/main" id="{566B86F1-E182-4C76-BBCD-4718A2966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37" name="Rectangle 116">
              <a:extLst>
                <a:ext uri="{FF2B5EF4-FFF2-40B4-BE49-F238E27FC236}">
                  <a16:creationId xmlns:a16="http://schemas.microsoft.com/office/drawing/2014/main" id="{55ECDA1E-203C-45E5-A91E-52400AE98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38" name="Rectangle 117">
              <a:extLst>
                <a:ext uri="{FF2B5EF4-FFF2-40B4-BE49-F238E27FC236}">
                  <a16:creationId xmlns:a16="http://schemas.microsoft.com/office/drawing/2014/main" id="{07B4EE14-4579-4B37-8299-C9890F279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39" name="Rectangle 118">
              <a:extLst>
                <a:ext uri="{FF2B5EF4-FFF2-40B4-BE49-F238E27FC236}">
                  <a16:creationId xmlns:a16="http://schemas.microsoft.com/office/drawing/2014/main" id="{045049F6-53C5-43E0-A4F9-248F62027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40" name="Rectangle 119">
              <a:extLst>
                <a:ext uri="{FF2B5EF4-FFF2-40B4-BE49-F238E27FC236}">
                  <a16:creationId xmlns:a16="http://schemas.microsoft.com/office/drawing/2014/main" id="{17538CE0-7E00-4491-805D-36441D6BA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41" name="Rectangle 120">
              <a:extLst>
                <a:ext uri="{FF2B5EF4-FFF2-40B4-BE49-F238E27FC236}">
                  <a16:creationId xmlns:a16="http://schemas.microsoft.com/office/drawing/2014/main" id="{8EA1F00C-4DA2-4177-832B-7E462CB69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42" name="Rectangle 121">
              <a:extLst>
                <a:ext uri="{FF2B5EF4-FFF2-40B4-BE49-F238E27FC236}">
                  <a16:creationId xmlns:a16="http://schemas.microsoft.com/office/drawing/2014/main" id="{3129A33C-17E3-4C94-B627-80273FA06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43" name="Rectangle 122">
              <a:extLst>
                <a:ext uri="{FF2B5EF4-FFF2-40B4-BE49-F238E27FC236}">
                  <a16:creationId xmlns:a16="http://schemas.microsoft.com/office/drawing/2014/main" id="{2754F0D3-04B6-4B0F-B117-DDD85BA37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44" name="Rectangle 123">
              <a:extLst>
                <a:ext uri="{FF2B5EF4-FFF2-40B4-BE49-F238E27FC236}">
                  <a16:creationId xmlns:a16="http://schemas.microsoft.com/office/drawing/2014/main" id="{1AB2E336-785A-4CB9-8A1E-1E01204B3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45" name="Rectangle 124">
              <a:extLst>
                <a:ext uri="{FF2B5EF4-FFF2-40B4-BE49-F238E27FC236}">
                  <a16:creationId xmlns:a16="http://schemas.microsoft.com/office/drawing/2014/main" id="{9A84D372-7EE2-4287-9396-FA3050C79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46" name="Rectangle 125">
              <a:extLst>
                <a:ext uri="{FF2B5EF4-FFF2-40B4-BE49-F238E27FC236}">
                  <a16:creationId xmlns:a16="http://schemas.microsoft.com/office/drawing/2014/main" id="{DBB4E6E3-F186-45E7-8E6E-200555D96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47" name="Rectangle 126">
              <a:extLst>
                <a:ext uri="{FF2B5EF4-FFF2-40B4-BE49-F238E27FC236}">
                  <a16:creationId xmlns:a16="http://schemas.microsoft.com/office/drawing/2014/main" id="{8FC8A4EB-E6F4-4D60-992A-2D32B3063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48" name="Rectangle 127">
              <a:extLst>
                <a:ext uri="{FF2B5EF4-FFF2-40B4-BE49-F238E27FC236}">
                  <a16:creationId xmlns:a16="http://schemas.microsoft.com/office/drawing/2014/main" id="{9CF4F50C-DA08-4B3E-A9B3-D8E22501E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49" name="Rectangle 128">
              <a:extLst>
                <a:ext uri="{FF2B5EF4-FFF2-40B4-BE49-F238E27FC236}">
                  <a16:creationId xmlns:a16="http://schemas.microsoft.com/office/drawing/2014/main" id="{BF795FAE-26AF-48BC-805F-0F02FF84B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50" name="Rectangle 129">
              <a:extLst>
                <a:ext uri="{FF2B5EF4-FFF2-40B4-BE49-F238E27FC236}">
                  <a16:creationId xmlns:a16="http://schemas.microsoft.com/office/drawing/2014/main" id="{5836190D-D872-4E94-873B-33FF1662C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51" name="Rectangle 130">
              <a:extLst>
                <a:ext uri="{FF2B5EF4-FFF2-40B4-BE49-F238E27FC236}">
                  <a16:creationId xmlns:a16="http://schemas.microsoft.com/office/drawing/2014/main" id="{95AAFE1C-DEF0-4D67-8CD9-B706B45C6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52" name="Rectangle 131">
              <a:extLst>
                <a:ext uri="{FF2B5EF4-FFF2-40B4-BE49-F238E27FC236}">
                  <a16:creationId xmlns:a16="http://schemas.microsoft.com/office/drawing/2014/main" id="{378F4881-4838-4A96-BBBF-3021A10F8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53" name="Rectangle 132">
              <a:extLst>
                <a:ext uri="{FF2B5EF4-FFF2-40B4-BE49-F238E27FC236}">
                  <a16:creationId xmlns:a16="http://schemas.microsoft.com/office/drawing/2014/main" id="{6820493A-8ED4-4711-BD16-1240D15C9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54" name="Rectangle 133">
              <a:extLst>
                <a:ext uri="{FF2B5EF4-FFF2-40B4-BE49-F238E27FC236}">
                  <a16:creationId xmlns:a16="http://schemas.microsoft.com/office/drawing/2014/main" id="{C0EDDDE8-F26D-4E20-B8F7-5E9BEA0E5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55" name="Rectangle 134">
              <a:extLst>
                <a:ext uri="{FF2B5EF4-FFF2-40B4-BE49-F238E27FC236}">
                  <a16:creationId xmlns:a16="http://schemas.microsoft.com/office/drawing/2014/main" id="{9108935D-DEFF-4CD4-A6DB-E7834A470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56" name="Rectangle 135">
              <a:extLst>
                <a:ext uri="{FF2B5EF4-FFF2-40B4-BE49-F238E27FC236}">
                  <a16:creationId xmlns:a16="http://schemas.microsoft.com/office/drawing/2014/main" id="{5F0EB403-EE4B-4D88-8FA1-7023133EC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57" name="Rectangle 136">
              <a:extLst>
                <a:ext uri="{FF2B5EF4-FFF2-40B4-BE49-F238E27FC236}">
                  <a16:creationId xmlns:a16="http://schemas.microsoft.com/office/drawing/2014/main" id="{DD61928A-0ECD-4627-BF87-5450A98FE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58" name="Rectangle 137">
              <a:extLst>
                <a:ext uri="{FF2B5EF4-FFF2-40B4-BE49-F238E27FC236}">
                  <a16:creationId xmlns:a16="http://schemas.microsoft.com/office/drawing/2014/main" id="{548C04F6-ABF2-49E5-928B-2BBE95B3B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59" name="Rectangle 138">
              <a:extLst>
                <a:ext uri="{FF2B5EF4-FFF2-40B4-BE49-F238E27FC236}">
                  <a16:creationId xmlns:a16="http://schemas.microsoft.com/office/drawing/2014/main" id="{D6FB7731-5D06-46BB-B167-86338B42A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60" name="Rectangle 139">
              <a:extLst>
                <a:ext uri="{FF2B5EF4-FFF2-40B4-BE49-F238E27FC236}">
                  <a16:creationId xmlns:a16="http://schemas.microsoft.com/office/drawing/2014/main" id="{EA32EE31-CD53-4DE1-B29D-AE534CB18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261" name="Rectangle 140">
              <a:extLst>
                <a:ext uri="{FF2B5EF4-FFF2-40B4-BE49-F238E27FC236}">
                  <a16:creationId xmlns:a16="http://schemas.microsoft.com/office/drawing/2014/main" id="{61B9F775-6EAB-4959-B456-944EAFCD4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1204" name="TextBox 125">
            <a:extLst>
              <a:ext uri="{FF2B5EF4-FFF2-40B4-BE49-F238E27FC236}">
                <a16:creationId xmlns:a16="http://schemas.microsoft.com/office/drawing/2014/main" id="{C9E6F738-98AB-4481-9BC7-1910E360B4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6.76 from the textbook ]</a:t>
            </a:r>
          </a:p>
        </p:txBody>
      </p:sp>
      <p:sp>
        <p:nvSpPr>
          <p:cNvPr id="51205" name="Rectangle 141">
            <a:extLst>
              <a:ext uri="{FF2B5EF4-FFF2-40B4-BE49-F238E27FC236}">
                <a16:creationId xmlns:a16="http://schemas.microsoft.com/office/drawing/2014/main" id="{90863695-1099-4C44-AD0F-27B1F14BE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4688" y="4913313"/>
            <a:ext cx="2060575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State-assigned table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1206" name="Rectangle 87">
            <a:extLst>
              <a:ext uri="{FF2B5EF4-FFF2-40B4-BE49-F238E27FC236}">
                <a16:creationId xmlns:a16="http://schemas.microsoft.com/office/drawing/2014/main" id="{F1EF5847-22F5-4C33-B947-325353EEE6A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943100" y="4889500"/>
            <a:ext cx="10414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225" name="Group 1">
            <a:extLst>
              <a:ext uri="{FF2B5EF4-FFF2-40B4-BE49-F238E27FC236}">
                <a16:creationId xmlns:a16="http://schemas.microsoft.com/office/drawing/2014/main" id="{6FF4DBC0-5E89-4999-ACC2-2490B4793060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2127250"/>
            <a:ext cx="3536950" cy="2460625"/>
            <a:chOff x="4614951" y="2127591"/>
            <a:chExt cx="3536950" cy="2460625"/>
          </a:xfrm>
        </p:grpSpPr>
        <p:sp>
          <p:nvSpPr>
            <p:cNvPr id="52286" name="Rectangle 4">
              <a:extLst>
                <a:ext uri="{FF2B5EF4-FFF2-40B4-BE49-F238E27FC236}">
                  <a16:creationId xmlns:a16="http://schemas.microsoft.com/office/drawing/2014/main" id="{42694606-F2EF-45A2-8872-497B998B375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2127591"/>
              <a:ext cx="3506787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87" name="Rectangle 5">
              <a:extLst>
                <a:ext uri="{FF2B5EF4-FFF2-40B4-BE49-F238E27FC236}">
                  <a16:creationId xmlns:a16="http://schemas.microsoft.com/office/drawing/2014/main" id="{59AEBFD8-1186-48EA-829E-7C274778D32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88" name="Rectangle 6">
              <a:extLst>
                <a:ext uri="{FF2B5EF4-FFF2-40B4-BE49-F238E27FC236}">
                  <a16:creationId xmlns:a16="http://schemas.microsoft.com/office/drawing/2014/main" id="{A9D4CABD-9961-414A-BDDB-7E3B378103A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89" name="Rectangle 7">
              <a:extLst>
                <a:ext uri="{FF2B5EF4-FFF2-40B4-BE49-F238E27FC236}">
                  <a16:creationId xmlns:a16="http://schemas.microsoft.com/office/drawing/2014/main" id="{1B9DD7F8-4112-4992-998F-7832B5CD49F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148229"/>
              <a:ext cx="11113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90" name="Rectangle 8">
              <a:extLst>
                <a:ext uri="{FF2B5EF4-FFF2-40B4-BE49-F238E27FC236}">
                  <a16:creationId xmlns:a16="http://schemas.microsoft.com/office/drawing/2014/main" id="{46B61768-58D6-42A9-A47A-BBDD656DE39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64176" y="2365716"/>
              <a:ext cx="68897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91" name="Rectangle 9">
              <a:extLst>
                <a:ext uri="{FF2B5EF4-FFF2-40B4-BE49-F238E27FC236}">
                  <a16:creationId xmlns:a16="http://schemas.microsoft.com/office/drawing/2014/main" id="{A4E434AF-D1DD-4AF1-B5B9-67FA48159A3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92" name="Rectangle 10">
              <a:extLst>
                <a:ext uri="{FF2B5EF4-FFF2-40B4-BE49-F238E27FC236}">
                  <a16:creationId xmlns:a16="http://schemas.microsoft.com/office/drawing/2014/main" id="{F55B0457-0029-47B6-972D-98F3B21AA7B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148229"/>
              <a:ext cx="11112" cy="41592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93" name="Rectangle 11">
              <a:extLst>
                <a:ext uri="{FF2B5EF4-FFF2-40B4-BE49-F238E27FC236}">
                  <a16:creationId xmlns:a16="http://schemas.microsoft.com/office/drawing/2014/main" id="{C0BEF92B-C304-442F-92D1-D6ED8E446DB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54629"/>
              <a:ext cx="1692275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94" name="Rectangle 12">
              <a:extLst>
                <a:ext uri="{FF2B5EF4-FFF2-40B4-BE49-F238E27FC236}">
                  <a16:creationId xmlns:a16="http://schemas.microsoft.com/office/drawing/2014/main" id="{27E5A0F2-CF17-4D44-A70F-9CC2579F428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95" name="Rectangle 13">
              <a:extLst>
                <a:ext uri="{FF2B5EF4-FFF2-40B4-BE49-F238E27FC236}">
                  <a16:creationId xmlns:a16="http://schemas.microsoft.com/office/drawing/2014/main" id="{EC164F64-5E08-4AD8-9B59-7100C2EDA17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34164" y="2238716"/>
              <a:ext cx="9588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96" name="Rectangle 14">
              <a:extLst>
                <a:ext uri="{FF2B5EF4-FFF2-40B4-BE49-F238E27FC236}">
                  <a16:creationId xmlns:a16="http://schemas.microsoft.com/office/drawing/2014/main" id="{2CDC1446-7843-49BB-87FF-8018C6DE8E6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564154"/>
              <a:ext cx="11113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97" name="Rectangle 15">
              <a:extLst>
                <a:ext uri="{FF2B5EF4-FFF2-40B4-BE49-F238E27FC236}">
                  <a16:creationId xmlns:a16="http://schemas.microsoft.com/office/drawing/2014/main" id="{15A5E942-6E1F-471C-8712-C9EC8646C52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18164" y="2653054"/>
              <a:ext cx="449262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98" name="Rectangle 16">
              <a:extLst>
                <a:ext uri="{FF2B5EF4-FFF2-40B4-BE49-F238E27FC236}">
                  <a16:creationId xmlns:a16="http://schemas.microsoft.com/office/drawing/2014/main" id="{E0D096FB-4C60-4F14-990F-A02E936FF14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69286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99" name="Rectangle 17">
              <a:extLst>
                <a:ext uri="{FF2B5EF4-FFF2-40B4-BE49-F238E27FC236}">
                  <a16:creationId xmlns:a16="http://schemas.microsoft.com/office/drawing/2014/main" id="{F890BF02-C3FB-4831-92ED-39967DF0B90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23051" y="2653054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00" name="Rectangle 18">
              <a:extLst>
                <a:ext uri="{FF2B5EF4-FFF2-40B4-BE49-F238E27FC236}">
                  <a16:creationId xmlns:a16="http://schemas.microsoft.com/office/drawing/2014/main" id="{B7F1559F-A9F1-4FD7-9DAF-4CFECD60C2B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59589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01" name="Rectangle 19">
              <a:extLst>
                <a:ext uri="{FF2B5EF4-FFF2-40B4-BE49-F238E27FC236}">
                  <a16:creationId xmlns:a16="http://schemas.microsoft.com/office/drawing/2014/main" id="{EF9F6377-89FF-43CC-8E36-565B4E17B7A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37414" y="2653054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02" name="Rectangle 20">
              <a:extLst>
                <a:ext uri="{FF2B5EF4-FFF2-40B4-BE49-F238E27FC236}">
                  <a16:creationId xmlns:a16="http://schemas.microsoft.com/office/drawing/2014/main" id="{DA34B52E-8C80-49D8-9411-B2DEBFF9D4C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66014" y="2653054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03" name="Rectangle 21">
              <a:extLst>
                <a:ext uri="{FF2B5EF4-FFF2-40B4-BE49-F238E27FC236}">
                  <a16:creationId xmlns:a16="http://schemas.microsoft.com/office/drawing/2014/main" id="{49D0CD30-BE1D-44E3-88CB-8DEFA0B9F4F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04" name="Rectangle 22">
              <a:extLst>
                <a:ext uri="{FF2B5EF4-FFF2-40B4-BE49-F238E27FC236}">
                  <a16:creationId xmlns:a16="http://schemas.microsoft.com/office/drawing/2014/main" id="{40AA3D2E-DDF5-4ACF-969D-5C6D0C8676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02551" y="2653054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05" name="Rectangle 23">
              <a:extLst>
                <a:ext uri="{FF2B5EF4-FFF2-40B4-BE49-F238E27FC236}">
                  <a16:creationId xmlns:a16="http://schemas.microsoft.com/office/drawing/2014/main" id="{76AD0499-0223-4600-905F-64703D5FDA9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564154"/>
              <a:ext cx="11112" cy="4064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06" name="Rectangle 24">
              <a:extLst>
                <a:ext uri="{FF2B5EF4-FFF2-40B4-BE49-F238E27FC236}">
                  <a16:creationId xmlns:a16="http://schemas.microsoft.com/office/drawing/2014/main" id="{C9130985-FEAE-4B89-8BA3-8515558F6AE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59441"/>
              <a:ext cx="169227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07" name="Rectangle 25">
              <a:extLst>
                <a:ext uri="{FF2B5EF4-FFF2-40B4-BE49-F238E27FC236}">
                  <a16:creationId xmlns:a16="http://schemas.microsoft.com/office/drawing/2014/main" id="{BD68C152-C8CD-4026-AFDA-AC28BD0D874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08" name="Rectangle 26">
              <a:extLst>
                <a:ext uri="{FF2B5EF4-FFF2-40B4-BE49-F238E27FC236}">
                  <a16:creationId xmlns:a16="http://schemas.microsoft.com/office/drawing/2014/main" id="{DDE80B34-5D20-4DB9-825C-332A1FF5CA3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81964" y="2522879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09" name="Rectangle 27">
              <a:extLst>
                <a:ext uri="{FF2B5EF4-FFF2-40B4-BE49-F238E27FC236}">
                  <a16:creationId xmlns:a16="http://schemas.microsoft.com/office/drawing/2014/main" id="{E739E8F0-A755-4CCF-8058-0005BFF5AF8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83239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10" name="Rectangle 28">
              <a:extLst>
                <a:ext uri="{FF2B5EF4-FFF2-40B4-BE49-F238E27FC236}">
                  <a16:creationId xmlns:a16="http://schemas.microsoft.com/office/drawing/2014/main" id="{747C9CE6-6154-4128-B729-D86C6CB67B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9436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11" name="Rectangle 29">
              <a:extLst>
                <a:ext uri="{FF2B5EF4-FFF2-40B4-BE49-F238E27FC236}">
                  <a16:creationId xmlns:a16="http://schemas.microsoft.com/office/drawing/2014/main" id="{B247AE01-B69F-4E00-9B6B-19F89A6BE52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94376" y="2927691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12" name="Rectangle 30">
              <a:extLst>
                <a:ext uri="{FF2B5EF4-FFF2-40B4-BE49-F238E27FC236}">
                  <a16:creationId xmlns:a16="http://schemas.microsoft.com/office/drawing/2014/main" id="{7683FC0F-B70F-4835-95A4-A89DB644C66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2970554"/>
              <a:ext cx="11113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13" name="Rectangle 31">
              <a:extLst>
                <a:ext uri="{FF2B5EF4-FFF2-40B4-BE49-F238E27FC236}">
                  <a16:creationId xmlns:a16="http://schemas.microsoft.com/office/drawing/2014/main" id="{50F07396-B595-48F8-8140-E849DF071EF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03914" y="3016591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14" name="Rectangle 32">
              <a:extLst>
                <a:ext uri="{FF2B5EF4-FFF2-40B4-BE49-F238E27FC236}">
                  <a16:creationId xmlns:a16="http://schemas.microsoft.com/office/drawing/2014/main" id="{FEE885A5-E4C9-444D-9911-85615156341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75318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15" name="Rectangle 33">
              <a:extLst>
                <a:ext uri="{FF2B5EF4-FFF2-40B4-BE49-F238E27FC236}">
                  <a16:creationId xmlns:a16="http://schemas.microsoft.com/office/drawing/2014/main" id="{F6DE40D2-4918-4B97-81AC-1B8BBE607E0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1776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16" name="Rectangle 34">
              <a:extLst>
                <a:ext uri="{FF2B5EF4-FFF2-40B4-BE49-F238E27FC236}">
                  <a16:creationId xmlns:a16="http://schemas.microsoft.com/office/drawing/2014/main" id="{C71921E4-5C4A-4297-84A9-BA9BD79EDAF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980201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17" name="Rectangle 35">
              <a:extLst>
                <a:ext uri="{FF2B5EF4-FFF2-40B4-BE49-F238E27FC236}">
                  <a16:creationId xmlns:a16="http://schemas.microsoft.com/office/drawing/2014/main" id="{DAFD7CEF-9A9B-4712-8069-15D1B592C28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10878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18" name="Rectangle 36">
              <a:extLst>
                <a:ext uri="{FF2B5EF4-FFF2-40B4-BE49-F238E27FC236}">
                  <a16:creationId xmlns:a16="http://schemas.microsoft.com/office/drawing/2014/main" id="{3A0AE5D4-5BC5-47FA-9AD6-22EDDED8EB7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594564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19" name="Rectangle 37">
              <a:extLst>
                <a:ext uri="{FF2B5EF4-FFF2-40B4-BE49-F238E27FC236}">
                  <a16:creationId xmlns:a16="http://schemas.microsoft.com/office/drawing/2014/main" id="{3D6BFBCE-4C6C-4160-95DB-573780193AD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4739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20" name="Rectangle 38">
              <a:extLst>
                <a:ext uri="{FF2B5EF4-FFF2-40B4-BE49-F238E27FC236}">
                  <a16:creationId xmlns:a16="http://schemas.microsoft.com/office/drawing/2014/main" id="{E9FB5D7C-6BBF-40B1-B2FF-64609AB365E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6339" y="3057866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21" name="Rectangle 39">
              <a:extLst>
                <a:ext uri="{FF2B5EF4-FFF2-40B4-BE49-F238E27FC236}">
                  <a16:creationId xmlns:a16="http://schemas.microsoft.com/office/drawing/2014/main" id="{42106532-52ED-4514-A2A1-96B9E5F8533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22" name="Rectangle 40">
              <a:extLst>
                <a:ext uri="{FF2B5EF4-FFF2-40B4-BE49-F238E27FC236}">
                  <a16:creationId xmlns:a16="http://schemas.microsoft.com/office/drawing/2014/main" id="{1F2C4D10-201A-4342-A5F7-7EC10EA804C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58101" y="3145179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23" name="Rectangle 41">
              <a:extLst>
                <a:ext uri="{FF2B5EF4-FFF2-40B4-BE49-F238E27FC236}">
                  <a16:creationId xmlns:a16="http://schemas.microsoft.com/office/drawing/2014/main" id="{7BEC57D6-8A2E-4638-83AC-B53AB6699C1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2970554"/>
              <a:ext cx="11112" cy="40481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24" name="Rectangle 42">
              <a:extLst>
                <a:ext uri="{FF2B5EF4-FFF2-40B4-BE49-F238E27FC236}">
                  <a16:creationId xmlns:a16="http://schemas.microsoft.com/office/drawing/2014/main" id="{AFDCDACE-D039-45C1-B06E-23BED414317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336266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25" name="Rectangle 43">
              <a:extLst>
                <a:ext uri="{FF2B5EF4-FFF2-40B4-BE49-F238E27FC236}">
                  <a16:creationId xmlns:a16="http://schemas.microsoft.com/office/drawing/2014/main" id="{63428097-082F-4867-928B-B20CD8FB05F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26" name="Rectangle 44">
              <a:extLst>
                <a:ext uri="{FF2B5EF4-FFF2-40B4-BE49-F238E27FC236}">
                  <a16:creationId xmlns:a16="http://schemas.microsoft.com/office/drawing/2014/main" id="{65C4472F-AD5B-4F15-8515-A8EBDF52012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7551" y="2895941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27" name="Rectangle 45">
              <a:extLst>
                <a:ext uri="{FF2B5EF4-FFF2-40B4-BE49-F238E27FC236}">
                  <a16:creationId xmlns:a16="http://schemas.microsoft.com/office/drawing/2014/main" id="{99CAEBFA-3FE4-4623-B57A-10AFE29EA9C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28" name="Rectangle 46">
              <a:extLst>
                <a:ext uri="{FF2B5EF4-FFF2-40B4-BE49-F238E27FC236}">
                  <a16:creationId xmlns:a16="http://schemas.microsoft.com/office/drawing/2014/main" id="{06FA8CDF-E59D-49B9-9C1B-65E169EB435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376954"/>
              <a:ext cx="11113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29" name="Rectangle 47">
              <a:extLst>
                <a:ext uri="{FF2B5EF4-FFF2-40B4-BE49-F238E27FC236}">
                  <a16:creationId xmlns:a16="http://schemas.microsoft.com/office/drawing/2014/main" id="{04CA8AFF-1A12-46BA-8C1F-44BF033D8DF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30" name="Rectangle 48">
              <a:extLst>
                <a:ext uri="{FF2B5EF4-FFF2-40B4-BE49-F238E27FC236}">
                  <a16:creationId xmlns:a16="http://schemas.microsoft.com/office/drawing/2014/main" id="{B8D62A8B-5446-4C18-B1A9-433C29EC47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31" name="Rectangle 49">
              <a:extLst>
                <a:ext uri="{FF2B5EF4-FFF2-40B4-BE49-F238E27FC236}">
                  <a16:creationId xmlns:a16="http://schemas.microsoft.com/office/drawing/2014/main" id="{A0C044F8-646E-4BF5-AF4D-83B2E1CF35F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32" name="Rectangle 50">
              <a:extLst>
                <a:ext uri="{FF2B5EF4-FFF2-40B4-BE49-F238E27FC236}">
                  <a16:creationId xmlns:a16="http://schemas.microsoft.com/office/drawing/2014/main" id="{66EDF0CC-1BD9-4D33-B53E-114D8DB29D4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33" name="Rectangle 51">
              <a:extLst>
                <a:ext uri="{FF2B5EF4-FFF2-40B4-BE49-F238E27FC236}">
                  <a16:creationId xmlns:a16="http://schemas.microsoft.com/office/drawing/2014/main" id="{3F29C06B-F1DA-4C72-A354-C4CCA06C6A7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46585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34" name="Rectangle 52">
              <a:extLst>
                <a:ext uri="{FF2B5EF4-FFF2-40B4-BE49-F238E27FC236}">
                  <a16:creationId xmlns:a16="http://schemas.microsoft.com/office/drawing/2014/main" id="{2946C94E-0686-4A88-BAE0-7617D06965D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376954"/>
              <a:ext cx="11112" cy="3571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35" name="Rectangle 53">
              <a:extLst>
                <a:ext uri="{FF2B5EF4-FFF2-40B4-BE49-F238E27FC236}">
                  <a16:creationId xmlns:a16="http://schemas.microsoft.com/office/drawing/2014/main" id="{E723AEA1-6BCB-44D9-BA8E-65679ADF314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36" name="Rectangle 54">
              <a:extLst>
                <a:ext uri="{FF2B5EF4-FFF2-40B4-BE49-F238E27FC236}">
                  <a16:creationId xmlns:a16="http://schemas.microsoft.com/office/drawing/2014/main" id="{90E724A5-768F-4738-8B33-2AA9D434A75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46585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37" name="Rectangle 55">
              <a:extLst>
                <a:ext uri="{FF2B5EF4-FFF2-40B4-BE49-F238E27FC236}">
                  <a16:creationId xmlns:a16="http://schemas.microsoft.com/office/drawing/2014/main" id="{E811E97A-4EB7-409B-8B8E-FA518198B52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38" name="Rectangle 56">
              <a:extLst>
                <a:ext uri="{FF2B5EF4-FFF2-40B4-BE49-F238E27FC236}">
                  <a16:creationId xmlns:a16="http://schemas.microsoft.com/office/drawing/2014/main" id="{47E67ACE-7A50-4280-8C46-D6A7F76AA53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3734141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39" name="Rectangle 57">
              <a:extLst>
                <a:ext uri="{FF2B5EF4-FFF2-40B4-BE49-F238E27FC236}">
                  <a16:creationId xmlns:a16="http://schemas.microsoft.com/office/drawing/2014/main" id="{EA1039F7-D405-4223-A78D-CA4C1B068FF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40" name="Rectangle 58">
              <a:extLst>
                <a:ext uri="{FF2B5EF4-FFF2-40B4-BE49-F238E27FC236}">
                  <a16:creationId xmlns:a16="http://schemas.microsoft.com/office/drawing/2014/main" id="{4A0FBAC5-60B8-449F-B185-E73D42A5A26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41" name="Rectangle 59">
              <a:extLst>
                <a:ext uri="{FF2B5EF4-FFF2-40B4-BE49-F238E27FC236}">
                  <a16:creationId xmlns:a16="http://schemas.microsoft.com/office/drawing/2014/main" id="{424F4E11-CB47-44CC-B6E1-070F26EB07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42" name="Rectangle 60">
              <a:extLst>
                <a:ext uri="{FF2B5EF4-FFF2-40B4-BE49-F238E27FC236}">
                  <a16:creationId xmlns:a16="http://schemas.microsoft.com/office/drawing/2014/main" id="{8C34B2B2-92CA-4A72-8F4A-DEEFE4D2501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43" name="Rectangle 61">
              <a:extLst>
                <a:ext uri="{FF2B5EF4-FFF2-40B4-BE49-F238E27FC236}">
                  <a16:creationId xmlns:a16="http://schemas.microsoft.com/office/drawing/2014/main" id="{E38D17A1-678C-489B-BAFE-8A121924ECC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3730966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44" name="Rectangle 62">
              <a:extLst>
                <a:ext uri="{FF2B5EF4-FFF2-40B4-BE49-F238E27FC236}">
                  <a16:creationId xmlns:a16="http://schemas.microsoft.com/office/drawing/2014/main" id="{854348BF-330D-4BA5-9337-8D828F16C5E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3734141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45" name="Rectangle 63">
              <a:extLst>
                <a:ext uri="{FF2B5EF4-FFF2-40B4-BE49-F238E27FC236}">
                  <a16:creationId xmlns:a16="http://schemas.microsoft.com/office/drawing/2014/main" id="{3378E4AF-AB00-45B1-B932-099F6577334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46" name="Rectangle 64">
              <a:extLst>
                <a:ext uri="{FF2B5EF4-FFF2-40B4-BE49-F238E27FC236}">
                  <a16:creationId xmlns:a16="http://schemas.microsoft.com/office/drawing/2014/main" id="{003BDB0A-1A1C-4204-8FA9-8412909F35A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3730966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47" name="Rectangle 65">
              <a:extLst>
                <a:ext uri="{FF2B5EF4-FFF2-40B4-BE49-F238E27FC236}">
                  <a16:creationId xmlns:a16="http://schemas.microsoft.com/office/drawing/2014/main" id="{918B461E-C8E7-4464-A7D7-3C2BDC41351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48" name="Rectangle 66">
              <a:extLst>
                <a:ext uri="{FF2B5EF4-FFF2-40B4-BE49-F238E27FC236}">
                  <a16:creationId xmlns:a16="http://schemas.microsoft.com/office/drawing/2014/main" id="{B9DD4CED-D056-4429-93F4-22521F4470E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004016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49" name="Rectangle 67">
              <a:extLst>
                <a:ext uri="{FF2B5EF4-FFF2-40B4-BE49-F238E27FC236}">
                  <a16:creationId xmlns:a16="http://schemas.microsoft.com/office/drawing/2014/main" id="{0001B090-AD3F-4000-AA56-166A160A73F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50" name="Rectangle 68">
              <a:extLst>
                <a:ext uri="{FF2B5EF4-FFF2-40B4-BE49-F238E27FC236}">
                  <a16:creationId xmlns:a16="http://schemas.microsoft.com/office/drawing/2014/main" id="{EA5B5CF7-0703-423A-BFD3-04C592DFED1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51" name="Rectangle 69">
              <a:extLst>
                <a:ext uri="{FF2B5EF4-FFF2-40B4-BE49-F238E27FC236}">
                  <a16:creationId xmlns:a16="http://schemas.microsoft.com/office/drawing/2014/main" id="{CB4DDAD5-F57C-4527-965F-CF03DB8F4A5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52" name="Rectangle 70">
              <a:extLst>
                <a:ext uri="{FF2B5EF4-FFF2-40B4-BE49-F238E27FC236}">
                  <a16:creationId xmlns:a16="http://schemas.microsoft.com/office/drawing/2014/main" id="{8F7C9674-E81E-4CCD-9B1F-167C90B9DC0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53" name="Rectangle 71">
              <a:extLst>
                <a:ext uri="{FF2B5EF4-FFF2-40B4-BE49-F238E27FC236}">
                  <a16:creationId xmlns:a16="http://schemas.microsoft.com/office/drawing/2014/main" id="{09767718-40CC-4C83-BD7A-798D1B9E40D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002429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54" name="Rectangle 72">
              <a:extLst>
                <a:ext uri="{FF2B5EF4-FFF2-40B4-BE49-F238E27FC236}">
                  <a16:creationId xmlns:a16="http://schemas.microsoft.com/office/drawing/2014/main" id="{49A37EFB-1C2A-4E55-B3F7-3F04E2143DC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004016"/>
              <a:ext cx="11112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55" name="Rectangle 73">
              <a:extLst>
                <a:ext uri="{FF2B5EF4-FFF2-40B4-BE49-F238E27FC236}">
                  <a16:creationId xmlns:a16="http://schemas.microsoft.com/office/drawing/2014/main" id="{7A016225-A878-4AA1-AFEA-44D5FABF284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14951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56" name="Rectangle 74">
              <a:extLst>
                <a:ext uri="{FF2B5EF4-FFF2-40B4-BE49-F238E27FC236}">
                  <a16:creationId xmlns:a16="http://schemas.microsoft.com/office/drawing/2014/main" id="{0F4C3EF7-9D85-4D5E-9C8B-61A158EDAF0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002429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57" name="Rectangle 75">
              <a:extLst>
                <a:ext uri="{FF2B5EF4-FFF2-40B4-BE49-F238E27FC236}">
                  <a16:creationId xmlns:a16="http://schemas.microsoft.com/office/drawing/2014/main" id="{BC23444D-EAC3-4326-B479-927B15DBE54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954676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58" name="Rectangle 76">
              <a:extLst>
                <a:ext uri="{FF2B5EF4-FFF2-40B4-BE49-F238E27FC236}">
                  <a16:creationId xmlns:a16="http://schemas.microsoft.com/office/drawing/2014/main" id="{94DC9EAD-952E-44EE-90B5-BA7BECDBF48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57926" y="4278654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59" name="Rectangle 77">
              <a:extLst>
                <a:ext uri="{FF2B5EF4-FFF2-40B4-BE49-F238E27FC236}">
                  <a16:creationId xmlns:a16="http://schemas.microsoft.com/office/drawing/2014/main" id="{816C1CCA-9A71-44AD-BD0E-60EE790598D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2295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60" name="Rectangle 78">
              <a:extLst>
                <a:ext uri="{FF2B5EF4-FFF2-40B4-BE49-F238E27FC236}">
                  <a16:creationId xmlns:a16="http://schemas.microsoft.com/office/drawing/2014/main" id="{425287CA-7E5C-4842-94BD-A5CBEAA31AD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8914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61" name="Rectangle 79">
              <a:extLst>
                <a:ext uri="{FF2B5EF4-FFF2-40B4-BE49-F238E27FC236}">
                  <a16:creationId xmlns:a16="http://schemas.microsoft.com/office/drawing/2014/main" id="{B5343B4F-7AC4-4F5C-B9DD-AFAEDFFF063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056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62" name="Rectangle 80">
              <a:extLst>
                <a:ext uri="{FF2B5EF4-FFF2-40B4-BE49-F238E27FC236}">
                  <a16:creationId xmlns:a16="http://schemas.microsoft.com/office/drawing/2014/main" id="{47CC3F05-321E-4FFE-B011-D568ADCE560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42264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63" name="Rectangle 81">
              <a:extLst>
                <a:ext uri="{FF2B5EF4-FFF2-40B4-BE49-F238E27FC236}">
                  <a16:creationId xmlns:a16="http://schemas.microsoft.com/office/drawing/2014/main" id="{D1873047-17CA-4CF5-9F82-63911FE12BC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80289" y="4272304"/>
              <a:ext cx="30306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64" name="Rectangle 82">
              <a:extLst>
                <a:ext uri="{FF2B5EF4-FFF2-40B4-BE49-F238E27FC236}">
                  <a16:creationId xmlns:a16="http://schemas.microsoft.com/office/drawing/2014/main" id="{9908CDB8-56FA-448A-9D39-6252DA6A703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0789" y="4278654"/>
              <a:ext cx="11112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65" name="Rectangle 83">
              <a:extLst>
                <a:ext uri="{FF2B5EF4-FFF2-40B4-BE49-F238E27FC236}">
                  <a16:creationId xmlns:a16="http://schemas.microsoft.com/office/drawing/2014/main" id="{4C42D2D0-4B34-4866-B4BC-28824A5FB48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38764" y="4575516"/>
              <a:ext cx="3506787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66" name="Rectangle 84">
              <a:extLst>
                <a:ext uri="{FF2B5EF4-FFF2-40B4-BE49-F238E27FC236}">
                  <a16:creationId xmlns:a16="http://schemas.microsoft.com/office/drawing/2014/main" id="{56D7B93B-3C9C-409E-B826-F4083A567ED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1201" y="4272304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2226" name="Rectangle 2">
            <a:extLst>
              <a:ext uri="{FF2B5EF4-FFF2-40B4-BE49-F238E27FC236}">
                <a16:creationId xmlns:a16="http://schemas.microsoft.com/office/drawing/2014/main" id="{14CCFA76-F3A6-45EC-B4F8-930B6F7544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We don’t need the state-assigned table anymore</a:t>
            </a:r>
          </a:p>
        </p:txBody>
      </p:sp>
      <p:grpSp>
        <p:nvGrpSpPr>
          <p:cNvPr id="52227" name="Group 93">
            <a:extLst>
              <a:ext uri="{FF2B5EF4-FFF2-40B4-BE49-F238E27FC236}">
                <a16:creationId xmlns:a16="http://schemas.microsoft.com/office/drawing/2014/main" id="{06DF3AED-C2FF-4F6A-AA51-EA82106F954E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52231" name="Rectangle 85">
              <a:extLst>
                <a:ext uri="{FF2B5EF4-FFF2-40B4-BE49-F238E27FC236}">
                  <a16:creationId xmlns:a16="http://schemas.microsoft.com/office/drawing/2014/main" id="{1DFFFBD2-155B-45BC-BD12-4EB0B8113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32" name="Rectangle 86">
              <a:extLst>
                <a:ext uri="{FF2B5EF4-FFF2-40B4-BE49-F238E27FC236}">
                  <a16:creationId xmlns:a16="http://schemas.microsoft.com/office/drawing/2014/main" id="{26E27BFA-A144-4B55-92D7-A43ECAAFD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33" name="Rectangle 88">
              <a:extLst>
                <a:ext uri="{FF2B5EF4-FFF2-40B4-BE49-F238E27FC236}">
                  <a16:creationId xmlns:a16="http://schemas.microsoft.com/office/drawing/2014/main" id="{369EA880-7303-4456-851A-3B009F9B5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34" name="Rectangle 89">
              <a:extLst>
                <a:ext uri="{FF2B5EF4-FFF2-40B4-BE49-F238E27FC236}">
                  <a16:creationId xmlns:a16="http://schemas.microsoft.com/office/drawing/2014/main" id="{24BFBEDF-3C8F-44FE-9871-BE02184B3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35" name="Rectangle 90">
              <a:extLst>
                <a:ext uri="{FF2B5EF4-FFF2-40B4-BE49-F238E27FC236}">
                  <a16:creationId xmlns:a16="http://schemas.microsoft.com/office/drawing/2014/main" id="{8FD048C4-D2C6-4A28-8865-97D9817B8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36" name="Rectangle 91">
              <a:extLst>
                <a:ext uri="{FF2B5EF4-FFF2-40B4-BE49-F238E27FC236}">
                  <a16:creationId xmlns:a16="http://schemas.microsoft.com/office/drawing/2014/main" id="{1B81F020-C379-45D5-9DA4-C70DB4576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37" name="Rectangle 92">
              <a:extLst>
                <a:ext uri="{FF2B5EF4-FFF2-40B4-BE49-F238E27FC236}">
                  <a16:creationId xmlns:a16="http://schemas.microsoft.com/office/drawing/2014/main" id="{A3068B75-AA1C-4C71-97DC-B02E4B66B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38" name="Rectangle 93">
              <a:extLst>
                <a:ext uri="{FF2B5EF4-FFF2-40B4-BE49-F238E27FC236}">
                  <a16:creationId xmlns:a16="http://schemas.microsoft.com/office/drawing/2014/main" id="{2267BDBF-DF05-4B67-ADC2-2D45DEEC4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39" name="Rectangle 94">
              <a:extLst>
                <a:ext uri="{FF2B5EF4-FFF2-40B4-BE49-F238E27FC236}">
                  <a16:creationId xmlns:a16="http://schemas.microsoft.com/office/drawing/2014/main" id="{661957A6-8E8B-4277-8C01-1FAA21AC6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0" name="Rectangle 95">
              <a:extLst>
                <a:ext uri="{FF2B5EF4-FFF2-40B4-BE49-F238E27FC236}">
                  <a16:creationId xmlns:a16="http://schemas.microsoft.com/office/drawing/2014/main" id="{A242DE02-D9F5-4229-817D-683DE6CFE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1" name="Rectangle 96">
              <a:extLst>
                <a:ext uri="{FF2B5EF4-FFF2-40B4-BE49-F238E27FC236}">
                  <a16:creationId xmlns:a16="http://schemas.microsoft.com/office/drawing/2014/main" id="{C88E3BDB-2E70-43A9-9386-3603C53FB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2" name="Rectangle 97">
              <a:extLst>
                <a:ext uri="{FF2B5EF4-FFF2-40B4-BE49-F238E27FC236}">
                  <a16:creationId xmlns:a16="http://schemas.microsoft.com/office/drawing/2014/main" id="{78D9450A-797A-4A8C-871D-91E112328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3" name="Rectangle 98">
              <a:extLst>
                <a:ext uri="{FF2B5EF4-FFF2-40B4-BE49-F238E27FC236}">
                  <a16:creationId xmlns:a16="http://schemas.microsoft.com/office/drawing/2014/main" id="{550630A5-4628-445E-B957-426BDA231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4" name="Rectangle 99">
              <a:extLst>
                <a:ext uri="{FF2B5EF4-FFF2-40B4-BE49-F238E27FC236}">
                  <a16:creationId xmlns:a16="http://schemas.microsoft.com/office/drawing/2014/main" id="{AAEDA0EC-1496-4EEE-953A-1A05DC3B3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5" name="Rectangle 100">
              <a:extLst>
                <a:ext uri="{FF2B5EF4-FFF2-40B4-BE49-F238E27FC236}">
                  <a16:creationId xmlns:a16="http://schemas.microsoft.com/office/drawing/2014/main" id="{6BC0444F-4498-4C6E-9D7E-A5AC5BE81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6" name="Rectangle 101">
              <a:extLst>
                <a:ext uri="{FF2B5EF4-FFF2-40B4-BE49-F238E27FC236}">
                  <a16:creationId xmlns:a16="http://schemas.microsoft.com/office/drawing/2014/main" id="{F1730B1E-6525-462D-8BBC-89CEFFC2A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7" name="Rectangle 102">
              <a:extLst>
                <a:ext uri="{FF2B5EF4-FFF2-40B4-BE49-F238E27FC236}">
                  <a16:creationId xmlns:a16="http://schemas.microsoft.com/office/drawing/2014/main" id="{39949519-3F62-426E-8C77-52C4B8272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8" name="Rectangle 103">
              <a:extLst>
                <a:ext uri="{FF2B5EF4-FFF2-40B4-BE49-F238E27FC236}">
                  <a16:creationId xmlns:a16="http://schemas.microsoft.com/office/drawing/2014/main" id="{00E744F0-5BD4-445C-B96F-B503056EE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9" name="Rectangle 104">
              <a:extLst>
                <a:ext uri="{FF2B5EF4-FFF2-40B4-BE49-F238E27FC236}">
                  <a16:creationId xmlns:a16="http://schemas.microsoft.com/office/drawing/2014/main" id="{07E9C869-8600-4821-AE0D-B66D039ED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0" name="Rectangle 105">
              <a:extLst>
                <a:ext uri="{FF2B5EF4-FFF2-40B4-BE49-F238E27FC236}">
                  <a16:creationId xmlns:a16="http://schemas.microsoft.com/office/drawing/2014/main" id="{CEDE86E1-5749-457D-9DA2-5CAE4AC05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1" name="Rectangle 106">
              <a:extLst>
                <a:ext uri="{FF2B5EF4-FFF2-40B4-BE49-F238E27FC236}">
                  <a16:creationId xmlns:a16="http://schemas.microsoft.com/office/drawing/2014/main" id="{1F576AFF-FC87-45A8-AF21-5989CA4B9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2" name="Rectangle 107">
              <a:extLst>
                <a:ext uri="{FF2B5EF4-FFF2-40B4-BE49-F238E27FC236}">
                  <a16:creationId xmlns:a16="http://schemas.microsoft.com/office/drawing/2014/main" id="{F6229E81-8352-49CE-81B9-8A087A829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3" name="Rectangle 108">
              <a:extLst>
                <a:ext uri="{FF2B5EF4-FFF2-40B4-BE49-F238E27FC236}">
                  <a16:creationId xmlns:a16="http://schemas.microsoft.com/office/drawing/2014/main" id="{0F1B8E70-55BD-48BD-A184-C8C1ABFB7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4" name="Rectangle 109">
              <a:extLst>
                <a:ext uri="{FF2B5EF4-FFF2-40B4-BE49-F238E27FC236}">
                  <a16:creationId xmlns:a16="http://schemas.microsoft.com/office/drawing/2014/main" id="{0BF9B74E-7711-4207-B19E-C7CFEB90B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5" name="Rectangle 110">
              <a:extLst>
                <a:ext uri="{FF2B5EF4-FFF2-40B4-BE49-F238E27FC236}">
                  <a16:creationId xmlns:a16="http://schemas.microsoft.com/office/drawing/2014/main" id="{CD05B960-1644-4BF5-B494-9A6F351EB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6" name="Rectangle 111">
              <a:extLst>
                <a:ext uri="{FF2B5EF4-FFF2-40B4-BE49-F238E27FC236}">
                  <a16:creationId xmlns:a16="http://schemas.microsoft.com/office/drawing/2014/main" id="{E1D258C1-623F-4C9C-87A9-BB23577E0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7" name="Rectangle 112">
              <a:extLst>
                <a:ext uri="{FF2B5EF4-FFF2-40B4-BE49-F238E27FC236}">
                  <a16:creationId xmlns:a16="http://schemas.microsoft.com/office/drawing/2014/main" id="{D35DB688-0DCB-45F5-BD55-31A36638A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8" name="Rectangle 113">
              <a:extLst>
                <a:ext uri="{FF2B5EF4-FFF2-40B4-BE49-F238E27FC236}">
                  <a16:creationId xmlns:a16="http://schemas.microsoft.com/office/drawing/2014/main" id="{F480D34B-6B05-4AB4-8B4F-BC66AA3BE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9" name="Rectangle 114">
              <a:extLst>
                <a:ext uri="{FF2B5EF4-FFF2-40B4-BE49-F238E27FC236}">
                  <a16:creationId xmlns:a16="http://schemas.microsoft.com/office/drawing/2014/main" id="{77613B7F-52B2-4CD1-8DA9-BA7F3376D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0" name="Rectangle 115">
              <a:extLst>
                <a:ext uri="{FF2B5EF4-FFF2-40B4-BE49-F238E27FC236}">
                  <a16:creationId xmlns:a16="http://schemas.microsoft.com/office/drawing/2014/main" id="{2B6CFFB1-E2D1-4856-84F5-7D556141B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1" name="Rectangle 116">
              <a:extLst>
                <a:ext uri="{FF2B5EF4-FFF2-40B4-BE49-F238E27FC236}">
                  <a16:creationId xmlns:a16="http://schemas.microsoft.com/office/drawing/2014/main" id="{EF90B73E-256F-462E-A29B-EDC7E1D34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2" name="Rectangle 117">
              <a:extLst>
                <a:ext uri="{FF2B5EF4-FFF2-40B4-BE49-F238E27FC236}">
                  <a16:creationId xmlns:a16="http://schemas.microsoft.com/office/drawing/2014/main" id="{E8A69B6A-FDBA-4441-AA9A-875AA888D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3" name="Rectangle 118">
              <a:extLst>
                <a:ext uri="{FF2B5EF4-FFF2-40B4-BE49-F238E27FC236}">
                  <a16:creationId xmlns:a16="http://schemas.microsoft.com/office/drawing/2014/main" id="{EE4D46F0-C059-4CF1-8803-7462914B4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4" name="Rectangle 119">
              <a:extLst>
                <a:ext uri="{FF2B5EF4-FFF2-40B4-BE49-F238E27FC236}">
                  <a16:creationId xmlns:a16="http://schemas.microsoft.com/office/drawing/2014/main" id="{38AC7E74-82BD-4A6A-96A5-1B8FE2F0A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5" name="Rectangle 120">
              <a:extLst>
                <a:ext uri="{FF2B5EF4-FFF2-40B4-BE49-F238E27FC236}">
                  <a16:creationId xmlns:a16="http://schemas.microsoft.com/office/drawing/2014/main" id="{031D44D2-A2D5-4E75-BF54-D2A183DDB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6" name="Rectangle 121">
              <a:extLst>
                <a:ext uri="{FF2B5EF4-FFF2-40B4-BE49-F238E27FC236}">
                  <a16:creationId xmlns:a16="http://schemas.microsoft.com/office/drawing/2014/main" id="{D4DDFD63-1204-49A2-B545-75A759B8F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7" name="Rectangle 122">
              <a:extLst>
                <a:ext uri="{FF2B5EF4-FFF2-40B4-BE49-F238E27FC236}">
                  <a16:creationId xmlns:a16="http://schemas.microsoft.com/office/drawing/2014/main" id="{933EA931-6C3E-4950-B8B1-710F246C1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8" name="Rectangle 123">
              <a:extLst>
                <a:ext uri="{FF2B5EF4-FFF2-40B4-BE49-F238E27FC236}">
                  <a16:creationId xmlns:a16="http://schemas.microsoft.com/office/drawing/2014/main" id="{BFBAA94E-0D10-4A9A-A077-851E4C11F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9" name="Rectangle 124">
              <a:extLst>
                <a:ext uri="{FF2B5EF4-FFF2-40B4-BE49-F238E27FC236}">
                  <a16:creationId xmlns:a16="http://schemas.microsoft.com/office/drawing/2014/main" id="{9620B94F-4EB0-4503-BCC7-BFAC66E71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0" name="Rectangle 125">
              <a:extLst>
                <a:ext uri="{FF2B5EF4-FFF2-40B4-BE49-F238E27FC236}">
                  <a16:creationId xmlns:a16="http://schemas.microsoft.com/office/drawing/2014/main" id="{0BC7A3C1-A68C-4ED9-BF67-CA10932E8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1" name="Rectangle 126">
              <a:extLst>
                <a:ext uri="{FF2B5EF4-FFF2-40B4-BE49-F238E27FC236}">
                  <a16:creationId xmlns:a16="http://schemas.microsoft.com/office/drawing/2014/main" id="{0F3ECC9A-0A54-4E3D-AF8E-F3BE86103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2" name="Rectangle 127">
              <a:extLst>
                <a:ext uri="{FF2B5EF4-FFF2-40B4-BE49-F238E27FC236}">
                  <a16:creationId xmlns:a16="http://schemas.microsoft.com/office/drawing/2014/main" id="{689BD328-6F50-4C67-A1D0-66A96EE2D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3" name="Rectangle 128">
              <a:extLst>
                <a:ext uri="{FF2B5EF4-FFF2-40B4-BE49-F238E27FC236}">
                  <a16:creationId xmlns:a16="http://schemas.microsoft.com/office/drawing/2014/main" id="{6264BF22-64DF-4B00-B0BB-E97724BF8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4" name="Rectangle 129">
              <a:extLst>
                <a:ext uri="{FF2B5EF4-FFF2-40B4-BE49-F238E27FC236}">
                  <a16:creationId xmlns:a16="http://schemas.microsoft.com/office/drawing/2014/main" id="{67536656-81F1-40DD-8D00-52E16A7FD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5" name="Rectangle 130">
              <a:extLst>
                <a:ext uri="{FF2B5EF4-FFF2-40B4-BE49-F238E27FC236}">
                  <a16:creationId xmlns:a16="http://schemas.microsoft.com/office/drawing/2014/main" id="{51E2A168-1D72-45FC-BD28-AA901E97F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6" name="Rectangle 131">
              <a:extLst>
                <a:ext uri="{FF2B5EF4-FFF2-40B4-BE49-F238E27FC236}">
                  <a16:creationId xmlns:a16="http://schemas.microsoft.com/office/drawing/2014/main" id="{C1F37F17-7C45-48EA-BFDB-5F03C7D9E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7" name="Rectangle 132">
              <a:extLst>
                <a:ext uri="{FF2B5EF4-FFF2-40B4-BE49-F238E27FC236}">
                  <a16:creationId xmlns:a16="http://schemas.microsoft.com/office/drawing/2014/main" id="{916A9EC3-4E62-4D5D-AD71-EE4184A9A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8" name="Rectangle 133">
              <a:extLst>
                <a:ext uri="{FF2B5EF4-FFF2-40B4-BE49-F238E27FC236}">
                  <a16:creationId xmlns:a16="http://schemas.microsoft.com/office/drawing/2014/main" id="{A86A3E3A-4732-4AFF-B6B6-2CDDE61B7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9" name="Rectangle 134">
              <a:extLst>
                <a:ext uri="{FF2B5EF4-FFF2-40B4-BE49-F238E27FC236}">
                  <a16:creationId xmlns:a16="http://schemas.microsoft.com/office/drawing/2014/main" id="{96A29667-1BA4-420B-98C3-6C0625A9F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80" name="Rectangle 135">
              <a:extLst>
                <a:ext uri="{FF2B5EF4-FFF2-40B4-BE49-F238E27FC236}">
                  <a16:creationId xmlns:a16="http://schemas.microsoft.com/office/drawing/2014/main" id="{17A0854C-335D-4FEE-ADB4-8E6437EB1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81" name="Rectangle 136">
              <a:extLst>
                <a:ext uri="{FF2B5EF4-FFF2-40B4-BE49-F238E27FC236}">
                  <a16:creationId xmlns:a16="http://schemas.microsoft.com/office/drawing/2014/main" id="{EA6F39BE-A184-4DD7-90A2-8BF7562CA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82" name="Rectangle 137">
              <a:extLst>
                <a:ext uri="{FF2B5EF4-FFF2-40B4-BE49-F238E27FC236}">
                  <a16:creationId xmlns:a16="http://schemas.microsoft.com/office/drawing/2014/main" id="{A79487D5-8320-4E22-A933-3846958A7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83" name="Rectangle 138">
              <a:extLst>
                <a:ext uri="{FF2B5EF4-FFF2-40B4-BE49-F238E27FC236}">
                  <a16:creationId xmlns:a16="http://schemas.microsoft.com/office/drawing/2014/main" id="{35655689-8DEE-4387-9D0B-610B04F91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84" name="Rectangle 139">
              <a:extLst>
                <a:ext uri="{FF2B5EF4-FFF2-40B4-BE49-F238E27FC236}">
                  <a16:creationId xmlns:a16="http://schemas.microsoft.com/office/drawing/2014/main" id="{0184C64D-69F0-4733-A3DB-3D2E4A1E5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85" name="Rectangle 140">
              <a:extLst>
                <a:ext uri="{FF2B5EF4-FFF2-40B4-BE49-F238E27FC236}">
                  <a16:creationId xmlns:a16="http://schemas.microsoft.com/office/drawing/2014/main" id="{AC615397-502D-4155-BC31-7DC59F873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2228" name="TextBox 125">
            <a:extLst>
              <a:ext uri="{FF2B5EF4-FFF2-40B4-BE49-F238E27FC236}">
                <a16:creationId xmlns:a16="http://schemas.microsoft.com/office/drawing/2014/main" id="{B822C002-9E93-410B-8756-BC865C7397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6.76 from the textbook ]</a:t>
            </a:r>
          </a:p>
        </p:txBody>
      </p:sp>
      <p:sp>
        <p:nvSpPr>
          <p:cNvPr id="52229" name="Rectangle 141">
            <a:extLst>
              <a:ext uri="{FF2B5EF4-FFF2-40B4-BE49-F238E27FC236}">
                <a16:creationId xmlns:a16="http://schemas.microsoft.com/office/drawing/2014/main" id="{059E7317-66A2-49A9-AAD3-15176BA46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4688" y="4913313"/>
            <a:ext cx="2060575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State-assigned table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230" name="Rectangle 87">
            <a:extLst>
              <a:ext uri="{FF2B5EF4-FFF2-40B4-BE49-F238E27FC236}">
                <a16:creationId xmlns:a16="http://schemas.microsoft.com/office/drawing/2014/main" id="{81A2C5F2-B41C-405E-BCC3-6405039FC15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943100" y="4889500"/>
            <a:ext cx="10414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9" name="Rectangle 2">
            <a:extLst>
              <a:ext uri="{FF2B5EF4-FFF2-40B4-BE49-F238E27FC236}">
                <a16:creationId xmlns:a16="http://schemas.microsoft.com/office/drawing/2014/main" id="{639B609E-8E05-4B11-93D9-8E45E07644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We don’t need the state-assigned table anymore</a:t>
            </a:r>
          </a:p>
        </p:txBody>
      </p:sp>
      <p:grpSp>
        <p:nvGrpSpPr>
          <p:cNvPr id="53250" name="Group 93">
            <a:extLst>
              <a:ext uri="{FF2B5EF4-FFF2-40B4-BE49-F238E27FC236}">
                <a16:creationId xmlns:a16="http://schemas.microsoft.com/office/drawing/2014/main" id="{25DA299F-1AB1-4761-B13A-0D83B1D9EE50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53252" name="Rectangle 85">
              <a:extLst>
                <a:ext uri="{FF2B5EF4-FFF2-40B4-BE49-F238E27FC236}">
                  <a16:creationId xmlns:a16="http://schemas.microsoft.com/office/drawing/2014/main" id="{871644BA-9168-4D12-AA3F-FA3F53631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53" name="Rectangle 86">
              <a:extLst>
                <a:ext uri="{FF2B5EF4-FFF2-40B4-BE49-F238E27FC236}">
                  <a16:creationId xmlns:a16="http://schemas.microsoft.com/office/drawing/2014/main" id="{7834ACCD-A31A-4CB5-8CC0-7A77AACDF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54" name="Rectangle 88">
              <a:extLst>
                <a:ext uri="{FF2B5EF4-FFF2-40B4-BE49-F238E27FC236}">
                  <a16:creationId xmlns:a16="http://schemas.microsoft.com/office/drawing/2014/main" id="{32C223F5-872A-4542-AB3E-7A96007CD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55" name="Rectangle 89">
              <a:extLst>
                <a:ext uri="{FF2B5EF4-FFF2-40B4-BE49-F238E27FC236}">
                  <a16:creationId xmlns:a16="http://schemas.microsoft.com/office/drawing/2014/main" id="{83A9E9B2-86E2-4D3E-A338-AB60F171C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56" name="Rectangle 90">
              <a:extLst>
                <a:ext uri="{FF2B5EF4-FFF2-40B4-BE49-F238E27FC236}">
                  <a16:creationId xmlns:a16="http://schemas.microsoft.com/office/drawing/2014/main" id="{09429678-1631-4946-B4B2-3E216BE4B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57" name="Rectangle 91">
              <a:extLst>
                <a:ext uri="{FF2B5EF4-FFF2-40B4-BE49-F238E27FC236}">
                  <a16:creationId xmlns:a16="http://schemas.microsoft.com/office/drawing/2014/main" id="{598D04E9-B72F-42C2-AC85-E5D8D7EFB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58" name="Rectangle 92">
              <a:extLst>
                <a:ext uri="{FF2B5EF4-FFF2-40B4-BE49-F238E27FC236}">
                  <a16:creationId xmlns:a16="http://schemas.microsoft.com/office/drawing/2014/main" id="{1B24D490-E3AE-4129-8F57-534002212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59" name="Rectangle 93">
              <a:extLst>
                <a:ext uri="{FF2B5EF4-FFF2-40B4-BE49-F238E27FC236}">
                  <a16:creationId xmlns:a16="http://schemas.microsoft.com/office/drawing/2014/main" id="{DCC8B417-6076-478D-94B2-ABBF6D1B4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60" name="Rectangle 94">
              <a:extLst>
                <a:ext uri="{FF2B5EF4-FFF2-40B4-BE49-F238E27FC236}">
                  <a16:creationId xmlns:a16="http://schemas.microsoft.com/office/drawing/2014/main" id="{EEBDBC82-0860-46FF-A00A-B3C38D6C0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61" name="Rectangle 95">
              <a:extLst>
                <a:ext uri="{FF2B5EF4-FFF2-40B4-BE49-F238E27FC236}">
                  <a16:creationId xmlns:a16="http://schemas.microsoft.com/office/drawing/2014/main" id="{3ADE5F9F-2106-46FE-9A48-B12D72FDE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62" name="Rectangle 96">
              <a:extLst>
                <a:ext uri="{FF2B5EF4-FFF2-40B4-BE49-F238E27FC236}">
                  <a16:creationId xmlns:a16="http://schemas.microsoft.com/office/drawing/2014/main" id="{EC845E96-2E05-43D7-925F-AC8C3DFD9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63" name="Rectangle 97">
              <a:extLst>
                <a:ext uri="{FF2B5EF4-FFF2-40B4-BE49-F238E27FC236}">
                  <a16:creationId xmlns:a16="http://schemas.microsoft.com/office/drawing/2014/main" id="{304A5B6C-F80F-4023-96E8-11A53B5C0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64" name="Rectangle 98">
              <a:extLst>
                <a:ext uri="{FF2B5EF4-FFF2-40B4-BE49-F238E27FC236}">
                  <a16:creationId xmlns:a16="http://schemas.microsoft.com/office/drawing/2014/main" id="{9936DB4E-4FFB-49FA-B2A4-4593222B8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65" name="Rectangle 99">
              <a:extLst>
                <a:ext uri="{FF2B5EF4-FFF2-40B4-BE49-F238E27FC236}">
                  <a16:creationId xmlns:a16="http://schemas.microsoft.com/office/drawing/2014/main" id="{BD286670-D38A-4BEF-B5F7-F933E0333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66" name="Rectangle 100">
              <a:extLst>
                <a:ext uri="{FF2B5EF4-FFF2-40B4-BE49-F238E27FC236}">
                  <a16:creationId xmlns:a16="http://schemas.microsoft.com/office/drawing/2014/main" id="{764B3F4B-3C94-4469-9958-9AEB0092F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67" name="Rectangle 101">
              <a:extLst>
                <a:ext uri="{FF2B5EF4-FFF2-40B4-BE49-F238E27FC236}">
                  <a16:creationId xmlns:a16="http://schemas.microsoft.com/office/drawing/2014/main" id="{4B52AFE3-715E-4540-9849-F0A69277C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68" name="Rectangle 102">
              <a:extLst>
                <a:ext uri="{FF2B5EF4-FFF2-40B4-BE49-F238E27FC236}">
                  <a16:creationId xmlns:a16="http://schemas.microsoft.com/office/drawing/2014/main" id="{64BE4FE3-044B-4A8F-A91E-0FA848935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69" name="Rectangle 103">
              <a:extLst>
                <a:ext uri="{FF2B5EF4-FFF2-40B4-BE49-F238E27FC236}">
                  <a16:creationId xmlns:a16="http://schemas.microsoft.com/office/drawing/2014/main" id="{685BBB2D-7F5F-4D56-8EB6-930B60FDF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70" name="Rectangle 104">
              <a:extLst>
                <a:ext uri="{FF2B5EF4-FFF2-40B4-BE49-F238E27FC236}">
                  <a16:creationId xmlns:a16="http://schemas.microsoft.com/office/drawing/2014/main" id="{380A3A85-27BE-4667-A186-A795FBE13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71" name="Rectangle 105">
              <a:extLst>
                <a:ext uri="{FF2B5EF4-FFF2-40B4-BE49-F238E27FC236}">
                  <a16:creationId xmlns:a16="http://schemas.microsoft.com/office/drawing/2014/main" id="{38708915-6623-4CDB-8150-8BD60E153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72" name="Rectangle 106">
              <a:extLst>
                <a:ext uri="{FF2B5EF4-FFF2-40B4-BE49-F238E27FC236}">
                  <a16:creationId xmlns:a16="http://schemas.microsoft.com/office/drawing/2014/main" id="{8384A242-1E5C-4661-8D0D-B58CF09B0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73" name="Rectangle 107">
              <a:extLst>
                <a:ext uri="{FF2B5EF4-FFF2-40B4-BE49-F238E27FC236}">
                  <a16:creationId xmlns:a16="http://schemas.microsoft.com/office/drawing/2014/main" id="{829EE68B-F002-49E1-96E3-31A17AB2A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74" name="Rectangle 108">
              <a:extLst>
                <a:ext uri="{FF2B5EF4-FFF2-40B4-BE49-F238E27FC236}">
                  <a16:creationId xmlns:a16="http://schemas.microsoft.com/office/drawing/2014/main" id="{7DF1F89D-8AC3-4DD7-9CC3-1761CA24F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75" name="Rectangle 109">
              <a:extLst>
                <a:ext uri="{FF2B5EF4-FFF2-40B4-BE49-F238E27FC236}">
                  <a16:creationId xmlns:a16="http://schemas.microsoft.com/office/drawing/2014/main" id="{06C53B88-D2B2-4A79-8E65-660B64735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76" name="Rectangle 110">
              <a:extLst>
                <a:ext uri="{FF2B5EF4-FFF2-40B4-BE49-F238E27FC236}">
                  <a16:creationId xmlns:a16="http://schemas.microsoft.com/office/drawing/2014/main" id="{E5AC290E-2342-4DFD-827C-730EB556B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77" name="Rectangle 111">
              <a:extLst>
                <a:ext uri="{FF2B5EF4-FFF2-40B4-BE49-F238E27FC236}">
                  <a16:creationId xmlns:a16="http://schemas.microsoft.com/office/drawing/2014/main" id="{88EE2AE9-BF38-47E3-9782-91943FB28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78" name="Rectangle 112">
              <a:extLst>
                <a:ext uri="{FF2B5EF4-FFF2-40B4-BE49-F238E27FC236}">
                  <a16:creationId xmlns:a16="http://schemas.microsoft.com/office/drawing/2014/main" id="{040A4FAD-F2E4-46B5-ABD1-ECBEFDD5B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79" name="Rectangle 113">
              <a:extLst>
                <a:ext uri="{FF2B5EF4-FFF2-40B4-BE49-F238E27FC236}">
                  <a16:creationId xmlns:a16="http://schemas.microsoft.com/office/drawing/2014/main" id="{A655DFC4-EA35-4DA4-968F-DEB468649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80" name="Rectangle 114">
              <a:extLst>
                <a:ext uri="{FF2B5EF4-FFF2-40B4-BE49-F238E27FC236}">
                  <a16:creationId xmlns:a16="http://schemas.microsoft.com/office/drawing/2014/main" id="{5A7DB11C-3FA6-45DB-A4A0-490B72AE8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81" name="Rectangle 115">
              <a:extLst>
                <a:ext uri="{FF2B5EF4-FFF2-40B4-BE49-F238E27FC236}">
                  <a16:creationId xmlns:a16="http://schemas.microsoft.com/office/drawing/2014/main" id="{3355C100-A7B9-4B19-99A5-5CD6C1068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82" name="Rectangle 116">
              <a:extLst>
                <a:ext uri="{FF2B5EF4-FFF2-40B4-BE49-F238E27FC236}">
                  <a16:creationId xmlns:a16="http://schemas.microsoft.com/office/drawing/2014/main" id="{7FFDC437-2222-42DD-B97F-87AFA4D04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83" name="Rectangle 117">
              <a:extLst>
                <a:ext uri="{FF2B5EF4-FFF2-40B4-BE49-F238E27FC236}">
                  <a16:creationId xmlns:a16="http://schemas.microsoft.com/office/drawing/2014/main" id="{0C8F9746-5E6B-4BDE-81DB-EAA5AFCD7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84" name="Rectangle 118">
              <a:extLst>
                <a:ext uri="{FF2B5EF4-FFF2-40B4-BE49-F238E27FC236}">
                  <a16:creationId xmlns:a16="http://schemas.microsoft.com/office/drawing/2014/main" id="{EAB58556-573C-42CE-AA96-318E906CA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85" name="Rectangle 119">
              <a:extLst>
                <a:ext uri="{FF2B5EF4-FFF2-40B4-BE49-F238E27FC236}">
                  <a16:creationId xmlns:a16="http://schemas.microsoft.com/office/drawing/2014/main" id="{43BD36C6-02B6-4CC2-92CD-2F64153368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86" name="Rectangle 120">
              <a:extLst>
                <a:ext uri="{FF2B5EF4-FFF2-40B4-BE49-F238E27FC236}">
                  <a16:creationId xmlns:a16="http://schemas.microsoft.com/office/drawing/2014/main" id="{7B665A15-09E7-4F19-997E-D6267B8EB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87" name="Rectangle 121">
              <a:extLst>
                <a:ext uri="{FF2B5EF4-FFF2-40B4-BE49-F238E27FC236}">
                  <a16:creationId xmlns:a16="http://schemas.microsoft.com/office/drawing/2014/main" id="{C2165CAB-8948-4445-A2C9-48D36E80D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88" name="Rectangle 122">
              <a:extLst>
                <a:ext uri="{FF2B5EF4-FFF2-40B4-BE49-F238E27FC236}">
                  <a16:creationId xmlns:a16="http://schemas.microsoft.com/office/drawing/2014/main" id="{4FBFEE86-58C9-421B-A6E9-9F743A74F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89" name="Rectangle 123">
              <a:extLst>
                <a:ext uri="{FF2B5EF4-FFF2-40B4-BE49-F238E27FC236}">
                  <a16:creationId xmlns:a16="http://schemas.microsoft.com/office/drawing/2014/main" id="{D170A4F4-77C8-4EE5-A218-762F430E6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90" name="Rectangle 124">
              <a:extLst>
                <a:ext uri="{FF2B5EF4-FFF2-40B4-BE49-F238E27FC236}">
                  <a16:creationId xmlns:a16="http://schemas.microsoft.com/office/drawing/2014/main" id="{C4FD9B13-672F-48A3-B9BE-688AFF7A3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91" name="Rectangle 125">
              <a:extLst>
                <a:ext uri="{FF2B5EF4-FFF2-40B4-BE49-F238E27FC236}">
                  <a16:creationId xmlns:a16="http://schemas.microsoft.com/office/drawing/2014/main" id="{34DAA797-3E4B-4787-8DA4-AC079AB6C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92" name="Rectangle 126">
              <a:extLst>
                <a:ext uri="{FF2B5EF4-FFF2-40B4-BE49-F238E27FC236}">
                  <a16:creationId xmlns:a16="http://schemas.microsoft.com/office/drawing/2014/main" id="{EB564F78-53A8-4C0F-81A1-E1C357A25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93" name="Rectangle 127">
              <a:extLst>
                <a:ext uri="{FF2B5EF4-FFF2-40B4-BE49-F238E27FC236}">
                  <a16:creationId xmlns:a16="http://schemas.microsoft.com/office/drawing/2014/main" id="{E4C35AFD-94DA-4F72-9186-76E241DA7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94" name="Rectangle 128">
              <a:extLst>
                <a:ext uri="{FF2B5EF4-FFF2-40B4-BE49-F238E27FC236}">
                  <a16:creationId xmlns:a16="http://schemas.microsoft.com/office/drawing/2014/main" id="{FE26B23B-437A-4BCF-8520-BA3393801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95" name="Rectangle 129">
              <a:extLst>
                <a:ext uri="{FF2B5EF4-FFF2-40B4-BE49-F238E27FC236}">
                  <a16:creationId xmlns:a16="http://schemas.microsoft.com/office/drawing/2014/main" id="{71CB80AF-C22F-4DB3-A728-90861E854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96" name="Rectangle 130">
              <a:extLst>
                <a:ext uri="{FF2B5EF4-FFF2-40B4-BE49-F238E27FC236}">
                  <a16:creationId xmlns:a16="http://schemas.microsoft.com/office/drawing/2014/main" id="{91138341-7DCA-45DC-9E77-B1E11C607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97" name="Rectangle 131">
              <a:extLst>
                <a:ext uri="{FF2B5EF4-FFF2-40B4-BE49-F238E27FC236}">
                  <a16:creationId xmlns:a16="http://schemas.microsoft.com/office/drawing/2014/main" id="{2235DA49-0392-4E7A-8DA1-AB42FB675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98" name="Rectangle 132">
              <a:extLst>
                <a:ext uri="{FF2B5EF4-FFF2-40B4-BE49-F238E27FC236}">
                  <a16:creationId xmlns:a16="http://schemas.microsoft.com/office/drawing/2014/main" id="{96206440-CCAC-4CAE-A754-37FD8B39C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299" name="Rectangle 133">
              <a:extLst>
                <a:ext uri="{FF2B5EF4-FFF2-40B4-BE49-F238E27FC236}">
                  <a16:creationId xmlns:a16="http://schemas.microsoft.com/office/drawing/2014/main" id="{E27FDB88-84E6-450A-88C9-33CD9FD9D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300" name="Rectangle 134">
              <a:extLst>
                <a:ext uri="{FF2B5EF4-FFF2-40B4-BE49-F238E27FC236}">
                  <a16:creationId xmlns:a16="http://schemas.microsoft.com/office/drawing/2014/main" id="{2CE7CF69-687B-4CB4-BEEC-31CBA114A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301" name="Rectangle 135">
              <a:extLst>
                <a:ext uri="{FF2B5EF4-FFF2-40B4-BE49-F238E27FC236}">
                  <a16:creationId xmlns:a16="http://schemas.microsoft.com/office/drawing/2014/main" id="{4000CD77-67DE-40B2-8D18-ED4442EE8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302" name="Rectangle 136">
              <a:extLst>
                <a:ext uri="{FF2B5EF4-FFF2-40B4-BE49-F238E27FC236}">
                  <a16:creationId xmlns:a16="http://schemas.microsoft.com/office/drawing/2014/main" id="{CA9EC504-EFB6-44EC-8741-EE337B86F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303" name="Rectangle 137">
              <a:extLst>
                <a:ext uri="{FF2B5EF4-FFF2-40B4-BE49-F238E27FC236}">
                  <a16:creationId xmlns:a16="http://schemas.microsoft.com/office/drawing/2014/main" id="{F1855C00-595B-42A0-AA5E-156B8EFC9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304" name="Rectangle 138">
              <a:extLst>
                <a:ext uri="{FF2B5EF4-FFF2-40B4-BE49-F238E27FC236}">
                  <a16:creationId xmlns:a16="http://schemas.microsoft.com/office/drawing/2014/main" id="{75413CDB-9264-4A59-86BC-35409AF5A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305" name="Rectangle 139">
              <a:extLst>
                <a:ext uri="{FF2B5EF4-FFF2-40B4-BE49-F238E27FC236}">
                  <a16:creationId xmlns:a16="http://schemas.microsoft.com/office/drawing/2014/main" id="{63A51899-BF62-47F0-9892-086E1B523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306" name="Rectangle 140">
              <a:extLst>
                <a:ext uri="{FF2B5EF4-FFF2-40B4-BE49-F238E27FC236}">
                  <a16:creationId xmlns:a16="http://schemas.microsoft.com/office/drawing/2014/main" id="{1FDD3062-B717-4CA6-9F8B-BB7729972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3251" name="Rectangle 87">
            <a:extLst>
              <a:ext uri="{FF2B5EF4-FFF2-40B4-BE49-F238E27FC236}">
                <a16:creationId xmlns:a16="http://schemas.microsoft.com/office/drawing/2014/main" id="{D522010F-D2EE-43F9-A049-34E6FC94CC8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943100" y="4889500"/>
            <a:ext cx="10414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Rectangle 2">
            <a:extLst>
              <a:ext uri="{FF2B5EF4-FFF2-40B4-BE49-F238E27FC236}">
                <a16:creationId xmlns:a16="http://schemas.microsoft.com/office/drawing/2014/main" id="{0092817D-A714-4C28-BAD5-DD46323E46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2700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Draw the State Diagram</a:t>
            </a:r>
          </a:p>
        </p:txBody>
      </p:sp>
      <p:grpSp>
        <p:nvGrpSpPr>
          <p:cNvPr id="54274" name="Group 93">
            <a:extLst>
              <a:ext uri="{FF2B5EF4-FFF2-40B4-BE49-F238E27FC236}">
                <a16:creationId xmlns:a16="http://schemas.microsoft.com/office/drawing/2014/main" id="{04DA43D0-F44E-4DB9-8902-0FBD68EED6CC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54275" name="Rectangle 85">
              <a:extLst>
                <a:ext uri="{FF2B5EF4-FFF2-40B4-BE49-F238E27FC236}">
                  <a16:creationId xmlns:a16="http://schemas.microsoft.com/office/drawing/2014/main" id="{CD3A1F0E-916F-48AA-B7C7-2556B0DE8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76" name="Rectangle 86">
              <a:extLst>
                <a:ext uri="{FF2B5EF4-FFF2-40B4-BE49-F238E27FC236}">
                  <a16:creationId xmlns:a16="http://schemas.microsoft.com/office/drawing/2014/main" id="{7A4B7B8A-BBB7-43F3-8C3B-ED12F27C9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77" name="Rectangle 88">
              <a:extLst>
                <a:ext uri="{FF2B5EF4-FFF2-40B4-BE49-F238E27FC236}">
                  <a16:creationId xmlns:a16="http://schemas.microsoft.com/office/drawing/2014/main" id="{4BFB5184-2F1C-4F5A-8579-C6B09F9FA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78" name="Rectangle 89">
              <a:extLst>
                <a:ext uri="{FF2B5EF4-FFF2-40B4-BE49-F238E27FC236}">
                  <a16:creationId xmlns:a16="http://schemas.microsoft.com/office/drawing/2014/main" id="{C9CFA81A-9F5C-4752-9187-10F82650D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79" name="Rectangle 90">
              <a:extLst>
                <a:ext uri="{FF2B5EF4-FFF2-40B4-BE49-F238E27FC236}">
                  <a16:creationId xmlns:a16="http://schemas.microsoft.com/office/drawing/2014/main" id="{E034384C-FDF7-445C-8656-92E72FCA5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80" name="Rectangle 91">
              <a:extLst>
                <a:ext uri="{FF2B5EF4-FFF2-40B4-BE49-F238E27FC236}">
                  <a16:creationId xmlns:a16="http://schemas.microsoft.com/office/drawing/2014/main" id="{E1BA6B79-4AD7-444D-A654-61C7A3AD5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81" name="Rectangle 92">
              <a:extLst>
                <a:ext uri="{FF2B5EF4-FFF2-40B4-BE49-F238E27FC236}">
                  <a16:creationId xmlns:a16="http://schemas.microsoft.com/office/drawing/2014/main" id="{2F2ABB60-B074-4656-B886-23666F86E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82" name="Rectangle 93">
              <a:extLst>
                <a:ext uri="{FF2B5EF4-FFF2-40B4-BE49-F238E27FC236}">
                  <a16:creationId xmlns:a16="http://schemas.microsoft.com/office/drawing/2014/main" id="{50948F0C-638B-4627-834B-A75733363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83" name="Rectangle 94">
              <a:extLst>
                <a:ext uri="{FF2B5EF4-FFF2-40B4-BE49-F238E27FC236}">
                  <a16:creationId xmlns:a16="http://schemas.microsoft.com/office/drawing/2014/main" id="{50C19A76-A37B-473E-A852-D027FE19E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84" name="Rectangle 95">
              <a:extLst>
                <a:ext uri="{FF2B5EF4-FFF2-40B4-BE49-F238E27FC236}">
                  <a16:creationId xmlns:a16="http://schemas.microsoft.com/office/drawing/2014/main" id="{89086795-D5F4-452A-A6EA-488156DF9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85" name="Rectangle 96">
              <a:extLst>
                <a:ext uri="{FF2B5EF4-FFF2-40B4-BE49-F238E27FC236}">
                  <a16:creationId xmlns:a16="http://schemas.microsoft.com/office/drawing/2014/main" id="{E61B8716-010C-4422-8907-EDD2D5EF2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86" name="Rectangle 97">
              <a:extLst>
                <a:ext uri="{FF2B5EF4-FFF2-40B4-BE49-F238E27FC236}">
                  <a16:creationId xmlns:a16="http://schemas.microsoft.com/office/drawing/2014/main" id="{791218C9-5D83-4091-A5D7-E1B64D98F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87" name="Rectangle 98">
              <a:extLst>
                <a:ext uri="{FF2B5EF4-FFF2-40B4-BE49-F238E27FC236}">
                  <a16:creationId xmlns:a16="http://schemas.microsoft.com/office/drawing/2014/main" id="{C2C755FD-8D8F-461F-8251-558E9FEFF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88" name="Rectangle 99">
              <a:extLst>
                <a:ext uri="{FF2B5EF4-FFF2-40B4-BE49-F238E27FC236}">
                  <a16:creationId xmlns:a16="http://schemas.microsoft.com/office/drawing/2014/main" id="{92C48715-7013-4A47-A022-1D6D34C5F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89" name="Rectangle 100">
              <a:extLst>
                <a:ext uri="{FF2B5EF4-FFF2-40B4-BE49-F238E27FC236}">
                  <a16:creationId xmlns:a16="http://schemas.microsoft.com/office/drawing/2014/main" id="{ED27988D-6A6A-41E8-91AE-E6EC5D555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90" name="Rectangle 101">
              <a:extLst>
                <a:ext uri="{FF2B5EF4-FFF2-40B4-BE49-F238E27FC236}">
                  <a16:creationId xmlns:a16="http://schemas.microsoft.com/office/drawing/2014/main" id="{F3BEEFDA-32F0-47C0-A974-7E706C559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91" name="Rectangle 102">
              <a:extLst>
                <a:ext uri="{FF2B5EF4-FFF2-40B4-BE49-F238E27FC236}">
                  <a16:creationId xmlns:a16="http://schemas.microsoft.com/office/drawing/2014/main" id="{82840CF8-9567-4F6D-A990-51FD4728C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92" name="Rectangle 103">
              <a:extLst>
                <a:ext uri="{FF2B5EF4-FFF2-40B4-BE49-F238E27FC236}">
                  <a16:creationId xmlns:a16="http://schemas.microsoft.com/office/drawing/2014/main" id="{CB43D833-7349-4269-8963-632D0515B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93" name="Rectangle 104">
              <a:extLst>
                <a:ext uri="{FF2B5EF4-FFF2-40B4-BE49-F238E27FC236}">
                  <a16:creationId xmlns:a16="http://schemas.microsoft.com/office/drawing/2014/main" id="{1EB6BF80-17E7-4587-93B2-2EA8D1991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94" name="Rectangle 105">
              <a:extLst>
                <a:ext uri="{FF2B5EF4-FFF2-40B4-BE49-F238E27FC236}">
                  <a16:creationId xmlns:a16="http://schemas.microsoft.com/office/drawing/2014/main" id="{075D7020-6672-4A7A-AF32-7DC96046B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95" name="Rectangle 106">
              <a:extLst>
                <a:ext uri="{FF2B5EF4-FFF2-40B4-BE49-F238E27FC236}">
                  <a16:creationId xmlns:a16="http://schemas.microsoft.com/office/drawing/2014/main" id="{A925D121-11D2-4795-936C-08DB98790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96" name="Rectangle 107">
              <a:extLst>
                <a:ext uri="{FF2B5EF4-FFF2-40B4-BE49-F238E27FC236}">
                  <a16:creationId xmlns:a16="http://schemas.microsoft.com/office/drawing/2014/main" id="{02FE8863-83AD-4096-B25E-1E0C0773A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97" name="Rectangle 108">
              <a:extLst>
                <a:ext uri="{FF2B5EF4-FFF2-40B4-BE49-F238E27FC236}">
                  <a16:creationId xmlns:a16="http://schemas.microsoft.com/office/drawing/2014/main" id="{589329DD-C962-465A-9172-2110F47CA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98" name="Rectangle 109">
              <a:extLst>
                <a:ext uri="{FF2B5EF4-FFF2-40B4-BE49-F238E27FC236}">
                  <a16:creationId xmlns:a16="http://schemas.microsoft.com/office/drawing/2014/main" id="{1E47443E-3594-4CA0-A777-F8B45BA9F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299" name="Rectangle 110">
              <a:extLst>
                <a:ext uri="{FF2B5EF4-FFF2-40B4-BE49-F238E27FC236}">
                  <a16:creationId xmlns:a16="http://schemas.microsoft.com/office/drawing/2014/main" id="{2CE120C5-1F70-4E92-B73B-773C0B230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00" name="Rectangle 111">
              <a:extLst>
                <a:ext uri="{FF2B5EF4-FFF2-40B4-BE49-F238E27FC236}">
                  <a16:creationId xmlns:a16="http://schemas.microsoft.com/office/drawing/2014/main" id="{129184AA-7453-4359-8C8F-06E92A32F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01" name="Rectangle 112">
              <a:extLst>
                <a:ext uri="{FF2B5EF4-FFF2-40B4-BE49-F238E27FC236}">
                  <a16:creationId xmlns:a16="http://schemas.microsoft.com/office/drawing/2014/main" id="{AF6A63AE-FBEC-4CD4-BF94-325404DE1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02" name="Rectangle 113">
              <a:extLst>
                <a:ext uri="{FF2B5EF4-FFF2-40B4-BE49-F238E27FC236}">
                  <a16:creationId xmlns:a16="http://schemas.microsoft.com/office/drawing/2014/main" id="{D3BB5BC5-4D37-4EFA-B61D-C02314BC1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03" name="Rectangle 114">
              <a:extLst>
                <a:ext uri="{FF2B5EF4-FFF2-40B4-BE49-F238E27FC236}">
                  <a16:creationId xmlns:a16="http://schemas.microsoft.com/office/drawing/2014/main" id="{8C285770-E449-4ED7-83B1-F9967E8FE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04" name="Rectangle 115">
              <a:extLst>
                <a:ext uri="{FF2B5EF4-FFF2-40B4-BE49-F238E27FC236}">
                  <a16:creationId xmlns:a16="http://schemas.microsoft.com/office/drawing/2014/main" id="{ED601F6D-7899-43DF-BAE7-6A043EA3F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05" name="Rectangle 116">
              <a:extLst>
                <a:ext uri="{FF2B5EF4-FFF2-40B4-BE49-F238E27FC236}">
                  <a16:creationId xmlns:a16="http://schemas.microsoft.com/office/drawing/2014/main" id="{F9641143-82C2-4E7D-822B-2961DF2EF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06" name="Rectangle 117">
              <a:extLst>
                <a:ext uri="{FF2B5EF4-FFF2-40B4-BE49-F238E27FC236}">
                  <a16:creationId xmlns:a16="http://schemas.microsoft.com/office/drawing/2014/main" id="{D93E2F87-6A3F-460F-854F-3DEADD4F9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07" name="Rectangle 118">
              <a:extLst>
                <a:ext uri="{FF2B5EF4-FFF2-40B4-BE49-F238E27FC236}">
                  <a16:creationId xmlns:a16="http://schemas.microsoft.com/office/drawing/2014/main" id="{AD79A755-8455-45E4-BDB6-6AC676DDE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08" name="Rectangle 119">
              <a:extLst>
                <a:ext uri="{FF2B5EF4-FFF2-40B4-BE49-F238E27FC236}">
                  <a16:creationId xmlns:a16="http://schemas.microsoft.com/office/drawing/2014/main" id="{B99A9A21-8E72-4DF9-AE7B-29CBD1C08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09" name="Rectangle 120">
              <a:extLst>
                <a:ext uri="{FF2B5EF4-FFF2-40B4-BE49-F238E27FC236}">
                  <a16:creationId xmlns:a16="http://schemas.microsoft.com/office/drawing/2014/main" id="{38A55E0F-FA36-4061-9D20-AC61EA514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10" name="Rectangle 121">
              <a:extLst>
                <a:ext uri="{FF2B5EF4-FFF2-40B4-BE49-F238E27FC236}">
                  <a16:creationId xmlns:a16="http://schemas.microsoft.com/office/drawing/2014/main" id="{6C5D222B-51E1-4696-ADAF-E7B5CD712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11" name="Rectangle 122">
              <a:extLst>
                <a:ext uri="{FF2B5EF4-FFF2-40B4-BE49-F238E27FC236}">
                  <a16:creationId xmlns:a16="http://schemas.microsoft.com/office/drawing/2014/main" id="{80CCABE0-084A-4944-9C49-6826CDA56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12" name="Rectangle 123">
              <a:extLst>
                <a:ext uri="{FF2B5EF4-FFF2-40B4-BE49-F238E27FC236}">
                  <a16:creationId xmlns:a16="http://schemas.microsoft.com/office/drawing/2014/main" id="{EFE6128C-EB08-46BF-9F34-9F19FD435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13" name="Rectangle 124">
              <a:extLst>
                <a:ext uri="{FF2B5EF4-FFF2-40B4-BE49-F238E27FC236}">
                  <a16:creationId xmlns:a16="http://schemas.microsoft.com/office/drawing/2014/main" id="{70CB73B2-90A0-4900-AE58-C9196240D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14" name="Rectangle 125">
              <a:extLst>
                <a:ext uri="{FF2B5EF4-FFF2-40B4-BE49-F238E27FC236}">
                  <a16:creationId xmlns:a16="http://schemas.microsoft.com/office/drawing/2014/main" id="{D2AC3B76-33C1-472D-8D68-90238201F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15" name="Rectangle 126">
              <a:extLst>
                <a:ext uri="{FF2B5EF4-FFF2-40B4-BE49-F238E27FC236}">
                  <a16:creationId xmlns:a16="http://schemas.microsoft.com/office/drawing/2014/main" id="{97204E0F-F86E-4A08-8DC9-3A2A38404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16" name="Rectangle 127">
              <a:extLst>
                <a:ext uri="{FF2B5EF4-FFF2-40B4-BE49-F238E27FC236}">
                  <a16:creationId xmlns:a16="http://schemas.microsoft.com/office/drawing/2014/main" id="{40F43D59-DC0C-4757-9E31-EBA1A9D50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17" name="Rectangle 128">
              <a:extLst>
                <a:ext uri="{FF2B5EF4-FFF2-40B4-BE49-F238E27FC236}">
                  <a16:creationId xmlns:a16="http://schemas.microsoft.com/office/drawing/2014/main" id="{95C4F02E-4371-4DCE-9D90-53E58C43E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18" name="Rectangle 129">
              <a:extLst>
                <a:ext uri="{FF2B5EF4-FFF2-40B4-BE49-F238E27FC236}">
                  <a16:creationId xmlns:a16="http://schemas.microsoft.com/office/drawing/2014/main" id="{E1D800D4-01FF-4B03-909A-DD1EACD24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19" name="Rectangle 130">
              <a:extLst>
                <a:ext uri="{FF2B5EF4-FFF2-40B4-BE49-F238E27FC236}">
                  <a16:creationId xmlns:a16="http://schemas.microsoft.com/office/drawing/2014/main" id="{B45E2D7B-B70C-4ED1-A25A-493A0BC61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20" name="Rectangle 131">
              <a:extLst>
                <a:ext uri="{FF2B5EF4-FFF2-40B4-BE49-F238E27FC236}">
                  <a16:creationId xmlns:a16="http://schemas.microsoft.com/office/drawing/2014/main" id="{13A63BBE-3E83-4BC1-A801-C6010B1D4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21" name="Rectangle 132">
              <a:extLst>
                <a:ext uri="{FF2B5EF4-FFF2-40B4-BE49-F238E27FC236}">
                  <a16:creationId xmlns:a16="http://schemas.microsoft.com/office/drawing/2014/main" id="{4F2C3A1C-A33B-4A81-BC0F-0428D7CD0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22" name="Rectangle 133">
              <a:extLst>
                <a:ext uri="{FF2B5EF4-FFF2-40B4-BE49-F238E27FC236}">
                  <a16:creationId xmlns:a16="http://schemas.microsoft.com/office/drawing/2014/main" id="{DDDD6F6E-8486-4A07-80F9-130554CF4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23" name="Rectangle 134">
              <a:extLst>
                <a:ext uri="{FF2B5EF4-FFF2-40B4-BE49-F238E27FC236}">
                  <a16:creationId xmlns:a16="http://schemas.microsoft.com/office/drawing/2014/main" id="{E74F731A-3726-4341-ADAC-090A9CA0B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24" name="Rectangle 135">
              <a:extLst>
                <a:ext uri="{FF2B5EF4-FFF2-40B4-BE49-F238E27FC236}">
                  <a16:creationId xmlns:a16="http://schemas.microsoft.com/office/drawing/2014/main" id="{34ED74C9-6B80-4DC1-A7CE-478783CC1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25" name="Rectangle 136">
              <a:extLst>
                <a:ext uri="{FF2B5EF4-FFF2-40B4-BE49-F238E27FC236}">
                  <a16:creationId xmlns:a16="http://schemas.microsoft.com/office/drawing/2014/main" id="{D2559B4E-3247-4A37-A46C-B416C4F2E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26" name="Rectangle 137">
              <a:extLst>
                <a:ext uri="{FF2B5EF4-FFF2-40B4-BE49-F238E27FC236}">
                  <a16:creationId xmlns:a16="http://schemas.microsoft.com/office/drawing/2014/main" id="{B0A7BC3F-A8E6-490A-A0C8-86402B794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27" name="Rectangle 138">
              <a:extLst>
                <a:ext uri="{FF2B5EF4-FFF2-40B4-BE49-F238E27FC236}">
                  <a16:creationId xmlns:a16="http://schemas.microsoft.com/office/drawing/2014/main" id="{650EC92E-3EDB-4E72-B44F-A5C997BE3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28" name="Rectangle 139">
              <a:extLst>
                <a:ext uri="{FF2B5EF4-FFF2-40B4-BE49-F238E27FC236}">
                  <a16:creationId xmlns:a16="http://schemas.microsoft.com/office/drawing/2014/main" id="{BA9E546A-5959-4704-ADCA-60A85C1CF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329" name="Rectangle 140">
              <a:extLst>
                <a:ext uri="{FF2B5EF4-FFF2-40B4-BE49-F238E27FC236}">
                  <a16:creationId xmlns:a16="http://schemas.microsoft.com/office/drawing/2014/main" id="{CA0D9C1A-0695-4D75-A472-0F0ADE274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8A71D6F-DFA5-439C-A009-63891415934F}"/>
                  </a:ext>
                </a:extLst>
              </p14:cNvPr>
              <p14:cNvContentPartPr/>
              <p14:nvPr/>
            </p14:nvContentPartPr>
            <p14:xfrm>
              <a:off x="4936680" y="553320"/>
              <a:ext cx="3360600" cy="39898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8A71D6F-DFA5-439C-A009-63891415934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927320" y="543960"/>
                <a:ext cx="3379320" cy="40086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7" name="Rectangle 2">
            <a:extLst>
              <a:ext uri="{FF2B5EF4-FFF2-40B4-BE49-F238E27FC236}">
                <a16:creationId xmlns:a16="http://schemas.microsoft.com/office/drawing/2014/main" id="{256BD439-A61E-4965-A667-D9C1930916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2700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Draw the State Diagram</a:t>
            </a:r>
          </a:p>
        </p:txBody>
      </p:sp>
      <p:grpSp>
        <p:nvGrpSpPr>
          <p:cNvPr id="55298" name="Group 93">
            <a:extLst>
              <a:ext uri="{FF2B5EF4-FFF2-40B4-BE49-F238E27FC236}">
                <a16:creationId xmlns:a16="http://schemas.microsoft.com/office/drawing/2014/main" id="{2CD87DDA-A084-40EF-AA95-DAEC11B57C62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55313" name="Rectangle 85">
              <a:extLst>
                <a:ext uri="{FF2B5EF4-FFF2-40B4-BE49-F238E27FC236}">
                  <a16:creationId xmlns:a16="http://schemas.microsoft.com/office/drawing/2014/main" id="{E976A35A-30C1-4536-92F9-957E03058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14" name="Rectangle 86">
              <a:extLst>
                <a:ext uri="{FF2B5EF4-FFF2-40B4-BE49-F238E27FC236}">
                  <a16:creationId xmlns:a16="http://schemas.microsoft.com/office/drawing/2014/main" id="{45FB3E5B-3C27-4442-BA34-1D5758D52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15" name="Rectangle 88">
              <a:extLst>
                <a:ext uri="{FF2B5EF4-FFF2-40B4-BE49-F238E27FC236}">
                  <a16:creationId xmlns:a16="http://schemas.microsoft.com/office/drawing/2014/main" id="{39CD2EBE-B6A9-41EF-BC3F-5CEBE2014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16" name="Rectangle 89">
              <a:extLst>
                <a:ext uri="{FF2B5EF4-FFF2-40B4-BE49-F238E27FC236}">
                  <a16:creationId xmlns:a16="http://schemas.microsoft.com/office/drawing/2014/main" id="{8634E25D-4E56-4D04-A053-222C5F4FA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17" name="Rectangle 90">
              <a:extLst>
                <a:ext uri="{FF2B5EF4-FFF2-40B4-BE49-F238E27FC236}">
                  <a16:creationId xmlns:a16="http://schemas.microsoft.com/office/drawing/2014/main" id="{104D7950-E504-48E7-B119-4EB4E99AE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18" name="Rectangle 91">
              <a:extLst>
                <a:ext uri="{FF2B5EF4-FFF2-40B4-BE49-F238E27FC236}">
                  <a16:creationId xmlns:a16="http://schemas.microsoft.com/office/drawing/2014/main" id="{E0BEA905-01FD-4654-9FDC-FE33C4DC6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19" name="Rectangle 92">
              <a:extLst>
                <a:ext uri="{FF2B5EF4-FFF2-40B4-BE49-F238E27FC236}">
                  <a16:creationId xmlns:a16="http://schemas.microsoft.com/office/drawing/2014/main" id="{BD4C1C44-7856-4293-861C-FD2D74BF7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20" name="Rectangle 93">
              <a:extLst>
                <a:ext uri="{FF2B5EF4-FFF2-40B4-BE49-F238E27FC236}">
                  <a16:creationId xmlns:a16="http://schemas.microsoft.com/office/drawing/2014/main" id="{743EB66A-D56F-4B83-9A56-695D17650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21" name="Rectangle 94">
              <a:extLst>
                <a:ext uri="{FF2B5EF4-FFF2-40B4-BE49-F238E27FC236}">
                  <a16:creationId xmlns:a16="http://schemas.microsoft.com/office/drawing/2014/main" id="{0BFA9199-8595-4401-BCCE-F67664EC7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22" name="Rectangle 95">
              <a:extLst>
                <a:ext uri="{FF2B5EF4-FFF2-40B4-BE49-F238E27FC236}">
                  <a16:creationId xmlns:a16="http://schemas.microsoft.com/office/drawing/2014/main" id="{BDC630EA-D00A-4198-AA55-AEAEAB4F4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23" name="Rectangle 96">
              <a:extLst>
                <a:ext uri="{FF2B5EF4-FFF2-40B4-BE49-F238E27FC236}">
                  <a16:creationId xmlns:a16="http://schemas.microsoft.com/office/drawing/2014/main" id="{C306CED3-841F-4036-99E0-1BCFF3586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24" name="Rectangle 97">
              <a:extLst>
                <a:ext uri="{FF2B5EF4-FFF2-40B4-BE49-F238E27FC236}">
                  <a16:creationId xmlns:a16="http://schemas.microsoft.com/office/drawing/2014/main" id="{29156F21-2F64-4405-AEA4-F76AC324A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25" name="Rectangle 98">
              <a:extLst>
                <a:ext uri="{FF2B5EF4-FFF2-40B4-BE49-F238E27FC236}">
                  <a16:creationId xmlns:a16="http://schemas.microsoft.com/office/drawing/2014/main" id="{40187227-B41A-4F98-9A45-D1A13E680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26" name="Rectangle 99">
              <a:extLst>
                <a:ext uri="{FF2B5EF4-FFF2-40B4-BE49-F238E27FC236}">
                  <a16:creationId xmlns:a16="http://schemas.microsoft.com/office/drawing/2014/main" id="{EDA94FFA-6811-42AB-9625-701D04968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27" name="Rectangle 100">
              <a:extLst>
                <a:ext uri="{FF2B5EF4-FFF2-40B4-BE49-F238E27FC236}">
                  <a16:creationId xmlns:a16="http://schemas.microsoft.com/office/drawing/2014/main" id="{326F02E7-104C-4F30-BEE7-290AF94A6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28" name="Rectangle 101">
              <a:extLst>
                <a:ext uri="{FF2B5EF4-FFF2-40B4-BE49-F238E27FC236}">
                  <a16:creationId xmlns:a16="http://schemas.microsoft.com/office/drawing/2014/main" id="{9AE4DE53-C807-47DE-84DB-8C04952DA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29" name="Rectangle 102">
              <a:extLst>
                <a:ext uri="{FF2B5EF4-FFF2-40B4-BE49-F238E27FC236}">
                  <a16:creationId xmlns:a16="http://schemas.microsoft.com/office/drawing/2014/main" id="{4A90629D-DC71-4C3D-A917-E8E8C42AA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30" name="Rectangle 103">
              <a:extLst>
                <a:ext uri="{FF2B5EF4-FFF2-40B4-BE49-F238E27FC236}">
                  <a16:creationId xmlns:a16="http://schemas.microsoft.com/office/drawing/2014/main" id="{A1B2D2E4-91B7-429D-849A-826928CAB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31" name="Rectangle 104">
              <a:extLst>
                <a:ext uri="{FF2B5EF4-FFF2-40B4-BE49-F238E27FC236}">
                  <a16:creationId xmlns:a16="http://schemas.microsoft.com/office/drawing/2014/main" id="{A3114F44-DA99-4D1F-BE56-FD8081E1D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32" name="Rectangle 105">
              <a:extLst>
                <a:ext uri="{FF2B5EF4-FFF2-40B4-BE49-F238E27FC236}">
                  <a16:creationId xmlns:a16="http://schemas.microsoft.com/office/drawing/2014/main" id="{417A9E7E-CE79-4A4D-8213-97A7077F6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33" name="Rectangle 106">
              <a:extLst>
                <a:ext uri="{FF2B5EF4-FFF2-40B4-BE49-F238E27FC236}">
                  <a16:creationId xmlns:a16="http://schemas.microsoft.com/office/drawing/2014/main" id="{803D3592-4882-44A6-8715-63FD4E6D0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34" name="Rectangle 107">
              <a:extLst>
                <a:ext uri="{FF2B5EF4-FFF2-40B4-BE49-F238E27FC236}">
                  <a16:creationId xmlns:a16="http://schemas.microsoft.com/office/drawing/2014/main" id="{5F6DB2C3-D8FC-4A1B-A648-8FD718280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35" name="Rectangle 108">
              <a:extLst>
                <a:ext uri="{FF2B5EF4-FFF2-40B4-BE49-F238E27FC236}">
                  <a16:creationId xmlns:a16="http://schemas.microsoft.com/office/drawing/2014/main" id="{A1B3605F-C51A-43BB-809D-6B93D2A36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36" name="Rectangle 109">
              <a:extLst>
                <a:ext uri="{FF2B5EF4-FFF2-40B4-BE49-F238E27FC236}">
                  <a16:creationId xmlns:a16="http://schemas.microsoft.com/office/drawing/2014/main" id="{02DA5E08-880F-442D-B2C7-7C28D30D8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37" name="Rectangle 110">
              <a:extLst>
                <a:ext uri="{FF2B5EF4-FFF2-40B4-BE49-F238E27FC236}">
                  <a16:creationId xmlns:a16="http://schemas.microsoft.com/office/drawing/2014/main" id="{87AAD35D-C79E-4DC7-9370-3AAB05FB8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38" name="Rectangle 111">
              <a:extLst>
                <a:ext uri="{FF2B5EF4-FFF2-40B4-BE49-F238E27FC236}">
                  <a16:creationId xmlns:a16="http://schemas.microsoft.com/office/drawing/2014/main" id="{018D4244-8C29-4119-8294-6B0EF240C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39" name="Rectangle 112">
              <a:extLst>
                <a:ext uri="{FF2B5EF4-FFF2-40B4-BE49-F238E27FC236}">
                  <a16:creationId xmlns:a16="http://schemas.microsoft.com/office/drawing/2014/main" id="{35D74270-AF2C-4245-9696-23C94466D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40" name="Rectangle 113">
              <a:extLst>
                <a:ext uri="{FF2B5EF4-FFF2-40B4-BE49-F238E27FC236}">
                  <a16:creationId xmlns:a16="http://schemas.microsoft.com/office/drawing/2014/main" id="{7A33A658-5C2D-4750-BDCA-5A8CFAA7E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41" name="Rectangle 114">
              <a:extLst>
                <a:ext uri="{FF2B5EF4-FFF2-40B4-BE49-F238E27FC236}">
                  <a16:creationId xmlns:a16="http://schemas.microsoft.com/office/drawing/2014/main" id="{0B63A737-DFB6-4D09-94D8-EF7306A8F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42" name="Rectangle 115">
              <a:extLst>
                <a:ext uri="{FF2B5EF4-FFF2-40B4-BE49-F238E27FC236}">
                  <a16:creationId xmlns:a16="http://schemas.microsoft.com/office/drawing/2014/main" id="{911D2724-3F70-4B27-801F-EADFBF884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43" name="Rectangle 116">
              <a:extLst>
                <a:ext uri="{FF2B5EF4-FFF2-40B4-BE49-F238E27FC236}">
                  <a16:creationId xmlns:a16="http://schemas.microsoft.com/office/drawing/2014/main" id="{D8391D28-FDE3-42EB-91C9-8AF7B84E7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44" name="Rectangle 117">
              <a:extLst>
                <a:ext uri="{FF2B5EF4-FFF2-40B4-BE49-F238E27FC236}">
                  <a16:creationId xmlns:a16="http://schemas.microsoft.com/office/drawing/2014/main" id="{F7768821-76C7-42E3-802A-918C56EC8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45" name="Rectangle 118">
              <a:extLst>
                <a:ext uri="{FF2B5EF4-FFF2-40B4-BE49-F238E27FC236}">
                  <a16:creationId xmlns:a16="http://schemas.microsoft.com/office/drawing/2014/main" id="{FB2BD1EE-728F-4333-8C79-08BBECC18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46" name="Rectangle 119">
              <a:extLst>
                <a:ext uri="{FF2B5EF4-FFF2-40B4-BE49-F238E27FC236}">
                  <a16:creationId xmlns:a16="http://schemas.microsoft.com/office/drawing/2014/main" id="{FC4944A1-39AD-4976-A1AD-B4CF92F7F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47" name="Rectangle 120">
              <a:extLst>
                <a:ext uri="{FF2B5EF4-FFF2-40B4-BE49-F238E27FC236}">
                  <a16:creationId xmlns:a16="http://schemas.microsoft.com/office/drawing/2014/main" id="{DCD1E5C0-D072-4D11-9B4F-3B6A8B741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48" name="Rectangle 121">
              <a:extLst>
                <a:ext uri="{FF2B5EF4-FFF2-40B4-BE49-F238E27FC236}">
                  <a16:creationId xmlns:a16="http://schemas.microsoft.com/office/drawing/2014/main" id="{C53B10F7-9495-4089-8F33-DB998AECF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49" name="Rectangle 122">
              <a:extLst>
                <a:ext uri="{FF2B5EF4-FFF2-40B4-BE49-F238E27FC236}">
                  <a16:creationId xmlns:a16="http://schemas.microsoft.com/office/drawing/2014/main" id="{947C8132-6286-4E6F-A85D-DB846D7BD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50" name="Rectangle 123">
              <a:extLst>
                <a:ext uri="{FF2B5EF4-FFF2-40B4-BE49-F238E27FC236}">
                  <a16:creationId xmlns:a16="http://schemas.microsoft.com/office/drawing/2014/main" id="{8C033F0E-2DBD-42A2-8ED8-64E564049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51" name="Rectangle 124">
              <a:extLst>
                <a:ext uri="{FF2B5EF4-FFF2-40B4-BE49-F238E27FC236}">
                  <a16:creationId xmlns:a16="http://schemas.microsoft.com/office/drawing/2014/main" id="{5340837D-E499-4FEF-AFE3-631E1D33B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52" name="Rectangle 125">
              <a:extLst>
                <a:ext uri="{FF2B5EF4-FFF2-40B4-BE49-F238E27FC236}">
                  <a16:creationId xmlns:a16="http://schemas.microsoft.com/office/drawing/2014/main" id="{091157AD-EB41-4208-9104-29289AF31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53" name="Rectangle 126">
              <a:extLst>
                <a:ext uri="{FF2B5EF4-FFF2-40B4-BE49-F238E27FC236}">
                  <a16:creationId xmlns:a16="http://schemas.microsoft.com/office/drawing/2014/main" id="{2311C716-45E2-48D9-B3C0-77046DF6D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54" name="Rectangle 127">
              <a:extLst>
                <a:ext uri="{FF2B5EF4-FFF2-40B4-BE49-F238E27FC236}">
                  <a16:creationId xmlns:a16="http://schemas.microsoft.com/office/drawing/2014/main" id="{B294E89B-3953-4BC8-9776-E3B341F86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55" name="Rectangle 128">
              <a:extLst>
                <a:ext uri="{FF2B5EF4-FFF2-40B4-BE49-F238E27FC236}">
                  <a16:creationId xmlns:a16="http://schemas.microsoft.com/office/drawing/2014/main" id="{2843033E-F944-4208-BB41-1B7EC926C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56" name="Rectangle 129">
              <a:extLst>
                <a:ext uri="{FF2B5EF4-FFF2-40B4-BE49-F238E27FC236}">
                  <a16:creationId xmlns:a16="http://schemas.microsoft.com/office/drawing/2014/main" id="{E2FAD770-D52B-454F-9524-04E7D4A2D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57" name="Rectangle 130">
              <a:extLst>
                <a:ext uri="{FF2B5EF4-FFF2-40B4-BE49-F238E27FC236}">
                  <a16:creationId xmlns:a16="http://schemas.microsoft.com/office/drawing/2014/main" id="{B85FDFDF-C1B7-4A6E-B969-6F9098F40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58" name="Rectangle 131">
              <a:extLst>
                <a:ext uri="{FF2B5EF4-FFF2-40B4-BE49-F238E27FC236}">
                  <a16:creationId xmlns:a16="http://schemas.microsoft.com/office/drawing/2014/main" id="{42EB9B98-32EE-4211-80B1-12C080F01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59" name="Rectangle 132">
              <a:extLst>
                <a:ext uri="{FF2B5EF4-FFF2-40B4-BE49-F238E27FC236}">
                  <a16:creationId xmlns:a16="http://schemas.microsoft.com/office/drawing/2014/main" id="{34A90F59-80DB-4BCD-ABE9-267F0610D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60" name="Rectangle 133">
              <a:extLst>
                <a:ext uri="{FF2B5EF4-FFF2-40B4-BE49-F238E27FC236}">
                  <a16:creationId xmlns:a16="http://schemas.microsoft.com/office/drawing/2014/main" id="{94C906FC-9290-4985-ADC6-4C0F1A819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61" name="Rectangle 134">
              <a:extLst>
                <a:ext uri="{FF2B5EF4-FFF2-40B4-BE49-F238E27FC236}">
                  <a16:creationId xmlns:a16="http://schemas.microsoft.com/office/drawing/2014/main" id="{F26CD67B-539D-4D2D-819B-DC3B8A5F0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62" name="Rectangle 135">
              <a:extLst>
                <a:ext uri="{FF2B5EF4-FFF2-40B4-BE49-F238E27FC236}">
                  <a16:creationId xmlns:a16="http://schemas.microsoft.com/office/drawing/2014/main" id="{89512DB0-29D6-4364-8456-DEE96318A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63" name="Rectangle 136">
              <a:extLst>
                <a:ext uri="{FF2B5EF4-FFF2-40B4-BE49-F238E27FC236}">
                  <a16:creationId xmlns:a16="http://schemas.microsoft.com/office/drawing/2014/main" id="{A2E01D56-9C1B-4A2B-A6D2-DDEED786C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64" name="Rectangle 137">
              <a:extLst>
                <a:ext uri="{FF2B5EF4-FFF2-40B4-BE49-F238E27FC236}">
                  <a16:creationId xmlns:a16="http://schemas.microsoft.com/office/drawing/2014/main" id="{A6CF3554-A03C-4C46-B2D7-36666727D1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65" name="Rectangle 138">
              <a:extLst>
                <a:ext uri="{FF2B5EF4-FFF2-40B4-BE49-F238E27FC236}">
                  <a16:creationId xmlns:a16="http://schemas.microsoft.com/office/drawing/2014/main" id="{6921745F-1CAD-419F-A5B5-2B08C16AD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66" name="Rectangle 139">
              <a:extLst>
                <a:ext uri="{FF2B5EF4-FFF2-40B4-BE49-F238E27FC236}">
                  <a16:creationId xmlns:a16="http://schemas.microsoft.com/office/drawing/2014/main" id="{B60383A5-6683-4B81-A1EC-F9031A73C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67" name="Rectangle 140">
              <a:extLst>
                <a:ext uri="{FF2B5EF4-FFF2-40B4-BE49-F238E27FC236}">
                  <a16:creationId xmlns:a16="http://schemas.microsoft.com/office/drawing/2014/main" id="{51A616B1-6B71-4A53-BCE0-520921C33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5299" name="Group 6">
            <a:extLst>
              <a:ext uri="{FF2B5EF4-FFF2-40B4-BE49-F238E27FC236}">
                <a16:creationId xmlns:a16="http://schemas.microsoft.com/office/drawing/2014/main" id="{DA5FA923-D648-4AB0-99BB-20E0A1E2FEBA}"/>
              </a:ext>
            </a:extLst>
          </p:cNvPr>
          <p:cNvGrpSpPr>
            <a:grpSpLocks/>
          </p:cNvGrpSpPr>
          <p:nvPr/>
        </p:nvGrpSpPr>
        <p:grpSpPr bwMode="auto">
          <a:xfrm>
            <a:off x="6818313" y="1627188"/>
            <a:ext cx="963612" cy="4543425"/>
            <a:chOff x="6636592" y="1848168"/>
            <a:chExt cx="963612" cy="4543426"/>
          </a:xfrm>
        </p:grpSpPr>
        <p:sp>
          <p:nvSpPr>
            <p:cNvPr id="55303" name="Freeform 11">
              <a:extLst>
                <a:ext uri="{FF2B5EF4-FFF2-40B4-BE49-F238E27FC236}">
                  <a16:creationId xmlns:a16="http://schemas.microsoft.com/office/drawing/2014/main" id="{08D5F98F-1AF1-439F-91D0-8851A608B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2092" y="5972494"/>
              <a:ext cx="138112" cy="160338"/>
            </a:xfrm>
            <a:custGeom>
              <a:avLst/>
              <a:gdLst>
                <a:gd name="T0" fmla="*/ 2147483646 w 174"/>
                <a:gd name="T1" fmla="*/ 2147483646 h 202"/>
                <a:gd name="T2" fmla="*/ 2147483646 w 174"/>
                <a:gd name="T3" fmla="*/ 2147483646 h 202"/>
                <a:gd name="T4" fmla="*/ 2147483646 w 174"/>
                <a:gd name="T5" fmla="*/ 0 h 202"/>
                <a:gd name="T6" fmla="*/ 0 w 174"/>
                <a:gd name="T7" fmla="*/ 0 h 202"/>
                <a:gd name="T8" fmla="*/ 2147483646 w 174"/>
                <a:gd name="T9" fmla="*/ 2147483646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4"/>
                <a:gd name="T16" fmla="*/ 0 h 202"/>
                <a:gd name="T17" fmla="*/ 174 w 174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4" h="202">
                  <a:moveTo>
                    <a:pt x="29" y="202"/>
                  </a:moveTo>
                  <a:lnTo>
                    <a:pt x="174" y="202"/>
                  </a:lnTo>
                  <a:lnTo>
                    <a:pt x="174" y="0"/>
                  </a:lnTo>
                  <a:lnTo>
                    <a:pt x="0" y="0"/>
                  </a:lnTo>
                  <a:lnTo>
                    <a:pt x="29" y="2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304" name="Freeform 33">
              <a:extLst>
                <a:ext uri="{FF2B5EF4-FFF2-40B4-BE49-F238E27FC236}">
                  <a16:creationId xmlns:a16="http://schemas.microsoft.com/office/drawing/2014/main" id="{408622C3-B422-4536-87F3-68BA2DBF9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3153093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0 w 817"/>
                <a:gd name="T21" fmla="*/ 2147483646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2147483646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0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305" name="Freeform 37">
              <a:extLst>
                <a:ext uri="{FF2B5EF4-FFF2-40B4-BE49-F238E27FC236}">
                  <a16:creationId xmlns:a16="http://schemas.microsoft.com/office/drawing/2014/main" id="{66C21B4C-8524-442B-BFD3-4A9EF3157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4435794"/>
              <a:ext cx="647700" cy="649288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306" name="Freeform 38">
              <a:extLst>
                <a:ext uri="{FF2B5EF4-FFF2-40B4-BE49-F238E27FC236}">
                  <a16:creationId xmlns:a16="http://schemas.microsoft.com/office/drawing/2014/main" id="{2465FC3C-649A-461A-8F13-15CB54BBE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1848168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2147483646 w 817"/>
                <a:gd name="T21" fmla="*/ 0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0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2147483646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817" y="408"/>
                  </a:move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0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5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5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0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8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8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307" name="Rectangle 48">
              <a:extLst>
                <a:ext uri="{FF2B5EF4-FFF2-40B4-BE49-F238E27FC236}">
                  <a16:creationId xmlns:a16="http://schemas.microsoft.com/office/drawing/2014/main" id="{85046F03-D649-44B3-9082-675CB20DE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2018512"/>
              <a:ext cx="50033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A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08" name="Freeform 46">
              <a:extLst>
                <a:ext uri="{FF2B5EF4-FFF2-40B4-BE49-F238E27FC236}">
                  <a16:creationId xmlns:a16="http://schemas.microsoft.com/office/drawing/2014/main" id="{21CD7789-EC66-4C5B-832F-35F6DD324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5742307"/>
              <a:ext cx="647700" cy="649287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8"/>
                  </a:lnTo>
                  <a:lnTo>
                    <a:pt x="13" y="306"/>
                  </a:lnTo>
                  <a:lnTo>
                    <a:pt x="7" y="327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7"/>
                  </a:lnTo>
                  <a:lnTo>
                    <a:pt x="804" y="306"/>
                  </a:lnTo>
                  <a:lnTo>
                    <a:pt x="799" y="288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309" name="Rectangle 45">
              <a:extLst>
                <a:ext uri="{FF2B5EF4-FFF2-40B4-BE49-F238E27FC236}">
                  <a16:creationId xmlns:a16="http://schemas.microsoft.com/office/drawing/2014/main" id="{2AC52EAD-8226-486C-A709-0C3C32958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5958207"/>
              <a:ext cx="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10" name="Rectangle 48">
              <a:extLst>
                <a:ext uri="{FF2B5EF4-FFF2-40B4-BE49-F238E27FC236}">
                  <a16:creationId xmlns:a16="http://schemas.microsoft.com/office/drawing/2014/main" id="{307B8FCC-3CEC-454F-822E-A62F2C3C1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8461" y="3325743"/>
              <a:ext cx="50022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B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11" name="Rectangle 48">
              <a:extLst>
                <a:ext uri="{FF2B5EF4-FFF2-40B4-BE49-F238E27FC236}">
                  <a16:creationId xmlns:a16="http://schemas.microsoft.com/office/drawing/2014/main" id="{D219D0C8-3007-4394-A730-9BB714D89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7370" y="4604883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12" name="Rectangle 48">
              <a:extLst>
                <a:ext uri="{FF2B5EF4-FFF2-40B4-BE49-F238E27FC236}">
                  <a16:creationId xmlns:a16="http://schemas.microsoft.com/office/drawing/2014/main" id="{463C27C5-B5E2-46CC-9512-9C010E797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5922894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/ 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5300" name="Oval 149">
            <a:extLst>
              <a:ext uri="{FF2B5EF4-FFF2-40B4-BE49-F238E27FC236}">
                <a16:creationId xmlns:a16="http://schemas.microsoft.com/office/drawing/2014/main" id="{B4832DF7-C842-46A4-9A65-9968C36A9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013" y="3032125"/>
            <a:ext cx="515937" cy="1120775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5301" name="Oval 151">
            <a:extLst>
              <a:ext uri="{FF2B5EF4-FFF2-40B4-BE49-F238E27FC236}">
                <a16:creationId xmlns:a16="http://schemas.microsoft.com/office/drawing/2014/main" id="{0B9A4671-B58F-49DD-9E01-AF5ED3C906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4563" y="3019425"/>
            <a:ext cx="515937" cy="1119188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5302" name="TextBox 2">
            <a:extLst>
              <a:ext uri="{FF2B5EF4-FFF2-40B4-BE49-F238E27FC236}">
                <a16:creationId xmlns:a16="http://schemas.microsoft.com/office/drawing/2014/main" id="{1D35D209-8249-48FC-B130-BAE5A4617D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613" y="4849813"/>
            <a:ext cx="35845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Because this is a Moore machine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the output is tied to the state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1" name="Rectangle 2">
            <a:extLst>
              <a:ext uri="{FF2B5EF4-FFF2-40B4-BE49-F238E27FC236}">
                <a16:creationId xmlns:a16="http://schemas.microsoft.com/office/drawing/2014/main" id="{D187C624-BFED-404F-A984-0D8156D179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2700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Draw the State Diagram</a:t>
            </a:r>
          </a:p>
        </p:txBody>
      </p:sp>
      <p:grpSp>
        <p:nvGrpSpPr>
          <p:cNvPr id="56322" name="Group 93">
            <a:extLst>
              <a:ext uri="{FF2B5EF4-FFF2-40B4-BE49-F238E27FC236}">
                <a16:creationId xmlns:a16="http://schemas.microsoft.com/office/drawing/2014/main" id="{D4C8D46D-7A23-4ABB-9C03-04566FAEFE53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56336" name="Rectangle 85">
              <a:extLst>
                <a:ext uri="{FF2B5EF4-FFF2-40B4-BE49-F238E27FC236}">
                  <a16:creationId xmlns:a16="http://schemas.microsoft.com/office/drawing/2014/main" id="{1B3D86D0-D28C-434C-9361-AE6742B40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37" name="Rectangle 86">
              <a:extLst>
                <a:ext uri="{FF2B5EF4-FFF2-40B4-BE49-F238E27FC236}">
                  <a16:creationId xmlns:a16="http://schemas.microsoft.com/office/drawing/2014/main" id="{BA3D8F7A-EB10-4A57-89A7-619BD9925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38" name="Rectangle 88">
              <a:extLst>
                <a:ext uri="{FF2B5EF4-FFF2-40B4-BE49-F238E27FC236}">
                  <a16:creationId xmlns:a16="http://schemas.microsoft.com/office/drawing/2014/main" id="{203760A1-B739-4F57-89D8-6BA875D15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39" name="Rectangle 89">
              <a:extLst>
                <a:ext uri="{FF2B5EF4-FFF2-40B4-BE49-F238E27FC236}">
                  <a16:creationId xmlns:a16="http://schemas.microsoft.com/office/drawing/2014/main" id="{EB9B3DD3-CE8C-43CC-9AFD-94DC17D36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40" name="Rectangle 90">
              <a:extLst>
                <a:ext uri="{FF2B5EF4-FFF2-40B4-BE49-F238E27FC236}">
                  <a16:creationId xmlns:a16="http://schemas.microsoft.com/office/drawing/2014/main" id="{A157825C-9864-417D-9871-255500736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41" name="Rectangle 91">
              <a:extLst>
                <a:ext uri="{FF2B5EF4-FFF2-40B4-BE49-F238E27FC236}">
                  <a16:creationId xmlns:a16="http://schemas.microsoft.com/office/drawing/2014/main" id="{8E1D0315-14B0-41E2-93E0-E48304486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42" name="Rectangle 92">
              <a:extLst>
                <a:ext uri="{FF2B5EF4-FFF2-40B4-BE49-F238E27FC236}">
                  <a16:creationId xmlns:a16="http://schemas.microsoft.com/office/drawing/2014/main" id="{687B18BE-207C-4ECD-9A55-8078F6829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43" name="Rectangle 93">
              <a:extLst>
                <a:ext uri="{FF2B5EF4-FFF2-40B4-BE49-F238E27FC236}">
                  <a16:creationId xmlns:a16="http://schemas.microsoft.com/office/drawing/2014/main" id="{12379FC8-1B6A-412C-98CC-20F173EF4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44" name="Rectangle 94">
              <a:extLst>
                <a:ext uri="{FF2B5EF4-FFF2-40B4-BE49-F238E27FC236}">
                  <a16:creationId xmlns:a16="http://schemas.microsoft.com/office/drawing/2014/main" id="{A9298C56-1E38-4014-AD7C-36A2D190E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45" name="Rectangle 95">
              <a:extLst>
                <a:ext uri="{FF2B5EF4-FFF2-40B4-BE49-F238E27FC236}">
                  <a16:creationId xmlns:a16="http://schemas.microsoft.com/office/drawing/2014/main" id="{FA006FE5-98E2-4E6B-80E3-BC4D8BBA8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46" name="Rectangle 96">
              <a:extLst>
                <a:ext uri="{FF2B5EF4-FFF2-40B4-BE49-F238E27FC236}">
                  <a16:creationId xmlns:a16="http://schemas.microsoft.com/office/drawing/2014/main" id="{3B356AD3-90D8-44D1-B513-89AACD37C2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47" name="Rectangle 97">
              <a:extLst>
                <a:ext uri="{FF2B5EF4-FFF2-40B4-BE49-F238E27FC236}">
                  <a16:creationId xmlns:a16="http://schemas.microsoft.com/office/drawing/2014/main" id="{1C290D83-9A0A-4E8D-B453-08CE15A5D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48" name="Rectangle 98">
              <a:extLst>
                <a:ext uri="{FF2B5EF4-FFF2-40B4-BE49-F238E27FC236}">
                  <a16:creationId xmlns:a16="http://schemas.microsoft.com/office/drawing/2014/main" id="{710BBB35-C718-4111-919F-CB09AF2FF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49" name="Rectangle 99">
              <a:extLst>
                <a:ext uri="{FF2B5EF4-FFF2-40B4-BE49-F238E27FC236}">
                  <a16:creationId xmlns:a16="http://schemas.microsoft.com/office/drawing/2014/main" id="{D5B7E38E-58D6-4DA4-AB9F-0DF1503D7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50" name="Rectangle 100">
              <a:extLst>
                <a:ext uri="{FF2B5EF4-FFF2-40B4-BE49-F238E27FC236}">
                  <a16:creationId xmlns:a16="http://schemas.microsoft.com/office/drawing/2014/main" id="{695FBE92-36BB-48D6-A493-A65E062C5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51" name="Rectangle 101">
              <a:extLst>
                <a:ext uri="{FF2B5EF4-FFF2-40B4-BE49-F238E27FC236}">
                  <a16:creationId xmlns:a16="http://schemas.microsoft.com/office/drawing/2014/main" id="{73A88C82-3A2E-4053-A2AE-CD86EB3BD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52" name="Rectangle 102">
              <a:extLst>
                <a:ext uri="{FF2B5EF4-FFF2-40B4-BE49-F238E27FC236}">
                  <a16:creationId xmlns:a16="http://schemas.microsoft.com/office/drawing/2014/main" id="{AA60D65E-C893-44FA-9FE6-796EC0327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53" name="Rectangle 103">
              <a:extLst>
                <a:ext uri="{FF2B5EF4-FFF2-40B4-BE49-F238E27FC236}">
                  <a16:creationId xmlns:a16="http://schemas.microsoft.com/office/drawing/2014/main" id="{E47D9B72-974F-4D80-832A-6F3F7DD77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54" name="Rectangle 104">
              <a:extLst>
                <a:ext uri="{FF2B5EF4-FFF2-40B4-BE49-F238E27FC236}">
                  <a16:creationId xmlns:a16="http://schemas.microsoft.com/office/drawing/2014/main" id="{C5DC922E-27B8-4707-A113-EF182EC81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55" name="Rectangle 105">
              <a:extLst>
                <a:ext uri="{FF2B5EF4-FFF2-40B4-BE49-F238E27FC236}">
                  <a16:creationId xmlns:a16="http://schemas.microsoft.com/office/drawing/2014/main" id="{59FDA3AD-582D-483F-9140-D9D76E99D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56" name="Rectangle 106">
              <a:extLst>
                <a:ext uri="{FF2B5EF4-FFF2-40B4-BE49-F238E27FC236}">
                  <a16:creationId xmlns:a16="http://schemas.microsoft.com/office/drawing/2014/main" id="{7A4127D1-4E63-4FB0-BDBB-31F1C6381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57" name="Rectangle 107">
              <a:extLst>
                <a:ext uri="{FF2B5EF4-FFF2-40B4-BE49-F238E27FC236}">
                  <a16:creationId xmlns:a16="http://schemas.microsoft.com/office/drawing/2014/main" id="{F2C3132E-2678-4D63-9918-849AF397C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58" name="Rectangle 108">
              <a:extLst>
                <a:ext uri="{FF2B5EF4-FFF2-40B4-BE49-F238E27FC236}">
                  <a16:creationId xmlns:a16="http://schemas.microsoft.com/office/drawing/2014/main" id="{548B80EC-D2CF-4FA8-8ED6-0FA935223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59" name="Rectangle 109">
              <a:extLst>
                <a:ext uri="{FF2B5EF4-FFF2-40B4-BE49-F238E27FC236}">
                  <a16:creationId xmlns:a16="http://schemas.microsoft.com/office/drawing/2014/main" id="{CA50CE6B-EEDE-4CBB-B98F-A42B261B9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0" name="Rectangle 110">
              <a:extLst>
                <a:ext uri="{FF2B5EF4-FFF2-40B4-BE49-F238E27FC236}">
                  <a16:creationId xmlns:a16="http://schemas.microsoft.com/office/drawing/2014/main" id="{16744E83-B9B0-40A5-ACDB-4E14AC10C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1" name="Rectangle 111">
              <a:extLst>
                <a:ext uri="{FF2B5EF4-FFF2-40B4-BE49-F238E27FC236}">
                  <a16:creationId xmlns:a16="http://schemas.microsoft.com/office/drawing/2014/main" id="{7561B383-2B76-4242-9EB3-84A0A37FC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2" name="Rectangle 112">
              <a:extLst>
                <a:ext uri="{FF2B5EF4-FFF2-40B4-BE49-F238E27FC236}">
                  <a16:creationId xmlns:a16="http://schemas.microsoft.com/office/drawing/2014/main" id="{499C621B-07E4-4612-8C1E-77DC8C4C5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3" name="Rectangle 113">
              <a:extLst>
                <a:ext uri="{FF2B5EF4-FFF2-40B4-BE49-F238E27FC236}">
                  <a16:creationId xmlns:a16="http://schemas.microsoft.com/office/drawing/2014/main" id="{4CABFB34-631C-4547-AA95-1E7B79561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4" name="Rectangle 114">
              <a:extLst>
                <a:ext uri="{FF2B5EF4-FFF2-40B4-BE49-F238E27FC236}">
                  <a16:creationId xmlns:a16="http://schemas.microsoft.com/office/drawing/2014/main" id="{F14550CA-69DA-4420-ABDA-E7C183BA7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5" name="Rectangle 115">
              <a:extLst>
                <a:ext uri="{FF2B5EF4-FFF2-40B4-BE49-F238E27FC236}">
                  <a16:creationId xmlns:a16="http://schemas.microsoft.com/office/drawing/2014/main" id="{7BF93D54-065C-40E7-A5D8-415B32825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6" name="Rectangle 116">
              <a:extLst>
                <a:ext uri="{FF2B5EF4-FFF2-40B4-BE49-F238E27FC236}">
                  <a16:creationId xmlns:a16="http://schemas.microsoft.com/office/drawing/2014/main" id="{B7EFB3B6-BDCA-492D-B97B-6FA3D0DE0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7" name="Rectangle 117">
              <a:extLst>
                <a:ext uri="{FF2B5EF4-FFF2-40B4-BE49-F238E27FC236}">
                  <a16:creationId xmlns:a16="http://schemas.microsoft.com/office/drawing/2014/main" id="{30E8BAC6-F7D4-4253-9C15-B36B16695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8" name="Rectangle 118">
              <a:extLst>
                <a:ext uri="{FF2B5EF4-FFF2-40B4-BE49-F238E27FC236}">
                  <a16:creationId xmlns:a16="http://schemas.microsoft.com/office/drawing/2014/main" id="{85963AD9-EDCC-4723-8A92-DF8D1C251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9" name="Rectangle 119">
              <a:extLst>
                <a:ext uri="{FF2B5EF4-FFF2-40B4-BE49-F238E27FC236}">
                  <a16:creationId xmlns:a16="http://schemas.microsoft.com/office/drawing/2014/main" id="{C9313A3C-5273-4A6C-92DD-7E7804C32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70" name="Rectangle 120">
              <a:extLst>
                <a:ext uri="{FF2B5EF4-FFF2-40B4-BE49-F238E27FC236}">
                  <a16:creationId xmlns:a16="http://schemas.microsoft.com/office/drawing/2014/main" id="{9B0CA3B9-E9C1-4A52-B8A6-477B3CB27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71" name="Rectangle 121">
              <a:extLst>
                <a:ext uri="{FF2B5EF4-FFF2-40B4-BE49-F238E27FC236}">
                  <a16:creationId xmlns:a16="http://schemas.microsoft.com/office/drawing/2014/main" id="{9DEFF698-61B4-454F-897A-8A74BE66E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72" name="Rectangle 122">
              <a:extLst>
                <a:ext uri="{FF2B5EF4-FFF2-40B4-BE49-F238E27FC236}">
                  <a16:creationId xmlns:a16="http://schemas.microsoft.com/office/drawing/2014/main" id="{480784D0-ECDE-4AE9-B089-AAAE71415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73" name="Rectangle 123">
              <a:extLst>
                <a:ext uri="{FF2B5EF4-FFF2-40B4-BE49-F238E27FC236}">
                  <a16:creationId xmlns:a16="http://schemas.microsoft.com/office/drawing/2014/main" id="{EDBA86CC-A3F4-46BF-BE4C-E81D69F9E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74" name="Rectangle 124">
              <a:extLst>
                <a:ext uri="{FF2B5EF4-FFF2-40B4-BE49-F238E27FC236}">
                  <a16:creationId xmlns:a16="http://schemas.microsoft.com/office/drawing/2014/main" id="{976C78EA-D8BD-4F8D-B098-3FD1F2BFC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75" name="Rectangle 125">
              <a:extLst>
                <a:ext uri="{FF2B5EF4-FFF2-40B4-BE49-F238E27FC236}">
                  <a16:creationId xmlns:a16="http://schemas.microsoft.com/office/drawing/2014/main" id="{C535751E-F0A4-40CE-861E-D50EDE4C3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76" name="Rectangle 126">
              <a:extLst>
                <a:ext uri="{FF2B5EF4-FFF2-40B4-BE49-F238E27FC236}">
                  <a16:creationId xmlns:a16="http://schemas.microsoft.com/office/drawing/2014/main" id="{4D2AE53F-6E34-4EF4-94DD-C44677F7C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77" name="Rectangle 127">
              <a:extLst>
                <a:ext uri="{FF2B5EF4-FFF2-40B4-BE49-F238E27FC236}">
                  <a16:creationId xmlns:a16="http://schemas.microsoft.com/office/drawing/2014/main" id="{DF632B97-BEBD-4779-A838-1C0B63DD0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78" name="Rectangle 128">
              <a:extLst>
                <a:ext uri="{FF2B5EF4-FFF2-40B4-BE49-F238E27FC236}">
                  <a16:creationId xmlns:a16="http://schemas.microsoft.com/office/drawing/2014/main" id="{57E626BB-9D9E-4F4B-BD83-B51917181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79" name="Rectangle 129">
              <a:extLst>
                <a:ext uri="{FF2B5EF4-FFF2-40B4-BE49-F238E27FC236}">
                  <a16:creationId xmlns:a16="http://schemas.microsoft.com/office/drawing/2014/main" id="{D5999CF1-9C1E-4777-BC4E-31A5CE92F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80" name="Rectangle 130">
              <a:extLst>
                <a:ext uri="{FF2B5EF4-FFF2-40B4-BE49-F238E27FC236}">
                  <a16:creationId xmlns:a16="http://schemas.microsoft.com/office/drawing/2014/main" id="{45D0F7B2-7502-48FA-88BB-45141E1F1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81" name="Rectangle 131">
              <a:extLst>
                <a:ext uri="{FF2B5EF4-FFF2-40B4-BE49-F238E27FC236}">
                  <a16:creationId xmlns:a16="http://schemas.microsoft.com/office/drawing/2014/main" id="{2277A6D9-218B-4509-BD91-58905A838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82" name="Rectangle 132">
              <a:extLst>
                <a:ext uri="{FF2B5EF4-FFF2-40B4-BE49-F238E27FC236}">
                  <a16:creationId xmlns:a16="http://schemas.microsoft.com/office/drawing/2014/main" id="{33B0CF80-DF04-4310-9C1C-1CE644374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83" name="Rectangle 133">
              <a:extLst>
                <a:ext uri="{FF2B5EF4-FFF2-40B4-BE49-F238E27FC236}">
                  <a16:creationId xmlns:a16="http://schemas.microsoft.com/office/drawing/2014/main" id="{2FBE8806-5F4E-420E-9ECA-82BE40D3D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84" name="Rectangle 134">
              <a:extLst>
                <a:ext uri="{FF2B5EF4-FFF2-40B4-BE49-F238E27FC236}">
                  <a16:creationId xmlns:a16="http://schemas.microsoft.com/office/drawing/2014/main" id="{00C8CC95-8FB7-4466-AFB0-336B3E937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85" name="Rectangle 135">
              <a:extLst>
                <a:ext uri="{FF2B5EF4-FFF2-40B4-BE49-F238E27FC236}">
                  <a16:creationId xmlns:a16="http://schemas.microsoft.com/office/drawing/2014/main" id="{3737BD33-3682-4501-BB95-C11A624C9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86" name="Rectangle 136">
              <a:extLst>
                <a:ext uri="{FF2B5EF4-FFF2-40B4-BE49-F238E27FC236}">
                  <a16:creationId xmlns:a16="http://schemas.microsoft.com/office/drawing/2014/main" id="{A013019A-6ADC-4852-B8E3-9D06BE517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87" name="Rectangle 137">
              <a:extLst>
                <a:ext uri="{FF2B5EF4-FFF2-40B4-BE49-F238E27FC236}">
                  <a16:creationId xmlns:a16="http://schemas.microsoft.com/office/drawing/2014/main" id="{8DE943EE-1F8A-46A7-A668-1C0ACDAC0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88" name="Rectangle 138">
              <a:extLst>
                <a:ext uri="{FF2B5EF4-FFF2-40B4-BE49-F238E27FC236}">
                  <a16:creationId xmlns:a16="http://schemas.microsoft.com/office/drawing/2014/main" id="{AFD8C2E9-08B5-4270-9642-76F34FE4B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89" name="Rectangle 139">
              <a:extLst>
                <a:ext uri="{FF2B5EF4-FFF2-40B4-BE49-F238E27FC236}">
                  <a16:creationId xmlns:a16="http://schemas.microsoft.com/office/drawing/2014/main" id="{A84C7D77-BBCB-48BA-9C2E-FE0E6207D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90" name="Rectangle 140">
              <a:extLst>
                <a:ext uri="{FF2B5EF4-FFF2-40B4-BE49-F238E27FC236}">
                  <a16:creationId xmlns:a16="http://schemas.microsoft.com/office/drawing/2014/main" id="{B5B79996-684D-4CD6-AEBB-6137C0977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6323" name="Group 6">
            <a:extLst>
              <a:ext uri="{FF2B5EF4-FFF2-40B4-BE49-F238E27FC236}">
                <a16:creationId xmlns:a16="http://schemas.microsoft.com/office/drawing/2014/main" id="{579C4FE6-3C60-46FA-A6B8-A06EDB68FA0D}"/>
              </a:ext>
            </a:extLst>
          </p:cNvPr>
          <p:cNvGrpSpPr>
            <a:grpSpLocks/>
          </p:cNvGrpSpPr>
          <p:nvPr/>
        </p:nvGrpSpPr>
        <p:grpSpPr bwMode="auto">
          <a:xfrm>
            <a:off x="6818313" y="1627188"/>
            <a:ext cx="963612" cy="4543425"/>
            <a:chOff x="6636592" y="1848168"/>
            <a:chExt cx="963612" cy="4543426"/>
          </a:xfrm>
        </p:grpSpPr>
        <p:sp>
          <p:nvSpPr>
            <p:cNvPr id="56326" name="Freeform 11">
              <a:extLst>
                <a:ext uri="{FF2B5EF4-FFF2-40B4-BE49-F238E27FC236}">
                  <a16:creationId xmlns:a16="http://schemas.microsoft.com/office/drawing/2014/main" id="{8589C030-28CA-4BF7-B067-62F748943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2092" y="5972494"/>
              <a:ext cx="138112" cy="160338"/>
            </a:xfrm>
            <a:custGeom>
              <a:avLst/>
              <a:gdLst>
                <a:gd name="T0" fmla="*/ 2147483646 w 174"/>
                <a:gd name="T1" fmla="*/ 2147483646 h 202"/>
                <a:gd name="T2" fmla="*/ 2147483646 w 174"/>
                <a:gd name="T3" fmla="*/ 2147483646 h 202"/>
                <a:gd name="T4" fmla="*/ 2147483646 w 174"/>
                <a:gd name="T5" fmla="*/ 0 h 202"/>
                <a:gd name="T6" fmla="*/ 0 w 174"/>
                <a:gd name="T7" fmla="*/ 0 h 202"/>
                <a:gd name="T8" fmla="*/ 2147483646 w 174"/>
                <a:gd name="T9" fmla="*/ 2147483646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4"/>
                <a:gd name="T16" fmla="*/ 0 h 202"/>
                <a:gd name="T17" fmla="*/ 174 w 174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4" h="202">
                  <a:moveTo>
                    <a:pt x="29" y="202"/>
                  </a:moveTo>
                  <a:lnTo>
                    <a:pt x="174" y="202"/>
                  </a:lnTo>
                  <a:lnTo>
                    <a:pt x="174" y="0"/>
                  </a:lnTo>
                  <a:lnTo>
                    <a:pt x="0" y="0"/>
                  </a:lnTo>
                  <a:lnTo>
                    <a:pt x="29" y="2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27" name="Freeform 33">
              <a:extLst>
                <a:ext uri="{FF2B5EF4-FFF2-40B4-BE49-F238E27FC236}">
                  <a16:creationId xmlns:a16="http://schemas.microsoft.com/office/drawing/2014/main" id="{0A838740-C3FA-4CA3-A6F3-81D6B683F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3153093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0 w 817"/>
                <a:gd name="T21" fmla="*/ 2147483646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2147483646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0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28" name="Freeform 37">
              <a:extLst>
                <a:ext uri="{FF2B5EF4-FFF2-40B4-BE49-F238E27FC236}">
                  <a16:creationId xmlns:a16="http://schemas.microsoft.com/office/drawing/2014/main" id="{63AB21F2-238C-4778-AB29-7A464F555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4435794"/>
              <a:ext cx="647700" cy="649288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29" name="Freeform 38">
              <a:extLst>
                <a:ext uri="{FF2B5EF4-FFF2-40B4-BE49-F238E27FC236}">
                  <a16:creationId xmlns:a16="http://schemas.microsoft.com/office/drawing/2014/main" id="{A7F0FC85-EDFB-4EF1-8D04-9FD06CCAB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1848168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2147483646 w 817"/>
                <a:gd name="T21" fmla="*/ 0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0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2147483646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817" y="408"/>
                  </a:move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0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5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5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0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8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8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30" name="Rectangle 48">
              <a:extLst>
                <a:ext uri="{FF2B5EF4-FFF2-40B4-BE49-F238E27FC236}">
                  <a16:creationId xmlns:a16="http://schemas.microsoft.com/office/drawing/2014/main" id="{8D8DCA30-5C07-4BB2-8275-7A31102DF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2018512"/>
              <a:ext cx="50033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A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31" name="Freeform 46">
              <a:extLst>
                <a:ext uri="{FF2B5EF4-FFF2-40B4-BE49-F238E27FC236}">
                  <a16:creationId xmlns:a16="http://schemas.microsoft.com/office/drawing/2014/main" id="{357E6CFA-FAEB-443C-AEE4-4A6FDD594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5742307"/>
              <a:ext cx="647700" cy="649287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8"/>
                  </a:lnTo>
                  <a:lnTo>
                    <a:pt x="13" y="306"/>
                  </a:lnTo>
                  <a:lnTo>
                    <a:pt x="7" y="327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7"/>
                  </a:lnTo>
                  <a:lnTo>
                    <a:pt x="804" y="306"/>
                  </a:lnTo>
                  <a:lnTo>
                    <a:pt x="799" y="288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32" name="Rectangle 45">
              <a:extLst>
                <a:ext uri="{FF2B5EF4-FFF2-40B4-BE49-F238E27FC236}">
                  <a16:creationId xmlns:a16="http://schemas.microsoft.com/office/drawing/2014/main" id="{EF837C06-9C48-46CB-8D5E-34BBE303D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5958207"/>
              <a:ext cx="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33" name="Rectangle 48">
              <a:extLst>
                <a:ext uri="{FF2B5EF4-FFF2-40B4-BE49-F238E27FC236}">
                  <a16:creationId xmlns:a16="http://schemas.microsoft.com/office/drawing/2014/main" id="{E87E8F29-74BE-421E-AEF9-B3F38FD0B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8461" y="3325743"/>
              <a:ext cx="50022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B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34" name="Rectangle 48">
              <a:extLst>
                <a:ext uri="{FF2B5EF4-FFF2-40B4-BE49-F238E27FC236}">
                  <a16:creationId xmlns:a16="http://schemas.microsoft.com/office/drawing/2014/main" id="{EC064841-B2AB-4589-AB3E-412CEE97A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7370" y="4604883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35" name="Rectangle 48">
              <a:extLst>
                <a:ext uri="{FF2B5EF4-FFF2-40B4-BE49-F238E27FC236}">
                  <a16:creationId xmlns:a16="http://schemas.microsoft.com/office/drawing/2014/main" id="{75E4DE98-2841-4C7E-8D6D-39FE41A02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5922894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/ 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6324" name="Oval 151">
            <a:extLst>
              <a:ext uri="{FF2B5EF4-FFF2-40B4-BE49-F238E27FC236}">
                <a16:creationId xmlns:a16="http://schemas.microsoft.com/office/drawing/2014/main" id="{49361A02-D33A-495B-8156-995D23399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8263" y="3019425"/>
            <a:ext cx="515937" cy="1119188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6325" name="TextBox 2">
            <a:extLst>
              <a:ext uri="{FF2B5EF4-FFF2-40B4-BE49-F238E27FC236}">
                <a16:creationId xmlns:a16="http://schemas.microsoft.com/office/drawing/2014/main" id="{3512E708-5877-4D79-8578-FAFB8E09B4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75" y="4849813"/>
            <a:ext cx="467518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All transitions when the input w is equal to 1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5" name="Rectangle 2">
            <a:extLst>
              <a:ext uri="{FF2B5EF4-FFF2-40B4-BE49-F238E27FC236}">
                <a16:creationId xmlns:a16="http://schemas.microsoft.com/office/drawing/2014/main" id="{4125316A-2BFB-47A5-B583-058FC71D4C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2700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Draw the State Diagram</a:t>
            </a:r>
          </a:p>
        </p:txBody>
      </p:sp>
      <p:grpSp>
        <p:nvGrpSpPr>
          <p:cNvPr id="57346" name="Group 93">
            <a:extLst>
              <a:ext uri="{FF2B5EF4-FFF2-40B4-BE49-F238E27FC236}">
                <a16:creationId xmlns:a16="http://schemas.microsoft.com/office/drawing/2014/main" id="{D7E5D71D-A942-457A-B8E7-21A2374B067E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57372" name="Rectangle 85">
              <a:extLst>
                <a:ext uri="{FF2B5EF4-FFF2-40B4-BE49-F238E27FC236}">
                  <a16:creationId xmlns:a16="http://schemas.microsoft.com/office/drawing/2014/main" id="{8F604878-FCEF-4F4D-8310-44FE3FDC1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73" name="Rectangle 86">
              <a:extLst>
                <a:ext uri="{FF2B5EF4-FFF2-40B4-BE49-F238E27FC236}">
                  <a16:creationId xmlns:a16="http://schemas.microsoft.com/office/drawing/2014/main" id="{3AE39628-F562-4525-8E50-6074DBE81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74" name="Rectangle 88">
              <a:extLst>
                <a:ext uri="{FF2B5EF4-FFF2-40B4-BE49-F238E27FC236}">
                  <a16:creationId xmlns:a16="http://schemas.microsoft.com/office/drawing/2014/main" id="{976F5E24-97B2-431D-9913-04F342D93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75" name="Rectangle 89">
              <a:extLst>
                <a:ext uri="{FF2B5EF4-FFF2-40B4-BE49-F238E27FC236}">
                  <a16:creationId xmlns:a16="http://schemas.microsoft.com/office/drawing/2014/main" id="{3E037653-F943-43E6-BB5B-6CC29F9C8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76" name="Rectangle 90">
              <a:extLst>
                <a:ext uri="{FF2B5EF4-FFF2-40B4-BE49-F238E27FC236}">
                  <a16:creationId xmlns:a16="http://schemas.microsoft.com/office/drawing/2014/main" id="{8A431480-748D-4672-A482-FE904386F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77" name="Rectangle 91">
              <a:extLst>
                <a:ext uri="{FF2B5EF4-FFF2-40B4-BE49-F238E27FC236}">
                  <a16:creationId xmlns:a16="http://schemas.microsoft.com/office/drawing/2014/main" id="{5884F2B7-CC4A-4A45-860C-9CD1B2E43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78" name="Rectangle 92">
              <a:extLst>
                <a:ext uri="{FF2B5EF4-FFF2-40B4-BE49-F238E27FC236}">
                  <a16:creationId xmlns:a16="http://schemas.microsoft.com/office/drawing/2014/main" id="{84C91F38-5AA3-4D3B-BE7C-2E3A45B5E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79" name="Rectangle 93">
              <a:extLst>
                <a:ext uri="{FF2B5EF4-FFF2-40B4-BE49-F238E27FC236}">
                  <a16:creationId xmlns:a16="http://schemas.microsoft.com/office/drawing/2014/main" id="{77F1E32C-81AB-4B6F-A258-70BF15E2D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80" name="Rectangle 94">
              <a:extLst>
                <a:ext uri="{FF2B5EF4-FFF2-40B4-BE49-F238E27FC236}">
                  <a16:creationId xmlns:a16="http://schemas.microsoft.com/office/drawing/2014/main" id="{ADEA7B5D-06AF-4A7D-A76B-5E8BB5E25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81" name="Rectangle 95">
              <a:extLst>
                <a:ext uri="{FF2B5EF4-FFF2-40B4-BE49-F238E27FC236}">
                  <a16:creationId xmlns:a16="http://schemas.microsoft.com/office/drawing/2014/main" id="{BBF9AF06-F1E5-4C0B-9DA5-1A0CB62F0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82" name="Rectangle 96">
              <a:extLst>
                <a:ext uri="{FF2B5EF4-FFF2-40B4-BE49-F238E27FC236}">
                  <a16:creationId xmlns:a16="http://schemas.microsoft.com/office/drawing/2014/main" id="{B2A55941-0C69-47A7-A7E4-57FDC7986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83" name="Rectangle 97">
              <a:extLst>
                <a:ext uri="{FF2B5EF4-FFF2-40B4-BE49-F238E27FC236}">
                  <a16:creationId xmlns:a16="http://schemas.microsoft.com/office/drawing/2014/main" id="{27B7ACF6-1E89-4E1D-B1EF-B99C0F5FF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84" name="Rectangle 98">
              <a:extLst>
                <a:ext uri="{FF2B5EF4-FFF2-40B4-BE49-F238E27FC236}">
                  <a16:creationId xmlns:a16="http://schemas.microsoft.com/office/drawing/2014/main" id="{1D0BDF6C-6FCD-4AB9-B14E-6129B264A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85" name="Rectangle 99">
              <a:extLst>
                <a:ext uri="{FF2B5EF4-FFF2-40B4-BE49-F238E27FC236}">
                  <a16:creationId xmlns:a16="http://schemas.microsoft.com/office/drawing/2014/main" id="{30410CE5-F02C-485D-83AE-FEB5EE0E5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86" name="Rectangle 100">
              <a:extLst>
                <a:ext uri="{FF2B5EF4-FFF2-40B4-BE49-F238E27FC236}">
                  <a16:creationId xmlns:a16="http://schemas.microsoft.com/office/drawing/2014/main" id="{C4868EED-E6E0-47C9-98B9-872EA43B8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87" name="Rectangle 101">
              <a:extLst>
                <a:ext uri="{FF2B5EF4-FFF2-40B4-BE49-F238E27FC236}">
                  <a16:creationId xmlns:a16="http://schemas.microsoft.com/office/drawing/2014/main" id="{F5550841-705B-4725-93ED-C379F0532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88" name="Rectangle 102">
              <a:extLst>
                <a:ext uri="{FF2B5EF4-FFF2-40B4-BE49-F238E27FC236}">
                  <a16:creationId xmlns:a16="http://schemas.microsoft.com/office/drawing/2014/main" id="{724B46FB-44FC-403E-81A2-566E8041D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89" name="Rectangle 103">
              <a:extLst>
                <a:ext uri="{FF2B5EF4-FFF2-40B4-BE49-F238E27FC236}">
                  <a16:creationId xmlns:a16="http://schemas.microsoft.com/office/drawing/2014/main" id="{6BD9502F-41A9-49D5-89EA-E6D33B719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90" name="Rectangle 104">
              <a:extLst>
                <a:ext uri="{FF2B5EF4-FFF2-40B4-BE49-F238E27FC236}">
                  <a16:creationId xmlns:a16="http://schemas.microsoft.com/office/drawing/2014/main" id="{23454691-4E7F-41B6-B12E-54D2D7D7A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91" name="Rectangle 105">
              <a:extLst>
                <a:ext uri="{FF2B5EF4-FFF2-40B4-BE49-F238E27FC236}">
                  <a16:creationId xmlns:a16="http://schemas.microsoft.com/office/drawing/2014/main" id="{26AD08C2-A2E0-4AA8-8C47-73012AF21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92" name="Rectangle 106">
              <a:extLst>
                <a:ext uri="{FF2B5EF4-FFF2-40B4-BE49-F238E27FC236}">
                  <a16:creationId xmlns:a16="http://schemas.microsoft.com/office/drawing/2014/main" id="{93EFC0AF-BFE1-4D65-8773-C7F237B6B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93" name="Rectangle 107">
              <a:extLst>
                <a:ext uri="{FF2B5EF4-FFF2-40B4-BE49-F238E27FC236}">
                  <a16:creationId xmlns:a16="http://schemas.microsoft.com/office/drawing/2014/main" id="{28292C12-D846-4AD6-8037-FB585E3B1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94" name="Rectangle 108">
              <a:extLst>
                <a:ext uri="{FF2B5EF4-FFF2-40B4-BE49-F238E27FC236}">
                  <a16:creationId xmlns:a16="http://schemas.microsoft.com/office/drawing/2014/main" id="{6EB16B90-599E-4E56-B4B6-FE56CB6EC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95" name="Rectangle 109">
              <a:extLst>
                <a:ext uri="{FF2B5EF4-FFF2-40B4-BE49-F238E27FC236}">
                  <a16:creationId xmlns:a16="http://schemas.microsoft.com/office/drawing/2014/main" id="{DED0A899-EE21-4DBF-BA17-548BC7F20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96" name="Rectangle 110">
              <a:extLst>
                <a:ext uri="{FF2B5EF4-FFF2-40B4-BE49-F238E27FC236}">
                  <a16:creationId xmlns:a16="http://schemas.microsoft.com/office/drawing/2014/main" id="{10B482B1-456E-438B-93C6-9942AD90D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97" name="Rectangle 111">
              <a:extLst>
                <a:ext uri="{FF2B5EF4-FFF2-40B4-BE49-F238E27FC236}">
                  <a16:creationId xmlns:a16="http://schemas.microsoft.com/office/drawing/2014/main" id="{7513D112-293B-46C1-82A1-597A1F916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98" name="Rectangle 112">
              <a:extLst>
                <a:ext uri="{FF2B5EF4-FFF2-40B4-BE49-F238E27FC236}">
                  <a16:creationId xmlns:a16="http://schemas.microsoft.com/office/drawing/2014/main" id="{A222D9E5-24C6-46D4-87ED-0C571F596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99" name="Rectangle 113">
              <a:extLst>
                <a:ext uri="{FF2B5EF4-FFF2-40B4-BE49-F238E27FC236}">
                  <a16:creationId xmlns:a16="http://schemas.microsoft.com/office/drawing/2014/main" id="{E3204B0B-38A6-4C30-8CE8-6DDBEF6EF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00" name="Rectangle 114">
              <a:extLst>
                <a:ext uri="{FF2B5EF4-FFF2-40B4-BE49-F238E27FC236}">
                  <a16:creationId xmlns:a16="http://schemas.microsoft.com/office/drawing/2014/main" id="{3DFABD43-D12C-4302-9FF7-88E858C2B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01" name="Rectangle 115">
              <a:extLst>
                <a:ext uri="{FF2B5EF4-FFF2-40B4-BE49-F238E27FC236}">
                  <a16:creationId xmlns:a16="http://schemas.microsoft.com/office/drawing/2014/main" id="{C00D1CA4-FDCF-4BEA-B9CE-CFB48CCAF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02" name="Rectangle 116">
              <a:extLst>
                <a:ext uri="{FF2B5EF4-FFF2-40B4-BE49-F238E27FC236}">
                  <a16:creationId xmlns:a16="http://schemas.microsoft.com/office/drawing/2014/main" id="{CD6ECEC2-7E28-4346-9073-D570AF5D0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03" name="Rectangle 117">
              <a:extLst>
                <a:ext uri="{FF2B5EF4-FFF2-40B4-BE49-F238E27FC236}">
                  <a16:creationId xmlns:a16="http://schemas.microsoft.com/office/drawing/2014/main" id="{ABE3CD79-CAC6-4E77-821D-2D4E16E4F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04" name="Rectangle 118">
              <a:extLst>
                <a:ext uri="{FF2B5EF4-FFF2-40B4-BE49-F238E27FC236}">
                  <a16:creationId xmlns:a16="http://schemas.microsoft.com/office/drawing/2014/main" id="{1D0800AD-6535-4B3C-9EE9-AFB7D552C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05" name="Rectangle 119">
              <a:extLst>
                <a:ext uri="{FF2B5EF4-FFF2-40B4-BE49-F238E27FC236}">
                  <a16:creationId xmlns:a16="http://schemas.microsoft.com/office/drawing/2014/main" id="{DA2D7B02-E4FA-48FD-BF39-D4B10E1F6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06" name="Rectangle 120">
              <a:extLst>
                <a:ext uri="{FF2B5EF4-FFF2-40B4-BE49-F238E27FC236}">
                  <a16:creationId xmlns:a16="http://schemas.microsoft.com/office/drawing/2014/main" id="{96D2CA76-AAD5-4C25-809C-09DF1DC08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07" name="Rectangle 121">
              <a:extLst>
                <a:ext uri="{FF2B5EF4-FFF2-40B4-BE49-F238E27FC236}">
                  <a16:creationId xmlns:a16="http://schemas.microsoft.com/office/drawing/2014/main" id="{54BDF7C1-8AB0-4829-B1E9-B59080956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08" name="Rectangle 122">
              <a:extLst>
                <a:ext uri="{FF2B5EF4-FFF2-40B4-BE49-F238E27FC236}">
                  <a16:creationId xmlns:a16="http://schemas.microsoft.com/office/drawing/2014/main" id="{AAE9771B-A844-4DA2-8681-0788E6820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09" name="Rectangle 123">
              <a:extLst>
                <a:ext uri="{FF2B5EF4-FFF2-40B4-BE49-F238E27FC236}">
                  <a16:creationId xmlns:a16="http://schemas.microsoft.com/office/drawing/2014/main" id="{7937FBBF-C4D5-4EB4-9E7F-20C6DCB13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10" name="Rectangle 124">
              <a:extLst>
                <a:ext uri="{FF2B5EF4-FFF2-40B4-BE49-F238E27FC236}">
                  <a16:creationId xmlns:a16="http://schemas.microsoft.com/office/drawing/2014/main" id="{05B6EF97-D2EB-4577-8D01-DB2AF3532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11" name="Rectangle 125">
              <a:extLst>
                <a:ext uri="{FF2B5EF4-FFF2-40B4-BE49-F238E27FC236}">
                  <a16:creationId xmlns:a16="http://schemas.microsoft.com/office/drawing/2014/main" id="{000120DB-B98C-490D-811E-6919BFAE9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12" name="Rectangle 126">
              <a:extLst>
                <a:ext uri="{FF2B5EF4-FFF2-40B4-BE49-F238E27FC236}">
                  <a16:creationId xmlns:a16="http://schemas.microsoft.com/office/drawing/2014/main" id="{0130ADD7-25E3-4446-868D-68FD21597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13" name="Rectangle 127">
              <a:extLst>
                <a:ext uri="{FF2B5EF4-FFF2-40B4-BE49-F238E27FC236}">
                  <a16:creationId xmlns:a16="http://schemas.microsoft.com/office/drawing/2014/main" id="{70506C66-0111-4F4C-893F-335CC04CC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14" name="Rectangle 128">
              <a:extLst>
                <a:ext uri="{FF2B5EF4-FFF2-40B4-BE49-F238E27FC236}">
                  <a16:creationId xmlns:a16="http://schemas.microsoft.com/office/drawing/2014/main" id="{97BA266A-2A0B-4E68-8F21-B45A886F4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15" name="Rectangle 129">
              <a:extLst>
                <a:ext uri="{FF2B5EF4-FFF2-40B4-BE49-F238E27FC236}">
                  <a16:creationId xmlns:a16="http://schemas.microsoft.com/office/drawing/2014/main" id="{64D790B4-6C3B-4B8D-B021-18ED8ACFB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16" name="Rectangle 130">
              <a:extLst>
                <a:ext uri="{FF2B5EF4-FFF2-40B4-BE49-F238E27FC236}">
                  <a16:creationId xmlns:a16="http://schemas.microsoft.com/office/drawing/2014/main" id="{0401A2F1-6723-4655-9B2F-941C0E686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17" name="Rectangle 131">
              <a:extLst>
                <a:ext uri="{FF2B5EF4-FFF2-40B4-BE49-F238E27FC236}">
                  <a16:creationId xmlns:a16="http://schemas.microsoft.com/office/drawing/2014/main" id="{508988B2-92A2-4725-99B9-CB22F4D11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18" name="Rectangle 132">
              <a:extLst>
                <a:ext uri="{FF2B5EF4-FFF2-40B4-BE49-F238E27FC236}">
                  <a16:creationId xmlns:a16="http://schemas.microsoft.com/office/drawing/2014/main" id="{5C606362-B078-446B-8269-62F26D30C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19" name="Rectangle 133">
              <a:extLst>
                <a:ext uri="{FF2B5EF4-FFF2-40B4-BE49-F238E27FC236}">
                  <a16:creationId xmlns:a16="http://schemas.microsoft.com/office/drawing/2014/main" id="{5F8C3E88-D430-4FBF-A378-2A8063C32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20" name="Rectangle 134">
              <a:extLst>
                <a:ext uri="{FF2B5EF4-FFF2-40B4-BE49-F238E27FC236}">
                  <a16:creationId xmlns:a16="http://schemas.microsoft.com/office/drawing/2014/main" id="{931E2D65-B266-4F8F-AEEE-7D73AA8FA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21" name="Rectangle 135">
              <a:extLst>
                <a:ext uri="{FF2B5EF4-FFF2-40B4-BE49-F238E27FC236}">
                  <a16:creationId xmlns:a16="http://schemas.microsoft.com/office/drawing/2014/main" id="{226FD717-05CF-47E5-A6BC-470A037E7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22" name="Rectangle 136">
              <a:extLst>
                <a:ext uri="{FF2B5EF4-FFF2-40B4-BE49-F238E27FC236}">
                  <a16:creationId xmlns:a16="http://schemas.microsoft.com/office/drawing/2014/main" id="{40C4BEF9-6DCB-45C6-825A-83FF7B707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23" name="Rectangle 137">
              <a:extLst>
                <a:ext uri="{FF2B5EF4-FFF2-40B4-BE49-F238E27FC236}">
                  <a16:creationId xmlns:a16="http://schemas.microsoft.com/office/drawing/2014/main" id="{1F4A2F32-E4A2-4232-A340-00BDDAA95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24" name="Rectangle 138">
              <a:extLst>
                <a:ext uri="{FF2B5EF4-FFF2-40B4-BE49-F238E27FC236}">
                  <a16:creationId xmlns:a16="http://schemas.microsoft.com/office/drawing/2014/main" id="{7D6706E9-B5FD-4A8C-9FE9-196F1EC60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25" name="Rectangle 139">
              <a:extLst>
                <a:ext uri="{FF2B5EF4-FFF2-40B4-BE49-F238E27FC236}">
                  <a16:creationId xmlns:a16="http://schemas.microsoft.com/office/drawing/2014/main" id="{9F3474AD-64C2-44B2-BC7E-993E8B7A2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426" name="Rectangle 140">
              <a:extLst>
                <a:ext uri="{FF2B5EF4-FFF2-40B4-BE49-F238E27FC236}">
                  <a16:creationId xmlns:a16="http://schemas.microsoft.com/office/drawing/2014/main" id="{1899D512-166B-4BA2-A731-44F5A97FF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7347" name="Group 6">
            <a:extLst>
              <a:ext uri="{FF2B5EF4-FFF2-40B4-BE49-F238E27FC236}">
                <a16:creationId xmlns:a16="http://schemas.microsoft.com/office/drawing/2014/main" id="{E484B4DE-7B53-45A0-A8FD-E53E2B709379}"/>
              </a:ext>
            </a:extLst>
          </p:cNvPr>
          <p:cNvGrpSpPr>
            <a:grpSpLocks/>
          </p:cNvGrpSpPr>
          <p:nvPr/>
        </p:nvGrpSpPr>
        <p:grpSpPr bwMode="auto">
          <a:xfrm>
            <a:off x="6818313" y="1627188"/>
            <a:ext cx="1758950" cy="4545012"/>
            <a:chOff x="6636592" y="1848168"/>
            <a:chExt cx="1759427" cy="4545000"/>
          </a:xfrm>
        </p:grpSpPr>
        <p:sp>
          <p:nvSpPr>
            <p:cNvPr id="57350" name="Freeform 11">
              <a:extLst>
                <a:ext uri="{FF2B5EF4-FFF2-40B4-BE49-F238E27FC236}">
                  <a16:creationId xmlns:a16="http://schemas.microsoft.com/office/drawing/2014/main" id="{2062AE64-9C0F-4947-A5DF-423F835D8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2092" y="5972494"/>
              <a:ext cx="138112" cy="160338"/>
            </a:xfrm>
            <a:custGeom>
              <a:avLst/>
              <a:gdLst>
                <a:gd name="T0" fmla="*/ 2147483646 w 174"/>
                <a:gd name="T1" fmla="*/ 2147483646 h 202"/>
                <a:gd name="T2" fmla="*/ 2147483646 w 174"/>
                <a:gd name="T3" fmla="*/ 2147483646 h 202"/>
                <a:gd name="T4" fmla="*/ 2147483646 w 174"/>
                <a:gd name="T5" fmla="*/ 0 h 202"/>
                <a:gd name="T6" fmla="*/ 0 w 174"/>
                <a:gd name="T7" fmla="*/ 0 h 202"/>
                <a:gd name="T8" fmla="*/ 2147483646 w 174"/>
                <a:gd name="T9" fmla="*/ 2147483646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4"/>
                <a:gd name="T16" fmla="*/ 0 h 202"/>
                <a:gd name="T17" fmla="*/ 174 w 174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4" h="202">
                  <a:moveTo>
                    <a:pt x="29" y="202"/>
                  </a:moveTo>
                  <a:lnTo>
                    <a:pt x="174" y="202"/>
                  </a:lnTo>
                  <a:lnTo>
                    <a:pt x="174" y="0"/>
                  </a:lnTo>
                  <a:lnTo>
                    <a:pt x="0" y="0"/>
                  </a:lnTo>
                  <a:lnTo>
                    <a:pt x="29" y="2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351" name="Freeform 19">
              <a:extLst>
                <a:ext uri="{FF2B5EF4-FFF2-40B4-BE49-F238E27FC236}">
                  <a16:creationId xmlns:a16="http://schemas.microsoft.com/office/drawing/2014/main" id="{96CE425C-02C2-438D-A55E-50383F85B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152" y="5729593"/>
              <a:ext cx="641350" cy="663575"/>
            </a:xfrm>
            <a:custGeom>
              <a:avLst/>
              <a:gdLst>
                <a:gd name="T0" fmla="*/ 2147483646 w 808"/>
                <a:gd name="T1" fmla="*/ 2147483646 h 837"/>
                <a:gd name="T2" fmla="*/ 2147483646 w 808"/>
                <a:gd name="T3" fmla="*/ 2147483646 h 837"/>
                <a:gd name="T4" fmla="*/ 2147483646 w 808"/>
                <a:gd name="T5" fmla="*/ 2147483646 h 837"/>
                <a:gd name="T6" fmla="*/ 2147483646 w 808"/>
                <a:gd name="T7" fmla="*/ 2147483646 h 837"/>
                <a:gd name="T8" fmla="*/ 2147483646 w 808"/>
                <a:gd name="T9" fmla="*/ 2147483646 h 837"/>
                <a:gd name="T10" fmla="*/ 2147483646 w 808"/>
                <a:gd name="T11" fmla="*/ 2147483646 h 837"/>
                <a:gd name="T12" fmla="*/ 2147483646 w 808"/>
                <a:gd name="T13" fmla="*/ 2147483646 h 837"/>
                <a:gd name="T14" fmla="*/ 2147483646 w 808"/>
                <a:gd name="T15" fmla="*/ 2147483646 h 837"/>
                <a:gd name="T16" fmla="*/ 2147483646 w 808"/>
                <a:gd name="T17" fmla="*/ 2147483646 h 837"/>
                <a:gd name="T18" fmla="*/ 2147483646 w 808"/>
                <a:gd name="T19" fmla="*/ 2147483646 h 837"/>
                <a:gd name="T20" fmla="*/ 2147483646 w 808"/>
                <a:gd name="T21" fmla="*/ 2147483646 h 837"/>
                <a:gd name="T22" fmla="*/ 2147483646 w 808"/>
                <a:gd name="T23" fmla="*/ 0 h 837"/>
                <a:gd name="T24" fmla="*/ 2147483646 w 808"/>
                <a:gd name="T25" fmla="*/ 2147483646 h 837"/>
                <a:gd name="T26" fmla="*/ 2147483646 w 808"/>
                <a:gd name="T27" fmla="*/ 2147483646 h 837"/>
                <a:gd name="T28" fmla="*/ 2147483646 w 808"/>
                <a:gd name="T29" fmla="*/ 2147483646 h 837"/>
                <a:gd name="T30" fmla="*/ 2147483646 w 808"/>
                <a:gd name="T31" fmla="*/ 2147483646 h 837"/>
                <a:gd name="T32" fmla="*/ 2147483646 w 808"/>
                <a:gd name="T33" fmla="*/ 2147483646 h 837"/>
                <a:gd name="T34" fmla="*/ 2147483646 w 808"/>
                <a:gd name="T35" fmla="*/ 2147483646 h 837"/>
                <a:gd name="T36" fmla="*/ 2147483646 w 808"/>
                <a:gd name="T37" fmla="*/ 2147483646 h 837"/>
                <a:gd name="T38" fmla="*/ 2147483646 w 808"/>
                <a:gd name="T39" fmla="*/ 2147483646 h 837"/>
                <a:gd name="T40" fmla="*/ 2147483646 w 808"/>
                <a:gd name="T41" fmla="*/ 2147483646 h 837"/>
                <a:gd name="T42" fmla="*/ 2147483646 w 808"/>
                <a:gd name="T43" fmla="*/ 2147483646 h 837"/>
                <a:gd name="T44" fmla="*/ 2147483646 w 808"/>
                <a:gd name="T45" fmla="*/ 2147483646 h 837"/>
                <a:gd name="T46" fmla="*/ 2147483646 w 808"/>
                <a:gd name="T47" fmla="*/ 2147483646 h 837"/>
                <a:gd name="T48" fmla="*/ 2147483646 w 808"/>
                <a:gd name="T49" fmla="*/ 2147483646 h 837"/>
                <a:gd name="T50" fmla="*/ 2147483646 w 808"/>
                <a:gd name="T51" fmla="*/ 2147483646 h 837"/>
                <a:gd name="T52" fmla="*/ 2147483646 w 808"/>
                <a:gd name="T53" fmla="*/ 2147483646 h 837"/>
                <a:gd name="T54" fmla="*/ 2147483646 w 808"/>
                <a:gd name="T55" fmla="*/ 2147483646 h 837"/>
                <a:gd name="T56" fmla="*/ 2147483646 w 808"/>
                <a:gd name="T57" fmla="*/ 2147483646 h 837"/>
                <a:gd name="T58" fmla="*/ 2147483646 w 808"/>
                <a:gd name="T59" fmla="*/ 2147483646 h 837"/>
                <a:gd name="T60" fmla="*/ 2147483646 w 808"/>
                <a:gd name="T61" fmla="*/ 2147483646 h 837"/>
                <a:gd name="T62" fmla="*/ 2147483646 w 808"/>
                <a:gd name="T63" fmla="*/ 2147483646 h 837"/>
                <a:gd name="T64" fmla="*/ 2147483646 w 808"/>
                <a:gd name="T65" fmla="*/ 2147483646 h 837"/>
                <a:gd name="T66" fmla="*/ 2147483646 w 808"/>
                <a:gd name="T67" fmla="*/ 2147483646 h 837"/>
                <a:gd name="T68" fmla="*/ 2147483646 w 808"/>
                <a:gd name="T69" fmla="*/ 2147483646 h 837"/>
                <a:gd name="T70" fmla="*/ 2147483646 w 808"/>
                <a:gd name="T71" fmla="*/ 2147483646 h 837"/>
                <a:gd name="T72" fmla="*/ 2147483646 w 808"/>
                <a:gd name="T73" fmla="*/ 2147483646 h 837"/>
                <a:gd name="T74" fmla="*/ 2147483646 w 808"/>
                <a:gd name="T75" fmla="*/ 2147483646 h 837"/>
                <a:gd name="T76" fmla="*/ 2147483646 w 808"/>
                <a:gd name="T77" fmla="*/ 2147483646 h 837"/>
                <a:gd name="T78" fmla="*/ 2147483646 w 808"/>
                <a:gd name="T79" fmla="*/ 2147483646 h 837"/>
                <a:gd name="T80" fmla="*/ 2147483646 w 808"/>
                <a:gd name="T81" fmla="*/ 2147483646 h 837"/>
                <a:gd name="T82" fmla="*/ 2147483646 w 808"/>
                <a:gd name="T83" fmla="*/ 2147483646 h 837"/>
                <a:gd name="T84" fmla="*/ 2147483646 w 808"/>
                <a:gd name="T85" fmla="*/ 2147483646 h 837"/>
                <a:gd name="T86" fmla="*/ 2147483646 w 808"/>
                <a:gd name="T87" fmla="*/ 2147483646 h 837"/>
                <a:gd name="T88" fmla="*/ 2147483646 w 808"/>
                <a:gd name="T89" fmla="*/ 2147483646 h 837"/>
                <a:gd name="T90" fmla="*/ 2147483646 w 808"/>
                <a:gd name="T91" fmla="*/ 2147483646 h 837"/>
                <a:gd name="T92" fmla="*/ 2147483646 w 808"/>
                <a:gd name="T93" fmla="*/ 2147483646 h 837"/>
                <a:gd name="T94" fmla="*/ 2147483646 w 808"/>
                <a:gd name="T95" fmla="*/ 2147483646 h 837"/>
                <a:gd name="T96" fmla="*/ 2147483646 w 808"/>
                <a:gd name="T97" fmla="*/ 2147483646 h 837"/>
                <a:gd name="T98" fmla="*/ 2147483646 w 808"/>
                <a:gd name="T99" fmla="*/ 2147483646 h 837"/>
                <a:gd name="T100" fmla="*/ 2147483646 w 808"/>
                <a:gd name="T101" fmla="*/ 2147483646 h 837"/>
                <a:gd name="T102" fmla="*/ 2147483646 w 808"/>
                <a:gd name="T103" fmla="*/ 2147483646 h 837"/>
                <a:gd name="T104" fmla="*/ 2147483646 w 808"/>
                <a:gd name="T105" fmla="*/ 2147483646 h 837"/>
                <a:gd name="T106" fmla="*/ 2147483646 w 808"/>
                <a:gd name="T107" fmla="*/ 2147483646 h 837"/>
                <a:gd name="T108" fmla="*/ 2147483646 w 808"/>
                <a:gd name="T109" fmla="*/ 2147483646 h 837"/>
                <a:gd name="T110" fmla="*/ 2147483646 w 808"/>
                <a:gd name="T111" fmla="*/ 2147483646 h 83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8"/>
                <a:gd name="T169" fmla="*/ 0 h 837"/>
                <a:gd name="T170" fmla="*/ 808 w 808"/>
                <a:gd name="T171" fmla="*/ 837 h 83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8" h="837">
                  <a:moveTo>
                    <a:pt x="0" y="428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5" y="348"/>
                  </a:lnTo>
                  <a:lnTo>
                    <a:pt x="8" y="327"/>
                  </a:lnTo>
                  <a:lnTo>
                    <a:pt x="13" y="307"/>
                  </a:lnTo>
                  <a:lnTo>
                    <a:pt x="18" y="288"/>
                  </a:lnTo>
                  <a:lnTo>
                    <a:pt x="24" y="268"/>
                  </a:lnTo>
                  <a:lnTo>
                    <a:pt x="33" y="251"/>
                  </a:lnTo>
                  <a:lnTo>
                    <a:pt x="40" y="232"/>
                  </a:lnTo>
                  <a:lnTo>
                    <a:pt x="49" y="215"/>
                  </a:lnTo>
                  <a:lnTo>
                    <a:pt x="59" y="197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50"/>
                  </a:lnTo>
                  <a:lnTo>
                    <a:pt x="107" y="134"/>
                  </a:lnTo>
                  <a:lnTo>
                    <a:pt x="120" y="121"/>
                  </a:lnTo>
                  <a:lnTo>
                    <a:pt x="134" y="107"/>
                  </a:lnTo>
                  <a:lnTo>
                    <a:pt x="148" y="94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60"/>
                  </a:lnTo>
                  <a:lnTo>
                    <a:pt x="215" y="50"/>
                  </a:lnTo>
                  <a:lnTo>
                    <a:pt x="232" y="40"/>
                  </a:lnTo>
                  <a:lnTo>
                    <a:pt x="249" y="33"/>
                  </a:lnTo>
                  <a:lnTo>
                    <a:pt x="268" y="26"/>
                  </a:lnTo>
                  <a:lnTo>
                    <a:pt x="287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6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0" y="1"/>
                  </a:lnTo>
                  <a:lnTo>
                    <a:pt x="441" y="3"/>
                  </a:lnTo>
                  <a:lnTo>
                    <a:pt x="462" y="6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39" y="26"/>
                  </a:lnTo>
                  <a:lnTo>
                    <a:pt x="558" y="33"/>
                  </a:lnTo>
                  <a:lnTo>
                    <a:pt x="577" y="40"/>
                  </a:lnTo>
                  <a:lnTo>
                    <a:pt x="594" y="50"/>
                  </a:lnTo>
                  <a:lnTo>
                    <a:pt x="612" y="60"/>
                  </a:lnTo>
                  <a:lnTo>
                    <a:pt x="628" y="70"/>
                  </a:lnTo>
                  <a:lnTo>
                    <a:pt x="643" y="82"/>
                  </a:lnTo>
                  <a:lnTo>
                    <a:pt x="659" y="94"/>
                  </a:lnTo>
                  <a:lnTo>
                    <a:pt x="674" y="107"/>
                  </a:lnTo>
                  <a:lnTo>
                    <a:pt x="688" y="121"/>
                  </a:lnTo>
                  <a:lnTo>
                    <a:pt x="703" y="134"/>
                  </a:lnTo>
                  <a:lnTo>
                    <a:pt x="716" y="150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7"/>
                  </a:lnTo>
                  <a:lnTo>
                    <a:pt x="759" y="215"/>
                  </a:lnTo>
                  <a:lnTo>
                    <a:pt x="768" y="232"/>
                  </a:lnTo>
                  <a:lnTo>
                    <a:pt x="776" y="251"/>
                  </a:lnTo>
                  <a:lnTo>
                    <a:pt x="783" y="268"/>
                  </a:lnTo>
                  <a:lnTo>
                    <a:pt x="791" y="288"/>
                  </a:lnTo>
                  <a:lnTo>
                    <a:pt x="795" y="307"/>
                  </a:lnTo>
                  <a:lnTo>
                    <a:pt x="801" y="327"/>
                  </a:lnTo>
                  <a:lnTo>
                    <a:pt x="804" y="348"/>
                  </a:lnTo>
                  <a:lnTo>
                    <a:pt x="806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28"/>
                  </a:lnTo>
                  <a:lnTo>
                    <a:pt x="808" y="450"/>
                  </a:lnTo>
                  <a:lnTo>
                    <a:pt x="806" y="470"/>
                  </a:lnTo>
                  <a:lnTo>
                    <a:pt x="804" y="490"/>
                  </a:lnTo>
                  <a:lnTo>
                    <a:pt x="801" y="511"/>
                  </a:lnTo>
                  <a:lnTo>
                    <a:pt x="795" y="531"/>
                  </a:lnTo>
                  <a:lnTo>
                    <a:pt x="791" y="550"/>
                  </a:lnTo>
                  <a:lnTo>
                    <a:pt x="783" y="570"/>
                  </a:lnTo>
                  <a:lnTo>
                    <a:pt x="776" y="587"/>
                  </a:lnTo>
                  <a:lnTo>
                    <a:pt x="768" y="606"/>
                  </a:lnTo>
                  <a:lnTo>
                    <a:pt x="759" y="623"/>
                  </a:lnTo>
                  <a:lnTo>
                    <a:pt x="749" y="640"/>
                  </a:lnTo>
                  <a:lnTo>
                    <a:pt x="739" y="658"/>
                  </a:lnTo>
                  <a:lnTo>
                    <a:pt x="727" y="674"/>
                  </a:lnTo>
                  <a:lnTo>
                    <a:pt x="716" y="688"/>
                  </a:lnTo>
                  <a:lnTo>
                    <a:pt x="703" y="704"/>
                  </a:lnTo>
                  <a:lnTo>
                    <a:pt x="688" y="717"/>
                  </a:lnTo>
                  <a:lnTo>
                    <a:pt x="674" y="731"/>
                  </a:lnTo>
                  <a:lnTo>
                    <a:pt x="659" y="744"/>
                  </a:lnTo>
                  <a:lnTo>
                    <a:pt x="643" y="756"/>
                  </a:lnTo>
                  <a:lnTo>
                    <a:pt x="628" y="767"/>
                  </a:lnTo>
                  <a:lnTo>
                    <a:pt x="612" y="778"/>
                  </a:lnTo>
                  <a:lnTo>
                    <a:pt x="594" y="788"/>
                  </a:lnTo>
                  <a:lnTo>
                    <a:pt x="577" y="798"/>
                  </a:lnTo>
                  <a:lnTo>
                    <a:pt x="558" y="805"/>
                  </a:lnTo>
                  <a:lnTo>
                    <a:pt x="539" y="812"/>
                  </a:lnTo>
                  <a:lnTo>
                    <a:pt x="521" y="819"/>
                  </a:lnTo>
                  <a:lnTo>
                    <a:pt x="502" y="825"/>
                  </a:lnTo>
                  <a:lnTo>
                    <a:pt x="482" y="830"/>
                  </a:lnTo>
                  <a:lnTo>
                    <a:pt x="462" y="832"/>
                  </a:lnTo>
                  <a:lnTo>
                    <a:pt x="441" y="835"/>
                  </a:lnTo>
                  <a:lnTo>
                    <a:pt x="420" y="837"/>
                  </a:lnTo>
                  <a:lnTo>
                    <a:pt x="400" y="837"/>
                  </a:lnTo>
                  <a:lnTo>
                    <a:pt x="410" y="837"/>
                  </a:lnTo>
                  <a:lnTo>
                    <a:pt x="388" y="837"/>
                  </a:lnTo>
                  <a:lnTo>
                    <a:pt x="368" y="835"/>
                  </a:lnTo>
                  <a:lnTo>
                    <a:pt x="348" y="832"/>
                  </a:lnTo>
                  <a:lnTo>
                    <a:pt x="327" y="830"/>
                  </a:lnTo>
                  <a:lnTo>
                    <a:pt x="307" y="825"/>
                  </a:lnTo>
                  <a:lnTo>
                    <a:pt x="287" y="819"/>
                  </a:lnTo>
                  <a:lnTo>
                    <a:pt x="268" y="812"/>
                  </a:lnTo>
                  <a:lnTo>
                    <a:pt x="249" y="805"/>
                  </a:lnTo>
                  <a:lnTo>
                    <a:pt x="232" y="798"/>
                  </a:lnTo>
                  <a:lnTo>
                    <a:pt x="215" y="788"/>
                  </a:lnTo>
                  <a:lnTo>
                    <a:pt x="197" y="778"/>
                  </a:lnTo>
                  <a:lnTo>
                    <a:pt x="180" y="767"/>
                  </a:lnTo>
                  <a:lnTo>
                    <a:pt x="164" y="756"/>
                  </a:lnTo>
                  <a:lnTo>
                    <a:pt x="148" y="744"/>
                  </a:lnTo>
                  <a:lnTo>
                    <a:pt x="134" y="731"/>
                  </a:lnTo>
                  <a:lnTo>
                    <a:pt x="120" y="717"/>
                  </a:lnTo>
                  <a:lnTo>
                    <a:pt x="107" y="704"/>
                  </a:lnTo>
                  <a:lnTo>
                    <a:pt x="94" y="688"/>
                  </a:lnTo>
                  <a:lnTo>
                    <a:pt x="82" y="674"/>
                  </a:lnTo>
                  <a:lnTo>
                    <a:pt x="70" y="658"/>
                  </a:lnTo>
                  <a:lnTo>
                    <a:pt x="59" y="640"/>
                  </a:lnTo>
                  <a:lnTo>
                    <a:pt x="49" y="623"/>
                  </a:lnTo>
                  <a:lnTo>
                    <a:pt x="40" y="606"/>
                  </a:lnTo>
                  <a:lnTo>
                    <a:pt x="33" y="587"/>
                  </a:lnTo>
                  <a:lnTo>
                    <a:pt x="24" y="570"/>
                  </a:lnTo>
                  <a:lnTo>
                    <a:pt x="18" y="550"/>
                  </a:lnTo>
                  <a:lnTo>
                    <a:pt x="13" y="531"/>
                  </a:lnTo>
                  <a:lnTo>
                    <a:pt x="8" y="511"/>
                  </a:lnTo>
                  <a:lnTo>
                    <a:pt x="5" y="490"/>
                  </a:lnTo>
                  <a:lnTo>
                    <a:pt x="3" y="470"/>
                  </a:lnTo>
                  <a:lnTo>
                    <a:pt x="1" y="450"/>
                  </a:lnTo>
                  <a:lnTo>
                    <a:pt x="0" y="42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352" name="Freeform 33">
              <a:extLst>
                <a:ext uri="{FF2B5EF4-FFF2-40B4-BE49-F238E27FC236}">
                  <a16:creationId xmlns:a16="http://schemas.microsoft.com/office/drawing/2014/main" id="{193619D3-3815-48A5-B4CB-53B32F8DC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3153093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0 w 817"/>
                <a:gd name="T21" fmla="*/ 2147483646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2147483646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0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353" name="Freeform 37">
              <a:extLst>
                <a:ext uri="{FF2B5EF4-FFF2-40B4-BE49-F238E27FC236}">
                  <a16:creationId xmlns:a16="http://schemas.microsoft.com/office/drawing/2014/main" id="{D7F61698-CE85-486B-A182-F4A318B5B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4435794"/>
              <a:ext cx="647700" cy="649288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354" name="Freeform 38">
              <a:extLst>
                <a:ext uri="{FF2B5EF4-FFF2-40B4-BE49-F238E27FC236}">
                  <a16:creationId xmlns:a16="http://schemas.microsoft.com/office/drawing/2014/main" id="{F00AF5F8-83A5-4FF1-BC2A-CE6A62B1E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1848168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2147483646 w 817"/>
                <a:gd name="T21" fmla="*/ 0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0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2147483646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817" y="408"/>
                  </a:move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0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5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5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0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8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8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355" name="Freeform 39">
              <a:extLst>
                <a:ext uri="{FF2B5EF4-FFF2-40B4-BE49-F238E27FC236}">
                  <a16:creationId xmlns:a16="http://schemas.microsoft.com/office/drawing/2014/main" id="{6D507ACE-BE6B-40BB-87D4-4909D1F2E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2970531"/>
              <a:ext cx="46037" cy="138112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356" name="Line 40">
              <a:extLst>
                <a:ext uri="{FF2B5EF4-FFF2-40B4-BE49-F238E27FC236}">
                  <a16:creationId xmlns:a16="http://schemas.microsoft.com/office/drawing/2014/main" id="{52CB8ED9-478C-44DC-B927-2C2A7CDB61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2489518"/>
              <a:ext cx="1588" cy="4810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357" name="Freeform 41">
              <a:extLst>
                <a:ext uri="{FF2B5EF4-FFF2-40B4-BE49-F238E27FC236}">
                  <a16:creationId xmlns:a16="http://schemas.microsoft.com/office/drawing/2014/main" id="{EE13E416-A96A-4E1F-AE69-5DEFA3EAD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4277044"/>
              <a:ext cx="46037" cy="136525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358" name="Line 42">
              <a:extLst>
                <a:ext uri="{FF2B5EF4-FFF2-40B4-BE49-F238E27FC236}">
                  <a16:creationId xmlns:a16="http://schemas.microsoft.com/office/drawing/2014/main" id="{414C45E2-03D9-468B-A799-08AD463B12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3796032"/>
              <a:ext cx="1588" cy="48101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359" name="Rectangle 48">
              <a:extLst>
                <a:ext uri="{FF2B5EF4-FFF2-40B4-BE49-F238E27FC236}">
                  <a16:creationId xmlns:a16="http://schemas.microsoft.com/office/drawing/2014/main" id="{6E3F5F3F-2E5B-45FE-AB86-64EF3BA7A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2018512"/>
              <a:ext cx="50033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A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60" name="Freeform 50">
              <a:extLst>
                <a:ext uri="{FF2B5EF4-FFF2-40B4-BE49-F238E27FC236}">
                  <a16:creationId xmlns:a16="http://schemas.microsoft.com/office/drawing/2014/main" id="{E80ACEAC-B69F-4B18-B59C-EE907F797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5559744"/>
              <a:ext cx="46037" cy="160338"/>
            </a:xfrm>
            <a:custGeom>
              <a:avLst/>
              <a:gdLst>
                <a:gd name="T0" fmla="*/ 0 w 57"/>
                <a:gd name="T1" fmla="*/ 0 h 202"/>
                <a:gd name="T2" fmla="*/ 2147483646 w 57"/>
                <a:gd name="T3" fmla="*/ 2147483646 h 202"/>
                <a:gd name="T4" fmla="*/ 2147483646 w 57"/>
                <a:gd name="T5" fmla="*/ 0 h 202"/>
                <a:gd name="T6" fmla="*/ 2147483646 w 57"/>
                <a:gd name="T7" fmla="*/ 0 h 202"/>
                <a:gd name="T8" fmla="*/ 0 w 57"/>
                <a:gd name="T9" fmla="*/ 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202"/>
                <a:gd name="T17" fmla="*/ 57 w 57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202">
                  <a:moveTo>
                    <a:pt x="0" y="0"/>
                  </a:moveTo>
                  <a:lnTo>
                    <a:pt x="28" y="202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361" name="Line 51">
              <a:extLst>
                <a:ext uri="{FF2B5EF4-FFF2-40B4-BE49-F238E27FC236}">
                  <a16:creationId xmlns:a16="http://schemas.microsoft.com/office/drawing/2014/main" id="{B4C3B8B4-0AF7-4070-B1F8-262220D320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5100957"/>
              <a:ext cx="1588" cy="4587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362" name="Freeform 46">
              <a:extLst>
                <a:ext uri="{FF2B5EF4-FFF2-40B4-BE49-F238E27FC236}">
                  <a16:creationId xmlns:a16="http://schemas.microsoft.com/office/drawing/2014/main" id="{0BA6E46F-3659-4C55-A4B4-30333ACCB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5742307"/>
              <a:ext cx="647700" cy="649287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8"/>
                  </a:lnTo>
                  <a:lnTo>
                    <a:pt x="13" y="306"/>
                  </a:lnTo>
                  <a:lnTo>
                    <a:pt x="7" y="327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7"/>
                  </a:lnTo>
                  <a:lnTo>
                    <a:pt x="804" y="306"/>
                  </a:lnTo>
                  <a:lnTo>
                    <a:pt x="799" y="288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363" name="Rectangle 45">
              <a:extLst>
                <a:ext uri="{FF2B5EF4-FFF2-40B4-BE49-F238E27FC236}">
                  <a16:creationId xmlns:a16="http://schemas.microsoft.com/office/drawing/2014/main" id="{7E1E8D19-54A3-4712-A40E-708C9DFA1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5958207"/>
              <a:ext cx="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64" name="Rectangle 48">
              <a:extLst>
                <a:ext uri="{FF2B5EF4-FFF2-40B4-BE49-F238E27FC236}">
                  <a16:creationId xmlns:a16="http://schemas.microsoft.com/office/drawing/2014/main" id="{77D06A46-10E3-4EC1-9A6B-65115E23C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8461" y="3325743"/>
              <a:ext cx="50022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B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65" name="Rectangle 48">
              <a:extLst>
                <a:ext uri="{FF2B5EF4-FFF2-40B4-BE49-F238E27FC236}">
                  <a16:creationId xmlns:a16="http://schemas.microsoft.com/office/drawing/2014/main" id="{A1B0D6D6-84B8-4A52-86A4-1C9A8DD15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7370" y="4604883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66" name="Rectangle 48">
              <a:extLst>
                <a:ext uri="{FF2B5EF4-FFF2-40B4-BE49-F238E27FC236}">
                  <a16:creationId xmlns:a16="http://schemas.microsoft.com/office/drawing/2014/main" id="{EC9C42AE-B542-4086-91E2-895CD9C50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5922894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/ 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67" name="Freeform 16">
              <a:extLst>
                <a:ext uri="{FF2B5EF4-FFF2-40B4-BE49-F238E27FC236}">
                  <a16:creationId xmlns:a16="http://schemas.microsoft.com/office/drawing/2014/main" id="{29AC08D3-B784-432D-8E0E-16A5E874A1DB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233771" y="6250561"/>
              <a:ext cx="114300" cy="114300"/>
            </a:xfrm>
            <a:custGeom>
              <a:avLst/>
              <a:gdLst>
                <a:gd name="T0" fmla="*/ 0 w 144"/>
                <a:gd name="T1" fmla="*/ 2147483646 h 144"/>
                <a:gd name="T2" fmla="*/ 2147483646 w 144"/>
                <a:gd name="T3" fmla="*/ 2147483646 h 144"/>
                <a:gd name="T4" fmla="*/ 2147483646 w 144"/>
                <a:gd name="T5" fmla="*/ 0 h 144"/>
                <a:gd name="T6" fmla="*/ 2147483646 w 144"/>
                <a:gd name="T7" fmla="*/ 0 h 144"/>
                <a:gd name="T8" fmla="*/ 0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0" y="28"/>
                  </a:moveTo>
                  <a:lnTo>
                    <a:pt x="144" y="144"/>
                  </a:lnTo>
                  <a:lnTo>
                    <a:pt x="29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368" name="Rectangle 69">
              <a:extLst>
                <a:ext uri="{FF2B5EF4-FFF2-40B4-BE49-F238E27FC236}">
                  <a16:creationId xmlns:a16="http://schemas.microsoft.com/office/drawing/2014/main" id="{62CF9024-BAE6-45B5-83D1-E62C8239E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1063" y="2650747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69" name="Rectangle 69">
              <a:extLst>
                <a:ext uri="{FF2B5EF4-FFF2-40B4-BE49-F238E27FC236}">
                  <a16:creationId xmlns:a16="http://schemas.microsoft.com/office/drawing/2014/main" id="{4AF1DAF5-CFB7-4103-B121-A835B7CCC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3942336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70" name="Rectangle 69">
              <a:extLst>
                <a:ext uri="{FF2B5EF4-FFF2-40B4-BE49-F238E27FC236}">
                  <a16:creationId xmlns:a16="http://schemas.microsoft.com/office/drawing/2014/main" id="{7E1EB684-9D55-4AD0-88D5-EB1D23795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0869" y="5189553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371" name="Rectangle 69">
              <a:extLst>
                <a:ext uri="{FF2B5EF4-FFF2-40B4-BE49-F238E27FC236}">
                  <a16:creationId xmlns:a16="http://schemas.microsoft.com/office/drawing/2014/main" id="{FE5C18D7-9ACE-451D-A945-904ACC714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122" y="5833994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7348" name="Oval 149">
            <a:extLst>
              <a:ext uri="{FF2B5EF4-FFF2-40B4-BE49-F238E27FC236}">
                <a16:creationId xmlns:a16="http://schemas.microsoft.com/office/drawing/2014/main" id="{337A3E73-AEFB-46C4-9859-7DF60EA00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8263" y="3019425"/>
            <a:ext cx="515937" cy="1119188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7349" name="TextBox 151">
            <a:extLst>
              <a:ext uri="{FF2B5EF4-FFF2-40B4-BE49-F238E27FC236}">
                <a16:creationId xmlns:a16="http://schemas.microsoft.com/office/drawing/2014/main" id="{BDB63408-1860-4954-886E-C6CBE80AAC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75" y="4849813"/>
            <a:ext cx="467518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All transitions when the input w is equal to 1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69" name="Rectangle 2">
            <a:extLst>
              <a:ext uri="{FF2B5EF4-FFF2-40B4-BE49-F238E27FC236}">
                <a16:creationId xmlns:a16="http://schemas.microsoft.com/office/drawing/2014/main" id="{A895CE83-4A0D-4916-AD39-DB8AB1A142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2700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Draw the State Diagram</a:t>
            </a:r>
          </a:p>
        </p:txBody>
      </p:sp>
      <p:grpSp>
        <p:nvGrpSpPr>
          <p:cNvPr id="58370" name="Group 93">
            <a:extLst>
              <a:ext uri="{FF2B5EF4-FFF2-40B4-BE49-F238E27FC236}">
                <a16:creationId xmlns:a16="http://schemas.microsoft.com/office/drawing/2014/main" id="{8F794A0F-2795-45AD-96C6-C71BDAD20D32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58396" name="Rectangle 85">
              <a:extLst>
                <a:ext uri="{FF2B5EF4-FFF2-40B4-BE49-F238E27FC236}">
                  <a16:creationId xmlns:a16="http://schemas.microsoft.com/office/drawing/2014/main" id="{60563D0E-6FA7-43EB-8996-3311198DC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397" name="Rectangle 86">
              <a:extLst>
                <a:ext uri="{FF2B5EF4-FFF2-40B4-BE49-F238E27FC236}">
                  <a16:creationId xmlns:a16="http://schemas.microsoft.com/office/drawing/2014/main" id="{B4FE3243-8788-45FF-B417-08D0E1E15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398" name="Rectangle 88">
              <a:extLst>
                <a:ext uri="{FF2B5EF4-FFF2-40B4-BE49-F238E27FC236}">
                  <a16:creationId xmlns:a16="http://schemas.microsoft.com/office/drawing/2014/main" id="{F61E9F70-84E5-4C4D-96A6-084525FA3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399" name="Rectangle 89">
              <a:extLst>
                <a:ext uri="{FF2B5EF4-FFF2-40B4-BE49-F238E27FC236}">
                  <a16:creationId xmlns:a16="http://schemas.microsoft.com/office/drawing/2014/main" id="{913BA032-BD7F-49A2-8007-82566E904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00" name="Rectangle 90">
              <a:extLst>
                <a:ext uri="{FF2B5EF4-FFF2-40B4-BE49-F238E27FC236}">
                  <a16:creationId xmlns:a16="http://schemas.microsoft.com/office/drawing/2014/main" id="{9AF7D1F5-4BF0-42C7-94DC-CFEDCE517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01" name="Rectangle 91">
              <a:extLst>
                <a:ext uri="{FF2B5EF4-FFF2-40B4-BE49-F238E27FC236}">
                  <a16:creationId xmlns:a16="http://schemas.microsoft.com/office/drawing/2014/main" id="{DB884A6E-56F1-4632-A96B-060D4EA2F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02" name="Rectangle 92">
              <a:extLst>
                <a:ext uri="{FF2B5EF4-FFF2-40B4-BE49-F238E27FC236}">
                  <a16:creationId xmlns:a16="http://schemas.microsoft.com/office/drawing/2014/main" id="{8308BF40-CBC4-4CDC-BE25-D488EA64B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03" name="Rectangle 93">
              <a:extLst>
                <a:ext uri="{FF2B5EF4-FFF2-40B4-BE49-F238E27FC236}">
                  <a16:creationId xmlns:a16="http://schemas.microsoft.com/office/drawing/2014/main" id="{BB06C619-2192-4271-BA4E-096BFCD26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04" name="Rectangle 94">
              <a:extLst>
                <a:ext uri="{FF2B5EF4-FFF2-40B4-BE49-F238E27FC236}">
                  <a16:creationId xmlns:a16="http://schemas.microsoft.com/office/drawing/2014/main" id="{27134A46-B42A-484C-93FA-85D29AA65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05" name="Rectangle 95">
              <a:extLst>
                <a:ext uri="{FF2B5EF4-FFF2-40B4-BE49-F238E27FC236}">
                  <a16:creationId xmlns:a16="http://schemas.microsoft.com/office/drawing/2014/main" id="{70382973-BE2F-4DEE-8F60-6409475CB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06" name="Rectangle 96">
              <a:extLst>
                <a:ext uri="{FF2B5EF4-FFF2-40B4-BE49-F238E27FC236}">
                  <a16:creationId xmlns:a16="http://schemas.microsoft.com/office/drawing/2014/main" id="{2724A496-6240-468A-BDB0-AA3F0EDE8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07" name="Rectangle 97">
              <a:extLst>
                <a:ext uri="{FF2B5EF4-FFF2-40B4-BE49-F238E27FC236}">
                  <a16:creationId xmlns:a16="http://schemas.microsoft.com/office/drawing/2014/main" id="{FFB27273-98A0-49EC-9761-18130F012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08" name="Rectangle 98">
              <a:extLst>
                <a:ext uri="{FF2B5EF4-FFF2-40B4-BE49-F238E27FC236}">
                  <a16:creationId xmlns:a16="http://schemas.microsoft.com/office/drawing/2014/main" id="{FA8D7CE3-944E-4AB7-A32A-B316656EA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09" name="Rectangle 99">
              <a:extLst>
                <a:ext uri="{FF2B5EF4-FFF2-40B4-BE49-F238E27FC236}">
                  <a16:creationId xmlns:a16="http://schemas.microsoft.com/office/drawing/2014/main" id="{3D968195-104A-412C-AA88-0DF05372A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10" name="Rectangle 100">
              <a:extLst>
                <a:ext uri="{FF2B5EF4-FFF2-40B4-BE49-F238E27FC236}">
                  <a16:creationId xmlns:a16="http://schemas.microsoft.com/office/drawing/2014/main" id="{156A540A-0024-42E8-A334-729C91ACF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11" name="Rectangle 101">
              <a:extLst>
                <a:ext uri="{FF2B5EF4-FFF2-40B4-BE49-F238E27FC236}">
                  <a16:creationId xmlns:a16="http://schemas.microsoft.com/office/drawing/2014/main" id="{CE905BBC-ABFA-43A9-B702-8DEDF60E7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12" name="Rectangle 102">
              <a:extLst>
                <a:ext uri="{FF2B5EF4-FFF2-40B4-BE49-F238E27FC236}">
                  <a16:creationId xmlns:a16="http://schemas.microsoft.com/office/drawing/2014/main" id="{F44115E7-A2B0-4448-A3A9-9BB95FF70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13" name="Rectangle 103">
              <a:extLst>
                <a:ext uri="{FF2B5EF4-FFF2-40B4-BE49-F238E27FC236}">
                  <a16:creationId xmlns:a16="http://schemas.microsoft.com/office/drawing/2014/main" id="{727B774B-4DAB-4361-9C19-1D36FC22C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14" name="Rectangle 104">
              <a:extLst>
                <a:ext uri="{FF2B5EF4-FFF2-40B4-BE49-F238E27FC236}">
                  <a16:creationId xmlns:a16="http://schemas.microsoft.com/office/drawing/2014/main" id="{1BE04CB5-4CCB-4FE8-B5D4-60AF30716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15" name="Rectangle 105">
              <a:extLst>
                <a:ext uri="{FF2B5EF4-FFF2-40B4-BE49-F238E27FC236}">
                  <a16:creationId xmlns:a16="http://schemas.microsoft.com/office/drawing/2014/main" id="{1D180EA6-3768-41BA-A346-89839F02E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16" name="Rectangle 106">
              <a:extLst>
                <a:ext uri="{FF2B5EF4-FFF2-40B4-BE49-F238E27FC236}">
                  <a16:creationId xmlns:a16="http://schemas.microsoft.com/office/drawing/2014/main" id="{A6AADCC3-A9AE-42FE-9BE8-9E21941C0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17" name="Rectangle 107">
              <a:extLst>
                <a:ext uri="{FF2B5EF4-FFF2-40B4-BE49-F238E27FC236}">
                  <a16:creationId xmlns:a16="http://schemas.microsoft.com/office/drawing/2014/main" id="{347D497B-7950-40DF-83A3-22BC57D15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18" name="Rectangle 108">
              <a:extLst>
                <a:ext uri="{FF2B5EF4-FFF2-40B4-BE49-F238E27FC236}">
                  <a16:creationId xmlns:a16="http://schemas.microsoft.com/office/drawing/2014/main" id="{6055DDB1-C03E-4DA9-94B2-7F5637FFA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19" name="Rectangle 109">
              <a:extLst>
                <a:ext uri="{FF2B5EF4-FFF2-40B4-BE49-F238E27FC236}">
                  <a16:creationId xmlns:a16="http://schemas.microsoft.com/office/drawing/2014/main" id="{C42B6E3B-736E-40A3-AB7B-5CB3A4EFD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20" name="Rectangle 110">
              <a:extLst>
                <a:ext uri="{FF2B5EF4-FFF2-40B4-BE49-F238E27FC236}">
                  <a16:creationId xmlns:a16="http://schemas.microsoft.com/office/drawing/2014/main" id="{1086DD9D-EC48-4EB1-9696-8C30695B6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21" name="Rectangle 111">
              <a:extLst>
                <a:ext uri="{FF2B5EF4-FFF2-40B4-BE49-F238E27FC236}">
                  <a16:creationId xmlns:a16="http://schemas.microsoft.com/office/drawing/2014/main" id="{617CB856-EF0A-4538-A72E-4727921BA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22" name="Rectangle 112">
              <a:extLst>
                <a:ext uri="{FF2B5EF4-FFF2-40B4-BE49-F238E27FC236}">
                  <a16:creationId xmlns:a16="http://schemas.microsoft.com/office/drawing/2014/main" id="{5D38690B-A715-4598-882A-A351A3B79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23" name="Rectangle 113">
              <a:extLst>
                <a:ext uri="{FF2B5EF4-FFF2-40B4-BE49-F238E27FC236}">
                  <a16:creationId xmlns:a16="http://schemas.microsoft.com/office/drawing/2014/main" id="{32511484-EF67-4BCE-8CD1-30EE966F6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24" name="Rectangle 114">
              <a:extLst>
                <a:ext uri="{FF2B5EF4-FFF2-40B4-BE49-F238E27FC236}">
                  <a16:creationId xmlns:a16="http://schemas.microsoft.com/office/drawing/2014/main" id="{40ADD116-6DB8-45E2-887E-A22836A57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25" name="Rectangle 115">
              <a:extLst>
                <a:ext uri="{FF2B5EF4-FFF2-40B4-BE49-F238E27FC236}">
                  <a16:creationId xmlns:a16="http://schemas.microsoft.com/office/drawing/2014/main" id="{739A388B-716D-4DAA-BE8B-7610F3A19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26" name="Rectangle 116">
              <a:extLst>
                <a:ext uri="{FF2B5EF4-FFF2-40B4-BE49-F238E27FC236}">
                  <a16:creationId xmlns:a16="http://schemas.microsoft.com/office/drawing/2014/main" id="{8E887C05-B988-4AA0-A24E-BB4E8E836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27" name="Rectangle 117">
              <a:extLst>
                <a:ext uri="{FF2B5EF4-FFF2-40B4-BE49-F238E27FC236}">
                  <a16:creationId xmlns:a16="http://schemas.microsoft.com/office/drawing/2014/main" id="{7E1E4A83-ABDA-403A-9834-92F96DEF3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28" name="Rectangle 118">
              <a:extLst>
                <a:ext uri="{FF2B5EF4-FFF2-40B4-BE49-F238E27FC236}">
                  <a16:creationId xmlns:a16="http://schemas.microsoft.com/office/drawing/2014/main" id="{6B50F73E-754A-4F29-84A3-E8AC5A18A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29" name="Rectangle 119">
              <a:extLst>
                <a:ext uri="{FF2B5EF4-FFF2-40B4-BE49-F238E27FC236}">
                  <a16:creationId xmlns:a16="http://schemas.microsoft.com/office/drawing/2014/main" id="{4321C6EE-EBA1-46AA-A518-727B9C3ED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30" name="Rectangle 120">
              <a:extLst>
                <a:ext uri="{FF2B5EF4-FFF2-40B4-BE49-F238E27FC236}">
                  <a16:creationId xmlns:a16="http://schemas.microsoft.com/office/drawing/2014/main" id="{33ABFF94-369C-4D75-9601-E8CC362C9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31" name="Rectangle 121">
              <a:extLst>
                <a:ext uri="{FF2B5EF4-FFF2-40B4-BE49-F238E27FC236}">
                  <a16:creationId xmlns:a16="http://schemas.microsoft.com/office/drawing/2014/main" id="{11A41653-FB63-4EE3-B6FE-C4A3E6FAD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32" name="Rectangle 122">
              <a:extLst>
                <a:ext uri="{FF2B5EF4-FFF2-40B4-BE49-F238E27FC236}">
                  <a16:creationId xmlns:a16="http://schemas.microsoft.com/office/drawing/2014/main" id="{B90A2910-A65B-4345-B9D9-1383179A0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33" name="Rectangle 123">
              <a:extLst>
                <a:ext uri="{FF2B5EF4-FFF2-40B4-BE49-F238E27FC236}">
                  <a16:creationId xmlns:a16="http://schemas.microsoft.com/office/drawing/2014/main" id="{F84F3A94-D555-4330-B90C-C6C745653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34" name="Rectangle 124">
              <a:extLst>
                <a:ext uri="{FF2B5EF4-FFF2-40B4-BE49-F238E27FC236}">
                  <a16:creationId xmlns:a16="http://schemas.microsoft.com/office/drawing/2014/main" id="{940C890E-488F-483A-9796-E08D5E0F2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35" name="Rectangle 125">
              <a:extLst>
                <a:ext uri="{FF2B5EF4-FFF2-40B4-BE49-F238E27FC236}">
                  <a16:creationId xmlns:a16="http://schemas.microsoft.com/office/drawing/2014/main" id="{D4E11F10-8DC4-4282-B878-216994D5A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36" name="Rectangle 126">
              <a:extLst>
                <a:ext uri="{FF2B5EF4-FFF2-40B4-BE49-F238E27FC236}">
                  <a16:creationId xmlns:a16="http://schemas.microsoft.com/office/drawing/2014/main" id="{299292FA-45F7-47FB-A977-7ADAB4164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37" name="Rectangle 127">
              <a:extLst>
                <a:ext uri="{FF2B5EF4-FFF2-40B4-BE49-F238E27FC236}">
                  <a16:creationId xmlns:a16="http://schemas.microsoft.com/office/drawing/2014/main" id="{42240990-5B70-4736-9E2F-F3F27EEF3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38" name="Rectangle 128">
              <a:extLst>
                <a:ext uri="{FF2B5EF4-FFF2-40B4-BE49-F238E27FC236}">
                  <a16:creationId xmlns:a16="http://schemas.microsoft.com/office/drawing/2014/main" id="{FE402102-81E2-4152-9879-39E2BEAE2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39" name="Rectangle 129">
              <a:extLst>
                <a:ext uri="{FF2B5EF4-FFF2-40B4-BE49-F238E27FC236}">
                  <a16:creationId xmlns:a16="http://schemas.microsoft.com/office/drawing/2014/main" id="{A7CD8F25-A880-4E21-AF0E-3B7C43AF6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40" name="Rectangle 130">
              <a:extLst>
                <a:ext uri="{FF2B5EF4-FFF2-40B4-BE49-F238E27FC236}">
                  <a16:creationId xmlns:a16="http://schemas.microsoft.com/office/drawing/2014/main" id="{CDDE062D-940E-4CE3-ABE0-BA96E92FF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41" name="Rectangle 131">
              <a:extLst>
                <a:ext uri="{FF2B5EF4-FFF2-40B4-BE49-F238E27FC236}">
                  <a16:creationId xmlns:a16="http://schemas.microsoft.com/office/drawing/2014/main" id="{7D4326DF-D28E-4BA2-879B-DFEDD9304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42" name="Rectangle 132">
              <a:extLst>
                <a:ext uri="{FF2B5EF4-FFF2-40B4-BE49-F238E27FC236}">
                  <a16:creationId xmlns:a16="http://schemas.microsoft.com/office/drawing/2014/main" id="{FE3CD875-C216-4AEB-BF9C-124397F9F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43" name="Rectangle 133">
              <a:extLst>
                <a:ext uri="{FF2B5EF4-FFF2-40B4-BE49-F238E27FC236}">
                  <a16:creationId xmlns:a16="http://schemas.microsoft.com/office/drawing/2014/main" id="{1C8FAC5B-08D3-48F1-A8DF-84FC2F969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44" name="Rectangle 134">
              <a:extLst>
                <a:ext uri="{FF2B5EF4-FFF2-40B4-BE49-F238E27FC236}">
                  <a16:creationId xmlns:a16="http://schemas.microsoft.com/office/drawing/2014/main" id="{DAE5AA32-BD63-42E9-8F14-FE1E340B8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45" name="Rectangle 135">
              <a:extLst>
                <a:ext uri="{FF2B5EF4-FFF2-40B4-BE49-F238E27FC236}">
                  <a16:creationId xmlns:a16="http://schemas.microsoft.com/office/drawing/2014/main" id="{53028504-6448-4E40-903B-31EC4F5D1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46" name="Rectangle 136">
              <a:extLst>
                <a:ext uri="{FF2B5EF4-FFF2-40B4-BE49-F238E27FC236}">
                  <a16:creationId xmlns:a16="http://schemas.microsoft.com/office/drawing/2014/main" id="{BA583563-6417-462C-B6CD-B8CFB13D8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47" name="Rectangle 137">
              <a:extLst>
                <a:ext uri="{FF2B5EF4-FFF2-40B4-BE49-F238E27FC236}">
                  <a16:creationId xmlns:a16="http://schemas.microsoft.com/office/drawing/2014/main" id="{ABD0B3F8-69A5-4D8E-B023-1A325D380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48" name="Rectangle 138">
              <a:extLst>
                <a:ext uri="{FF2B5EF4-FFF2-40B4-BE49-F238E27FC236}">
                  <a16:creationId xmlns:a16="http://schemas.microsoft.com/office/drawing/2014/main" id="{BCBA6AA8-12A6-450E-8A52-2DA135696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49" name="Rectangle 139">
              <a:extLst>
                <a:ext uri="{FF2B5EF4-FFF2-40B4-BE49-F238E27FC236}">
                  <a16:creationId xmlns:a16="http://schemas.microsoft.com/office/drawing/2014/main" id="{AA205ABA-4731-4D23-8230-7E54D343A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450" name="Rectangle 140">
              <a:extLst>
                <a:ext uri="{FF2B5EF4-FFF2-40B4-BE49-F238E27FC236}">
                  <a16:creationId xmlns:a16="http://schemas.microsoft.com/office/drawing/2014/main" id="{D38D51FB-9BEC-4041-A7DD-025944592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8371" name="Group 6">
            <a:extLst>
              <a:ext uri="{FF2B5EF4-FFF2-40B4-BE49-F238E27FC236}">
                <a16:creationId xmlns:a16="http://schemas.microsoft.com/office/drawing/2014/main" id="{6CDE4674-2B2F-4A9A-BD1B-D22B710E54A3}"/>
              </a:ext>
            </a:extLst>
          </p:cNvPr>
          <p:cNvGrpSpPr>
            <a:grpSpLocks/>
          </p:cNvGrpSpPr>
          <p:nvPr/>
        </p:nvGrpSpPr>
        <p:grpSpPr bwMode="auto">
          <a:xfrm>
            <a:off x="6818313" y="1627188"/>
            <a:ext cx="1758950" cy="4545012"/>
            <a:chOff x="6636592" y="1848168"/>
            <a:chExt cx="1759427" cy="4545000"/>
          </a:xfrm>
        </p:grpSpPr>
        <p:sp>
          <p:nvSpPr>
            <p:cNvPr id="58374" name="Freeform 11">
              <a:extLst>
                <a:ext uri="{FF2B5EF4-FFF2-40B4-BE49-F238E27FC236}">
                  <a16:creationId xmlns:a16="http://schemas.microsoft.com/office/drawing/2014/main" id="{4E06149E-5C20-4225-B220-A783F132C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2092" y="5972494"/>
              <a:ext cx="138112" cy="160338"/>
            </a:xfrm>
            <a:custGeom>
              <a:avLst/>
              <a:gdLst>
                <a:gd name="T0" fmla="*/ 2147483646 w 174"/>
                <a:gd name="T1" fmla="*/ 2147483646 h 202"/>
                <a:gd name="T2" fmla="*/ 2147483646 w 174"/>
                <a:gd name="T3" fmla="*/ 2147483646 h 202"/>
                <a:gd name="T4" fmla="*/ 2147483646 w 174"/>
                <a:gd name="T5" fmla="*/ 0 h 202"/>
                <a:gd name="T6" fmla="*/ 0 w 174"/>
                <a:gd name="T7" fmla="*/ 0 h 202"/>
                <a:gd name="T8" fmla="*/ 2147483646 w 174"/>
                <a:gd name="T9" fmla="*/ 2147483646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4"/>
                <a:gd name="T16" fmla="*/ 0 h 202"/>
                <a:gd name="T17" fmla="*/ 174 w 174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4" h="202">
                  <a:moveTo>
                    <a:pt x="29" y="202"/>
                  </a:moveTo>
                  <a:lnTo>
                    <a:pt x="174" y="202"/>
                  </a:lnTo>
                  <a:lnTo>
                    <a:pt x="174" y="0"/>
                  </a:lnTo>
                  <a:lnTo>
                    <a:pt x="0" y="0"/>
                  </a:lnTo>
                  <a:lnTo>
                    <a:pt x="29" y="2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375" name="Freeform 19">
              <a:extLst>
                <a:ext uri="{FF2B5EF4-FFF2-40B4-BE49-F238E27FC236}">
                  <a16:creationId xmlns:a16="http://schemas.microsoft.com/office/drawing/2014/main" id="{507D9646-6C1D-4940-955F-4BA28B9AE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152" y="5729593"/>
              <a:ext cx="641350" cy="663575"/>
            </a:xfrm>
            <a:custGeom>
              <a:avLst/>
              <a:gdLst>
                <a:gd name="T0" fmla="*/ 2147483646 w 808"/>
                <a:gd name="T1" fmla="*/ 2147483646 h 837"/>
                <a:gd name="T2" fmla="*/ 2147483646 w 808"/>
                <a:gd name="T3" fmla="*/ 2147483646 h 837"/>
                <a:gd name="T4" fmla="*/ 2147483646 w 808"/>
                <a:gd name="T5" fmla="*/ 2147483646 h 837"/>
                <a:gd name="T6" fmla="*/ 2147483646 w 808"/>
                <a:gd name="T7" fmla="*/ 2147483646 h 837"/>
                <a:gd name="T8" fmla="*/ 2147483646 w 808"/>
                <a:gd name="T9" fmla="*/ 2147483646 h 837"/>
                <a:gd name="T10" fmla="*/ 2147483646 w 808"/>
                <a:gd name="T11" fmla="*/ 2147483646 h 837"/>
                <a:gd name="T12" fmla="*/ 2147483646 w 808"/>
                <a:gd name="T13" fmla="*/ 2147483646 h 837"/>
                <a:gd name="T14" fmla="*/ 2147483646 w 808"/>
                <a:gd name="T15" fmla="*/ 2147483646 h 837"/>
                <a:gd name="T16" fmla="*/ 2147483646 w 808"/>
                <a:gd name="T17" fmla="*/ 2147483646 h 837"/>
                <a:gd name="T18" fmla="*/ 2147483646 w 808"/>
                <a:gd name="T19" fmla="*/ 2147483646 h 837"/>
                <a:gd name="T20" fmla="*/ 2147483646 w 808"/>
                <a:gd name="T21" fmla="*/ 2147483646 h 837"/>
                <a:gd name="T22" fmla="*/ 2147483646 w 808"/>
                <a:gd name="T23" fmla="*/ 0 h 837"/>
                <a:gd name="T24" fmla="*/ 2147483646 w 808"/>
                <a:gd name="T25" fmla="*/ 2147483646 h 837"/>
                <a:gd name="T26" fmla="*/ 2147483646 w 808"/>
                <a:gd name="T27" fmla="*/ 2147483646 h 837"/>
                <a:gd name="T28" fmla="*/ 2147483646 w 808"/>
                <a:gd name="T29" fmla="*/ 2147483646 h 837"/>
                <a:gd name="T30" fmla="*/ 2147483646 w 808"/>
                <a:gd name="T31" fmla="*/ 2147483646 h 837"/>
                <a:gd name="T32" fmla="*/ 2147483646 w 808"/>
                <a:gd name="T33" fmla="*/ 2147483646 h 837"/>
                <a:gd name="T34" fmla="*/ 2147483646 w 808"/>
                <a:gd name="T35" fmla="*/ 2147483646 h 837"/>
                <a:gd name="T36" fmla="*/ 2147483646 w 808"/>
                <a:gd name="T37" fmla="*/ 2147483646 h 837"/>
                <a:gd name="T38" fmla="*/ 2147483646 w 808"/>
                <a:gd name="T39" fmla="*/ 2147483646 h 837"/>
                <a:gd name="T40" fmla="*/ 2147483646 w 808"/>
                <a:gd name="T41" fmla="*/ 2147483646 h 837"/>
                <a:gd name="T42" fmla="*/ 2147483646 w 808"/>
                <a:gd name="T43" fmla="*/ 2147483646 h 837"/>
                <a:gd name="T44" fmla="*/ 2147483646 w 808"/>
                <a:gd name="T45" fmla="*/ 2147483646 h 837"/>
                <a:gd name="T46" fmla="*/ 2147483646 w 808"/>
                <a:gd name="T47" fmla="*/ 2147483646 h 837"/>
                <a:gd name="T48" fmla="*/ 2147483646 w 808"/>
                <a:gd name="T49" fmla="*/ 2147483646 h 837"/>
                <a:gd name="T50" fmla="*/ 2147483646 w 808"/>
                <a:gd name="T51" fmla="*/ 2147483646 h 837"/>
                <a:gd name="T52" fmla="*/ 2147483646 w 808"/>
                <a:gd name="T53" fmla="*/ 2147483646 h 837"/>
                <a:gd name="T54" fmla="*/ 2147483646 w 808"/>
                <a:gd name="T55" fmla="*/ 2147483646 h 837"/>
                <a:gd name="T56" fmla="*/ 2147483646 w 808"/>
                <a:gd name="T57" fmla="*/ 2147483646 h 837"/>
                <a:gd name="T58" fmla="*/ 2147483646 w 808"/>
                <a:gd name="T59" fmla="*/ 2147483646 h 837"/>
                <a:gd name="T60" fmla="*/ 2147483646 w 808"/>
                <a:gd name="T61" fmla="*/ 2147483646 h 837"/>
                <a:gd name="T62" fmla="*/ 2147483646 w 808"/>
                <a:gd name="T63" fmla="*/ 2147483646 h 837"/>
                <a:gd name="T64" fmla="*/ 2147483646 w 808"/>
                <a:gd name="T65" fmla="*/ 2147483646 h 837"/>
                <a:gd name="T66" fmla="*/ 2147483646 w 808"/>
                <a:gd name="T67" fmla="*/ 2147483646 h 837"/>
                <a:gd name="T68" fmla="*/ 2147483646 w 808"/>
                <a:gd name="T69" fmla="*/ 2147483646 h 837"/>
                <a:gd name="T70" fmla="*/ 2147483646 w 808"/>
                <a:gd name="T71" fmla="*/ 2147483646 h 837"/>
                <a:gd name="T72" fmla="*/ 2147483646 w 808"/>
                <a:gd name="T73" fmla="*/ 2147483646 h 837"/>
                <a:gd name="T74" fmla="*/ 2147483646 w 808"/>
                <a:gd name="T75" fmla="*/ 2147483646 h 837"/>
                <a:gd name="T76" fmla="*/ 2147483646 w 808"/>
                <a:gd name="T77" fmla="*/ 2147483646 h 837"/>
                <a:gd name="T78" fmla="*/ 2147483646 w 808"/>
                <a:gd name="T79" fmla="*/ 2147483646 h 837"/>
                <a:gd name="T80" fmla="*/ 2147483646 w 808"/>
                <a:gd name="T81" fmla="*/ 2147483646 h 837"/>
                <a:gd name="T82" fmla="*/ 2147483646 w 808"/>
                <a:gd name="T83" fmla="*/ 2147483646 h 837"/>
                <a:gd name="T84" fmla="*/ 2147483646 w 808"/>
                <a:gd name="T85" fmla="*/ 2147483646 h 837"/>
                <a:gd name="T86" fmla="*/ 2147483646 w 808"/>
                <a:gd name="T87" fmla="*/ 2147483646 h 837"/>
                <a:gd name="T88" fmla="*/ 2147483646 w 808"/>
                <a:gd name="T89" fmla="*/ 2147483646 h 837"/>
                <a:gd name="T90" fmla="*/ 2147483646 w 808"/>
                <a:gd name="T91" fmla="*/ 2147483646 h 837"/>
                <a:gd name="T92" fmla="*/ 2147483646 w 808"/>
                <a:gd name="T93" fmla="*/ 2147483646 h 837"/>
                <a:gd name="T94" fmla="*/ 2147483646 w 808"/>
                <a:gd name="T95" fmla="*/ 2147483646 h 837"/>
                <a:gd name="T96" fmla="*/ 2147483646 w 808"/>
                <a:gd name="T97" fmla="*/ 2147483646 h 837"/>
                <a:gd name="T98" fmla="*/ 2147483646 w 808"/>
                <a:gd name="T99" fmla="*/ 2147483646 h 837"/>
                <a:gd name="T100" fmla="*/ 2147483646 w 808"/>
                <a:gd name="T101" fmla="*/ 2147483646 h 837"/>
                <a:gd name="T102" fmla="*/ 2147483646 w 808"/>
                <a:gd name="T103" fmla="*/ 2147483646 h 837"/>
                <a:gd name="T104" fmla="*/ 2147483646 w 808"/>
                <a:gd name="T105" fmla="*/ 2147483646 h 837"/>
                <a:gd name="T106" fmla="*/ 2147483646 w 808"/>
                <a:gd name="T107" fmla="*/ 2147483646 h 837"/>
                <a:gd name="T108" fmla="*/ 2147483646 w 808"/>
                <a:gd name="T109" fmla="*/ 2147483646 h 837"/>
                <a:gd name="T110" fmla="*/ 2147483646 w 808"/>
                <a:gd name="T111" fmla="*/ 2147483646 h 83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8"/>
                <a:gd name="T169" fmla="*/ 0 h 837"/>
                <a:gd name="T170" fmla="*/ 808 w 808"/>
                <a:gd name="T171" fmla="*/ 837 h 83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8" h="837">
                  <a:moveTo>
                    <a:pt x="0" y="428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5" y="348"/>
                  </a:lnTo>
                  <a:lnTo>
                    <a:pt x="8" y="327"/>
                  </a:lnTo>
                  <a:lnTo>
                    <a:pt x="13" y="307"/>
                  </a:lnTo>
                  <a:lnTo>
                    <a:pt x="18" y="288"/>
                  </a:lnTo>
                  <a:lnTo>
                    <a:pt x="24" y="268"/>
                  </a:lnTo>
                  <a:lnTo>
                    <a:pt x="33" y="251"/>
                  </a:lnTo>
                  <a:lnTo>
                    <a:pt x="40" y="232"/>
                  </a:lnTo>
                  <a:lnTo>
                    <a:pt x="49" y="215"/>
                  </a:lnTo>
                  <a:lnTo>
                    <a:pt x="59" y="197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50"/>
                  </a:lnTo>
                  <a:lnTo>
                    <a:pt x="107" y="134"/>
                  </a:lnTo>
                  <a:lnTo>
                    <a:pt x="120" y="121"/>
                  </a:lnTo>
                  <a:lnTo>
                    <a:pt x="134" y="107"/>
                  </a:lnTo>
                  <a:lnTo>
                    <a:pt x="148" y="94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60"/>
                  </a:lnTo>
                  <a:lnTo>
                    <a:pt x="215" y="50"/>
                  </a:lnTo>
                  <a:lnTo>
                    <a:pt x="232" y="40"/>
                  </a:lnTo>
                  <a:lnTo>
                    <a:pt x="249" y="33"/>
                  </a:lnTo>
                  <a:lnTo>
                    <a:pt x="268" y="26"/>
                  </a:lnTo>
                  <a:lnTo>
                    <a:pt x="287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6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0" y="1"/>
                  </a:lnTo>
                  <a:lnTo>
                    <a:pt x="441" y="3"/>
                  </a:lnTo>
                  <a:lnTo>
                    <a:pt x="462" y="6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39" y="26"/>
                  </a:lnTo>
                  <a:lnTo>
                    <a:pt x="558" y="33"/>
                  </a:lnTo>
                  <a:lnTo>
                    <a:pt x="577" y="40"/>
                  </a:lnTo>
                  <a:lnTo>
                    <a:pt x="594" y="50"/>
                  </a:lnTo>
                  <a:lnTo>
                    <a:pt x="612" y="60"/>
                  </a:lnTo>
                  <a:lnTo>
                    <a:pt x="628" y="70"/>
                  </a:lnTo>
                  <a:lnTo>
                    <a:pt x="643" y="82"/>
                  </a:lnTo>
                  <a:lnTo>
                    <a:pt x="659" y="94"/>
                  </a:lnTo>
                  <a:lnTo>
                    <a:pt x="674" y="107"/>
                  </a:lnTo>
                  <a:lnTo>
                    <a:pt x="688" y="121"/>
                  </a:lnTo>
                  <a:lnTo>
                    <a:pt x="703" y="134"/>
                  </a:lnTo>
                  <a:lnTo>
                    <a:pt x="716" y="150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7"/>
                  </a:lnTo>
                  <a:lnTo>
                    <a:pt x="759" y="215"/>
                  </a:lnTo>
                  <a:lnTo>
                    <a:pt x="768" y="232"/>
                  </a:lnTo>
                  <a:lnTo>
                    <a:pt x="776" y="251"/>
                  </a:lnTo>
                  <a:lnTo>
                    <a:pt x="783" y="268"/>
                  </a:lnTo>
                  <a:lnTo>
                    <a:pt x="791" y="288"/>
                  </a:lnTo>
                  <a:lnTo>
                    <a:pt x="795" y="307"/>
                  </a:lnTo>
                  <a:lnTo>
                    <a:pt x="801" y="327"/>
                  </a:lnTo>
                  <a:lnTo>
                    <a:pt x="804" y="348"/>
                  </a:lnTo>
                  <a:lnTo>
                    <a:pt x="806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28"/>
                  </a:lnTo>
                  <a:lnTo>
                    <a:pt x="808" y="450"/>
                  </a:lnTo>
                  <a:lnTo>
                    <a:pt x="806" y="470"/>
                  </a:lnTo>
                  <a:lnTo>
                    <a:pt x="804" y="490"/>
                  </a:lnTo>
                  <a:lnTo>
                    <a:pt x="801" y="511"/>
                  </a:lnTo>
                  <a:lnTo>
                    <a:pt x="795" y="531"/>
                  </a:lnTo>
                  <a:lnTo>
                    <a:pt x="791" y="550"/>
                  </a:lnTo>
                  <a:lnTo>
                    <a:pt x="783" y="570"/>
                  </a:lnTo>
                  <a:lnTo>
                    <a:pt x="776" y="587"/>
                  </a:lnTo>
                  <a:lnTo>
                    <a:pt x="768" y="606"/>
                  </a:lnTo>
                  <a:lnTo>
                    <a:pt x="759" y="623"/>
                  </a:lnTo>
                  <a:lnTo>
                    <a:pt x="749" y="640"/>
                  </a:lnTo>
                  <a:lnTo>
                    <a:pt x="739" y="658"/>
                  </a:lnTo>
                  <a:lnTo>
                    <a:pt x="727" y="674"/>
                  </a:lnTo>
                  <a:lnTo>
                    <a:pt x="716" y="688"/>
                  </a:lnTo>
                  <a:lnTo>
                    <a:pt x="703" y="704"/>
                  </a:lnTo>
                  <a:lnTo>
                    <a:pt x="688" y="717"/>
                  </a:lnTo>
                  <a:lnTo>
                    <a:pt x="674" y="731"/>
                  </a:lnTo>
                  <a:lnTo>
                    <a:pt x="659" y="744"/>
                  </a:lnTo>
                  <a:lnTo>
                    <a:pt x="643" y="756"/>
                  </a:lnTo>
                  <a:lnTo>
                    <a:pt x="628" y="767"/>
                  </a:lnTo>
                  <a:lnTo>
                    <a:pt x="612" y="778"/>
                  </a:lnTo>
                  <a:lnTo>
                    <a:pt x="594" y="788"/>
                  </a:lnTo>
                  <a:lnTo>
                    <a:pt x="577" y="798"/>
                  </a:lnTo>
                  <a:lnTo>
                    <a:pt x="558" y="805"/>
                  </a:lnTo>
                  <a:lnTo>
                    <a:pt x="539" y="812"/>
                  </a:lnTo>
                  <a:lnTo>
                    <a:pt x="521" y="819"/>
                  </a:lnTo>
                  <a:lnTo>
                    <a:pt x="502" y="825"/>
                  </a:lnTo>
                  <a:lnTo>
                    <a:pt x="482" y="830"/>
                  </a:lnTo>
                  <a:lnTo>
                    <a:pt x="462" y="832"/>
                  </a:lnTo>
                  <a:lnTo>
                    <a:pt x="441" y="835"/>
                  </a:lnTo>
                  <a:lnTo>
                    <a:pt x="420" y="837"/>
                  </a:lnTo>
                  <a:lnTo>
                    <a:pt x="400" y="837"/>
                  </a:lnTo>
                  <a:lnTo>
                    <a:pt x="410" y="837"/>
                  </a:lnTo>
                  <a:lnTo>
                    <a:pt x="388" y="837"/>
                  </a:lnTo>
                  <a:lnTo>
                    <a:pt x="368" y="835"/>
                  </a:lnTo>
                  <a:lnTo>
                    <a:pt x="348" y="832"/>
                  </a:lnTo>
                  <a:lnTo>
                    <a:pt x="327" y="830"/>
                  </a:lnTo>
                  <a:lnTo>
                    <a:pt x="307" y="825"/>
                  </a:lnTo>
                  <a:lnTo>
                    <a:pt x="287" y="819"/>
                  </a:lnTo>
                  <a:lnTo>
                    <a:pt x="268" y="812"/>
                  </a:lnTo>
                  <a:lnTo>
                    <a:pt x="249" y="805"/>
                  </a:lnTo>
                  <a:lnTo>
                    <a:pt x="232" y="798"/>
                  </a:lnTo>
                  <a:lnTo>
                    <a:pt x="215" y="788"/>
                  </a:lnTo>
                  <a:lnTo>
                    <a:pt x="197" y="778"/>
                  </a:lnTo>
                  <a:lnTo>
                    <a:pt x="180" y="767"/>
                  </a:lnTo>
                  <a:lnTo>
                    <a:pt x="164" y="756"/>
                  </a:lnTo>
                  <a:lnTo>
                    <a:pt x="148" y="744"/>
                  </a:lnTo>
                  <a:lnTo>
                    <a:pt x="134" y="731"/>
                  </a:lnTo>
                  <a:lnTo>
                    <a:pt x="120" y="717"/>
                  </a:lnTo>
                  <a:lnTo>
                    <a:pt x="107" y="704"/>
                  </a:lnTo>
                  <a:lnTo>
                    <a:pt x="94" y="688"/>
                  </a:lnTo>
                  <a:lnTo>
                    <a:pt x="82" y="674"/>
                  </a:lnTo>
                  <a:lnTo>
                    <a:pt x="70" y="658"/>
                  </a:lnTo>
                  <a:lnTo>
                    <a:pt x="59" y="640"/>
                  </a:lnTo>
                  <a:lnTo>
                    <a:pt x="49" y="623"/>
                  </a:lnTo>
                  <a:lnTo>
                    <a:pt x="40" y="606"/>
                  </a:lnTo>
                  <a:lnTo>
                    <a:pt x="33" y="587"/>
                  </a:lnTo>
                  <a:lnTo>
                    <a:pt x="24" y="570"/>
                  </a:lnTo>
                  <a:lnTo>
                    <a:pt x="18" y="550"/>
                  </a:lnTo>
                  <a:lnTo>
                    <a:pt x="13" y="531"/>
                  </a:lnTo>
                  <a:lnTo>
                    <a:pt x="8" y="511"/>
                  </a:lnTo>
                  <a:lnTo>
                    <a:pt x="5" y="490"/>
                  </a:lnTo>
                  <a:lnTo>
                    <a:pt x="3" y="470"/>
                  </a:lnTo>
                  <a:lnTo>
                    <a:pt x="1" y="450"/>
                  </a:lnTo>
                  <a:lnTo>
                    <a:pt x="0" y="42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376" name="Freeform 33">
              <a:extLst>
                <a:ext uri="{FF2B5EF4-FFF2-40B4-BE49-F238E27FC236}">
                  <a16:creationId xmlns:a16="http://schemas.microsoft.com/office/drawing/2014/main" id="{BC3EB447-D081-4B42-BAA2-32329B777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3153093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0 w 817"/>
                <a:gd name="T21" fmla="*/ 2147483646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2147483646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0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377" name="Freeform 37">
              <a:extLst>
                <a:ext uri="{FF2B5EF4-FFF2-40B4-BE49-F238E27FC236}">
                  <a16:creationId xmlns:a16="http://schemas.microsoft.com/office/drawing/2014/main" id="{978BC85C-826C-4789-93BD-36961F828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4435794"/>
              <a:ext cx="647700" cy="649288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378" name="Freeform 38">
              <a:extLst>
                <a:ext uri="{FF2B5EF4-FFF2-40B4-BE49-F238E27FC236}">
                  <a16:creationId xmlns:a16="http://schemas.microsoft.com/office/drawing/2014/main" id="{B1186574-5682-447C-B188-17E30941B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1848168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2147483646 w 817"/>
                <a:gd name="T21" fmla="*/ 0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0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2147483646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817" y="408"/>
                  </a:move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0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5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5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0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8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8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379" name="Freeform 39">
              <a:extLst>
                <a:ext uri="{FF2B5EF4-FFF2-40B4-BE49-F238E27FC236}">
                  <a16:creationId xmlns:a16="http://schemas.microsoft.com/office/drawing/2014/main" id="{A57C1713-7DBF-41A5-BD0C-C3314E522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2970531"/>
              <a:ext cx="46037" cy="138112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380" name="Line 40">
              <a:extLst>
                <a:ext uri="{FF2B5EF4-FFF2-40B4-BE49-F238E27FC236}">
                  <a16:creationId xmlns:a16="http://schemas.microsoft.com/office/drawing/2014/main" id="{28E83E08-2D36-405B-B75C-513C934F48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2489518"/>
              <a:ext cx="1588" cy="4810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381" name="Freeform 41">
              <a:extLst>
                <a:ext uri="{FF2B5EF4-FFF2-40B4-BE49-F238E27FC236}">
                  <a16:creationId xmlns:a16="http://schemas.microsoft.com/office/drawing/2014/main" id="{2D395FA5-9DF3-402E-992D-AFCA33687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4277044"/>
              <a:ext cx="46037" cy="136525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382" name="Line 42">
              <a:extLst>
                <a:ext uri="{FF2B5EF4-FFF2-40B4-BE49-F238E27FC236}">
                  <a16:creationId xmlns:a16="http://schemas.microsoft.com/office/drawing/2014/main" id="{2D398313-06B7-4467-AA14-7A5FC7BEBE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3796032"/>
              <a:ext cx="1588" cy="48101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383" name="Rectangle 48">
              <a:extLst>
                <a:ext uri="{FF2B5EF4-FFF2-40B4-BE49-F238E27FC236}">
                  <a16:creationId xmlns:a16="http://schemas.microsoft.com/office/drawing/2014/main" id="{C2DE7060-8DF9-4962-8FE3-018D863267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2018512"/>
              <a:ext cx="50033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A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384" name="Freeform 50">
              <a:extLst>
                <a:ext uri="{FF2B5EF4-FFF2-40B4-BE49-F238E27FC236}">
                  <a16:creationId xmlns:a16="http://schemas.microsoft.com/office/drawing/2014/main" id="{10CA251C-E31E-4451-8A2B-B718369BB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5559744"/>
              <a:ext cx="46037" cy="160338"/>
            </a:xfrm>
            <a:custGeom>
              <a:avLst/>
              <a:gdLst>
                <a:gd name="T0" fmla="*/ 0 w 57"/>
                <a:gd name="T1" fmla="*/ 0 h 202"/>
                <a:gd name="T2" fmla="*/ 2147483646 w 57"/>
                <a:gd name="T3" fmla="*/ 2147483646 h 202"/>
                <a:gd name="T4" fmla="*/ 2147483646 w 57"/>
                <a:gd name="T5" fmla="*/ 0 h 202"/>
                <a:gd name="T6" fmla="*/ 2147483646 w 57"/>
                <a:gd name="T7" fmla="*/ 0 h 202"/>
                <a:gd name="T8" fmla="*/ 0 w 57"/>
                <a:gd name="T9" fmla="*/ 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202"/>
                <a:gd name="T17" fmla="*/ 57 w 57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202">
                  <a:moveTo>
                    <a:pt x="0" y="0"/>
                  </a:moveTo>
                  <a:lnTo>
                    <a:pt x="28" y="202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385" name="Line 51">
              <a:extLst>
                <a:ext uri="{FF2B5EF4-FFF2-40B4-BE49-F238E27FC236}">
                  <a16:creationId xmlns:a16="http://schemas.microsoft.com/office/drawing/2014/main" id="{8116A178-013E-4F6C-AECE-0F9456111F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5100957"/>
              <a:ext cx="1588" cy="4587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386" name="Freeform 46">
              <a:extLst>
                <a:ext uri="{FF2B5EF4-FFF2-40B4-BE49-F238E27FC236}">
                  <a16:creationId xmlns:a16="http://schemas.microsoft.com/office/drawing/2014/main" id="{5F29BE34-FC2F-4B42-B169-61DED7A9C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5742307"/>
              <a:ext cx="647700" cy="649287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8"/>
                  </a:lnTo>
                  <a:lnTo>
                    <a:pt x="13" y="306"/>
                  </a:lnTo>
                  <a:lnTo>
                    <a:pt x="7" y="327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7"/>
                  </a:lnTo>
                  <a:lnTo>
                    <a:pt x="804" y="306"/>
                  </a:lnTo>
                  <a:lnTo>
                    <a:pt x="799" y="288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387" name="Rectangle 45">
              <a:extLst>
                <a:ext uri="{FF2B5EF4-FFF2-40B4-BE49-F238E27FC236}">
                  <a16:creationId xmlns:a16="http://schemas.microsoft.com/office/drawing/2014/main" id="{A1957AEE-7AB6-407F-BFF8-82DDA60F3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5958207"/>
              <a:ext cx="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388" name="Rectangle 48">
              <a:extLst>
                <a:ext uri="{FF2B5EF4-FFF2-40B4-BE49-F238E27FC236}">
                  <a16:creationId xmlns:a16="http://schemas.microsoft.com/office/drawing/2014/main" id="{ACD1ACA8-54AE-4A59-94C0-AA1B4D33B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8461" y="3325743"/>
              <a:ext cx="50022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B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389" name="Rectangle 48">
              <a:extLst>
                <a:ext uri="{FF2B5EF4-FFF2-40B4-BE49-F238E27FC236}">
                  <a16:creationId xmlns:a16="http://schemas.microsoft.com/office/drawing/2014/main" id="{E6577E2F-380F-4F17-9469-768754CE5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7370" y="4604883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390" name="Rectangle 48">
              <a:extLst>
                <a:ext uri="{FF2B5EF4-FFF2-40B4-BE49-F238E27FC236}">
                  <a16:creationId xmlns:a16="http://schemas.microsoft.com/office/drawing/2014/main" id="{C41FF737-9A17-4F8A-A900-08DD5ED9E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5922894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/ 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391" name="Freeform 16">
              <a:extLst>
                <a:ext uri="{FF2B5EF4-FFF2-40B4-BE49-F238E27FC236}">
                  <a16:creationId xmlns:a16="http://schemas.microsoft.com/office/drawing/2014/main" id="{EDC3F0E5-0F1A-43CF-8654-65CD26EA1239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233771" y="6250561"/>
              <a:ext cx="114300" cy="114300"/>
            </a:xfrm>
            <a:custGeom>
              <a:avLst/>
              <a:gdLst>
                <a:gd name="T0" fmla="*/ 0 w 144"/>
                <a:gd name="T1" fmla="*/ 2147483646 h 144"/>
                <a:gd name="T2" fmla="*/ 2147483646 w 144"/>
                <a:gd name="T3" fmla="*/ 2147483646 h 144"/>
                <a:gd name="T4" fmla="*/ 2147483646 w 144"/>
                <a:gd name="T5" fmla="*/ 0 h 144"/>
                <a:gd name="T6" fmla="*/ 2147483646 w 144"/>
                <a:gd name="T7" fmla="*/ 0 h 144"/>
                <a:gd name="T8" fmla="*/ 0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0" y="28"/>
                  </a:moveTo>
                  <a:lnTo>
                    <a:pt x="144" y="144"/>
                  </a:lnTo>
                  <a:lnTo>
                    <a:pt x="29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392" name="Rectangle 69">
              <a:extLst>
                <a:ext uri="{FF2B5EF4-FFF2-40B4-BE49-F238E27FC236}">
                  <a16:creationId xmlns:a16="http://schemas.microsoft.com/office/drawing/2014/main" id="{CC3EC86E-2EF0-4ADA-BAD2-A87D872DD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1063" y="2650747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393" name="Rectangle 69">
              <a:extLst>
                <a:ext uri="{FF2B5EF4-FFF2-40B4-BE49-F238E27FC236}">
                  <a16:creationId xmlns:a16="http://schemas.microsoft.com/office/drawing/2014/main" id="{212DCCBA-5013-4F08-B419-49D33F85E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3942336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394" name="Rectangle 69">
              <a:extLst>
                <a:ext uri="{FF2B5EF4-FFF2-40B4-BE49-F238E27FC236}">
                  <a16:creationId xmlns:a16="http://schemas.microsoft.com/office/drawing/2014/main" id="{EF5EB9BA-383A-4A66-8118-815723582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0869" y="5189553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395" name="Rectangle 69">
              <a:extLst>
                <a:ext uri="{FF2B5EF4-FFF2-40B4-BE49-F238E27FC236}">
                  <a16:creationId xmlns:a16="http://schemas.microsoft.com/office/drawing/2014/main" id="{DF5CCE37-FA12-4B19-8DC5-DF1ECBF4E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122" y="5833994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8372" name="Oval 149">
            <a:extLst>
              <a:ext uri="{FF2B5EF4-FFF2-40B4-BE49-F238E27FC236}">
                <a16:creationId xmlns:a16="http://schemas.microsoft.com/office/drawing/2014/main" id="{3B904448-5717-40C2-8AA3-0B68572847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3550" y="3011488"/>
            <a:ext cx="515938" cy="1120775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8373" name="TextBox 151">
            <a:extLst>
              <a:ext uri="{FF2B5EF4-FFF2-40B4-BE49-F238E27FC236}">
                <a16:creationId xmlns:a16="http://schemas.microsoft.com/office/drawing/2014/main" id="{2A2C7D16-93EA-4175-BDD3-B014FF85E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75" y="4849813"/>
            <a:ext cx="467518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All transitions when the input w is equal to 0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Oval 149">
            <a:extLst>
              <a:ext uri="{FF2B5EF4-FFF2-40B4-BE49-F238E27FC236}">
                <a16:creationId xmlns:a16="http://schemas.microsoft.com/office/drawing/2014/main" id="{183D615C-7666-42DD-9D23-433B7611B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3550" y="3011488"/>
            <a:ext cx="515938" cy="1120775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9394" name="TextBox 151">
            <a:extLst>
              <a:ext uri="{FF2B5EF4-FFF2-40B4-BE49-F238E27FC236}">
                <a16:creationId xmlns:a16="http://schemas.microsoft.com/office/drawing/2014/main" id="{5FF06A5F-1BC7-4514-9936-7FA567B234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75" y="4849813"/>
            <a:ext cx="467518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All transitions when the input w is equal to 0</a:t>
            </a:r>
          </a:p>
        </p:txBody>
      </p:sp>
      <p:sp>
        <p:nvSpPr>
          <p:cNvPr id="59395" name="Rectangle 2">
            <a:extLst>
              <a:ext uri="{FF2B5EF4-FFF2-40B4-BE49-F238E27FC236}">
                <a16:creationId xmlns:a16="http://schemas.microsoft.com/office/drawing/2014/main" id="{DC92159C-7A95-4CC5-982C-5F2454A236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2700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Draw the State Diagram</a:t>
            </a:r>
          </a:p>
        </p:txBody>
      </p:sp>
      <p:grpSp>
        <p:nvGrpSpPr>
          <p:cNvPr id="59396" name="Group 93">
            <a:extLst>
              <a:ext uri="{FF2B5EF4-FFF2-40B4-BE49-F238E27FC236}">
                <a16:creationId xmlns:a16="http://schemas.microsoft.com/office/drawing/2014/main" id="{BBE6C66A-6BEA-4B89-8EE2-4EE3EC7D4C51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59438" name="Rectangle 85">
              <a:extLst>
                <a:ext uri="{FF2B5EF4-FFF2-40B4-BE49-F238E27FC236}">
                  <a16:creationId xmlns:a16="http://schemas.microsoft.com/office/drawing/2014/main" id="{F331E7D1-D05B-434D-8881-BEF928EC7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39" name="Rectangle 86">
              <a:extLst>
                <a:ext uri="{FF2B5EF4-FFF2-40B4-BE49-F238E27FC236}">
                  <a16:creationId xmlns:a16="http://schemas.microsoft.com/office/drawing/2014/main" id="{1659FA2D-2CBC-4A74-9E81-A18E4535A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40" name="Rectangle 88">
              <a:extLst>
                <a:ext uri="{FF2B5EF4-FFF2-40B4-BE49-F238E27FC236}">
                  <a16:creationId xmlns:a16="http://schemas.microsoft.com/office/drawing/2014/main" id="{315A1C38-6DD5-47E1-B108-28B75A5C3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41" name="Rectangle 89">
              <a:extLst>
                <a:ext uri="{FF2B5EF4-FFF2-40B4-BE49-F238E27FC236}">
                  <a16:creationId xmlns:a16="http://schemas.microsoft.com/office/drawing/2014/main" id="{21CD8159-5006-4C80-A22A-D1D790516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42" name="Rectangle 90">
              <a:extLst>
                <a:ext uri="{FF2B5EF4-FFF2-40B4-BE49-F238E27FC236}">
                  <a16:creationId xmlns:a16="http://schemas.microsoft.com/office/drawing/2014/main" id="{59A2F815-6621-455E-A296-219D55547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43" name="Rectangle 91">
              <a:extLst>
                <a:ext uri="{FF2B5EF4-FFF2-40B4-BE49-F238E27FC236}">
                  <a16:creationId xmlns:a16="http://schemas.microsoft.com/office/drawing/2014/main" id="{2B1C280F-15DE-4AA9-A007-51831CCF1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44" name="Rectangle 92">
              <a:extLst>
                <a:ext uri="{FF2B5EF4-FFF2-40B4-BE49-F238E27FC236}">
                  <a16:creationId xmlns:a16="http://schemas.microsoft.com/office/drawing/2014/main" id="{821382E1-A594-4C31-BB96-41F586F1C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45" name="Rectangle 93">
              <a:extLst>
                <a:ext uri="{FF2B5EF4-FFF2-40B4-BE49-F238E27FC236}">
                  <a16:creationId xmlns:a16="http://schemas.microsoft.com/office/drawing/2014/main" id="{5302F90A-C16A-440E-BCB2-BBC9D8E72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46" name="Rectangle 94">
              <a:extLst>
                <a:ext uri="{FF2B5EF4-FFF2-40B4-BE49-F238E27FC236}">
                  <a16:creationId xmlns:a16="http://schemas.microsoft.com/office/drawing/2014/main" id="{A3D7E726-3FC9-434C-B76E-1916D6D9D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47" name="Rectangle 95">
              <a:extLst>
                <a:ext uri="{FF2B5EF4-FFF2-40B4-BE49-F238E27FC236}">
                  <a16:creationId xmlns:a16="http://schemas.microsoft.com/office/drawing/2014/main" id="{4EED5445-8F00-4827-B218-34637CCEE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48" name="Rectangle 96">
              <a:extLst>
                <a:ext uri="{FF2B5EF4-FFF2-40B4-BE49-F238E27FC236}">
                  <a16:creationId xmlns:a16="http://schemas.microsoft.com/office/drawing/2014/main" id="{E1468D13-555F-480B-B449-5D212D8FC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49" name="Rectangle 97">
              <a:extLst>
                <a:ext uri="{FF2B5EF4-FFF2-40B4-BE49-F238E27FC236}">
                  <a16:creationId xmlns:a16="http://schemas.microsoft.com/office/drawing/2014/main" id="{4FE71EFF-DD23-47EA-80EA-A22F5CD15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50" name="Rectangle 98">
              <a:extLst>
                <a:ext uri="{FF2B5EF4-FFF2-40B4-BE49-F238E27FC236}">
                  <a16:creationId xmlns:a16="http://schemas.microsoft.com/office/drawing/2014/main" id="{B9D3E78A-6D3B-4615-BC66-026DB0B70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51" name="Rectangle 99">
              <a:extLst>
                <a:ext uri="{FF2B5EF4-FFF2-40B4-BE49-F238E27FC236}">
                  <a16:creationId xmlns:a16="http://schemas.microsoft.com/office/drawing/2014/main" id="{1723DEF6-0B34-4365-B7C0-53DA95CA1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52" name="Rectangle 100">
              <a:extLst>
                <a:ext uri="{FF2B5EF4-FFF2-40B4-BE49-F238E27FC236}">
                  <a16:creationId xmlns:a16="http://schemas.microsoft.com/office/drawing/2014/main" id="{BCB6E447-E930-4025-AFEE-A1BFBE2EF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53" name="Rectangle 101">
              <a:extLst>
                <a:ext uri="{FF2B5EF4-FFF2-40B4-BE49-F238E27FC236}">
                  <a16:creationId xmlns:a16="http://schemas.microsoft.com/office/drawing/2014/main" id="{69663FB6-F4EB-4ABE-97CA-1F6B47EC6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54" name="Rectangle 102">
              <a:extLst>
                <a:ext uri="{FF2B5EF4-FFF2-40B4-BE49-F238E27FC236}">
                  <a16:creationId xmlns:a16="http://schemas.microsoft.com/office/drawing/2014/main" id="{C788E19A-DD06-4D22-B65A-E3DDF1FF3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55" name="Rectangle 103">
              <a:extLst>
                <a:ext uri="{FF2B5EF4-FFF2-40B4-BE49-F238E27FC236}">
                  <a16:creationId xmlns:a16="http://schemas.microsoft.com/office/drawing/2014/main" id="{75468AE5-6E69-4EDD-BE22-09C88115D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56" name="Rectangle 104">
              <a:extLst>
                <a:ext uri="{FF2B5EF4-FFF2-40B4-BE49-F238E27FC236}">
                  <a16:creationId xmlns:a16="http://schemas.microsoft.com/office/drawing/2014/main" id="{62932D79-6C4B-4A09-BA25-5880155B0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57" name="Rectangle 105">
              <a:extLst>
                <a:ext uri="{FF2B5EF4-FFF2-40B4-BE49-F238E27FC236}">
                  <a16:creationId xmlns:a16="http://schemas.microsoft.com/office/drawing/2014/main" id="{0D0F52C2-E4A3-4DE8-9A9D-280DE6987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58" name="Rectangle 106">
              <a:extLst>
                <a:ext uri="{FF2B5EF4-FFF2-40B4-BE49-F238E27FC236}">
                  <a16:creationId xmlns:a16="http://schemas.microsoft.com/office/drawing/2014/main" id="{AB3AA8D9-1D73-48AA-A473-7A18C5EAD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59" name="Rectangle 107">
              <a:extLst>
                <a:ext uri="{FF2B5EF4-FFF2-40B4-BE49-F238E27FC236}">
                  <a16:creationId xmlns:a16="http://schemas.microsoft.com/office/drawing/2014/main" id="{632E48D7-0BBD-4E72-AE44-D60A53EBF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60" name="Rectangle 108">
              <a:extLst>
                <a:ext uri="{FF2B5EF4-FFF2-40B4-BE49-F238E27FC236}">
                  <a16:creationId xmlns:a16="http://schemas.microsoft.com/office/drawing/2014/main" id="{F6EC18C1-24EC-400D-B605-7B5301231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61" name="Rectangle 109">
              <a:extLst>
                <a:ext uri="{FF2B5EF4-FFF2-40B4-BE49-F238E27FC236}">
                  <a16:creationId xmlns:a16="http://schemas.microsoft.com/office/drawing/2014/main" id="{3A702B73-56ED-4B9F-AE91-7E5C2F95A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62" name="Rectangle 110">
              <a:extLst>
                <a:ext uri="{FF2B5EF4-FFF2-40B4-BE49-F238E27FC236}">
                  <a16:creationId xmlns:a16="http://schemas.microsoft.com/office/drawing/2014/main" id="{64FD3A83-0507-47B0-BCCA-54C256FF5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63" name="Rectangle 111">
              <a:extLst>
                <a:ext uri="{FF2B5EF4-FFF2-40B4-BE49-F238E27FC236}">
                  <a16:creationId xmlns:a16="http://schemas.microsoft.com/office/drawing/2014/main" id="{DA77A85D-9A93-46C1-A22F-C75D15751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64" name="Rectangle 112">
              <a:extLst>
                <a:ext uri="{FF2B5EF4-FFF2-40B4-BE49-F238E27FC236}">
                  <a16:creationId xmlns:a16="http://schemas.microsoft.com/office/drawing/2014/main" id="{45CFFD1E-16B9-47F3-8A66-F8F7DCE39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65" name="Rectangle 113">
              <a:extLst>
                <a:ext uri="{FF2B5EF4-FFF2-40B4-BE49-F238E27FC236}">
                  <a16:creationId xmlns:a16="http://schemas.microsoft.com/office/drawing/2014/main" id="{3EBA7C9A-3BEA-4B4F-BAB0-9E6A647D6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66" name="Rectangle 114">
              <a:extLst>
                <a:ext uri="{FF2B5EF4-FFF2-40B4-BE49-F238E27FC236}">
                  <a16:creationId xmlns:a16="http://schemas.microsoft.com/office/drawing/2014/main" id="{60C26BF8-FE69-4913-973C-7CCB81AC4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67" name="Rectangle 115">
              <a:extLst>
                <a:ext uri="{FF2B5EF4-FFF2-40B4-BE49-F238E27FC236}">
                  <a16:creationId xmlns:a16="http://schemas.microsoft.com/office/drawing/2014/main" id="{5B0371DF-FA55-4465-9133-80C850584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68" name="Rectangle 116">
              <a:extLst>
                <a:ext uri="{FF2B5EF4-FFF2-40B4-BE49-F238E27FC236}">
                  <a16:creationId xmlns:a16="http://schemas.microsoft.com/office/drawing/2014/main" id="{0F691B00-20B2-4AE9-9362-9209EEBE5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69" name="Rectangle 117">
              <a:extLst>
                <a:ext uri="{FF2B5EF4-FFF2-40B4-BE49-F238E27FC236}">
                  <a16:creationId xmlns:a16="http://schemas.microsoft.com/office/drawing/2014/main" id="{6C690FF0-9C04-4415-9D53-0EE3D1EA2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70" name="Rectangle 118">
              <a:extLst>
                <a:ext uri="{FF2B5EF4-FFF2-40B4-BE49-F238E27FC236}">
                  <a16:creationId xmlns:a16="http://schemas.microsoft.com/office/drawing/2014/main" id="{AD57B0DA-168B-429C-9577-BFFFDC207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71" name="Rectangle 119">
              <a:extLst>
                <a:ext uri="{FF2B5EF4-FFF2-40B4-BE49-F238E27FC236}">
                  <a16:creationId xmlns:a16="http://schemas.microsoft.com/office/drawing/2014/main" id="{0FFDF168-5CBE-4ED0-A650-4501896F4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72" name="Rectangle 120">
              <a:extLst>
                <a:ext uri="{FF2B5EF4-FFF2-40B4-BE49-F238E27FC236}">
                  <a16:creationId xmlns:a16="http://schemas.microsoft.com/office/drawing/2014/main" id="{E58CA374-6BAD-44DE-B03A-3C61859B1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73" name="Rectangle 121">
              <a:extLst>
                <a:ext uri="{FF2B5EF4-FFF2-40B4-BE49-F238E27FC236}">
                  <a16:creationId xmlns:a16="http://schemas.microsoft.com/office/drawing/2014/main" id="{C298228B-F63A-4E01-A9CB-22AD13AF4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74" name="Rectangle 122">
              <a:extLst>
                <a:ext uri="{FF2B5EF4-FFF2-40B4-BE49-F238E27FC236}">
                  <a16:creationId xmlns:a16="http://schemas.microsoft.com/office/drawing/2014/main" id="{A94B372F-B0C5-45CB-B915-C26D10893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75" name="Rectangle 123">
              <a:extLst>
                <a:ext uri="{FF2B5EF4-FFF2-40B4-BE49-F238E27FC236}">
                  <a16:creationId xmlns:a16="http://schemas.microsoft.com/office/drawing/2014/main" id="{4BF3BA75-63E3-4E19-B99E-E76B31BC0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76" name="Rectangle 124">
              <a:extLst>
                <a:ext uri="{FF2B5EF4-FFF2-40B4-BE49-F238E27FC236}">
                  <a16:creationId xmlns:a16="http://schemas.microsoft.com/office/drawing/2014/main" id="{FBD1E85E-9000-40DF-984A-8041A75AE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77" name="Rectangle 125">
              <a:extLst>
                <a:ext uri="{FF2B5EF4-FFF2-40B4-BE49-F238E27FC236}">
                  <a16:creationId xmlns:a16="http://schemas.microsoft.com/office/drawing/2014/main" id="{7AD76D97-E604-4653-9101-27A76B45A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78" name="Rectangle 126">
              <a:extLst>
                <a:ext uri="{FF2B5EF4-FFF2-40B4-BE49-F238E27FC236}">
                  <a16:creationId xmlns:a16="http://schemas.microsoft.com/office/drawing/2014/main" id="{6035EC3A-F67B-441A-9B40-7528BEC56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79" name="Rectangle 127">
              <a:extLst>
                <a:ext uri="{FF2B5EF4-FFF2-40B4-BE49-F238E27FC236}">
                  <a16:creationId xmlns:a16="http://schemas.microsoft.com/office/drawing/2014/main" id="{81AA00C0-13D5-4520-808F-9E66F27F9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80" name="Rectangle 128">
              <a:extLst>
                <a:ext uri="{FF2B5EF4-FFF2-40B4-BE49-F238E27FC236}">
                  <a16:creationId xmlns:a16="http://schemas.microsoft.com/office/drawing/2014/main" id="{D2C498FC-2E03-447A-8E51-EF8F05F44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81" name="Rectangle 129">
              <a:extLst>
                <a:ext uri="{FF2B5EF4-FFF2-40B4-BE49-F238E27FC236}">
                  <a16:creationId xmlns:a16="http://schemas.microsoft.com/office/drawing/2014/main" id="{38DD89A4-52B6-43CF-A345-436D3D666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82" name="Rectangle 130">
              <a:extLst>
                <a:ext uri="{FF2B5EF4-FFF2-40B4-BE49-F238E27FC236}">
                  <a16:creationId xmlns:a16="http://schemas.microsoft.com/office/drawing/2014/main" id="{3DA4C009-70D9-4EDB-8D0F-F7F5997F0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83" name="Rectangle 131">
              <a:extLst>
                <a:ext uri="{FF2B5EF4-FFF2-40B4-BE49-F238E27FC236}">
                  <a16:creationId xmlns:a16="http://schemas.microsoft.com/office/drawing/2014/main" id="{49461923-210E-4289-A22B-906CE12ED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84" name="Rectangle 132">
              <a:extLst>
                <a:ext uri="{FF2B5EF4-FFF2-40B4-BE49-F238E27FC236}">
                  <a16:creationId xmlns:a16="http://schemas.microsoft.com/office/drawing/2014/main" id="{0822357C-14A2-45F9-A2A0-CC3D75D17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85" name="Rectangle 133">
              <a:extLst>
                <a:ext uri="{FF2B5EF4-FFF2-40B4-BE49-F238E27FC236}">
                  <a16:creationId xmlns:a16="http://schemas.microsoft.com/office/drawing/2014/main" id="{922F7469-03D5-4353-9048-84F5465D1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86" name="Rectangle 134">
              <a:extLst>
                <a:ext uri="{FF2B5EF4-FFF2-40B4-BE49-F238E27FC236}">
                  <a16:creationId xmlns:a16="http://schemas.microsoft.com/office/drawing/2014/main" id="{2A555EB3-277C-4FF5-A94B-1195CC5F6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87" name="Rectangle 135">
              <a:extLst>
                <a:ext uri="{FF2B5EF4-FFF2-40B4-BE49-F238E27FC236}">
                  <a16:creationId xmlns:a16="http://schemas.microsoft.com/office/drawing/2014/main" id="{FF0FF6FE-D94A-4071-A5FE-51D798345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88" name="Rectangle 136">
              <a:extLst>
                <a:ext uri="{FF2B5EF4-FFF2-40B4-BE49-F238E27FC236}">
                  <a16:creationId xmlns:a16="http://schemas.microsoft.com/office/drawing/2014/main" id="{6520BE75-5736-4D44-BC70-5C9A96E8E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89" name="Rectangle 137">
              <a:extLst>
                <a:ext uri="{FF2B5EF4-FFF2-40B4-BE49-F238E27FC236}">
                  <a16:creationId xmlns:a16="http://schemas.microsoft.com/office/drawing/2014/main" id="{A0C797DF-E1A6-4A27-B4D0-37998DA1D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90" name="Rectangle 138">
              <a:extLst>
                <a:ext uri="{FF2B5EF4-FFF2-40B4-BE49-F238E27FC236}">
                  <a16:creationId xmlns:a16="http://schemas.microsoft.com/office/drawing/2014/main" id="{552CA273-A9C4-481C-A1DF-C68D3F347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91" name="Rectangle 139">
              <a:extLst>
                <a:ext uri="{FF2B5EF4-FFF2-40B4-BE49-F238E27FC236}">
                  <a16:creationId xmlns:a16="http://schemas.microsoft.com/office/drawing/2014/main" id="{3676D28B-834D-4029-ADC2-01BC59749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92" name="Rectangle 140">
              <a:extLst>
                <a:ext uri="{FF2B5EF4-FFF2-40B4-BE49-F238E27FC236}">
                  <a16:creationId xmlns:a16="http://schemas.microsoft.com/office/drawing/2014/main" id="{E5DE2595-8DDA-4155-9726-8D6E4C253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9397" name="Group 6">
            <a:extLst>
              <a:ext uri="{FF2B5EF4-FFF2-40B4-BE49-F238E27FC236}">
                <a16:creationId xmlns:a16="http://schemas.microsoft.com/office/drawing/2014/main" id="{484454C3-7A10-4782-BDAF-D0043E9A9AD6}"/>
              </a:ext>
            </a:extLst>
          </p:cNvPr>
          <p:cNvGrpSpPr>
            <a:grpSpLocks/>
          </p:cNvGrpSpPr>
          <p:nvPr/>
        </p:nvGrpSpPr>
        <p:grpSpPr bwMode="auto">
          <a:xfrm>
            <a:off x="5246688" y="747713"/>
            <a:ext cx="3330575" cy="5424487"/>
            <a:chOff x="5066003" y="968733"/>
            <a:chExt cx="3330016" cy="5424435"/>
          </a:xfrm>
        </p:grpSpPr>
        <p:sp>
          <p:nvSpPr>
            <p:cNvPr id="59398" name="Freeform 11">
              <a:extLst>
                <a:ext uri="{FF2B5EF4-FFF2-40B4-BE49-F238E27FC236}">
                  <a16:creationId xmlns:a16="http://schemas.microsoft.com/office/drawing/2014/main" id="{28F4ECED-B9C3-439E-81BD-6E90FEDB3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2092" y="5972494"/>
              <a:ext cx="138112" cy="160338"/>
            </a:xfrm>
            <a:custGeom>
              <a:avLst/>
              <a:gdLst>
                <a:gd name="T0" fmla="*/ 2147483646 w 174"/>
                <a:gd name="T1" fmla="*/ 2147483646 h 202"/>
                <a:gd name="T2" fmla="*/ 2147483646 w 174"/>
                <a:gd name="T3" fmla="*/ 2147483646 h 202"/>
                <a:gd name="T4" fmla="*/ 2147483646 w 174"/>
                <a:gd name="T5" fmla="*/ 0 h 202"/>
                <a:gd name="T6" fmla="*/ 0 w 174"/>
                <a:gd name="T7" fmla="*/ 0 h 202"/>
                <a:gd name="T8" fmla="*/ 2147483646 w 174"/>
                <a:gd name="T9" fmla="*/ 2147483646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4"/>
                <a:gd name="T16" fmla="*/ 0 h 202"/>
                <a:gd name="T17" fmla="*/ 174 w 174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4" h="202">
                  <a:moveTo>
                    <a:pt x="29" y="202"/>
                  </a:moveTo>
                  <a:lnTo>
                    <a:pt x="174" y="202"/>
                  </a:lnTo>
                  <a:lnTo>
                    <a:pt x="174" y="0"/>
                  </a:lnTo>
                  <a:lnTo>
                    <a:pt x="0" y="0"/>
                  </a:lnTo>
                  <a:lnTo>
                    <a:pt x="29" y="2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399" name="Freeform 19">
              <a:extLst>
                <a:ext uri="{FF2B5EF4-FFF2-40B4-BE49-F238E27FC236}">
                  <a16:creationId xmlns:a16="http://schemas.microsoft.com/office/drawing/2014/main" id="{953D65E6-54C3-47DA-911D-FCE9A499A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152" y="5729593"/>
              <a:ext cx="641350" cy="663575"/>
            </a:xfrm>
            <a:custGeom>
              <a:avLst/>
              <a:gdLst>
                <a:gd name="T0" fmla="*/ 2147483646 w 808"/>
                <a:gd name="T1" fmla="*/ 2147483646 h 837"/>
                <a:gd name="T2" fmla="*/ 2147483646 w 808"/>
                <a:gd name="T3" fmla="*/ 2147483646 h 837"/>
                <a:gd name="T4" fmla="*/ 2147483646 w 808"/>
                <a:gd name="T5" fmla="*/ 2147483646 h 837"/>
                <a:gd name="T6" fmla="*/ 2147483646 w 808"/>
                <a:gd name="T7" fmla="*/ 2147483646 h 837"/>
                <a:gd name="T8" fmla="*/ 2147483646 w 808"/>
                <a:gd name="T9" fmla="*/ 2147483646 h 837"/>
                <a:gd name="T10" fmla="*/ 2147483646 w 808"/>
                <a:gd name="T11" fmla="*/ 2147483646 h 837"/>
                <a:gd name="T12" fmla="*/ 2147483646 w 808"/>
                <a:gd name="T13" fmla="*/ 2147483646 h 837"/>
                <a:gd name="T14" fmla="*/ 2147483646 w 808"/>
                <a:gd name="T15" fmla="*/ 2147483646 h 837"/>
                <a:gd name="T16" fmla="*/ 2147483646 w 808"/>
                <a:gd name="T17" fmla="*/ 2147483646 h 837"/>
                <a:gd name="T18" fmla="*/ 2147483646 w 808"/>
                <a:gd name="T19" fmla="*/ 2147483646 h 837"/>
                <a:gd name="T20" fmla="*/ 2147483646 w 808"/>
                <a:gd name="T21" fmla="*/ 2147483646 h 837"/>
                <a:gd name="T22" fmla="*/ 2147483646 w 808"/>
                <a:gd name="T23" fmla="*/ 0 h 837"/>
                <a:gd name="T24" fmla="*/ 2147483646 w 808"/>
                <a:gd name="T25" fmla="*/ 2147483646 h 837"/>
                <a:gd name="T26" fmla="*/ 2147483646 w 808"/>
                <a:gd name="T27" fmla="*/ 2147483646 h 837"/>
                <a:gd name="T28" fmla="*/ 2147483646 w 808"/>
                <a:gd name="T29" fmla="*/ 2147483646 h 837"/>
                <a:gd name="T30" fmla="*/ 2147483646 w 808"/>
                <a:gd name="T31" fmla="*/ 2147483646 h 837"/>
                <a:gd name="T32" fmla="*/ 2147483646 w 808"/>
                <a:gd name="T33" fmla="*/ 2147483646 h 837"/>
                <a:gd name="T34" fmla="*/ 2147483646 w 808"/>
                <a:gd name="T35" fmla="*/ 2147483646 h 837"/>
                <a:gd name="T36" fmla="*/ 2147483646 w 808"/>
                <a:gd name="T37" fmla="*/ 2147483646 h 837"/>
                <a:gd name="T38" fmla="*/ 2147483646 w 808"/>
                <a:gd name="T39" fmla="*/ 2147483646 h 837"/>
                <a:gd name="T40" fmla="*/ 2147483646 w 808"/>
                <a:gd name="T41" fmla="*/ 2147483646 h 837"/>
                <a:gd name="T42" fmla="*/ 2147483646 w 808"/>
                <a:gd name="T43" fmla="*/ 2147483646 h 837"/>
                <a:gd name="T44" fmla="*/ 2147483646 w 808"/>
                <a:gd name="T45" fmla="*/ 2147483646 h 837"/>
                <a:gd name="T46" fmla="*/ 2147483646 w 808"/>
                <a:gd name="T47" fmla="*/ 2147483646 h 837"/>
                <a:gd name="T48" fmla="*/ 2147483646 w 808"/>
                <a:gd name="T49" fmla="*/ 2147483646 h 837"/>
                <a:gd name="T50" fmla="*/ 2147483646 w 808"/>
                <a:gd name="T51" fmla="*/ 2147483646 h 837"/>
                <a:gd name="T52" fmla="*/ 2147483646 w 808"/>
                <a:gd name="T53" fmla="*/ 2147483646 h 837"/>
                <a:gd name="T54" fmla="*/ 2147483646 w 808"/>
                <a:gd name="T55" fmla="*/ 2147483646 h 837"/>
                <a:gd name="T56" fmla="*/ 2147483646 w 808"/>
                <a:gd name="T57" fmla="*/ 2147483646 h 837"/>
                <a:gd name="T58" fmla="*/ 2147483646 w 808"/>
                <a:gd name="T59" fmla="*/ 2147483646 h 837"/>
                <a:gd name="T60" fmla="*/ 2147483646 w 808"/>
                <a:gd name="T61" fmla="*/ 2147483646 h 837"/>
                <a:gd name="T62" fmla="*/ 2147483646 w 808"/>
                <a:gd name="T63" fmla="*/ 2147483646 h 837"/>
                <a:gd name="T64" fmla="*/ 2147483646 w 808"/>
                <a:gd name="T65" fmla="*/ 2147483646 h 837"/>
                <a:gd name="T66" fmla="*/ 2147483646 w 808"/>
                <a:gd name="T67" fmla="*/ 2147483646 h 837"/>
                <a:gd name="T68" fmla="*/ 2147483646 w 808"/>
                <a:gd name="T69" fmla="*/ 2147483646 h 837"/>
                <a:gd name="T70" fmla="*/ 2147483646 w 808"/>
                <a:gd name="T71" fmla="*/ 2147483646 h 837"/>
                <a:gd name="T72" fmla="*/ 2147483646 w 808"/>
                <a:gd name="T73" fmla="*/ 2147483646 h 837"/>
                <a:gd name="T74" fmla="*/ 2147483646 w 808"/>
                <a:gd name="T75" fmla="*/ 2147483646 h 837"/>
                <a:gd name="T76" fmla="*/ 2147483646 w 808"/>
                <a:gd name="T77" fmla="*/ 2147483646 h 837"/>
                <a:gd name="T78" fmla="*/ 2147483646 w 808"/>
                <a:gd name="T79" fmla="*/ 2147483646 h 837"/>
                <a:gd name="T80" fmla="*/ 2147483646 w 808"/>
                <a:gd name="T81" fmla="*/ 2147483646 h 837"/>
                <a:gd name="T82" fmla="*/ 2147483646 w 808"/>
                <a:gd name="T83" fmla="*/ 2147483646 h 837"/>
                <a:gd name="T84" fmla="*/ 2147483646 w 808"/>
                <a:gd name="T85" fmla="*/ 2147483646 h 837"/>
                <a:gd name="T86" fmla="*/ 2147483646 w 808"/>
                <a:gd name="T87" fmla="*/ 2147483646 h 837"/>
                <a:gd name="T88" fmla="*/ 2147483646 w 808"/>
                <a:gd name="T89" fmla="*/ 2147483646 h 837"/>
                <a:gd name="T90" fmla="*/ 2147483646 w 808"/>
                <a:gd name="T91" fmla="*/ 2147483646 h 837"/>
                <a:gd name="T92" fmla="*/ 2147483646 w 808"/>
                <a:gd name="T93" fmla="*/ 2147483646 h 837"/>
                <a:gd name="T94" fmla="*/ 2147483646 w 808"/>
                <a:gd name="T95" fmla="*/ 2147483646 h 837"/>
                <a:gd name="T96" fmla="*/ 2147483646 w 808"/>
                <a:gd name="T97" fmla="*/ 2147483646 h 837"/>
                <a:gd name="T98" fmla="*/ 2147483646 w 808"/>
                <a:gd name="T99" fmla="*/ 2147483646 h 837"/>
                <a:gd name="T100" fmla="*/ 2147483646 w 808"/>
                <a:gd name="T101" fmla="*/ 2147483646 h 837"/>
                <a:gd name="T102" fmla="*/ 2147483646 w 808"/>
                <a:gd name="T103" fmla="*/ 2147483646 h 837"/>
                <a:gd name="T104" fmla="*/ 2147483646 w 808"/>
                <a:gd name="T105" fmla="*/ 2147483646 h 837"/>
                <a:gd name="T106" fmla="*/ 2147483646 w 808"/>
                <a:gd name="T107" fmla="*/ 2147483646 h 837"/>
                <a:gd name="T108" fmla="*/ 2147483646 w 808"/>
                <a:gd name="T109" fmla="*/ 2147483646 h 837"/>
                <a:gd name="T110" fmla="*/ 2147483646 w 808"/>
                <a:gd name="T111" fmla="*/ 2147483646 h 83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8"/>
                <a:gd name="T169" fmla="*/ 0 h 837"/>
                <a:gd name="T170" fmla="*/ 808 w 808"/>
                <a:gd name="T171" fmla="*/ 837 h 83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8" h="837">
                  <a:moveTo>
                    <a:pt x="0" y="428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5" y="348"/>
                  </a:lnTo>
                  <a:lnTo>
                    <a:pt x="8" y="327"/>
                  </a:lnTo>
                  <a:lnTo>
                    <a:pt x="13" y="307"/>
                  </a:lnTo>
                  <a:lnTo>
                    <a:pt x="18" y="288"/>
                  </a:lnTo>
                  <a:lnTo>
                    <a:pt x="24" y="268"/>
                  </a:lnTo>
                  <a:lnTo>
                    <a:pt x="33" y="251"/>
                  </a:lnTo>
                  <a:lnTo>
                    <a:pt x="40" y="232"/>
                  </a:lnTo>
                  <a:lnTo>
                    <a:pt x="49" y="215"/>
                  </a:lnTo>
                  <a:lnTo>
                    <a:pt x="59" y="197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50"/>
                  </a:lnTo>
                  <a:lnTo>
                    <a:pt x="107" y="134"/>
                  </a:lnTo>
                  <a:lnTo>
                    <a:pt x="120" y="121"/>
                  </a:lnTo>
                  <a:lnTo>
                    <a:pt x="134" y="107"/>
                  </a:lnTo>
                  <a:lnTo>
                    <a:pt x="148" y="94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60"/>
                  </a:lnTo>
                  <a:lnTo>
                    <a:pt x="215" y="50"/>
                  </a:lnTo>
                  <a:lnTo>
                    <a:pt x="232" y="40"/>
                  </a:lnTo>
                  <a:lnTo>
                    <a:pt x="249" y="33"/>
                  </a:lnTo>
                  <a:lnTo>
                    <a:pt x="268" y="26"/>
                  </a:lnTo>
                  <a:lnTo>
                    <a:pt x="287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6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0" y="1"/>
                  </a:lnTo>
                  <a:lnTo>
                    <a:pt x="441" y="3"/>
                  </a:lnTo>
                  <a:lnTo>
                    <a:pt x="462" y="6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39" y="26"/>
                  </a:lnTo>
                  <a:lnTo>
                    <a:pt x="558" y="33"/>
                  </a:lnTo>
                  <a:lnTo>
                    <a:pt x="577" y="40"/>
                  </a:lnTo>
                  <a:lnTo>
                    <a:pt x="594" y="50"/>
                  </a:lnTo>
                  <a:lnTo>
                    <a:pt x="612" y="60"/>
                  </a:lnTo>
                  <a:lnTo>
                    <a:pt x="628" y="70"/>
                  </a:lnTo>
                  <a:lnTo>
                    <a:pt x="643" y="82"/>
                  </a:lnTo>
                  <a:lnTo>
                    <a:pt x="659" y="94"/>
                  </a:lnTo>
                  <a:lnTo>
                    <a:pt x="674" y="107"/>
                  </a:lnTo>
                  <a:lnTo>
                    <a:pt x="688" y="121"/>
                  </a:lnTo>
                  <a:lnTo>
                    <a:pt x="703" y="134"/>
                  </a:lnTo>
                  <a:lnTo>
                    <a:pt x="716" y="150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7"/>
                  </a:lnTo>
                  <a:lnTo>
                    <a:pt x="759" y="215"/>
                  </a:lnTo>
                  <a:lnTo>
                    <a:pt x="768" y="232"/>
                  </a:lnTo>
                  <a:lnTo>
                    <a:pt x="776" y="251"/>
                  </a:lnTo>
                  <a:lnTo>
                    <a:pt x="783" y="268"/>
                  </a:lnTo>
                  <a:lnTo>
                    <a:pt x="791" y="288"/>
                  </a:lnTo>
                  <a:lnTo>
                    <a:pt x="795" y="307"/>
                  </a:lnTo>
                  <a:lnTo>
                    <a:pt x="801" y="327"/>
                  </a:lnTo>
                  <a:lnTo>
                    <a:pt x="804" y="348"/>
                  </a:lnTo>
                  <a:lnTo>
                    <a:pt x="806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28"/>
                  </a:lnTo>
                  <a:lnTo>
                    <a:pt x="808" y="450"/>
                  </a:lnTo>
                  <a:lnTo>
                    <a:pt x="806" y="470"/>
                  </a:lnTo>
                  <a:lnTo>
                    <a:pt x="804" y="490"/>
                  </a:lnTo>
                  <a:lnTo>
                    <a:pt x="801" y="511"/>
                  </a:lnTo>
                  <a:lnTo>
                    <a:pt x="795" y="531"/>
                  </a:lnTo>
                  <a:lnTo>
                    <a:pt x="791" y="550"/>
                  </a:lnTo>
                  <a:lnTo>
                    <a:pt x="783" y="570"/>
                  </a:lnTo>
                  <a:lnTo>
                    <a:pt x="776" y="587"/>
                  </a:lnTo>
                  <a:lnTo>
                    <a:pt x="768" y="606"/>
                  </a:lnTo>
                  <a:lnTo>
                    <a:pt x="759" y="623"/>
                  </a:lnTo>
                  <a:lnTo>
                    <a:pt x="749" y="640"/>
                  </a:lnTo>
                  <a:lnTo>
                    <a:pt x="739" y="658"/>
                  </a:lnTo>
                  <a:lnTo>
                    <a:pt x="727" y="674"/>
                  </a:lnTo>
                  <a:lnTo>
                    <a:pt x="716" y="688"/>
                  </a:lnTo>
                  <a:lnTo>
                    <a:pt x="703" y="704"/>
                  </a:lnTo>
                  <a:lnTo>
                    <a:pt x="688" y="717"/>
                  </a:lnTo>
                  <a:lnTo>
                    <a:pt x="674" y="731"/>
                  </a:lnTo>
                  <a:lnTo>
                    <a:pt x="659" y="744"/>
                  </a:lnTo>
                  <a:lnTo>
                    <a:pt x="643" y="756"/>
                  </a:lnTo>
                  <a:lnTo>
                    <a:pt x="628" y="767"/>
                  </a:lnTo>
                  <a:lnTo>
                    <a:pt x="612" y="778"/>
                  </a:lnTo>
                  <a:lnTo>
                    <a:pt x="594" y="788"/>
                  </a:lnTo>
                  <a:lnTo>
                    <a:pt x="577" y="798"/>
                  </a:lnTo>
                  <a:lnTo>
                    <a:pt x="558" y="805"/>
                  </a:lnTo>
                  <a:lnTo>
                    <a:pt x="539" y="812"/>
                  </a:lnTo>
                  <a:lnTo>
                    <a:pt x="521" y="819"/>
                  </a:lnTo>
                  <a:lnTo>
                    <a:pt x="502" y="825"/>
                  </a:lnTo>
                  <a:lnTo>
                    <a:pt x="482" y="830"/>
                  </a:lnTo>
                  <a:lnTo>
                    <a:pt x="462" y="832"/>
                  </a:lnTo>
                  <a:lnTo>
                    <a:pt x="441" y="835"/>
                  </a:lnTo>
                  <a:lnTo>
                    <a:pt x="420" y="837"/>
                  </a:lnTo>
                  <a:lnTo>
                    <a:pt x="400" y="837"/>
                  </a:lnTo>
                  <a:lnTo>
                    <a:pt x="410" y="837"/>
                  </a:lnTo>
                  <a:lnTo>
                    <a:pt x="388" y="837"/>
                  </a:lnTo>
                  <a:lnTo>
                    <a:pt x="368" y="835"/>
                  </a:lnTo>
                  <a:lnTo>
                    <a:pt x="348" y="832"/>
                  </a:lnTo>
                  <a:lnTo>
                    <a:pt x="327" y="830"/>
                  </a:lnTo>
                  <a:lnTo>
                    <a:pt x="307" y="825"/>
                  </a:lnTo>
                  <a:lnTo>
                    <a:pt x="287" y="819"/>
                  </a:lnTo>
                  <a:lnTo>
                    <a:pt x="268" y="812"/>
                  </a:lnTo>
                  <a:lnTo>
                    <a:pt x="249" y="805"/>
                  </a:lnTo>
                  <a:lnTo>
                    <a:pt x="232" y="798"/>
                  </a:lnTo>
                  <a:lnTo>
                    <a:pt x="215" y="788"/>
                  </a:lnTo>
                  <a:lnTo>
                    <a:pt x="197" y="778"/>
                  </a:lnTo>
                  <a:lnTo>
                    <a:pt x="180" y="767"/>
                  </a:lnTo>
                  <a:lnTo>
                    <a:pt x="164" y="756"/>
                  </a:lnTo>
                  <a:lnTo>
                    <a:pt x="148" y="744"/>
                  </a:lnTo>
                  <a:lnTo>
                    <a:pt x="134" y="731"/>
                  </a:lnTo>
                  <a:lnTo>
                    <a:pt x="120" y="717"/>
                  </a:lnTo>
                  <a:lnTo>
                    <a:pt x="107" y="704"/>
                  </a:lnTo>
                  <a:lnTo>
                    <a:pt x="94" y="688"/>
                  </a:lnTo>
                  <a:lnTo>
                    <a:pt x="82" y="674"/>
                  </a:lnTo>
                  <a:lnTo>
                    <a:pt x="70" y="658"/>
                  </a:lnTo>
                  <a:lnTo>
                    <a:pt x="59" y="640"/>
                  </a:lnTo>
                  <a:lnTo>
                    <a:pt x="49" y="623"/>
                  </a:lnTo>
                  <a:lnTo>
                    <a:pt x="40" y="606"/>
                  </a:lnTo>
                  <a:lnTo>
                    <a:pt x="33" y="587"/>
                  </a:lnTo>
                  <a:lnTo>
                    <a:pt x="24" y="570"/>
                  </a:lnTo>
                  <a:lnTo>
                    <a:pt x="18" y="550"/>
                  </a:lnTo>
                  <a:lnTo>
                    <a:pt x="13" y="531"/>
                  </a:lnTo>
                  <a:lnTo>
                    <a:pt x="8" y="511"/>
                  </a:lnTo>
                  <a:lnTo>
                    <a:pt x="5" y="490"/>
                  </a:lnTo>
                  <a:lnTo>
                    <a:pt x="3" y="470"/>
                  </a:lnTo>
                  <a:lnTo>
                    <a:pt x="1" y="450"/>
                  </a:lnTo>
                  <a:lnTo>
                    <a:pt x="0" y="42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400" name="Freeform 26">
              <a:extLst>
                <a:ext uri="{FF2B5EF4-FFF2-40B4-BE49-F238E27FC236}">
                  <a16:creationId xmlns:a16="http://schemas.microsoft.com/office/drawing/2014/main" id="{4068BABF-5C1A-4E4D-A726-535DE430A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1417" y="1733868"/>
              <a:ext cx="114300" cy="138113"/>
            </a:xfrm>
            <a:custGeom>
              <a:avLst/>
              <a:gdLst>
                <a:gd name="T0" fmla="*/ 2147483646 w 145"/>
                <a:gd name="T1" fmla="*/ 0 h 173"/>
                <a:gd name="T2" fmla="*/ 0 w 145"/>
                <a:gd name="T3" fmla="*/ 2147483646 h 173"/>
                <a:gd name="T4" fmla="*/ 2147483646 w 145"/>
                <a:gd name="T5" fmla="*/ 2147483646 h 173"/>
                <a:gd name="T6" fmla="*/ 2147483646 w 145"/>
                <a:gd name="T7" fmla="*/ 2147483646 h 173"/>
                <a:gd name="T8" fmla="*/ 2147483646 w 14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73"/>
                <a:gd name="T17" fmla="*/ 145 w 14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73">
                  <a:moveTo>
                    <a:pt x="87" y="0"/>
                  </a:moveTo>
                  <a:lnTo>
                    <a:pt x="0" y="173"/>
                  </a:lnTo>
                  <a:lnTo>
                    <a:pt x="145" y="58"/>
                  </a:lnTo>
                  <a:lnTo>
                    <a:pt x="116" y="29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401" name="Freeform 29">
              <a:extLst>
                <a:ext uri="{FF2B5EF4-FFF2-40B4-BE49-F238E27FC236}">
                  <a16:creationId xmlns:a16="http://schemas.microsoft.com/office/drawing/2014/main" id="{B106ABEF-8F6C-4846-8F7E-E2E8910C5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8179" y="1276668"/>
              <a:ext cx="641350" cy="641350"/>
            </a:xfrm>
            <a:custGeom>
              <a:avLst/>
              <a:gdLst>
                <a:gd name="T0" fmla="*/ 2147483646 w 809"/>
                <a:gd name="T1" fmla="*/ 2147483646 h 808"/>
                <a:gd name="T2" fmla="*/ 2147483646 w 809"/>
                <a:gd name="T3" fmla="*/ 2147483646 h 808"/>
                <a:gd name="T4" fmla="*/ 2147483646 w 809"/>
                <a:gd name="T5" fmla="*/ 2147483646 h 808"/>
                <a:gd name="T6" fmla="*/ 2147483646 w 809"/>
                <a:gd name="T7" fmla="*/ 2147483646 h 808"/>
                <a:gd name="T8" fmla="*/ 2147483646 w 809"/>
                <a:gd name="T9" fmla="*/ 2147483646 h 808"/>
                <a:gd name="T10" fmla="*/ 2147483646 w 809"/>
                <a:gd name="T11" fmla="*/ 2147483646 h 808"/>
                <a:gd name="T12" fmla="*/ 2147483646 w 809"/>
                <a:gd name="T13" fmla="*/ 2147483646 h 808"/>
                <a:gd name="T14" fmla="*/ 2147483646 w 809"/>
                <a:gd name="T15" fmla="*/ 2147483646 h 808"/>
                <a:gd name="T16" fmla="*/ 2147483646 w 809"/>
                <a:gd name="T17" fmla="*/ 2147483646 h 808"/>
                <a:gd name="T18" fmla="*/ 2147483646 w 809"/>
                <a:gd name="T19" fmla="*/ 2147483646 h 808"/>
                <a:gd name="T20" fmla="*/ 2147483646 w 809"/>
                <a:gd name="T21" fmla="*/ 2147483646 h 808"/>
                <a:gd name="T22" fmla="*/ 2147483646 w 809"/>
                <a:gd name="T23" fmla="*/ 0 h 808"/>
                <a:gd name="T24" fmla="*/ 2147483646 w 809"/>
                <a:gd name="T25" fmla="*/ 2147483646 h 808"/>
                <a:gd name="T26" fmla="*/ 2147483646 w 809"/>
                <a:gd name="T27" fmla="*/ 2147483646 h 808"/>
                <a:gd name="T28" fmla="*/ 2147483646 w 809"/>
                <a:gd name="T29" fmla="*/ 2147483646 h 808"/>
                <a:gd name="T30" fmla="*/ 2147483646 w 809"/>
                <a:gd name="T31" fmla="*/ 2147483646 h 808"/>
                <a:gd name="T32" fmla="*/ 2147483646 w 809"/>
                <a:gd name="T33" fmla="*/ 2147483646 h 808"/>
                <a:gd name="T34" fmla="*/ 2147483646 w 809"/>
                <a:gd name="T35" fmla="*/ 2147483646 h 808"/>
                <a:gd name="T36" fmla="*/ 2147483646 w 809"/>
                <a:gd name="T37" fmla="*/ 2147483646 h 808"/>
                <a:gd name="T38" fmla="*/ 2147483646 w 809"/>
                <a:gd name="T39" fmla="*/ 2147483646 h 808"/>
                <a:gd name="T40" fmla="*/ 2147483646 w 809"/>
                <a:gd name="T41" fmla="*/ 2147483646 h 808"/>
                <a:gd name="T42" fmla="*/ 2147483646 w 809"/>
                <a:gd name="T43" fmla="*/ 2147483646 h 808"/>
                <a:gd name="T44" fmla="*/ 2147483646 w 809"/>
                <a:gd name="T45" fmla="*/ 2147483646 h 808"/>
                <a:gd name="T46" fmla="*/ 2147483646 w 809"/>
                <a:gd name="T47" fmla="*/ 2147483646 h 808"/>
                <a:gd name="T48" fmla="*/ 2147483646 w 809"/>
                <a:gd name="T49" fmla="*/ 2147483646 h 808"/>
                <a:gd name="T50" fmla="*/ 2147483646 w 809"/>
                <a:gd name="T51" fmla="*/ 2147483646 h 808"/>
                <a:gd name="T52" fmla="*/ 2147483646 w 809"/>
                <a:gd name="T53" fmla="*/ 2147483646 h 808"/>
                <a:gd name="T54" fmla="*/ 2147483646 w 809"/>
                <a:gd name="T55" fmla="*/ 2147483646 h 808"/>
                <a:gd name="T56" fmla="*/ 2147483646 w 809"/>
                <a:gd name="T57" fmla="*/ 2147483646 h 808"/>
                <a:gd name="T58" fmla="*/ 2147483646 w 809"/>
                <a:gd name="T59" fmla="*/ 2147483646 h 808"/>
                <a:gd name="T60" fmla="*/ 2147483646 w 809"/>
                <a:gd name="T61" fmla="*/ 2147483646 h 808"/>
                <a:gd name="T62" fmla="*/ 2147483646 w 809"/>
                <a:gd name="T63" fmla="*/ 2147483646 h 808"/>
                <a:gd name="T64" fmla="*/ 2147483646 w 809"/>
                <a:gd name="T65" fmla="*/ 2147483646 h 808"/>
                <a:gd name="T66" fmla="*/ 2147483646 w 809"/>
                <a:gd name="T67" fmla="*/ 2147483646 h 808"/>
                <a:gd name="T68" fmla="*/ 2147483646 w 809"/>
                <a:gd name="T69" fmla="*/ 2147483646 h 808"/>
                <a:gd name="T70" fmla="*/ 2147483646 w 809"/>
                <a:gd name="T71" fmla="*/ 2147483646 h 808"/>
                <a:gd name="T72" fmla="*/ 2147483646 w 809"/>
                <a:gd name="T73" fmla="*/ 2147483646 h 808"/>
                <a:gd name="T74" fmla="*/ 2147483646 w 809"/>
                <a:gd name="T75" fmla="*/ 2147483646 h 808"/>
                <a:gd name="T76" fmla="*/ 2147483646 w 809"/>
                <a:gd name="T77" fmla="*/ 2147483646 h 808"/>
                <a:gd name="T78" fmla="*/ 2147483646 w 809"/>
                <a:gd name="T79" fmla="*/ 2147483646 h 808"/>
                <a:gd name="T80" fmla="*/ 2147483646 w 809"/>
                <a:gd name="T81" fmla="*/ 2147483646 h 808"/>
                <a:gd name="T82" fmla="*/ 2147483646 w 809"/>
                <a:gd name="T83" fmla="*/ 2147483646 h 808"/>
                <a:gd name="T84" fmla="*/ 2147483646 w 809"/>
                <a:gd name="T85" fmla="*/ 2147483646 h 808"/>
                <a:gd name="T86" fmla="*/ 2147483646 w 809"/>
                <a:gd name="T87" fmla="*/ 2147483646 h 808"/>
                <a:gd name="T88" fmla="*/ 2147483646 w 809"/>
                <a:gd name="T89" fmla="*/ 2147483646 h 808"/>
                <a:gd name="T90" fmla="*/ 2147483646 w 809"/>
                <a:gd name="T91" fmla="*/ 2147483646 h 808"/>
                <a:gd name="T92" fmla="*/ 2147483646 w 809"/>
                <a:gd name="T93" fmla="*/ 2147483646 h 808"/>
                <a:gd name="T94" fmla="*/ 2147483646 w 809"/>
                <a:gd name="T95" fmla="*/ 2147483646 h 808"/>
                <a:gd name="T96" fmla="*/ 2147483646 w 809"/>
                <a:gd name="T97" fmla="*/ 2147483646 h 808"/>
                <a:gd name="T98" fmla="*/ 2147483646 w 809"/>
                <a:gd name="T99" fmla="*/ 2147483646 h 808"/>
                <a:gd name="T100" fmla="*/ 2147483646 w 809"/>
                <a:gd name="T101" fmla="*/ 2147483646 h 808"/>
                <a:gd name="T102" fmla="*/ 2147483646 w 809"/>
                <a:gd name="T103" fmla="*/ 2147483646 h 808"/>
                <a:gd name="T104" fmla="*/ 2147483646 w 809"/>
                <a:gd name="T105" fmla="*/ 2147483646 h 808"/>
                <a:gd name="T106" fmla="*/ 2147483646 w 809"/>
                <a:gd name="T107" fmla="*/ 2147483646 h 808"/>
                <a:gd name="T108" fmla="*/ 2147483646 w 809"/>
                <a:gd name="T109" fmla="*/ 2147483646 h 808"/>
                <a:gd name="T110" fmla="*/ 2147483646 w 809"/>
                <a:gd name="T111" fmla="*/ 2147483646 h 8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9"/>
                <a:gd name="T169" fmla="*/ 0 h 808"/>
                <a:gd name="T170" fmla="*/ 809 w 809"/>
                <a:gd name="T171" fmla="*/ 808 h 80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9" h="808">
                  <a:moveTo>
                    <a:pt x="0" y="400"/>
                  </a:moveTo>
                  <a:lnTo>
                    <a:pt x="0" y="410"/>
                  </a:lnTo>
                  <a:lnTo>
                    <a:pt x="2" y="388"/>
                  </a:lnTo>
                  <a:lnTo>
                    <a:pt x="3" y="368"/>
                  </a:lnTo>
                  <a:lnTo>
                    <a:pt x="6" y="348"/>
                  </a:lnTo>
                  <a:lnTo>
                    <a:pt x="9" y="328"/>
                  </a:lnTo>
                  <a:lnTo>
                    <a:pt x="13" y="307"/>
                  </a:lnTo>
                  <a:lnTo>
                    <a:pt x="19" y="289"/>
                  </a:lnTo>
                  <a:lnTo>
                    <a:pt x="25" y="268"/>
                  </a:lnTo>
                  <a:lnTo>
                    <a:pt x="34" y="251"/>
                  </a:lnTo>
                  <a:lnTo>
                    <a:pt x="41" y="232"/>
                  </a:lnTo>
                  <a:lnTo>
                    <a:pt x="49" y="215"/>
                  </a:lnTo>
                  <a:lnTo>
                    <a:pt x="60" y="198"/>
                  </a:lnTo>
                  <a:lnTo>
                    <a:pt x="71" y="180"/>
                  </a:lnTo>
                  <a:lnTo>
                    <a:pt x="83" y="165"/>
                  </a:lnTo>
                  <a:lnTo>
                    <a:pt x="94" y="150"/>
                  </a:lnTo>
                  <a:lnTo>
                    <a:pt x="107" y="134"/>
                  </a:lnTo>
                  <a:lnTo>
                    <a:pt x="120" y="121"/>
                  </a:lnTo>
                  <a:lnTo>
                    <a:pt x="135" y="107"/>
                  </a:lnTo>
                  <a:lnTo>
                    <a:pt x="149" y="94"/>
                  </a:lnTo>
                  <a:lnTo>
                    <a:pt x="165" y="82"/>
                  </a:lnTo>
                  <a:lnTo>
                    <a:pt x="181" y="71"/>
                  </a:lnTo>
                  <a:lnTo>
                    <a:pt x="198" y="61"/>
                  </a:lnTo>
                  <a:lnTo>
                    <a:pt x="215" y="51"/>
                  </a:lnTo>
                  <a:lnTo>
                    <a:pt x="233" y="40"/>
                  </a:lnTo>
                  <a:lnTo>
                    <a:pt x="250" y="33"/>
                  </a:lnTo>
                  <a:lnTo>
                    <a:pt x="269" y="26"/>
                  </a:lnTo>
                  <a:lnTo>
                    <a:pt x="288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6"/>
                  </a:lnTo>
                  <a:lnTo>
                    <a:pt x="368" y="3"/>
                  </a:lnTo>
                  <a:lnTo>
                    <a:pt x="389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0" y="1"/>
                  </a:lnTo>
                  <a:lnTo>
                    <a:pt x="442" y="3"/>
                  </a:lnTo>
                  <a:lnTo>
                    <a:pt x="462" y="6"/>
                  </a:lnTo>
                  <a:lnTo>
                    <a:pt x="482" y="9"/>
                  </a:lnTo>
                  <a:lnTo>
                    <a:pt x="503" y="13"/>
                  </a:lnTo>
                  <a:lnTo>
                    <a:pt x="521" y="19"/>
                  </a:lnTo>
                  <a:lnTo>
                    <a:pt x="540" y="26"/>
                  </a:lnTo>
                  <a:lnTo>
                    <a:pt x="559" y="33"/>
                  </a:lnTo>
                  <a:lnTo>
                    <a:pt x="578" y="40"/>
                  </a:lnTo>
                  <a:lnTo>
                    <a:pt x="595" y="51"/>
                  </a:lnTo>
                  <a:lnTo>
                    <a:pt x="612" y="61"/>
                  </a:lnTo>
                  <a:lnTo>
                    <a:pt x="628" y="71"/>
                  </a:lnTo>
                  <a:lnTo>
                    <a:pt x="644" y="82"/>
                  </a:lnTo>
                  <a:lnTo>
                    <a:pt x="660" y="94"/>
                  </a:lnTo>
                  <a:lnTo>
                    <a:pt x="674" y="107"/>
                  </a:lnTo>
                  <a:lnTo>
                    <a:pt x="689" y="121"/>
                  </a:lnTo>
                  <a:lnTo>
                    <a:pt x="703" y="134"/>
                  </a:lnTo>
                  <a:lnTo>
                    <a:pt x="716" y="150"/>
                  </a:lnTo>
                  <a:lnTo>
                    <a:pt x="728" y="165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8" y="232"/>
                  </a:lnTo>
                  <a:lnTo>
                    <a:pt x="777" y="251"/>
                  </a:lnTo>
                  <a:lnTo>
                    <a:pt x="784" y="268"/>
                  </a:lnTo>
                  <a:lnTo>
                    <a:pt x="791" y="289"/>
                  </a:lnTo>
                  <a:lnTo>
                    <a:pt x="796" y="307"/>
                  </a:lnTo>
                  <a:lnTo>
                    <a:pt x="801" y="328"/>
                  </a:lnTo>
                  <a:lnTo>
                    <a:pt x="804" y="348"/>
                  </a:lnTo>
                  <a:lnTo>
                    <a:pt x="807" y="368"/>
                  </a:lnTo>
                  <a:lnTo>
                    <a:pt x="809" y="388"/>
                  </a:lnTo>
                  <a:lnTo>
                    <a:pt x="809" y="410"/>
                  </a:lnTo>
                  <a:lnTo>
                    <a:pt x="809" y="400"/>
                  </a:lnTo>
                  <a:lnTo>
                    <a:pt x="809" y="421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6" y="502"/>
                  </a:lnTo>
                  <a:lnTo>
                    <a:pt x="791" y="521"/>
                  </a:lnTo>
                  <a:lnTo>
                    <a:pt x="784" y="541"/>
                  </a:lnTo>
                  <a:lnTo>
                    <a:pt x="777" y="559"/>
                  </a:lnTo>
                  <a:lnTo>
                    <a:pt x="768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9"/>
                  </a:lnTo>
                  <a:lnTo>
                    <a:pt x="728" y="645"/>
                  </a:lnTo>
                  <a:lnTo>
                    <a:pt x="716" y="660"/>
                  </a:lnTo>
                  <a:lnTo>
                    <a:pt x="703" y="675"/>
                  </a:lnTo>
                  <a:lnTo>
                    <a:pt x="689" y="688"/>
                  </a:lnTo>
                  <a:lnTo>
                    <a:pt x="674" y="703"/>
                  </a:lnTo>
                  <a:lnTo>
                    <a:pt x="660" y="716"/>
                  </a:lnTo>
                  <a:lnTo>
                    <a:pt x="644" y="727"/>
                  </a:lnTo>
                  <a:lnTo>
                    <a:pt x="628" y="739"/>
                  </a:lnTo>
                  <a:lnTo>
                    <a:pt x="612" y="749"/>
                  </a:lnTo>
                  <a:lnTo>
                    <a:pt x="595" y="759"/>
                  </a:lnTo>
                  <a:lnTo>
                    <a:pt x="578" y="769"/>
                  </a:lnTo>
                  <a:lnTo>
                    <a:pt x="559" y="776"/>
                  </a:lnTo>
                  <a:lnTo>
                    <a:pt x="540" y="784"/>
                  </a:lnTo>
                  <a:lnTo>
                    <a:pt x="521" y="791"/>
                  </a:lnTo>
                  <a:lnTo>
                    <a:pt x="503" y="797"/>
                  </a:lnTo>
                  <a:lnTo>
                    <a:pt x="482" y="801"/>
                  </a:lnTo>
                  <a:lnTo>
                    <a:pt x="462" y="804"/>
                  </a:lnTo>
                  <a:lnTo>
                    <a:pt x="442" y="807"/>
                  </a:lnTo>
                  <a:lnTo>
                    <a:pt x="420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9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8" y="801"/>
                  </a:lnTo>
                  <a:lnTo>
                    <a:pt x="308" y="797"/>
                  </a:lnTo>
                  <a:lnTo>
                    <a:pt x="288" y="791"/>
                  </a:lnTo>
                  <a:lnTo>
                    <a:pt x="269" y="784"/>
                  </a:lnTo>
                  <a:lnTo>
                    <a:pt x="250" y="776"/>
                  </a:lnTo>
                  <a:lnTo>
                    <a:pt x="233" y="769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1" y="739"/>
                  </a:lnTo>
                  <a:lnTo>
                    <a:pt x="165" y="727"/>
                  </a:lnTo>
                  <a:lnTo>
                    <a:pt x="149" y="716"/>
                  </a:lnTo>
                  <a:lnTo>
                    <a:pt x="135" y="703"/>
                  </a:lnTo>
                  <a:lnTo>
                    <a:pt x="120" y="688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3" y="645"/>
                  </a:lnTo>
                  <a:lnTo>
                    <a:pt x="71" y="629"/>
                  </a:lnTo>
                  <a:lnTo>
                    <a:pt x="60" y="612"/>
                  </a:lnTo>
                  <a:lnTo>
                    <a:pt x="49" y="595"/>
                  </a:lnTo>
                  <a:lnTo>
                    <a:pt x="41" y="577"/>
                  </a:lnTo>
                  <a:lnTo>
                    <a:pt x="34" y="559"/>
                  </a:lnTo>
                  <a:lnTo>
                    <a:pt x="25" y="541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9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1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402" name="Freeform 33">
              <a:extLst>
                <a:ext uri="{FF2B5EF4-FFF2-40B4-BE49-F238E27FC236}">
                  <a16:creationId xmlns:a16="http://schemas.microsoft.com/office/drawing/2014/main" id="{357DB968-68CF-434F-BE63-310D468F4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3153093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0 w 817"/>
                <a:gd name="T21" fmla="*/ 2147483646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2147483646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0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403" name="Freeform 37">
              <a:extLst>
                <a:ext uri="{FF2B5EF4-FFF2-40B4-BE49-F238E27FC236}">
                  <a16:creationId xmlns:a16="http://schemas.microsoft.com/office/drawing/2014/main" id="{ACAEE3DD-7001-4292-91CD-6614D6C73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4435794"/>
              <a:ext cx="647700" cy="649288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404" name="Freeform 38">
              <a:extLst>
                <a:ext uri="{FF2B5EF4-FFF2-40B4-BE49-F238E27FC236}">
                  <a16:creationId xmlns:a16="http://schemas.microsoft.com/office/drawing/2014/main" id="{86A49075-066D-43A3-A356-AC5F9343A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1848168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2147483646 w 817"/>
                <a:gd name="T21" fmla="*/ 0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0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2147483646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817" y="408"/>
                  </a:move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0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5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5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0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8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8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405" name="Freeform 39">
              <a:extLst>
                <a:ext uri="{FF2B5EF4-FFF2-40B4-BE49-F238E27FC236}">
                  <a16:creationId xmlns:a16="http://schemas.microsoft.com/office/drawing/2014/main" id="{0B316D05-DA50-44C9-8AF3-68B0EA86C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2970531"/>
              <a:ext cx="46037" cy="138112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406" name="Line 40">
              <a:extLst>
                <a:ext uri="{FF2B5EF4-FFF2-40B4-BE49-F238E27FC236}">
                  <a16:creationId xmlns:a16="http://schemas.microsoft.com/office/drawing/2014/main" id="{1EE053E0-62AA-420C-B824-2CDD9264E7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2489518"/>
              <a:ext cx="1588" cy="4810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407" name="Freeform 41">
              <a:extLst>
                <a:ext uri="{FF2B5EF4-FFF2-40B4-BE49-F238E27FC236}">
                  <a16:creationId xmlns:a16="http://schemas.microsoft.com/office/drawing/2014/main" id="{F9A4D9AF-6184-4251-86BA-47E2FA694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4277044"/>
              <a:ext cx="46037" cy="136525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408" name="Line 42">
              <a:extLst>
                <a:ext uri="{FF2B5EF4-FFF2-40B4-BE49-F238E27FC236}">
                  <a16:creationId xmlns:a16="http://schemas.microsoft.com/office/drawing/2014/main" id="{4F2038E6-5DFF-48E2-9FC9-55141436FE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3796032"/>
              <a:ext cx="1588" cy="48101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409" name="Rectangle 48">
              <a:extLst>
                <a:ext uri="{FF2B5EF4-FFF2-40B4-BE49-F238E27FC236}">
                  <a16:creationId xmlns:a16="http://schemas.microsoft.com/office/drawing/2014/main" id="{7E3DB703-D945-40C3-9A7C-500E1630B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2018512"/>
              <a:ext cx="50033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A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10" name="Freeform 50">
              <a:extLst>
                <a:ext uri="{FF2B5EF4-FFF2-40B4-BE49-F238E27FC236}">
                  <a16:creationId xmlns:a16="http://schemas.microsoft.com/office/drawing/2014/main" id="{9550D75D-6CF1-463D-BE94-9153CA0FF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5559744"/>
              <a:ext cx="46037" cy="160338"/>
            </a:xfrm>
            <a:custGeom>
              <a:avLst/>
              <a:gdLst>
                <a:gd name="T0" fmla="*/ 0 w 57"/>
                <a:gd name="T1" fmla="*/ 0 h 202"/>
                <a:gd name="T2" fmla="*/ 2147483646 w 57"/>
                <a:gd name="T3" fmla="*/ 2147483646 h 202"/>
                <a:gd name="T4" fmla="*/ 2147483646 w 57"/>
                <a:gd name="T5" fmla="*/ 0 h 202"/>
                <a:gd name="T6" fmla="*/ 2147483646 w 57"/>
                <a:gd name="T7" fmla="*/ 0 h 202"/>
                <a:gd name="T8" fmla="*/ 0 w 57"/>
                <a:gd name="T9" fmla="*/ 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202"/>
                <a:gd name="T17" fmla="*/ 57 w 57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202">
                  <a:moveTo>
                    <a:pt x="0" y="0"/>
                  </a:moveTo>
                  <a:lnTo>
                    <a:pt x="28" y="202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411" name="Line 51">
              <a:extLst>
                <a:ext uri="{FF2B5EF4-FFF2-40B4-BE49-F238E27FC236}">
                  <a16:creationId xmlns:a16="http://schemas.microsoft.com/office/drawing/2014/main" id="{04E616D1-4279-493B-97B1-30A4C42DFC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5100957"/>
              <a:ext cx="1588" cy="4587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412" name="Rectangle 69">
              <a:extLst>
                <a:ext uri="{FF2B5EF4-FFF2-40B4-BE49-F238E27FC236}">
                  <a16:creationId xmlns:a16="http://schemas.microsoft.com/office/drawing/2014/main" id="{EAD73C83-4BE9-48F3-9006-7BDCFEB15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5774" y="968733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13" name="Freeform 46">
              <a:extLst>
                <a:ext uri="{FF2B5EF4-FFF2-40B4-BE49-F238E27FC236}">
                  <a16:creationId xmlns:a16="http://schemas.microsoft.com/office/drawing/2014/main" id="{032BD640-118E-4696-A26B-DDFEAD726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5742307"/>
              <a:ext cx="647700" cy="649287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8"/>
                  </a:lnTo>
                  <a:lnTo>
                    <a:pt x="13" y="306"/>
                  </a:lnTo>
                  <a:lnTo>
                    <a:pt x="7" y="327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7"/>
                  </a:lnTo>
                  <a:lnTo>
                    <a:pt x="804" y="306"/>
                  </a:lnTo>
                  <a:lnTo>
                    <a:pt x="799" y="288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414" name="Rectangle 45">
              <a:extLst>
                <a:ext uri="{FF2B5EF4-FFF2-40B4-BE49-F238E27FC236}">
                  <a16:creationId xmlns:a16="http://schemas.microsoft.com/office/drawing/2014/main" id="{491F9742-24BF-4DEA-A93F-AEC1FC7BA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5958207"/>
              <a:ext cx="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9415" name="Group 1">
              <a:extLst>
                <a:ext uri="{FF2B5EF4-FFF2-40B4-BE49-F238E27FC236}">
                  <a16:creationId xmlns:a16="http://schemas.microsoft.com/office/drawing/2014/main" id="{79E5F58C-5F3D-46C0-A92E-CC070995F13D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5415851" y="2101137"/>
              <a:ext cx="1232239" cy="2721739"/>
              <a:chOff x="7290642" y="3464243"/>
              <a:chExt cx="1624012" cy="2622551"/>
            </a:xfrm>
          </p:grpSpPr>
          <p:sp>
            <p:nvSpPr>
              <p:cNvPr id="59435" name="Freeform 9">
                <a:extLst>
                  <a:ext uri="{FF2B5EF4-FFF2-40B4-BE49-F238E27FC236}">
                    <a16:creationId xmlns:a16="http://schemas.microsoft.com/office/drawing/2014/main" id="{C5C35639-0D33-4047-83C5-8F02C4138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1754" y="6040757"/>
                <a:ext cx="138113" cy="46037"/>
              </a:xfrm>
              <a:custGeom>
                <a:avLst/>
                <a:gdLst>
                  <a:gd name="T0" fmla="*/ 2147483646 w 174"/>
                  <a:gd name="T1" fmla="*/ 0 h 58"/>
                  <a:gd name="T2" fmla="*/ 0 w 174"/>
                  <a:gd name="T3" fmla="*/ 2147483646 h 58"/>
                  <a:gd name="T4" fmla="*/ 2147483646 w 174"/>
                  <a:gd name="T5" fmla="*/ 2147483646 h 58"/>
                  <a:gd name="T6" fmla="*/ 2147483646 w 174"/>
                  <a:gd name="T7" fmla="*/ 2147483646 h 58"/>
                  <a:gd name="T8" fmla="*/ 2147483646 w 174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4"/>
                  <a:gd name="T16" fmla="*/ 0 h 58"/>
                  <a:gd name="T17" fmla="*/ 174 w 174"/>
                  <a:gd name="T18" fmla="*/ 58 h 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4" h="58">
                    <a:moveTo>
                      <a:pt x="174" y="0"/>
                    </a:moveTo>
                    <a:lnTo>
                      <a:pt x="0" y="29"/>
                    </a:lnTo>
                    <a:lnTo>
                      <a:pt x="174" y="58"/>
                    </a:lnTo>
                    <a:lnTo>
                      <a:pt x="174" y="29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000000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9436" name="Arc 87">
                <a:extLst>
                  <a:ext uri="{FF2B5EF4-FFF2-40B4-BE49-F238E27FC236}">
                    <a16:creationId xmlns:a16="http://schemas.microsoft.com/office/drawing/2014/main" id="{B1930909-A1C7-4A25-80F9-4FDF0DE98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0642" y="3464243"/>
                <a:ext cx="1624012" cy="1325563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9437" name="Arc 88">
                <a:extLst>
                  <a:ext uri="{FF2B5EF4-FFF2-40B4-BE49-F238E27FC236}">
                    <a16:creationId xmlns:a16="http://schemas.microsoft.com/office/drawing/2014/main" id="{6BEDD858-C6F2-4EC6-93DF-B1A4DF7FB9E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458917" y="4751707"/>
                <a:ext cx="1455737" cy="1309687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9416" name="Rectangle 48">
              <a:extLst>
                <a:ext uri="{FF2B5EF4-FFF2-40B4-BE49-F238E27FC236}">
                  <a16:creationId xmlns:a16="http://schemas.microsoft.com/office/drawing/2014/main" id="{CA2E357C-C12E-44BB-BBC8-8662CA918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8461" y="3325743"/>
              <a:ext cx="50022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B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17" name="Rectangle 48">
              <a:extLst>
                <a:ext uri="{FF2B5EF4-FFF2-40B4-BE49-F238E27FC236}">
                  <a16:creationId xmlns:a16="http://schemas.microsoft.com/office/drawing/2014/main" id="{032ED9FA-63D8-4ACF-9187-0B031D624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7370" y="4604883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18" name="Rectangle 48">
              <a:extLst>
                <a:ext uri="{FF2B5EF4-FFF2-40B4-BE49-F238E27FC236}">
                  <a16:creationId xmlns:a16="http://schemas.microsoft.com/office/drawing/2014/main" id="{97C63187-CD96-47AF-AA35-552C412E9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5922894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/ 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9419" name="Group 3">
              <a:extLst>
                <a:ext uri="{FF2B5EF4-FFF2-40B4-BE49-F238E27FC236}">
                  <a16:creationId xmlns:a16="http://schemas.microsoft.com/office/drawing/2014/main" id="{BC656649-2BD1-405E-9F18-2F41AA5E3A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6003" y="1918018"/>
              <a:ext cx="1612900" cy="4281875"/>
              <a:chOff x="2655888" y="1731962"/>
              <a:chExt cx="1612900" cy="3917951"/>
            </a:xfrm>
          </p:grpSpPr>
          <p:sp>
            <p:nvSpPr>
              <p:cNvPr id="59432" name="Freeform 4">
                <a:extLst>
                  <a:ext uri="{FF2B5EF4-FFF2-40B4-BE49-F238E27FC236}">
                    <a16:creationId xmlns:a16="http://schemas.microsoft.com/office/drawing/2014/main" id="{4DA3DF7B-6C59-456F-A542-689844900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263" y="1731962"/>
                <a:ext cx="136525" cy="68263"/>
              </a:xfrm>
              <a:custGeom>
                <a:avLst/>
                <a:gdLst>
                  <a:gd name="T0" fmla="*/ 0 w 173"/>
                  <a:gd name="T1" fmla="*/ 2147483646 h 86"/>
                  <a:gd name="T2" fmla="*/ 2147483646 w 173"/>
                  <a:gd name="T3" fmla="*/ 2147483646 h 86"/>
                  <a:gd name="T4" fmla="*/ 0 w 173"/>
                  <a:gd name="T5" fmla="*/ 0 h 86"/>
                  <a:gd name="T6" fmla="*/ 0 w 173"/>
                  <a:gd name="T7" fmla="*/ 2147483646 h 86"/>
                  <a:gd name="T8" fmla="*/ 0 w 173"/>
                  <a:gd name="T9" fmla="*/ 214748364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86"/>
                  <a:gd name="T17" fmla="*/ 173 w 173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86">
                    <a:moveTo>
                      <a:pt x="0" y="86"/>
                    </a:moveTo>
                    <a:lnTo>
                      <a:pt x="173" y="29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chemeClr val="tx1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9433" name="Arc 85">
                <a:extLst>
                  <a:ext uri="{FF2B5EF4-FFF2-40B4-BE49-F238E27FC236}">
                    <a16:creationId xmlns:a16="http://schemas.microsoft.com/office/drawing/2014/main" id="{A5E05D3C-04A3-447C-BB3D-77CB52BAE1D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 flipV="1">
                <a:off x="2655888" y="3587751"/>
                <a:ext cx="1612900" cy="2062162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9434" name="Arc 86">
                <a:extLst>
                  <a:ext uri="{FF2B5EF4-FFF2-40B4-BE49-F238E27FC236}">
                    <a16:creationId xmlns:a16="http://schemas.microsoft.com/office/drawing/2014/main" id="{94947B2C-B646-4FBE-BBE8-87D382F0AC9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55888" y="1762125"/>
                <a:ext cx="1476375" cy="1836737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59420" name="Group 5">
              <a:extLst>
                <a:ext uri="{FF2B5EF4-FFF2-40B4-BE49-F238E27FC236}">
                  <a16:creationId xmlns:a16="http://schemas.microsoft.com/office/drawing/2014/main" id="{C60D40C9-6FE7-4FFD-ADDD-A9831AE875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72212" y="2244856"/>
              <a:ext cx="675878" cy="1251891"/>
              <a:chOff x="4652181" y="1098568"/>
              <a:chExt cx="675878" cy="1251891"/>
            </a:xfrm>
          </p:grpSpPr>
          <p:sp>
            <p:nvSpPr>
              <p:cNvPr id="59429" name="Arc 87">
                <a:extLst>
                  <a:ext uri="{FF2B5EF4-FFF2-40B4-BE49-F238E27FC236}">
                    <a16:creationId xmlns:a16="http://schemas.microsoft.com/office/drawing/2014/main" id="{DA0523E8-567C-4761-8AED-5B5A1B6C967F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4652181" y="1727150"/>
                <a:ext cx="648198" cy="623309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9430" name="Arc 88">
                <a:extLst>
                  <a:ext uri="{FF2B5EF4-FFF2-40B4-BE49-F238E27FC236}">
                    <a16:creationId xmlns:a16="http://schemas.microsoft.com/office/drawing/2014/main" id="{97514046-0217-43C5-BEFB-E547D41B69EB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 flipV="1">
                <a:off x="4652181" y="1129221"/>
                <a:ext cx="581034" cy="615844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9431" name="Freeform 4">
                <a:extLst>
                  <a:ext uri="{FF2B5EF4-FFF2-40B4-BE49-F238E27FC236}">
                    <a16:creationId xmlns:a16="http://schemas.microsoft.com/office/drawing/2014/main" id="{9DB49582-91C6-47FC-9CF6-E62625916A51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5191534" y="1098568"/>
                <a:ext cx="136525" cy="74604"/>
              </a:xfrm>
              <a:custGeom>
                <a:avLst/>
                <a:gdLst>
                  <a:gd name="T0" fmla="*/ 0 w 173"/>
                  <a:gd name="T1" fmla="*/ 2147483646 h 86"/>
                  <a:gd name="T2" fmla="*/ 2147483646 w 173"/>
                  <a:gd name="T3" fmla="*/ 2147483646 h 86"/>
                  <a:gd name="T4" fmla="*/ 0 w 173"/>
                  <a:gd name="T5" fmla="*/ 0 h 86"/>
                  <a:gd name="T6" fmla="*/ 0 w 173"/>
                  <a:gd name="T7" fmla="*/ 2147483646 h 86"/>
                  <a:gd name="T8" fmla="*/ 0 w 173"/>
                  <a:gd name="T9" fmla="*/ 214748364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86"/>
                  <a:gd name="T17" fmla="*/ 173 w 173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86">
                    <a:moveTo>
                      <a:pt x="0" y="86"/>
                    </a:moveTo>
                    <a:lnTo>
                      <a:pt x="173" y="29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chemeClr val="tx1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9421" name="Freeform 16">
              <a:extLst>
                <a:ext uri="{FF2B5EF4-FFF2-40B4-BE49-F238E27FC236}">
                  <a16:creationId xmlns:a16="http://schemas.microsoft.com/office/drawing/2014/main" id="{48593E89-F1BD-4643-A2E3-95A544E07790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233771" y="6250561"/>
              <a:ext cx="114300" cy="114300"/>
            </a:xfrm>
            <a:custGeom>
              <a:avLst/>
              <a:gdLst>
                <a:gd name="T0" fmla="*/ 0 w 144"/>
                <a:gd name="T1" fmla="*/ 2147483646 h 144"/>
                <a:gd name="T2" fmla="*/ 2147483646 w 144"/>
                <a:gd name="T3" fmla="*/ 2147483646 h 144"/>
                <a:gd name="T4" fmla="*/ 2147483646 w 144"/>
                <a:gd name="T5" fmla="*/ 0 h 144"/>
                <a:gd name="T6" fmla="*/ 2147483646 w 144"/>
                <a:gd name="T7" fmla="*/ 0 h 144"/>
                <a:gd name="T8" fmla="*/ 0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0" y="28"/>
                  </a:moveTo>
                  <a:lnTo>
                    <a:pt x="144" y="144"/>
                  </a:lnTo>
                  <a:lnTo>
                    <a:pt x="29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422" name="Rectangle 69">
              <a:extLst>
                <a:ext uri="{FF2B5EF4-FFF2-40B4-BE49-F238E27FC236}">
                  <a16:creationId xmlns:a16="http://schemas.microsoft.com/office/drawing/2014/main" id="{897D1C97-FC5F-4DF4-A414-BE95D1E1A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6876" y="5784394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23" name="Rectangle 69">
              <a:extLst>
                <a:ext uri="{FF2B5EF4-FFF2-40B4-BE49-F238E27FC236}">
                  <a16:creationId xmlns:a16="http://schemas.microsoft.com/office/drawing/2014/main" id="{B98BEAC4-0117-41F9-911F-2F0AEC905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944" y="4722291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24" name="Rectangle 69">
              <a:extLst>
                <a:ext uri="{FF2B5EF4-FFF2-40B4-BE49-F238E27FC236}">
                  <a16:creationId xmlns:a16="http://schemas.microsoft.com/office/drawing/2014/main" id="{2B2C9599-DC25-4075-8E35-D3EE0FB92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7392" y="3415799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25" name="Rectangle 69">
              <a:extLst>
                <a:ext uri="{FF2B5EF4-FFF2-40B4-BE49-F238E27FC236}">
                  <a16:creationId xmlns:a16="http://schemas.microsoft.com/office/drawing/2014/main" id="{405F20B1-2B9E-4B3C-A3F9-01E884008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1063" y="2650747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26" name="Rectangle 69">
              <a:extLst>
                <a:ext uri="{FF2B5EF4-FFF2-40B4-BE49-F238E27FC236}">
                  <a16:creationId xmlns:a16="http://schemas.microsoft.com/office/drawing/2014/main" id="{FFDA88FA-CDA8-432E-BF35-7D4E7E196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3942336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27" name="Rectangle 69">
              <a:extLst>
                <a:ext uri="{FF2B5EF4-FFF2-40B4-BE49-F238E27FC236}">
                  <a16:creationId xmlns:a16="http://schemas.microsoft.com/office/drawing/2014/main" id="{B78E9D12-4722-4EA9-89EA-53EC75605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0869" y="5189553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428" name="Rectangle 69">
              <a:extLst>
                <a:ext uri="{FF2B5EF4-FFF2-40B4-BE49-F238E27FC236}">
                  <a16:creationId xmlns:a16="http://schemas.microsoft.com/office/drawing/2014/main" id="{54A5FBC3-5CEB-471B-A828-DDDF55A8B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122" y="5833994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9CC45A82-2964-BC4D-9E9A-A237F6892735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12700"/>
            <a:ext cx="9144000" cy="79057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We are done!</a:t>
            </a:r>
          </a:p>
        </p:txBody>
      </p:sp>
      <p:grpSp>
        <p:nvGrpSpPr>
          <p:cNvPr id="60418" name="Group 93">
            <a:extLst>
              <a:ext uri="{FF2B5EF4-FFF2-40B4-BE49-F238E27FC236}">
                <a16:creationId xmlns:a16="http://schemas.microsoft.com/office/drawing/2014/main" id="{C05CC264-25FD-4C1A-B715-3E2D8F58AEDE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60462" name="Rectangle 85">
              <a:extLst>
                <a:ext uri="{FF2B5EF4-FFF2-40B4-BE49-F238E27FC236}">
                  <a16:creationId xmlns:a16="http://schemas.microsoft.com/office/drawing/2014/main" id="{51711ACF-D1C9-4706-9CA0-EEFB941E5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63" name="Rectangle 86">
              <a:extLst>
                <a:ext uri="{FF2B5EF4-FFF2-40B4-BE49-F238E27FC236}">
                  <a16:creationId xmlns:a16="http://schemas.microsoft.com/office/drawing/2014/main" id="{BF3B3F02-CBD1-429D-9D5E-631989492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64" name="Rectangle 88">
              <a:extLst>
                <a:ext uri="{FF2B5EF4-FFF2-40B4-BE49-F238E27FC236}">
                  <a16:creationId xmlns:a16="http://schemas.microsoft.com/office/drawing/2014/main" id="{209FDDB8-7211-499F-B46B-D60F6FD6E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65" name="Rectangle 89">
              <a:extLst>
                <a:ext uri="{FF2B5EF4-FFF2-40B4-BE49-F238E27FC236}">
                  <a16:creationId xmlns:a16="http://schemas.microsoft.com/office/drawing/2014/main" id="{51028D01-5642-448C-BA8A-197A31583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66" name="Rectangle 90">
              <a:extLst>
                <a:ext uri="{FF2B5EF4-FFF2-40B4-BE49-F238E27FC236}">
                  <a16:creationId xmlns:a16="http://schemas.microsoft.com/office/drawing/2014/main" id="{EFB3491B-FDE4-46D2-BD99-507D7FF84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67" name="Rectangle 91">
              <a:extLst>
                <a:ext uri="{FF2B5EF4-FFF2-40B4-BE49-F238E27FC236}">
                  <a16:creationId xmlns:a16="http://schemas.microsoft.com/office/drawing/2014/main" id="{298F1FBA-8CD0-4232-B6B4-8DCD9EB2D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68" name="Rectangle 92">
              <a:extLst>
                <a:ext uri="{FF2B5EF4-FFF2-40B4-BE49-F238E27FC236}">
                  <a16:creationId xmlns:a16="http://schemas.microsoft.com/office/drawing/2014/main" id="{AA1A5223-6FBA-4F81-BD20-0EF34998B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69" name="Rectangle 93">
              <a:extLst>
                <a:ext uri="{FF2B5EF4-FFF2-40B4-BE49-F238E27FC236}">
                  <a16:creationId xmlns:a16="http://schemas.microsoft.com/office/drawing/2014/main" id="{97242D0C-BF5D-4194-8D4C-96AAD1E91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70" name="Rectangle 94">
              <a:extLst>
                <a:ext uri="{FF2B5EF4-FFF2-40B4-BE49-F238E27FC236}">
                  <a16:creationId xmlns:a16="http://schemas.microsoft.com/office/drawing/2014/main" id="{EA557C65-E8BD-4F59-8F5A-36B881DFE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71" name="Rectangle 95">
              <a:extLst>
                <a:ext uri="{FF2B5EF4-FFF2-40B4-BE49-F238E27FC236}">
                  <a16:creationId xmlns:a16="http://schemas.microsoft.com/office/drawing/2014/main" id="{8E7A5E0A-34B2-4F3F-AE79-FB312E204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72" name="Rectangle 96">
              <a:extLst>
                <a:ext uri="{FF2B5EF4-FFF2-40B4-BE49-F238E27FC236}">
                  <a16:creationId xmlns:a16="http://schemas.microsoft.com/office/drawing/2014/main" id="{1AB9DC13-B6D9-4977-A549-4ACA2FBDA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73" name="Rectangle 97">
              <a:extLst>
                <a:ext uri="{FF2B5EF4-FFF2-40B4-BE49-F238E27FC236}">
                  <a16:creationId xmlns:a16="http://schemas.microsoft.com/office/drawing/2014/main" id="{C21643A2-6812-405E-BCBE-C5707F9DD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74" name="Rectangle 98">
              <a:extLst>
                <a:ext uri="{FF2B5EF4-FFF2-40B4-BE49-F238E27FC236}">
                  <a16:creationId xmlns:a16="http://schemas.microsoft.com/office/drawing/2014/main" id="{7AB3892F-DB5F-466A-B220-E00991084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75" name="Rectangle 99">
              <a:extLst>
                <a:ext uri="{FF2B5EF4-FFF2-40B4-BE49-F238E27FC236}">
                  <a16:creationId xmlns:a16="http://schemas.microsoft.com/office/drawing/2014/main" id="{1C4245EF-755D-490D-AD66-AEA17ABC1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76" name="Rectangle 100">
              <a:extLst>
                <a:ext uri="{FF2B5EF4-FFF2-40B4-BE49-F238E27FC236}">
                  <a16:creationId xmlns:a16="http://schemas.microsoft.com/office/drawing/2014/main" id="{7CAA8007-5B65-49C4-B46F-1517E379F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77" name="Rectangle 101">
              <a:extLst>
                <a:ext uri="{FF2B5EF4-FFF2-40B4-BE49-F238E27FC236}">
                  <a16:creationId xmlns:a16="http://schemas.microsoft.com/office/drawing/2014/main" id="{DBF617E8-3270-4EE6-9CD5-F764D82C1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78" name="Rectangle 102">
              <a:extLst>
                <a:ext uri="{FF2B5EF4-FFF2-40B4-BE49-F238E27FC236}">
                  <a16:creationId xmlns:a16="http://schemas.microsoft.com/office/drawing/2014/main" id="{DA6A8BD5-5C88-4185-987B-4227A569D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79" name="Rectangle 103">
              <a:extLst>
                <a:ext uri="{FF2B5EF4-FFF2-40B4-BE49-F238E27FC236}">
                  <a16:creationId xmlns:a16="http://schemas.microsoft.com/office/drawing/2014/main" id="{EF27FE48-2C33-4B73-8840-34F53684D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80" name="Rectangle 104">
              <a:extLst>
                <a:ext uri="{FF2B5EF4-FFF2-40B4-BE49-F238E27FC236}">
                  <a16:creationId xmlns:a16="http://schemas.microsoft.com/office/drawing/2014/main" id="{2DB24B1C-208B-41A9-A010-E597658F6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81" name="Rectangle 105">
              <a:extLst>
                <a:ext uri="{FF2B5EF4-FFF2-40B4-BE49-F238E27FC236}">
                  <a16:creationId xmlns:a16="http://schemas.microsoft.com/office/drawing/2014/main" id="{8AB32BE3-BC6B-4D93-8535-BFF4EE1DA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82" name="Rectangle 106">
              <a:extLst>
                <a:ext uri="{FF2B5EF4-FFF2-40B4-BE49-F238E27FC236}">
                  <a16:creationId xmlns:a16="http://schemas.microsoft.com/office/drawing/2014/main" id="{AA801572-D022-4DD4-8448-06D3ABEFB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83" name="Rectangle 107">
              <a:extLst>
                <a:ext uri="{FF2B5EF4-FFF2-40B4-BE49-F238E27FC236}">
                  <a16:creationId xmlns:a16="http://schemas.microsoft.com/office/drawing/2014/main" id="{3877ABF6-49C3-4B5C-95AB-F3A1B09DF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84" name="Rectangle 108">
              <a:extLst>
                <a:ext uri="{FF2B5EF4-FFF2-40B4-BE49-F238E27FC236}">
                  <a16:creationId xmlns:a16="http://schemas.microsoft.com/office/drawing/2014/main" id="{CD4BF2CA-8FC4-4734-B56F-C1331D9DD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85" name="Rectangle 109">
              <a:extLst>
                <a:ext uri="{FF2B5EF4-FFF2-40B4-BE49-F238E27FC236}">
                  <a16:creationId xmlns:a16="http://schemas.microsoft.com/office/drawing/2014/main" id="{8279F8BA-2596-42BE-A4EE-D3C1E48A2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86" name="Rectangle 110">
              <a:extLst>
                <a:ext uri="{FF2B5EF4-FFF2-40B4-BE49-F238E27FC236}">
                  <a16:creationId xmlns:a16="http://schemas.microsoft.com/office/drawing/2014/main" id="{2D528721-E813-42F5-9043-23F68B635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87" name="Rectangle 111">
              <a:extLst>
                <a:ext uri="{FF2B5EF4-FFF2-40B4-BE49-F238E27FC236}">
                  <a16:creationId xmlns:a16="http://schemas.microsoft.com/office/drawing/2014/main" id="{47A0CD81-075B-4C54-ADF8-4DB0B7348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88" name="Rectangle 112">
              <a:extLst>
                <a:ext uri="{FF2B5EF4-FFF2-40B4-BE49-F238E27FC236}">
                  <a16:creationId xmlns:a16="http://schemas.microsoft.com/office/drawing/2014/main" id="{85C644D8-566B-47D1-8453-EAE616166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89" name="Rectangle 113">
              <a:extLst>
                <a:ext uri="{FF2B5EF4-FFF2-40B4-BE49-F238E27FC236}">
                  <a16:creationId xmlns:a16="http://schemas.microsoft.com/office/drawing/2014/main" id="{B6A5107B-8D13-4BAE-816C-681EAF98B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90" name="Rectangle 114">
              <a:extLst>
                <a:ext uri="{FF2B5EF4-FFF2-40B4-BE49-F238E27FC236}">
                  <a16:creationId xmlns:a16="http://schemas.microsoft.com/office/drawing/2014/main" id="{E32E1C07-82E8-4593-9F37-D0C52A2CF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91" name="Rectangle 115">
              <a:extLst>
                <a:ext uri="{FF2B5EF4-FFF2-40B4-BE49-F238E27FC236}">
                  <a16:creationId xmlns:a16="http://schemas.microsoft.com/office/drawing/2014/main" id="{66CEA031-27C2-49F7-AF78-FEA156958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92" name="Rectangle 116">
              <a:extLst>
                <a:ext uri="{FF2B5EF4-FFF2-40B4-BE49-F238E27FC236}">
                  <a16:creationId xmlns:a16="http://schemas.microsoft.com/office/drawing/2014/main" id="{92B5E874-CADF-4EFB-88C1-40DFDE5AB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93" name="Rectangle 117">
              <a:extLst>
                <a:ext uri="{FF2B5EF4-FFF2-40B4-BE49-F238E27FC236}">
                  <a16:creationId xmlns:a16="http://schemas.microsoft.com/office/drawing/2014/main" id="{DB24438F-A237-4F5D-A4C5-2008C93A9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94" name="Rectangle 118">
              <a:extLst>
                <a:ext uri="{FF2B5EF4-FFF2-40B4-BE49-F238E27FC236}">
                  <a16:creationId xmlns:a16="http://schemas.microsoft.com/office/drawing/2014/main" id="{537D2BB2-9AAE-4B41-BE40-2369C525B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95" name="Rectangle 119">
              <a:extLst>
                <a:ext uri="{FF2B5EF4-FFF2-40B4-BE49-F238E27FC236}">
                  <a16:creationId xmlns:a16="http://schemas.microsoft.com/office/drawing/2014/main" id="{3994E99E-2A51-40A7-9510-02E114C13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96" name="Rectangle 120">
              <a:extLst>
                <a:ext uri="{FF2B5EF4-FFF2-40B4-BE49-F238E27FC236}">
                  <a16:creationId xmlns:a16="http://schemas.microsoft.com/office/drawing/2014/main" id="{092A3A51-BEE6-4ADA-B282-9091B6853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97" name="Rectangle 121">
              <a:extLst>
                <a:ext uri="{FF2B5EF4-FFF2-40B4-BE49-F238E27FC236}">
                  <a16:creationId xmlns:a16="http://schemas.microsoft.com/office/drawing/2014/main" id="{AFCDC1B7-19EE-4A41-8EB4-A6EDB0A63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98" name="Rectangle 122">
              <a:extLst>
                <a:ext uri="{FF2B5EF4-FFF2-40B4-BE49-F238E27FC236}">
                  <a16:creationId xmlns:a16="http://schemas.microsoft.com/office/drawing/2014/main" id="{E27EEEE1-2B67-4BE5-8187-AB6832B3D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99" name="Rectangle 123">
              <a:extLst>
                <a:ext uri="{FF2B5EF4-FFF2-40B4-BE49-F238E27FC236}">
                  <a16:creationId xmlns:a16="http://schemas.microsoft.com/office/drawing/2014/main" id="{5666ED46-37A4-4152-BA7F-DBEDBEBEE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500" name="Rectangle 124">
              <a:extLst>
                <a:ext uri="{FF2B5EF4-FFF2-40B4-BE49-F238E27FC236}">
                  <a16:creationId xmlns:a16="http://schemas.microsoft.com/office/drawing/2014/main" id="{5DBACA4E-5344-4D6D-8FA4-C19D75491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501" name="Rectangle 125">
              <a:extLst>
                <a:ext uri="{FF2B5EF4-FFF2-40B4-BE49-F238E27FC236}">
                  <a16:creationId xmlns:a16="http://schemas.microsoft.com/office/drawing/2014/main" id="{B1A11854-1553-458B-BFF3-D1F1BB184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502" name="Rectangle 126">
              <a:extLst>
                <a:ext uri="{FF2B5EF4-FFF2-40B4-BE49-F238E27FC236}">
                  <a16:creationId xmlns:a16="http://schemas.microsoft.com/office/drawing/2014/main" id="{9028253E-F125-4585-B5EE-9BC62838A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503" name="Rectangle 127">
              <a:extLst>
                <a:ext uri="{FF2B5EF4-FFF2-40B4-BE49-F238E27FC236}">
                  <a16:creationId xmlns:a16="http://schemas.microsoft.com/office/drawing/2014/main" id="{EB308E36-62DC-47CB-85F5-5344D3D31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504" name="Rectangle 128">
              <a:extLst>
                <a:ext uri="{FF2B5EF4-FFF2-40B4-BE49-F238E27FC236}">
                  <a16:creationId xmlns:a16="http://schemas.microsoft.com/office/drawing/2014/main" id="{4D760F2A-CB78-40C0-86E6-08DE747CB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505" name="Rectangle 129">
              <a:extLst>
                <a:ext uri="{FF2B5EF4-FFF2-40B4-BE49-F238E27FC236}">
                  <a16:creationId xmlns:a16="http://schemas.microsoft.com/office/drawing/2014/main" id="{661F7039-3509-4B3C-B5AA-0EED78CA0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506" name="Rectangle 130">
              <a:extLst>
                <a:ext uri="{FF2B5EF4-FFF2-40B4-BE49-F238E27FC236}">
                  <a16:creationId xmlns:a16="http://schemas.microsoft.com/office/drawing/2014/main" id="{96184BA3-BB3D-4040-8C72-712CE80E2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507" name="Rectangle 131">
              <a:extLst>
                <a:ext uri="{FF2B5EF4-FFF2-40B4-BE49-F238E27FC236}">
                  <a16:creationId xmlns:a16="http://schemas.microsoft.com/office/drawing/2014/main" id="{8C3193F7-9004-43D8-BE75-58C71A864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508" name="Rectangle 132">
              <a:extLst>
                <a:ext uri="{FF2B5EF4-FFF2-40B4-BE49-F238E27FC236}">
                  <a16:creationId xmlns:a16="http://schemas.microsoft.com/office/drawing/2014/main" id="{0456634F-8652-40B4-83DD-C540042AE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509" name="Rectangle 133">
              <a:extLst>
                <a:ext uri="{FF2B5EF4-FFF2-40B4-BE49-F238E27FC236}">
                  <a16:creationId xmlns:a16="http://schemas.microsoft.com/office/drawing/2014/main" id="{3C93663C-1214-4F97-8A51-72D75945C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510" name="Rectangle 134">
              <a:extLst>
                <a:ext uri="{FF2B5EF4-FFF2-40B4-BE49-F238E27FC236}">
                  <a16:creationId xmlns:a16="http://schemas.microsoft.com/office/drawing/2014/main" id="{A1CF7EBF-5069-4A71-B47E-82BA4E81B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511" name="Rectangle 135">
              <a:extLst>
                <a:ext uri="{FF2B5EF4-FFF2-40B4-BE49-F238E27FC236}">
                  <a16:creationId xmlns:a16="http://schemas.microsoft.com/office/drawing/2014/main" id="{DC31F724-9EC8-4527-AA71-1007167C6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512" name="Rectangle 136">
              <a:extLst>
                <a:ext uri="{FF2B5EF4-FFF2-40B4-BE49-F238E27FC236}">
                  <a16:creationId xmlns:a16="http://schemas.microsoft.com/office/drawing/2014/main" id="{A2BA8B78-F59C-4947-A2A0-42B1229A9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513" name="Rectangle 137">
              <a:extLst>
                <a:ext uri="{FF2B5EF4-FFF2-40B4-BE49-F238E27FC236}">
                  <a16:creationId xmlns:a16="http://schemas.microsoft.com/office/drawing/2014/main" id="{0AC3ABF5-281E-444E-8ECF-6BF767F03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514" name="Rectangle 138">
              <a:extLst>
                <a:ext uri="{FF2B5EF4-FFF2-40B4-BE49-F238E27FC236}">
                  <a16:creationId xmlns:a16="http://schemas.microsoft.com/office/drawing/2014/main" id="{6AD9BECD-71F5-4999-915F-1AC071627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515" name="Rectangle 139">
              <a:extLst>
                <a:ext uri="{FF2B5EF4-FFF2-40B4-BE49-F238E27FC236}">
                  <a16:creationId xmlns:a16="http://schemas.microsoft.com/office/drawing/2014/main" id="{810A80F9-A91C-4A60-9906-E99364790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516" name="Rectangle 140">
              <a:extLst>
                <a:ext uri="{FF2B5EF4-FFF2-40B4-BE49-F238E27FC236}">
                  <a16:creationId xmlns:a16="http://schemas.microsoft.com/office/drawing/2014/main" id="{6C9461AA-6CCC-436D-A28F-1AD5D5438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419" name="Group 6">
            <a:extLst>
              <a:ext uri="{FF2B5EF4-FFF2-40B4-BE49-F238E27FC236}">
                <a16:creationId xmlns:a16="http://schemas.microsoft.com/office/drawing/2014/main" id="{ECE3BC20-CD9E-46EA-A539-08E37327007E}"/>
              </a:ext>
            </a:extLst>
          </p:cNvPr>
          <p:cNvGrpSpPr>
            <a:grpSpLocks/>
          </p:cNvGrpSpPr>
          <p:nvPr/>
        </p:nvGrpSpPr>
        <p:grpSpPr bwMode="auto">
          <a:xfrm>
            <a:off x="5246688" y="747713"/>
            <a:ext cx="3330575" cy="5424487"/>
            <a:chOff x="5066003" y="968733"/>
            <a:chExt cx="3330016" cy="5424435"/>
          </a:xfrm>
        </p:grpSpPr>
        <p:sp>
          <p:nvSpPr>
            <p:cNvPr id="60422" name="Freeform 11">
              <a:extLst>
                <a:ext uri="{FF2B5EF4-FFF2-40B4-BE49-F238E27FC236}">
                  <a16:creationId xmlns:a16="http://schemas.microsoft.com/office/drawing/2014/main" id="{3DD58966-866F-490E-A2CD-57FAA2F14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2092" y="5972494"/>
              <a:ext cx="138112" cy="160338"/>
            </a:xfrm>
            <a:custGeom>
              <a:avLst/>
              <a:gdLst>
                <a:gd name="T0" fmla="*/ 2147483646 w 174"/>
                <a:gd name="T1" fmla="*/ 2147483646 h 202"/>
                <a:gd name="T2" fmla="*/ 2147483646 w 174"/>
                <a:gd name="T3" fmla="*/ 2147483646 h 202"/>
                <a:gd name="T4" fmla="*/ 2147483646 w 174"/>
                <a:gd name="T5" fmla="*/ 0 h 202"/>
                <a:gd name="T6" fmla="*/ 0 w 174"/>
                <a:gd name="T7" fmla="*/ 0 h 202"/>
                <a:gd name="T8" fmla="*/ 2147483646 w 174"/>
                <a:gd name="T9" fmla="*/ 2147483646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4"/>
                <a:gd name="T16" fmla="*/ 0 h 202"/>
                <a:gd name="T17" fmla="*/ 174 w 174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4" h="202">
                  <a:moveTo>
                    <a:pt x="29" y="202"/>
                  </a:moveTo>
                  <a:lnTo>
                    <a:pt x="174" y="202"/>
                  </a:lnTo>
                  <a:lnTo>
                    <a:pt x="174" y="0"/>
                  </a:lnTo>
                  <a:lnTo>
                    <a:pt x="0" y="0"/>
                  </a:lnTo>
                  <a:lnTo>
                    <a:pt x="29" y="2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3" name="Freeform 19">
              <a:extLst>
                <a:ext uri="{FF2B5EF4-FFF2-40B4-BE49-F238E27FC236}">
                  <a16:creationId xmlns:a16="http://schemas.microsoft.com/office/drawing/2014/main" id="{34960E81-0173-469C-A8F2-89867A1F7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152" y="5729593"/>
              <a:ext cx="641350" cy="663575"/>
            </a:xfrm>
            <a:custGeom>
              <a:avLst/>
              <a:gdLst>
                <a:gd name="T0" fmla="*/ 2147483646 w 808"/>
                <a:gd name="T1" fmla="*/ 2147483646 h 837"/>
                <a:gd name="T2" fmla="*/ 2147483646 w 808"/>
                <a:gd name="T3" fmla="*/ 2147483646 h 837"/>
                <a:gd name="T4" fmla="*/ 2147483646 w 808"/>
                <a:gd name="T5" fmla="*/ 2147483646 h 837"/>
                <a:gd name="T6" fmla="*/ 2147483646 w 808"/>
                <a:gd name="T7" fmla="*/ 2147483646 h 837"/>
                <a:gd name="T8" fmla="*/ 2147483646 w 808"/>
                <a:gd name="T9" fmla="*/ 2147483646 h 837"/>
                <a:gd name="T10" fmla="*/ 2147483646 w 808"/>
                <a:gd name="T11" fmla="*/ 2147483646 h 837"/>
                <a:gd name="T12" fmla="*/ 2147483646 w 808"/>
                <a:gd name="T13" fmla="*/ 2147483646 h 837"/>
                <a:gd name="T14" fmla="*/ 2147483646 w 808"/>
                <a:gd name="T15" fmla="*/ 2147483646 h 837"/>
                <a:gd name="T16" fmla="*/ 2147483646 w 808"/>
                <a:gd name="T17" fmla="*/ 2147483646 h 837"/>
                <a:gd name="T18" fmla="*/ 2147483646 w 808"/>
                <a:gd name="T19" fmla="*/ 2147483646 h 837"/>
                <a:gd name="T20" fmla="*/ 2147483646 w 808"/>
                <a:gd name="T21" fmla="*/ 2147483646 h 837"/>
                <a:gd name="T22" fmla="*/ 2147483646 w 808"/>
                <a:gd name="T23" fmla="*/ 0 h 837"/>
                <a:gd name="T24" fmla="*/ 2147483646 w 808"/>
                <a:gd name="T25" fmla="*/ 2147483646 h 837"/>
                <a:gd name="T26" fmla="*/ 2147483646 w 808"/>
                <a:gd name="T27" fmla="*/ 2147483646 h 837"/>
                <a:gd name="T28" fmla="*/ 2147483646 w 808"/>
                <a:gd name="T29" fmla="*/ 2147483646 h 837"/>
                <a:gd name="T30" fmla="*/ 2147483646 w 808"/>
                <a:gd name="T31" fmla="*/ 2147483646 h 837"/>
                <a:gd name="T32" fmla="*/ 2147483646 w 808"/>
                <a:gd name="T33" fmla="*/ 2147483646 h 837"/>
                <a:gd name="T34" fmla="*/ 2147483646 w 808"/>
                <a:gd name="T35" fmla="*/ 2147483646 h 837"/>
                <a:gd name="T36" fmla="*/ 2147483646 w 808"/>
                <a:gd name="T37" fmla="*/ 2147483646 h 837"/>
                <a:gd name="T38" fmla="*/ 2147483646 w 808"/>
                <a:gd name="T39" fmla="*/ 2147483646 h 837"/>
                <a:gd name="T40" fmla="*/ 2147483646 w 808"/>
                <a:gd name="T41" fmla="*/ 2147483646 h 837"/>
                <a:gd name="T42" fmla="*/ 2147483646 w 808"/>
                <a:gd name="T43" fmla="*/ 2147483646 h 837"/>
                <a:gd name="T44" fmla="*/ 2147483646 w 808"/>
                <a:gd name="T45" fmla="*/ 2147483646 h 837"/>
                <a:gd name="T46" fmla="*/ 2147483646 w 808"/>
                <a:gd name="T47" fmla="*/ 2147483646 h 837"/>
                <a:gd name="T48" fmla="*/ 2147483646 w 808"/>
                <a:gd name="T49" fmla="*/ 2147483646 h 837"/>
                <a:gd name="T50" fmla="*/ 2147483646 w 808"/>
                <a:gd name="T51" fmla="*/ 2147483646 h 837"/>
                <a:gd name="T52" fmla="*/ 2147483646 w 808"/>
                <a:gd name="T53" fmla="*/ 2147483646 h 837"/>
                <a:gd name="T54" fmla="*/ 2147483646 w 808"/>
                <a:gd name="T55" fmla="*/ 2147483646 h 837"/>
                <a:gd name="T56" fmla="*/ 2147483646 w 808"/>
                <a:gd name="T57" fmla="*/ 2147483646 h 837"/>
                <a:gd name="T58" fmla="*/ 2147483646 w 808"/>
                <a:gd name="T59" fmla="*/ 2147483646 h 837"/>
                <a:gd name="T60" fmla="*/ 2147483646 w 808"/>
                <a:gd name="T61" fmla="*/ 2147483646 h 837"/>
                <a:gd name="T62" fmla="*/ 2147483646 w 808"/>
                <a:gd name="T63" fmla="*/ 2147483646 h 837"/>
                <a:gd name="T64" fmla="*/ 2147483646 w 808"/>
                <a:gd name="T65" fmla="*/ 2147483646 h 837"/>
                <a:gd name="T66" fmla="*/ 2147483646 w 808"/>
                <a:gd name="T67" fmla="*/ 2147483646 h 837"/>
                <a:gd name="T68" fmla="*/ 2147483646 w 808"/>
                <a:gd name="T69" fmla="*/ 2147483646 h 837"/>
                <a:gd name="T70" fmla="*/ 2147483646 w 808"/>
                <a:gd name="T71" fmla="*/ 2147483646 h 837"/>
                <a:gd name="T72" fmla="*/ 2147483646 w 808"/>
                <a:gd name="T73" fmla="*/ 2147483646 h 837"/>
                <a:gd name="T74" fmla="*/ 2147483646 w 808"/>
                <a:gd name="T75" fmla="*/ 2147483646 h 837"/>
                <a:gd name="T76" fmla="*/ 2147483646 w 808"/>
                <a:gd name="T77" fmla="*/ 2147483646 h 837"/>
                <a:gd name="T78" fmla="*/ 2147483646 w 808"/>
                <a:gd name="T79" fmla="*/ 2147483646 h 837"/>
                <a:gd name="T80" fmla="*/ 2147483646 w 808"/>
                <a:gd name="T81" fmla="*/ 2147483646 h 837"/>
                <a:gd name="T82" fmla="*/ 2147483646 w 808"/>
                <a:gd name="T83" fmla="*/ 2147483646 h 837"/>
                <a:gd name="T84" fmla="*/ 2147483646 w 808"/>
                <a:gd name="T85" fmla="*/ 2147483646 h 837"/>
                <a:gd name="T86" fmla="*/ 2147483646 w 808"/>
                <a:gd name="T87" fmla="*/ 2147483646 h 837"/>
                <a:gd name="T88" fmla="*/ 2147483646 w 808"/>
                <a:gd name="T89" fmla="*/ 2147483646 h 837"/>
                <a:gd name="T90" fmla="*/ 2147483646 w 808"/>
                <a:gd name="T91" fmla="*/ 2147483646 h 837"/>
                <a:gd name="T92" fmla="*/ 2147483646 w 808"/>
                <a:gd name="T93" fmla="*/ 2147483646 h 837"/>
                <a:gd name="T94" fmla="*/ 2147483646 w 808"/>
                <a:gd name="T95" fmla="*/ 2147483646 h 837"/>
                <a:gd name="T96" fmla="*/ 2147483646 w 808"/>
                <a:gd name="T97" fmla="*/ 2147483646 h 837"/>
                <a:gd name="T98" fmla="*/ 2147483646 w 808"/>
                <a:gd name="T99" fmla="*/ 2147483646 h 837"/>
                <a:gd name="T100" fmla="*/ 2147483646 w 808"/>
                <a:gd name="T101" fmla="*/ 2147483646 h 837"/>
                <a:gd name="T102" fmla="*/ 2147483646 w 808"/>
                <a:gd name="T103" fmla="*/ 2147483646 h 837"/>
                <a:gd name="T104" fmla="*/ 2147483646 w 808"/>
                <a:gd name="T105" fmla="*/ 2147483646 h 837"/>
                <a:gd name="T106" fmla="*/ 2147483646 w 808"/>
                <a:gd name="T107" fmla="*/ 2147483646 h 837"/>
                <a:gd name="T108" fmla="*/ 2147483646 w 808"/>
                <a:gd name="T109" fmla="*/ 2147483646 h 837"/>
                <a:gd name="T110" fmla="*/ 2147483646 w 808"/>
                <a:gd name="T111" fmla="*/ 2147483646 h 83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8"/>
                <a:gd name="T169" fmla="*/ 0 h 837"/>
                <a:gd name="T170" fmla="*/ 808 w 808"/>
                <a:gd name="T171" fmla="*/ 837 h 83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8" h="837">
                  <a:moveTo>
                    <a:pt x="0" y="428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5" y="348"/>
                  </a:lnTo>
                  <a:lnTo>
                    <a:pt x="8" y="327"/>
                  </a:lnTo>
                  <a:lnTo>
                    <a:pt x="13" y="307"/>
                  </a:lnTo>
                  <a:lnTo>
                    <a:pt x="18" y="288"/>
                  </a:lnTo>
                  <a:lnTo>
                    <a:pt x="24" y="268"/>
                  </a:lnTo>
                  <a:lnTo>
                    <a:pt x="33" y="251"/>
                  </a:lnTo>
                  <a:lnTo>
                    <a:pt x="40" y="232"/>
                  </a:lnTo>
                  <a:lnTo>
                    <a:pt x="49" y="215"/>
                  </a:lnTo>
                  <a:lnTo>
                    <a:pt x="59" y="197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50"/>
                  </a:lnTo>
                  <a:lnTo>
                    <a:pt x="107" y="134"/>
                  </a:lnTo>
                  <a:lnTo>
                    <a:pt x="120" y="121"/>
                  </a:lnTo>
                  <a:lnTo>
                    <a:pt x="134" y="107"/>
                  </a:lnTo>
                  <a:lnTo>
                    <a:pt x="148" y="94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60"/>
                  </a:lnTo>
                  <a:lnTo>
                    <a:pt x="215" y="50"/>
                  </a:lnTo>
                  <a:lnTo>
                    <a:pt x="232" y="40"/>
                  </a:lnTo>
                  <a:lnTo>
                    <a:pt x="249" y="33"/>
                  </a:lnTo>
                  <a:lnTo>
                    <a:pt x="268" y="26"/>
                  </a:lnTo>
                  <a:lnTo>
                    <a:pt x="287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6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0" y="1"/>
                  </a:lnTo>
                  <a:lnTo>
                    <a:pt x="441" y="3"/>
                  </a:lnTo>
                  <a:lnTo>
                    <a:pt x="462" y="6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39" y="26"/>
                  </a:lnTo>
                  <a:lnTo>
                    <a:pt x="558" y="33"/>
                  </a:lnTo>
                  <a:lnTo>
                    <a:pt x="577" y="40"/>
                  </a:lnTo>
                  <a:lnTo>
                    <a:pt x="594" y="50"/>
                  </a:lnTo>
                  <a:lnTo>
                    <a:pt x="612" y="60"/>
                  </a:lnTo>
                  <a:lnTo>
                    <a:pt x="628" y="70"/>
                  </a:lnTo>
                  <a:lnTo>
                    <a:pt x="643" y="82"/>
                  </a:lnTo>
                  <a:lnTo>
                    <a:pt x="659" y="94"/>
                  </a:lnTo>
                  <a:lnTo>
                    <a:pt x="674" y="107"/>
                  </a:lnTo>
                  <a:lnTo>
                    <a:pt x="688" y="121"/>
                  </a:lnTo>
                  <a:lnTo>
                    <a:pt x="703" y="134"/>
                  </a:lnTo>
                  <a:lnTo>
                    <a:pt x="716" y="150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7"/>
                  </a:lnTo>
                  <a:lnTo>
                    <a:pt x="759" y="215"/>
                  </a:lnTo>
                  <a:lnTo>
                    <a:pt x="768" y="232"/>
                  </a:lnTo>
                  <a:lnTo>
                    <a:pt x="776" y="251"/>
                  </a:lnTo>
                  <a:lnTo>
                    <a:pt x="783" y="268"/>
                  </a:lnTo>
                  <a:lnTo>
                    <a:pt x="791" y="288"/>
                  </a:lnTo>
                  <a:lnTo>
                    <a:pt x="795" y="307"/>
                  </a:lnTo>
                  <a:lnTo>
                    <a:pt x="801" y="327"/>
                  </a:lnTo>
                  <a:lnTo>
                    <a:pt x="804" y="348"/>
                  </a:lnTo>
                  <a:lnTo>
                    <a:pt x="806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28"/>
                  </a:lnTo>
                  <a:lnTo>
                    <a:pt x="808" y="450"/>
                  </a:lnTo>
                  <a:lnTo>
                    <a:pt x="806" y="470"/>
                  </a:lnTo>
                  <a:lnTo>
                    <a:pt x="804" y="490"/>
                  </a:lnTo>
                  <a:lnTo>
                    <a:pt x="801" y="511"/>
                  </a:lnTo>
                  <a:lnTo>
                    <a:pt x="795" y="531"/>
                  </a:lnTo>
                  <a:lnTo>
                    <a:pt x="791" y="550"/>
                  </a:lnTo>
                  <a:lnTo>
                    <a:pt x="783" y="570"/>
                  </a:lnTo>
                  <a:lnTo>
                    <a:pt x="776" y="587"/>
                  </a:lnTo>
                  <a:lnTo>
                    <a:pt x="768" y="606"/>
                  </a:lnTo>
                  <a:lnTo>
                    <a:pt x="759" y="623"/>
                  </a:lnTo>
                  <a:lnTo>
                    <a:pt x="749" y="640"/>
                  </a:lnTo>
                  <a:lnTo>
                    <a:pt x="739" y="658"/>
                  </a:lnTo>
                  <a:lnTo>
                    <a:pt x="727" y="674"/>
                  </a:lnTo>
                  <a:lnTo>
                    <a:pt x="716" y="688"/>
                  </a:lnTo>
                  <a:lnTo>
                    <a:pt x="703" y="704"/>
                  </a:lnTo>
                  <a:lnTo>
                    <a:pt x="688" y="717"/>
                  </a:lnTo>
                  <a:lnTo>
                    <a:pt x="674" y="731"/>
                  </a:lnTo>
                  <a:lnTo>
                    <a:pt x="659" y="744"/>
                  </a:lnTo>
                  <a:lnTo>
                    <a:pt x="643" y="756"/>
                  </a:lnTo>
                  <a:lnTo>
                    <a:pt x="628" y="767"/>
                  </a:lnTo>
                  <a:lnTo>
                    <a:pt x="612" y="778"/>
                  </a:lnTo>
                  <a:lnTo>
                    <a:pt x="594" y="788"/>
                  </a:lnTo>
                  <a:lnTo>
                    <a:pt x="577" y="798"/>
                  </a:lnTo>
                  <a:lnTo>
                    <a:pt x="558" y="805"/>
                  </a:lnTo>
                  <a:lnTo>
                    <a:pt x="539" y="812"/>
                  </a:lnTo>
                  <a:lnTo>
                    <a:pt x="521" y="819"/>
                  </a:lnTo>
                  <a:lnTo>
                    <a:pt x="502" y="825"/>
                  </a:lnTo>
                  <a:lnTo>
                    <a:pt x="482" y="830"/>
                  </a:lnTo>
                  <a:lnTo>
                    <a:pt x="462" y="832"/>
                  </a:lnTo>
                  <a:lnTo>
                    <a:pt x="441" y="835"/>
                  </a:lnTo>
                  <a:lnTo>
                    <a:pt x="420" y="837"/>
                  </a:lnTo>
                  <a:lnTo>
                    <a:pt x="400" y="837"/>
                  </a:lnTo>
                  <a:lnTo>
                    <a:pt x="410" y="837"/>
                  </a:lnTo>
                  <a:lnTo>
                    <a:pt x="388" y="837"/>
                  </a:lnTo>
                  <a:lnTo>
                    <a:pt x="368" y="835"/>
                  </a:lnTo>
                  <a:lnTo>
                    <a:pt x="348" y="832"/>
                  </a:lnTo>
                  <a:lnTo>
                    <a:pt x="327" y="830"/>
                  </a:lnTo>
                  <a:lnTo>
                    <a:pt x="307" y="825"/>
                  </a:lnTo>
                  <a:lnTo>
                    <a:pt x="287" y="819"/>
                  </a:lnTo>
                  <a:lnTo>
                    <a:pt x="268" y="812"/>
                  </a:lnTo>
                  <a:lnTo>
                    <a:pt x="249" y="805"/>
                  </a:lnTo>
                  <a:lnTo>
                    <a:pt x="232" y="798"/>
                  </a:lnTo>
                  <a:lnTo>
                    <a:pt x="215" y="788"/>
                  </a:lnTo>
                  <a:lnTo>
                    <a:pt x="197" y="778"/>
                  </a:lnTo>
                  <a:lnTo>
                    <a:pt x="180" y="767"/>
                  </a:lnTo>
                  <a:lnTo>
                    <a:pt x="164" y="756"/>
                  </a:lnTo>
                  <a:lnTo>
                    <a:pt x="148" y="744"/>
                  </a:lnTo>
                  <a:lnTo>
                    <a:pt x="134" y="731"/>
                  </a:lnTo>
                  <a:lnTo>
                    <a:pt x="120" y="717"/>
                  </a:lnTo>
                  <a:lnTo>
                    <a:pt x="107" y="704"/>
                  </a:lnTo>
                  <a:lnTo>
                    <a:pt x="94" y="688"/>
                  </a:lnTo>
                  <a:lnTo>
                    <a:pt x="82" y="674"/>
                  </a:lnTo>
                  <a:lnTo>
                    <a:pt x="70" y="658"/>
                  </a:lnTo>
                  <a:lnTo>
                    <a:pt x="59" y="640"/>
                  </a:lnTo>
                  <a:lnTo>
                    <a:pt x="49" y="623"/>
                  </a:lnTo>
                  <a:lnTo>
                    <a:pt x="40" y="606"/>
                  </a:lnTo>
                  <a:lnTo>
                    <a:pt x="33" y="587"/>
                  </a:lnTo>
                  <a:lnTo>
                    <a:pt x="24" y="570"/>
                  </a:lnTo>
                  <a:lnTo>
                    <a:pt x="18" y="550"/>
                  </a:lnTo>
                  <a:lnTo>
                    <a:pt x="13" y="531"/>
                  </a:lnTo>
                  <a:lnTo>
                    <a:pt x="8" y="511"/>
                  </a:lnTo>
                  <a:lnTo>
                    <a:pt x="5" y="490"/>
                  </a:lnTo>
                  <a:lnTo>
                    <a:pt x="3" y="470"/>
                  </a:lnTo>
                  <a:lnTo>
                    <a:pt x="1" y="450"/>
                  </a:lnTo>
                  <a:lnTo>
                    <a:pt x="0" y="42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4" name="Freeform 26">
              <a:extLst>
                <a:ext uri="{FF2B5EF4-FFF2-40B4-BE49-F238E27FC236}">
                  <a16:creationId xmlns:a16="http://schemas.microsoft.com/office/drawing/2014/main" id="{BE657101-068C-4A96-BA91-FC8D64194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1417" y="1733868"/>
              <a:ext cx="114300" cy="138113"/>
            </a:xfrm>
            <a:custGeom>
              <a:avLst/>
              <a:gdLst>
                <a:gd name="T0" fmla="*/ 2147483646 w 145"/>
                <a:gd name="T1" fmla="*/ 0 h 173"/>
                <a:gd name="T2" fmla="*/ 0 w 145"/>
                <a:gd name="T3" fmla="*/ 2147483646 h 173"/>
                <a:gd name="T4" fmla="*/ 2147483646 w 145"/>
                <a:gd name="T5" fmla="*/ 2147483646 h 173"/>
                <a:gd name="T6" fmla="*/ 2147483646 w 145"/>
                <a:gd name="T7" fmla="*/ 2147483646 h 173"/>
                <a:gd name="T8" fmla="*/ 2147483646 w 14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73"/>
                <a:gd name="T17" fmla="*/ 145 w 14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73">
                  <a:moveTo>
                    <a:pt x="87" y="0"/>
                  </a:moveTo>
                  <a:lnTo>
                    <a:pt x="0" y="173"/>
                  </a:lnTo>
                  <a:lnTo>
                    <a:pt x="145" y="58"/>
                  </a:lnTo>
                  <a:lnTo>
                    <a:pt x="116" y="29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5" name="Freeform 29">
              <a:extLst>
                <a:ext uri="{FF2B5EF4-FFF2-40B4-BE49-F238E27FC236}">
                  <a16:creationId xmlns:a16="http://schemas.microsoft.com/office/drawing/2014/main" id="{D30E5062-A0D3-4490-B534-AC427EF60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8179" y="1276668"/>
              <a:ext cx="641350" cy="641350"/>
            </a:xfrm>
            <a:custGeom>
              <a:avLst/>
              <a:gdLst>
                <a:gd name="T0" fmla="*/ 2147483646 w 809"/>
                <a:gd name="T1" fmla="*/ 2147483646 h 808"/>
                <a:gd name="T2" fmla="*/ 2147483646 w 809"/>
                <a:gd name="T3" fmla="*/ 2147483646 h 808"/>
                <a:gd name="T4" fmla="*/ 2147483646 w 809"/>
                <a:gd name="T5" fmla="*/ 2147483646 h 808"/>
                <a:gd name="T6" fmla="*/ 2147483646 w 809"/>
                <a:gd name="T7" fmla="*/ 2147483646 h 808"/>
                <a:gd name="T8" fmla="*/ 2147483646 w 809"/>
                <a:gd name="T9" fmla="*/ 2147483646 h 808"/>
                <a:gd name="T10" fmla="*/ 2147483646 w 809"/>
                <a:gd name="T11" fmla="*/ 2147483646 h 808"/>
                <a:gd name="T12" fmla="*/ 2147483646 w 809"/>
                <a:gd name="T13" fmla="*/ 2147483646 h 808"/>
                <a:gd name="T14" fmla="*/ 2147483646 w 809"/>
                <a:gd name="T15" fmla="*/ 2147483646 h 808"/>
                <a:gd name="T16" fmla="*/ 2147483646 w 809"/>
                <a:gd name="T17" fmla="*/ 2147483646 h 808"/>
                <a:gd name="T18" fmla="*/ 2147483646 w 809"/>
                <a:gd name="T19" fmla="*/ 2147483646 h 808"/>
                <a:gd name="T20" fmla="*/ 2147483646 w 809"/>
                <a:gd name="T21" fmla="*/ 2147483646 h 808"/>
                <a:gd name="T22" fmla="*/ 2147483646 w 809"/>
                <a:gd name="T23" fmla="*/ 0 h 808"/>
                <a:gd name="T24" fmla="*/ 2147483646 w 809"/>
                <a:gd name="T25" fmla="*/ 2147483646 h 808"/>
                <a:gd name="T26" fmla="*/ 2147483646 w 809"/>
                <a:gd name="T27" fmla="*/ 2147483646 h 808"/>
                <a:gd name="T28" fmla="*/ 2147483646 w 809"/>
                <a:gd name="T29" fmla="*/ 2147483646 h 808"/>
                <a:gd name="T30" fmla="*/ 2147483646 w 809"/>
                <a:gd name="T31" fmla="*/ 2147483646 h 808"/>
                <a:gd name="T32" fmla="*/ 2147483646 w 809"/>
                <a:gd name="T33" fmla="*/ 2147483646 h 808"/>
                <a:gd name="T34" fmla="*/ 2147483646 w 809"/>
                <a:gd name="T35" fmla="*/ 2147483646 h 808"/>
                <a:gd name="T36" fmla="*/ 2147483646 w 809"/>
                <a:gd name="T37" fmla="*/ 2147483646 h 808"/>
                <a:gd name="T38" fmla="*/ 2147483646 w 809"/>
                <a:gd name="T39" fmla="*/ 2147483646 h 808"/>
                <a:gd name="T40" fmla="*/ 2147483646 w 809"/>
                <a:gd name="T41" fmla="*/ 2147483646 h 808"/>
                <a:gd name="T42" fmla="*/ 2147483646 w 809"/>
                <a:gd name="T43" fmla="*/ 2147483646 h 808"/>
                <a:gd name="T44" fmla="*/ 2147483646 w 809"/>
                <a:gd name="T45" fmla="*/ 2147483646 h 808"/>
                <a:gd name="T46" fmla="*/ 2147483646 w 809"/>
                <a:gd name="T47" fmla="*/ 2147483646 h 808"/>
                <a:gd name="T48" fmla="*/ 2147483646 w 809"/>
                <a:gd name="T49" fmla="*/ 2147483646 h 808"/>
                <a:gd name="T50" fmla="*/ 2147483646 w 809"/>
                <a:gd name="T51" fmla="*/ 2147483646 h 808"/>
                <a:gd name="T52" fmla="*/ 2147483646 w 809"/>
                <a:gd name="T53" fmla="*/ 2147483646 h 808"/>
                <a:gd name="T54" fmla="*/ 2147483646 w 809"/>
                <a:gd name="T55" fmla="*/ 2147483646 h 808"/>
                <a:gd name="T56" fmla="*/ 2147483646 w 809"/>
                <a:gd name="T57" fmla="*/ 2147483646 h 808"/>
                <a:gd name="T58" fmla="*/ 2147483646 w 809"/>
                <a:gd name="T59" fmla="*/ 2147483646 h 808"/>
                <a:gd name="T60" fmla="*/ 2147483646 w 809"/>
                <a:gd name="T61" fmla="*/ 2147483646 h 808"/>
                <a:gd name="T62" fmla="*/ 2147483646 w 809"/>
                <a:gd name="T63" fmla="*/ 2147483646 h 808"/>
                <a:gd name="T64" fmla="*/ 2147483646 w 809"/>
                <a:gd name="T65" fmla="*/ 2147483646 h 808"/>
                <a:gd name="T66" fmla="*/ 2147483646 w 809"/>
                <a:gd name="T67" fmla="*/ 2147483646 h 808"/>
                <a:gd name="T68" fmla="*/ 2147483646 w 809"/>
                <a:gd name="T69" fmla="*/ 2147483646 h 808"/>
                <a:gd name="T70" fmla="*/ 2147483646 w 809"/>
                <a:gd name="T71" fmla="*/ 2147483646 h 808"/>
                <a:gd name="T72" fmla="*/ 2147483646 w 809"/>
                <a:gd name="T73" fmla="*/ 2147483646 h 808"/>
                <a:gd name="T74" fmla="*/ 2147483646 w 809"/>
                <a:gd name="T75" fmla="*/ 2147483646 h 808"/>
                <a:gd name="T76" fmla="*/ 2147483646 w 809"/>
                <a:gd name="T77" fmla="*/ 2147483646 h 808"/>
                <a:gd name="T78" fmla="*/ 2147483646 w 809"/>
                <a:gd name="T79" fmla="*/ 2147483646 h 808"/>
                <a:gd name="T80" fmla="*/ 2147483646 w 809"/>
                <a:gd name="T81" fmla="*/ 2147483646 h 808"/>
                <a:gd name="T82" fmla="*/ 2147483646 w 809"/>
                <a:gd name="T83" fmla="*/ 2147483646 h 808"/>
                <a:gd name="T84" fmla="*/ 2147483646 w 809"/>
                <a:gd name="T85" fmla="*/ 2147483646 h 808"/>
                <a:gd name="T86" fmla="*/ 2147483646 w 809"/>
                <a:gd name="T87" fmla="*/ 2147483646 h 808"/>
                <a:gd name="T88" fmla="*/ 2147483646 w 809"/>
                <a:gd name="T89" fmla="*/ 2147483646 h 808"/>
                <a:gd name="T90" fmla="*/ 2147483646 w 809"/>
                <a:gd name="T91" fmla="*/ 2147483646 h 808"/>
                <a:gd name="T92" fmla="*/ 2147483646 w 809"/>
                <a:gd name="T93" fmla="*/ 2147483646 h 808"/>
                <a:gd name="T94" fmla="*/ 2147483646 w 809"/>
                <a:gd name="T95" fmla="*/ 2147483646 h 808"/>
                <a:gd name="T96" fmla="*/ 2147483646 w 809"/>
                <a:gd name="T97" fmla="*/ 2147483646 h 808"/>
                <a:gd name="T98" fmla="*/ 2147483646 w 809"/>
                <a:gd name="T99" fmla="*/ 2147483646 h 808"/>
                <a:gd name="T100" fmla="*/ 2147483646 w 809"/>
                <a:gd name="T101" fmla="*/ 2147483646 h 808"/>
                <a:gd name="T102" fmla="*/ 2147483646 w 809"/>
                <a:gd name="T103" fmla="*/ 2147483646 h 808"/>
                <a:gd name="T104" fmla="*/ 2147483646 w 809"/>
                <a:gd name="T105" fmla="*/ 2147483646 h 808"/>
                <a:gd name="T106" fmla="*/ 2147483646 w 809"/>
                <a:gd name="T107" fmla="*/ 2147483646 h 808"/>
                <a:gd name="T108" fmla="*/ 2147483646 w 809"/>
                <a:gd name="T109" fmla="*/ 2147483646 h 808"/>
                <a:gd name="T110" fmla="*/ 2147483646 w 809"/>
                <a:gd name="T111" fmla="*/ 2147483646 h 8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9"/>
                <a:gd name="T169" fmla="*/ 0 h 808"/>
                <a:gd name="T170" fmla="*/ 809 w 809"/>
                <a:gd name="T171" fmla="*/ 808 h 80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9" h="808">
                  <a:moveTo>
                    <a:pt x="0" y="400"/>
                  </a:moveTo>
                  <a:lnTo>
                    <a:pt x="0" y="410"/>
                  </a:lnTo>
                  <a:lnTo>
                    <a:pt x="2" y="388"/>
                  </a:lnTo>
                  <a:lnTo>
                    <a:pt x="3" y="368"/>
                  </a:lnTo>
                  <a:lnTo>
                    <a:pt x="6" y="348"/>
                  </a:lnTo>
                  <a:lnTo>
                    <a:pt x="9" y="328"/>
                  </a:lnTo>
                  <a:lnTo>
                    <a:pt x="13" y="307"/>
                  </a:lnTo>
                  <a:lnTo>
                    <a:pt x="19" y="289"/>
                  </a:lnTo>
                  <a:lnTo>
                    <a:pt x="25" y="268"/>
                  </a:lnTo>
                  <a:lnTo>
                    <a:pt x="34" y="251"/>
                  </a:lnTo>
                  <a:lnTo>
                    <a:pt x="41" y="232"/>
                  </a:lnTo>
                  <a:lnTo>
                    <a:pt x="49" y="215"/>
                  </a:lnTo>
                  <a:lnTo>
                    <a:pt x="60" y="198"/>
                  </a:lnTo>
                  <a:lnTo>
                    <a:pt x="71" y="180"/>
                  </a:lnTo>
                  <a:lnTo>
                    <a:pt x="83" y="165"/>
                  </a:lnTo>
                  <a:lnTo>
                    <a:pt x="94" y="150"/>
                  </a:lnTo>
                  <a:lnTo>
                    <a:pt x="107" y="134"/>
                  </a:lnTo>
                  <a:lnTo>
                    <a:pt x="120" y="121"/>
                  </a:lnTo>
                  <a:lnTo>
                    <a:pt x="135" y="107"/>
                  </a:lnTo>
                  <a:lnTo>
                    <a:pt x="149" y="94"/>
                  </a:lnTo>
                  <a:lnTo>
                    <a:pt x="165" y="82"/>
                  </a:lnTo>
                  <a:lnTo>
                    <a:pt x="181" y="71"/>
                  </a:lnTo>
                  <a:lnTo>
                    <a:pt x="198" y="61"/>
                  </a:lnTo>
                  <a:lnTo>
                    <a:pt x="215" y="51"/>
                  </a:lnTo>
                  <a:lnTo>
                    <a:pt x="233" y="40"/>
                  </a:lnTo>
                  <a:lnTo>
                    <a:pt x="250" y="33"/>
                  </a:lnTo>
                  <a:lnTo>
                    <a:pt x="269" y="26"/>
                  </a:lnTo>
                  <a:lnTo>
                    <a:pt x="288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6"/>
                  </a:lnTo>
                  <a:lnTo>
                    <a:pt x="368" y="3"/>
                  </a:lnTo>
                  <a:lnTo>
                    <a:pt x="389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0" y="1"/>
                  </a:lnTo>
                  <a:lnTo>
                    <a:pt x="442" y="3"/>
                  </a:lnTo>
                  <a:lnTo>
                    <a:pt x="462" y="6"/>
                  </a:lnTo>
                  <a:lnTo>
                    <a:pt x="482" y="9"/>
                  </a:lnTo>
                  <a:lnTo>
                    <a:pt x="503" y="13"/>
                  </a:lnTo>
                  <a:lnTo>
                    <a:pt x="521" y="19"/>
                  </a:lnTo>
                  <a:lnTo>
                    <a:pt x="540" y="26"/>
                  </a:lnTo>
                  <a:lnTo>
                    <a:pt x="559" y="33"/>
                  </a:lnTo>
                  <a:lnTo>
                    <a:pt x="578" y="40"/>
                  </a:lnTo>
                  <a:lnTo>
                    <a:pt x="595" y="51"/>
                  </a:lnTo>
                  <a:lnTo>
                    <a:pt x="612" y="61"/>
                  </a:lnTo>
                  <a:lnTo>
                    <a:pt x="628" y="71"/>
                  </a:lnTo>
                  <a:lnTo>
                    <a:pt x="644" y="82"/>
                  </a:lnTo>
                  <a:lnTo>
                    <a:pt x="660" y="94"/>
                  </a:lnTo>
                  <a:lnTo>
                    <a:pt x="674" y="107"/>
                  </a:lnTo>
                  <a:lnTo>
                    <a:pt x="689" y="121"/>
                  </a:lnTo>
                  <a:lnTo>
                    <a:pt x="703" y="134"/>
                  </a:lnTo>
                  <a:lnTo>
                    <a:pt x="716" y="150"/>
                  </a:lnTo>
                  <a:lnTo>
                    <a:pt x="728" y="165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8" y="232"/>
                  </a:lnTo>
                  <a:lnTo>
                    <a:pt x="777" y="251"/>
                  </a:lnTo>
                  <a:lnTo>
                    <a:pt x="784" y="268"/>
                  </a:lnTo>
                  <a:lnTo>
                    <a:pt x="791" y="289"/>
                  </a:lnTo>
                  <a:lnTo>
                    <a:pt x="796" y="307"/>
                  </a:lnTo>
                  <a:lnTo>
                    <a:pt x="801" y="328"/>
                  </a:lnTo>
                  <a:lnTo>
                    <a:pt x="804" y="348"/>
                  </a:lnTo>
                  <a:lnTo>
                    <a:pt x="807" y="368"/>
                  </a:lnTo>
                  <a:lnTo>
                    <a:pt x="809" y="388"/>
                  </a:lnTo>
                  <a:lnTo>
                    <a:pt x="809" y="410"/>
                  </a:lnTo>
                  <a:lnTo>
                    <a:pt x="809" y="400"/>
                  </a:lnTo>
                  <a:lnTo>
                    <a:pt x="809" y="421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6" y="502"/>
                  </a:lnTo>
                  <a:lnTo>
                    <a:pt x="791" y="521"/>
                  </a:lnTo>
                  <a:lnTo>
                    <a:pt x="784" y="541"/>
                  </a:lnTo>
                  <a:lnTo>
                    <a:pt x="777" y="559"/>
                  </a:lnTo>
                  <a:lnTo>
                    <a:pt x="768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9"/>
                  </a:lnTo>
                  <a:lnTo>
                    <a:pt x="728" y="645"/>
                  </a:lnTo>
                  <a:lnTo>
                    <a:pt x="716" y="660"/>
                  </a:lnTo>
                  <a:lnTo>
                    <a:pt x="703" y="675"/>
                  </a:lnTo>
                  <a:lnTo>
                    <a:pt x="689" y="688"/>
                  </a:lnTo>
                  <a:lnTo>
                    <a:pt x="674" y="703"/>
                  </a:lnTo>
                  <a:lnTo>
                    <a:pt x="660" y="716"/>
                  </a:lnTo>
                  <a:lnTo>
                    <a:pt x="644" y="727"/>
                  </a:lnTo>
                  <a:lnTo>
                    <a:pt x="628" y="739"/>
                  </a:lnTo>
                  <a:lnTo>
                    <a:pt x="612" y="749"/>
                  </a:lnTo>
                  <a:lnTo>
                    <a:pt x="595" y="759"/>
                  </a:lnTo>
                  <a:lnTo>
                    <a:pt x="578" y="769"/>
                  </a:lnTo>
                  <a:lnTo>
                    <a:pt x="559" y="776"/>
                  </a:lnTo>
                  <a:lnTo>
                    <a:pt x="540" y="784"/>
                  </a:lnTo>
                  <a:lnTo>
                    <a:pt x="521" y="791"/>
                  </a:lnTo>
                  <a:lnTo>
                    <a:pt x="503" y="797"/>
                  </a:lnTo>
                  <a:lnTo>
                    <a:pt x="482" y="801"/>
                  </a:lnTo>
                  <a:lnTo>
                    <a:pt x="462" y="804"/>
                  </a:lnTo>
                  <a:lnTo>
                    <a:pt x="442" y="807"/>
                  </a:lnTo>
                  <a:lnTo>
                    <a:pt x="420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9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8" y="801"/>
                  </a:lnTo>
                  <a:lnTo>
                    <a:pt x="308" y="797"/>
                  </a:lnTo>
                  <a:lnTo>
                    <a:pt x="288" y="791"/>
                  </a:lnTo>
                  <a:lnTo>
                    <a:pt x="269" y="784"/>
                  </a:lnTo>
                  <a:lnTo>
                    <a:pt x="250" y="776"/>
                  </a:lnTo>
                  <a:lnTo>
                    <a:pt x="233" y="769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1" y="739"/>
                  </a:lnTo>
                  <a:lnTo>
                    <a:pt x="165" y="727"/>
                  </a:lnTo>
                  <a:lnTo>
                    <a:pt x="149" y="716"/>
                  </a:lnTo>
                  <a:lnTo>
                    <a:pt x="135" y="703"/>
                  </a:lnTo>
                  <a:lnTo>
                    <a:pt x="120" y="688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3" y="645"/>
                  </a:lnTo>
                  <a:lnTo>
                    <a:pt x="71" y="629"/>
                  </a:lnTo>
                  <a:lnTo>
                    <a:pt x="60" y="612"/>
                  </a:lnTo>
                  <a:lnTo>
                    <a:pt x="49" y="595"/>
                  </a:lnTo>
                  <a:lnTo>
                    <a:pt x="41" y="577"/>
                  </a:lnTo>
                  <a:lnTo>
                    <a:pt x="34" y="559"/>
                  </a:lnTo>
                  <a:lnTo>
                    <a:pt x="25" y="541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9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1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6" name="Freeform 33">
              <a:extLst>
                <a:ext uri="{FF2B5EF4-FFF2-40B4-BE49-F238E27FC236}">
                  <a16:creationId xmlns:a16="http://schemas.microsoft.com/office/drawing/2014/main" id="{876E5007-5D49-4E4D-9D89-C06A92E0C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3153093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0 w 817"/>
                <a:gd name="T21" fmla="*/ 2147483646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2147483646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0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7" name="Freeform 37">
              <a:extLst>
                <a:ext uri="{FF2B5EF4-FFF2-40B4-BE49-F238E27FC236}">
                  <a16:creationId xmlns:a16="http://schemas.microsoft.com/office/drawing/2014/main" id="{510D76D6-6C18-4150-A532-99027FA2F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4435794"/>
              <a:ext cx="647700" cy="649288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8" name="Freeform 38">
              <a:extLst>
                <a:ext uri="{FF2B5EF4-FFF2-40B4-BE49-F238E27FC236}">
                  <a16:creationId xmlns:a16="http://schemas.microsoft.com/office/drawing/2014/main" id="{BCE3AF40-AF00-4EFD-B35E-87489E05A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1848168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2147483646 w 817"/>
                <a:gd name="T21" fmla="*/ 0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0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2147483646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817" y="408"/>
                  </a:move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0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5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5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0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8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8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9" name="Freeform 39">
              <a:extLst>
                <a:ext uri="{FF2B5EF4-FFF2-40B4-BE49-F238E27FC236}">
                  <a16:creationId xmlns:a16="http://schemas.microsoft.com/office/drawing/2014/main" id="{B7DEEE3D-56EA-4FA1-BECE-27C55A246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2970531"/>
              <a:ext cx="46037" cy="138112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0" name="Line 40">
              <a:extLst>
                <a:ext uri="{FF2B5EF4-FFF2-40B4-BE49-F238E27FC236}">
                  <a16:creationId xmlns:a16="http://schemas.microsoft.com/office/drawing/2014/main" id="{1D06D1CE-230D-45F6-A7D7-F784B259BD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2489518"/>
              <a:ext cx="1588" cy="4810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1" name="Freeform 41">
              <a:extLst>
                <a:ext uri="{FF2B5EF4-FFF2-40B4-BE49-F238E27FC236}">
                  <a16:creationId xmlns:a16="http://schemas.microsoft.com/office/drawing/2014/main" id="{C4106B64-E0A0-461C-9339-E1E0202DA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4277044"/>
              <a:ext cx="46037" cy="136525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2" name="Line 42">
              <a:extLst>
                <a:ext uri="{FF2B5EF4-FFF2-40B4-BE49-F238E27FC236}">
                  <a16:creationId xmlns:a16="http://schemas.microsoft.com/office/drawing/2014/main" id="{840C8E1C-598A-42BF-AC47-FC3945FE5F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3796032"/>
              <a:ext cx="1588" cy="48101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3" name="Rectangle 48">
              <a:extLst>
                <a:ext uri="{FF2B5EF4-FFF2-40B4-BE49-F238E27FC236}">
                  <a16:creationId xmlns:a16="http://schemas.microsoft.com/office/drawing/2014/main" id="{E87F065D-52FC-4B40-8516-534355066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2018512"/>
              <a:ext cx="50033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A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34" name="Freeform 50">
              <a:extLst>
                <a:ext uri="{FF2B5EF4-FFF2-40B4-BE49-F238E27FC236}">
                  <a16:creationId xmlns:a16="http://schemas.microsoft.com/office/drawing/2014/main" id="{60E62D39-7C3C-4A3F-9AA9-6FA9A09F0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5559744"/>
              <a:ext cx="46037" cy="160338"/>
            </a:xfrm>
            <a:custGeom>
              <a:avLst/>
              <a:gdLst>
                <a:gd name="T0" fmla="*/ 0 w 57"/>
                <a:gd name="T1" fmla="*/ 0 h 202"/>
                <a:gd name="T2" fmla="*/ 2147483646 w 57"/>
                <a:gd name="T3" fmla="*/ 2147483646 h 202"/>
                <a:gd name="T4" fmla="*/ 2147483646 w 57"/>
                <a:gd name="T5" fmla="*/ 0 h 202"/>
                <a:gd name="T6" fmla="*/ 2147483646 w 57"/>
                <a:gd name="T7" fmla="*/ 0 h 202"/>
                <a:gd name="T8" fmla="*/ 0 w 57"/>
                <a:gd name="T9" fmla="*/ 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202"/>
                <a:gd name="T17" fmla="*/ 57 w 57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202">
                  <a:moveTo>
                    <a:pt x="0" y="0"/>
                  </a:moveTo>
                  <a:lnTo>
                    <a:pt x="28" y="202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5" name="Line 51">
              <a:extLst>
                <a:ext uri="{FF2B5EF4-FFF2-40B4-BE49-F238E27FC236}">
                  <a16:creationId xmlns:a16="http://schemas.microsoft.com/office/drawing/2014/main" id="{D5D92B10-5524-489E-A06C-9227756B41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5100957"/>
              <a:ext cx="1588" cy="4587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6" name="Rectangle 69">
              <a:extLst>
                <a:ext uri="{FF2B5EF4-FFF2-40B4-BE49-F238E27FC236}">
                  <a16:creationId xmlns:a16="http://schemas.microsoft.com/office/drawing/2014/main" id="{6D004B9F-EE6B-46E5-83ED-6938FCD6B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5774" y="968733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37" name="Freeform 46">
              <a:extLst>
                <a:ext uri="{FF2B5EF4-FFF2-40B4-BE49-F238E27FC236}">
                  <a16:creationId xmlns:a16="http://schemas.microsoft.com/office/drawing/2014/main" id="{5270C21E-CB8A-43EA-8E41-3FBCC43C0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5742307"/>
              <a:ext cx="647700" cy="649287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8"/>
                  </a:lnTo>
                  <a:lnTo>
                    <a:pt x="13" y="306"/>
                  </a:lnTo>
                  <a:lnTo>
                    <a:pt x="7" y="327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7"/>
                  </a:lnTo>
                  <a:lnTo>
                    <a:pt x="804" y="306"/>
                  </a:lnTo>
                  <a:lnTo>
                    <a:pt x="799" y="288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8" name="Rectangle 45">
              <a:extLst>
                <a:ext uri="{FF2B5EF4-FFF2-40B4-BE49-F238E27FC236}">
                  <a16:creationId xmlns:a16="http://schemas.microsoft.com/office/drawing/2014/main" id="{86ECA586-3412-45BC-8FF6-36A0BB27F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5958207"/>
              <a:ext cx="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0439" name="Group 1">
              <a:extLst>
                <a:ext uri="{FF2B5EF4-FFF2-40B4-BE49-F238E27FC236}">
                  <a16:creationId xmlns:a16="http://schemas.microsoft.com/office/drawing/2014/main" id="{9C63DF26-CEAF-494F-AE8D-79690CBC347E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5415851" y="2101137"/>
              <a:ext cx="1232239" cy="2721739"/>
              <a:chOff x="7290642" y="3464243"/>
              <a:chExt cx="1624012" cy="2622551"/>
            </a:xfrm>
          </p:grpSpPr>
          <p:sp>
            <p:nvSpPr>
              <p:cNvPr id="60459" name="Freeform 9">
                <a:extLst>
                  <a:ext uri="{FF2B5EF4-FFF2-40B4-BE49-F238E27FC236}">
                    <a16:creationId xmlns:a16="http://schemas.microsoft.com/office/drawing/2014/main" id="{670BA419-8614-4612-B6EC-95A9B4EE1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1754" y="6040757"/>
                <a:ext cx="138113" cy="46037"/>
              </a:xfrm>
              <a:custGeom>
                <a:avLst/>
                <a:gdLst>
                  <a:gd name="T0" fmla="*/ 2147483646 w 174"/>
                  <a:gd name="T1" fmla="*/ 0 h 58"/>
                  <a:gd name="T2" fmla="*/ 0 w 174"/>
                  <a:gd name="T3" fmla="*/ 2147483646 h 58"/>
                  <a:gd name="T4" fmla="*/ 2147483646 w 174"/>
                  <a:gd name="T5" fmla="*/ 2147483646 h 58"/>
                  <a:gd name="T6" fmla="*/ 2147483646 w 174"/>
                  <a:gd name="T7" fmla="*/ 2147483646 h 58"/>
                  <a:gd name="T8" fmla="*/ 2147483646 w 174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4"/>
                  <a:gd name="T16" fmla="*/ 0 h 58"/>
                  <a:gd name="T17" fmla="*/ 174 w 174"/>
                  <a:gd name="T18" fmla="*/ 58 h 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4" h="58">
                    <a:moveTo>
                      <a:pt x="174" y="0"/>
                    </a:moveTo>
                    <a:lnTo>
                      <a:pt x="0" y="29"/>
                    </a:lnTo>
                    <a:lnTo>
                      <a:pt x="174" y="58"/>
                    </a:lnTo>
                    <a:lnTo>
                      <a:pt x="174" y="29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000000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0460" name="Arc 87">
                <a:extLst>
                  <a:ext uri="{FF2B5EF4-FFF2-40B4-BE49-F238E27FC236}">
                    <a16:creationId xmlns:a16="http://schemas.microsoft.com/office/drawing/2014/main" id="{9A1F7ED2-66C4-4CC9-82CF-06826AE00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0642" y="3464243"/>
                <a:ext cx="1624012" cy="1325563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0461" name="Arc 88">
                <a:extLst>
                  <a:ext uri="{FF2B5EF4-FFF2-40B4-BE49-F238E27FC236}">
                    <a16:creationId xmlns:a16="http://schemas.microsoft.com/office/drawing/2014/main" id="{9336E440-880A-46A5-8D49-86C74B1A705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458917" y="4751707"/>
                <a:ext cx="1455737" cy="1309687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0440" name="Rectangle 48">
              <a:extLst>
                <a:ext uri="{FF2B5EF4-FFF2-40B4-BE49-F238E27FC236}">
                  <a16:creationId xmlns:a16="http://schemas.microsoft.com/office/drawing/2014/main" id="{0339DAEA-1373-403F-81D6-E4F5F413F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8461" y="3325743"/>
              <a:ext cx="50022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B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41" name="Rectangle 48">
              <a:extLst>
                <a:ext uri="{FF2B5EF4-FFF2-40B4-BE49-F238E27FC236}">
                  <a16:creationId xmlns:a16="http://schemas.microsoft.com/office/drawing/2014/main" id="{8B4561DB-AA40-401A-AA36-B361251ED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7370" y="4604883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42" name="Rectangle 48">
              <a:extLst>
                <a:ext uri="{FF2B5EF4-FFF2-40B4-BE49-F238E27FC236}">
                  <a16:creationId xmlns:a16="http://schemas.microsoft.com/office/drawing/2014/main" id="{1416F925-B58F-46AA-A562-923157BEB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5922894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/ 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0443" name="Group 3">
              <a:extLst>
                <a:ext uri="{FF2B5EF4-FFF2-40B4-BE49-F238E27FC236}">
                  <a16:creationId xmlns:a16="http://schemas.microsoft.com/office/drawing/2014/main" id="{D64874E3-6645-4774-972F-C2670C1E0E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6003" y="1918018"/>
              <a:ext cx="1612900" cy="4281875"/>
              <a:chOff x="2655888" y="1731962"/>
              <a:chExt cx="1612900" cy="3917951"/>
            </a:xfrm>
          </p:grpSpPr>
          <p:sp>
            <p:nvSpPr>
              <p:cNvPr id="60456" name="Freeform 4">
                <a:extLst>
                  <a:ext uri="{FF2B5EF4-FFF2-40B4-BE49-F238E27FC236}">
                    <a16:creationId xmlns:a16="http://schemas.microsoft.com/office/drawing/2014/main" id="{8992438C-0286-45B2-A7B1-E3AEC24D4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263" y="1731962"/>
                <a:ext cx="136525" cy="68263"/>
              </a:xfrm>
              <a:custGeom>
                <a:avLst/>
                <a:gdLst>
                  <a:gd name="T0" fmla="*/ 0 w 173"/>
                  <a:gd name="T1" fmla="*/ 2147483646 h 86"/>
                  <a:gd name="T2" fmla="*/ 2147483646 w 173"/>
                  <a:gd name="T3" fmla="*/ 2147483646 h 86"/>
                  <a:gd name="T4" fmla="*/ 0 w 173"/>
                  <a:gd name="T5" fmla="*/ 0 h 86"/>
                  <a:gd name="T6" fmla="*/ 0 w 173"/>
                  <a:gd name="T7" fmla="*/ 2147483646 h 86"/>
                  <a:gd name="T8" fmla="*/ 0 w 173"/>
                  <a:gd name="T9" fmla="*/ 214748364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86"/>
                  <a:gd name="T17" fmla="*/ 173 w 173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86">
                    <a:moveTo>
                      <a:pt x="0" y="86"/>
                    </a:moveTo>
                    <a:lnTo>
                      <a:pt x="173" y="29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chemeClr val="tx1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0457" name="Arc 85">
                <a:extLst>
                  <a:ext uri="{FF2B5EF4-FFF2-40B4-BE49-F238E27FC236}">
                    <a16:creationId xmlns:a16="http://schemas.microsoft.com/office/drawing/2014/main" id="{DB957B1E-2947-4216-B5F3-3F038321538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 flipV="1">
                <a:off x="2655888" y="3587751"/>
                <a:ext cx="1612900" cy="2062162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0458" name="Arc 86">
                <a:extLst>
                  <a:ext uri="{FF2B5EF4-FFF2-40B4-BE49-F238E27FC236}">
                    <a16:creationId xmlns:a16="http://schemas.microsoft.com/office/drawing/2014/main" id="{B11877CC-8ADC-4913-BFAD-BAB6D49B6F3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55888" y="1762125"/>
                <a:ext cx="1476375" cy="1836737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60444" name="Group 5">
              <a:extLst>
                <a:ext uri="{FF2B5EF4-FFF2-40B4-BE49-F238E27FC236}">
                  <a16:creationId xmlns:a16="http://schemas.microsoft.com/office/drawing/2014/main" id="{2056756A-78EE-4B84-A2EF-1C7ACF2EF2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72212" y="2244856"/>
              <a:ext cx="675878" cy="1251891"/>
              <a:chOff x="4652181" y="1098568"/>
              <a:chExt cx="675878" cy="1251891"/>
            </a:xfrm>
          </p:grpSpPr>
          <p:sp>
            <p:nvSpPr>
              <p:cNvPr id="60453" name="Arc 87">
                <a:extLst>
                  <a:ext uri="{FF2B5EF4-FFF2-40B4-BE49-F238E27FC236}">
                    <a16:creationId xmlns:a16="http://schemas.microsoft.com/office/drawing/2014/main" id="{358319E2-771A-4648-914F-BD3F421924C1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4652181" y="1727150"/>
                <a:ext cx="648198" cy="623309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0454" name="Arc 88">
                <a:extLst>
                  <a:ext uri="{FF2B5EF4-FFF2-40B4-BE49-F238E27FC236}">
                    <a16:creationId xmlns:a16="http://schemas.microsoft.com/office/drawing/2014/main" id="{9210A861-8E96-46E3-AB81-31A9145B39D9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 flipV="1">
                <a:off x="4652181" y="1129221"/>
                <a:ext cx="581034" cy="615844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0455" name="Freeform 4">
                <a:extLst>
                  <a:ext uri="{FF2B5EF4-FFF2-40B4-BE49-F238E27FC236}">
                    <a16:creationId xmlns:a16="http://schemas.microsoft.com/office/drawing/2014/main" id="{77321CE3-E1A0-4F23-A57B-27E534E3D02B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5191534" y="1098568"/>
                <a:ext cx="136525" cy="74604"/>
              </a:xfrm>
              <a:custGeom>
                <a:avLst/>
                <a:gdLst>
                  <a:gd name="T0" fmla="*/ 0 w 173"/>
                  <a:gd name="T1" fmla="*/ 2147483646 h 86"/>
                  <a:gd name="T2" fmla="*/ 2147483646 w 173"/>
                  <a:gd name="T3" fmla="*/ 2147483646 h 86"/>
                  <a:gd name="T4" fmla="*/ 0 w 173"/>
                  <a:gd name="T5" fmla="*/ 0 h 86"/>
                  <a:gd name="T6" fmla="*/ 0 w 173"/>
                  <a:gd name="T7" fmla="*/ 2147483646 h 86"/>
                  <a:gd name="T8" fmla="*/ 0 w 173"/>
                  <a:gd name="T9" fmla="*/ 214748364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86"/>
                  <a:gd name="T17" fmla="*/ 173 w 173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86">
                    <a:moveTo>
                      <a:pt x="0" y="86"/>
                    </a:moveTo>
                    <a:lnTo>
                      <a:pt x="173" y="29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chemeClr val="tx1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0445" name="Freeform 16">
              <a:extLst>
                <a:ext uri="{FF2B5EF4-FFF2-40B4-BE49-F238E27FC236}">
                  <a16:creationId xmlns:a16="http://schemas.microsoft.com/office/drawing/2014/main" id="{2BBA9455-ABCC-4F90-A7F9-038D769FF11B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233771" y="6250561"/>
              <a:ext cx="114300" cy="114300"/>
            </a:xfrm>
            <a:custGeom>
              <a:avLst/>
              <a:gdLst>
                <a:gd name="T0" fmla="*/ 0 w 144"/>
                <a:gd name="T1" fmla="*/ 2147483646 h 144"/>
                <a:gd name="T2" fmla="*/ 2147483646 w 144"/>
                <a:gd name="T3" fmla="*/ 2147483646 h 144"/>
                <a:gd name="T4" fmla="*/ 2147483646 w 144"/>
                <a:gd name="T5" fmla="*/ 0 h 144"/>
                <a:gd name="T6" fmla="*/ 2147483646 w 144"/>
                <a:gd name="T7" fmla="*/ 0 h 144"/>
                <a:gd name="T8" fmla="*/ 0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0" y="28"/>
                  </a:moveTo>
                  <a:lnTo>
                    <a:pt x="144" y="144"/>
                  </a:lnTo>
                  <a:lnTo>
                    <a:pt x="29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6" name="Rectangle 69">
              <a:extLst>
                <a:ext uri="{FF2B5EF4-FFF2-40B4-BE49-F238E27FC236}">
                  <a16:creationId xmlns:a16="http://schemas.microsoft.com/office/drawing/2014/main" id="{615FB025-DA59-486C-A9E6-E605404E7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6876" y="5784394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47" name="Rectangle 69">
              <a:extLst>
                <a:ext uri="{FF2B5EF4-FFF2-40B4-BE49-F238E27FC236}">
                  <a16:creationId xmlns:a16="http://schemas.microsoft.com/office/drawing/2014/main" id="{F474F569-E870-4CB0-AED1-CC1E57CF8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944" y="4722291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48" name="Rectangle 69">
              <a:extLst>
                <a:ext uri="{FF2B5EF4-FFF2-40B4-BE49-F238E27FC236}">
                  <a16:creationId xmlns:a16="http://schemas.microsoft.com/office/drawing/2014/main" id="{5DCE9AE7-CB10-411D-878F-9BA6B1778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7392" y="3415799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49" name="Rectangle 69">
              <a:extLst>
                <a:ext uri="{FF2B5EF4-FFF2-40B4-BE49-F238E27FC236}">
                  <a16:creationId xmlns:a16="http://schemas.microsoft.com/office/drawing/2014/main" id="{EAB41C40-7291-44AF-B690-74C606302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1063" y="2650747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50" name="Rectangle 69">
              <a:extLst>
                <a:ext uri="{FF2B5EF4-FFF2-40B4-BE49-F238E27FC236}">
                  <a16:creationId xmlns:a16="http://schemas.microsoft.com/office/drawing/2014/main" id="{9AE2FB34-BC2C-4672-96E4-8EACC5CF3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3942336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51" name="Rectangle 69">
              <a:extLst>
                <a:ext uri="{FF2B5EF4-FFF2-40B4-BE49-F238E27FC236}">
                  <a16:creationId xmlns:a16="http://schemas.microsoft.com/office/drawing/2014/main" id="{419D8D2B-DDD7-49F8-825F-D4280780B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0869" y="5189553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452" name="Rectangle 69">
              <a:extLst>
                <a:ext uri="{FF2B5EF4-FFF2-40B4-BE49-F238E27FC236}">
                  <a16:creationId xmlns:a16="http://schemas.microsoft.com/office/drawing/2014/main" id="{C2D9BAED-97D1-46FB-B058-34347A39D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122" y="5833994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0420" name="Rectangle 87">
            <a:extLst>
              <a:ext uri="{FF2B5EF4-FFF2-40B4-BE49-F238E27FC236}">
                <a16:creationId xmlns:a16="http://schemas.microsoft.com/office/drawing/2014/main" id="{10F16198-F4A3-4B48-A538-D1AB42DA5B3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37313" y="6465888"/>
            <a:ext cx="1357312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diagram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421" name="Rectangle 87">
            <a:extLst>
              <a:ext uri="{FF2B5EF4-FFF2-40B4-BE49-F238E27FC236}">
                <a16:creationId xmlns:a16="http://schemas.microsoft.com/office/drawing/2014/main" id="{BFB243E7-6C6B-40C3-B13E-BD8406898CA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943100" y="4889500"/>
            <a:ext cx="10414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F2678C21-99D6-D24F-81B2-480EA6859AC6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12700"/>
            <a:ext cx="9144000" cy="79057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Almost done. What does this FSM do? </a:t>
            </a:r>
          </a:p>
        </p:txBody>
      </p:sp>
      <p:grpSp>
        <p:nvGrpSpPr>
          <p:cNvPr id="61442" name="Group 93">
            <a:extLst>
              <a:ext uri="{FF2B5EF4-FFF2-40B4-BE49-F238E27FC236}">
                <a16:creationId xmlns:a16="http://schemas.microsoft.com/office/drawing/2014/main" id="{D8906992-F49F-4B65-953F-952973C9E851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61486" name="Rectangle 85">
              <a:extLst>
                <a:ext uri="{FF2B5EF4-FFF2-40B4-BE49-F238E27FC236}">
                  <a16:creationId xmlns:a16="http://schemas.microsoft.com/office/drawing/2014/main" id="{C44D676E-CE21-4812-93C3-ABE2EEAAC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87" name="Rectangle 86">
              <a:extLst>
                <a:ext uri="{FF2B5EF4-FFF2-40B4-BE49-F238E27FC236}">
                  <a16:creationId xmlns:a16="http://schemas.microsoft.com/office/drawing/2014/main" id="{CEB1C902-93DD-408F-8A04-CE7A2FA88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88" name="Rectangle 88">
              <a:extLst>
                <a:ext uri="{FF2B5EF4-FFF2-40B4-BE49-F238E27FC236}">
                  <a16:creationId xmlns:a16="http://schemas.microsoft.com/office/drawing/2014/main" id="{AC32D9E4-FE3F-40E5-96EC-004563F98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89" name="Rectangle 89">
              <a:extLst>
                <a:ext uri="{FF2B5EF4-FFF2-40B4-BE49-F238E27FC236}">
                  <a16:creationId xmlns:a16="http://schemas.microsoft.com/office/drawing/2014/main" id="{30CEEFDA-8A75-4442-9413-E4EF0D32E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90" name="Rectangle 90">
              <a:extLst>
                <a:ext uri="{FF2B5EF4-FFF2-40B4-BE49-F238E27FC236}">
                  <a16:creationId xmlns:a16="http://schemas.microsoft.com/office/drawing/2014/main" id="{5E21F5B6-34C4-4772-9D92-CBF93F0B80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91" name="Rectangle 91">
              <a:extLst>
                <a:ext uri="{FF2B5EF4-FFF2-40B4-BE49-F238E27FC236}">
                  <a16:creationId xmlns:a16="http://schemas.microsoft.com/office/drawing/2014/main" id="{45D081E1-137C-4451-81DB-775C17619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92" name="Rectangle 92">
              <a:extLst>
                <a:ext uri="{FF2B5EF4-FFF2-40B4-BE49-F238E27FC236}">
                  <a16:creationId xmlns:a16="http://schemas.microsoft.com/office/drawing/2014/main" id="{5FE6AAD4-802E-4B3F-A057-C4FC39012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93" name="Rectangle 93">
              <a:extLst>
                <a:ext uri="{FF2B5EF4-FFF2-40B4-BE49-F238E27FC236}">
                  <a16:creationId xmlns:a16="http://schemas.microsoft.com/office/drawing/2014/main" id="{032FDEE7-6C25-4456-82E8-8B23CA289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94" name="Rectangle 94">
              <a:extLst>
                <a:ext uri="{FF2B5EF4-FFF2-40B4-BE49-F238E27FC236}">
                  <a16:creationId xmlns:a16="http://schemas.microsoft.com/office/drawing/2014/main" id="{B7EC92FE-80CA-4F68-A70A-741F19D89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95" name="Rectangle 95">
              <a:extLst>
                <a:ext uri="{FF2B5EF4-FFF2-40B4-BE49-F238E27FC236}">
                  <a16:creationId xmlns:a16="http://schemas.microsoft.com/office/drawing/2014/main" id="{E098AD9D-B386-4C44-B071-7EFC79B8E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96" name="Rectangle 96">
              <a:extLst>
                <a:ext uri="{FF2B5EF4-FFF2-40B4-BE49-F238E27FC236}">
                  <a16:creationId xmlns:a16="http://schemas.microsoft.com/office/drawing/2014/main" id="{85AA2ED2-B2F6-4997-9286-D8DF4B980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97" name="Rectangle 97">
              <a:extLst>
                <a:ext uri="{FF2B5EF4-FFF2-40B4-BE49-F238E27FC236}">
                  <a16:creationId xmlns:a16="http://schemas.microsoft.com/office/drawing/2014/main" id="{DD49D60F-1CE6-4D79-A84B-88E77B592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98" name="Rectangle 98">
              <a:extLst>
                <a:ext uri="{FF2B5EF4-FFF2-40B4-BE49-F238E27FC236}">
                  <a16:creationId xmlns:a16="http://schemas.microsoft.com/office/drawing/2014/main" id="{B537E0B5-0535-43D5-B04D-34214A1D1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99" name="Rectangle 99">
              <a:extLst>
                <a:ext uri="{FF2B5EF4-FFF2-40B4-BE49-F238E27FC236}">
                  <a16:creationId xmlns:a16="http://schemas.microsoft.com/office/drawing/2014/main" id="{65D52C85-C9B7-4EBA-9CD2-88104EF96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00" name="Rectangle 100">
              <a:extLst>
                <a:ext uri="{FF2B5EF4-FFF2-40B4-BE49-F238E27FC236}">
                  <a16:creationId xmlns:a16="http://schemas.microsoft.com/office/drawing/2014/main" id="{41E74530-549B-4B1C-B9E0-4221C95EC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01" name="Rectangle 101">
              <a:extLst>
                <a:ext uri="{FF2B5EF4-FFF2-40B4-BE49-F238E27FC236}">
                  <a16:creationId xmlns:a16="http://schemas.microsoft.com/office/drawing/2014/main" id="{90EC296B-45FC-4F66-9EE6-FC0493C49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02" name="Rectangle 102">
              <a:extLst>
                <a:ext uri="{FF2B5EF4-FFF2-40B4-BE49-F238E27FC236}">
                  <a16:creationId xmlns:a16="http://schemas.microsoft.com/office/drawing/2014/main" id="{EEA0F571-925B-46A7-8AAD-79DCB70FD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03" name="Rectangle 103">
              <a:extLst>
                <a:ext uri="{FF2B5EF4-FFF2-40B4-BE49-F238E27FC236}">
                  <a16:creationId xmlns:a16="http://schemas.microsoft.com/office/drawing/2014/main" id="{D7475B01-2877-407C-AB20-9749888D5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04" name="Rectangle 104">
              <a:extLst>
                <a:ext uri="{FF2B5EF4-FFF2-40B4-BE49-F238E27FC236}">
                  <a16:creationId xmlns:a16="http://schemas.microsoft.com/office/drawing/2014/main" id="{68AAC50A-E118-43F0-B946-D765E6F8C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05" name="Rectangle 105">
              <a:extLst>
                <a:ext uri="{FF2B5EF4-FFF2-40B4-BE49-F238E27FC236}">
                  <a16:creationId xmlns:a16="http://schemas.microsoft.com/office/drawing/2014/main" id="{6A51DFE6-36F6-4D3A-A0CE-D03475C9E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06" name="Rectangle 106">
              <a:extLst>
                <a:ext uri="{FF2B5EF4-FFF2-40B4-BE49-F238E27FC236}">
                  <a16:creationId xmlns:a16="http://schemas.microsoft.com/office/drawing/2014/main" id="{FAA842DC-4312-416D-B887-CD5669079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07" name="Rectangle 107">
              <a:extLst>
                <a:ext uri="{FF2B5EF4-FFF2-40B4-BE49-F238E27FC236}">
                  <a16:creationId xmlns:a16="http://schemas.microsoft.com/office/drawing/2014/main" id="{AF47F80B-62BB-4600-A200-E14231233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08" name="Rectangle 108">
              <a:extLst>
                <a:ext uri="{FF2B5EF4-FFF2-40B4-BE49-F238E27FC236}">
                  <a16:creationId xmlns:a16="http://schemas.microsoft.com/office/drawing/2014/main" id="{447741AE-749B-4038-8E89-12A1AC0C6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09" name="Rectangle 109">
              <a:extLst>
                <a:ext uri="{FF2B5EF4-FFF2-40B4-BE49-F238E27FC236}">
                  <a16:creationId xmlns:a16="http://schemas.microsoft.com/office/drawing/2014/main" id="{1CB9DFA0-0AA3-4E8C-81CF-26CB6A268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10" name="Rectangle 110">
              <a:extLst>
                <a:ext uri="{FF2B5EF4-FFF2-40B4-BE49-F238E27FC236}">
                  <a16:creationId xmlns:a16="http://schemas.microsoft.com/office/drawing/2014/main" id="{D74C3145-2C11-4778-B765-FD49B69CE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11" name="Rectangle 111">
              <a:extLst>
                <a:ext uri="{FF2B5EF4-FFF2-40B4-BE49-F238E27FC236}">
                  <a16:creationId xmlns:a16="http://schemas.microsoft.com/office/drawing/2014/main" id="{A3AF62DA-2D1E-46DB-A5F1-1C4671DAE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12" name="Rectangle 112">
              <a:extLst>
                <a:ext uri="{FF2B5EF4-FFF2-40B4-BE49-F238E27FC236}">
                  <a16:creationId xmlns:a16="http://schemas.microsoft.com/office/drawing/2014/main" id="{9C95E969-BA90-41E6-AED7-FEB9D3110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13" name="Rectangle 113">
              <a:extLst>
                <a:ext uri="{FF2B5EF4-FFF2-40B4-BE49-F238E27FC236}">
                  <a16:creationId xmlns:a16="http://schemas.microsoft.com/office/drawing/2014/main" id="{E6194B71-29A7-4771-A7F9-63829AF85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14" name="Rectangle 114">
              <a:extLst>
                <a:ext uri="{FF2B5EF4-FFF2-40B4-BE49-F238E27FC236}">
                  <a16:creationId xmlns:a16="http://schemas.microsoft.com/office/drawing/2014/main" id="{0E7E9F74-A5A7-45A8-A5DD-F789865DF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15" name="Rectangle 115">
              <a:extLst>
                <a:ext uri="{FF2B5EF4-FFF2-40B4-BE49-F238E27FC236}">
                  <a16:creationId xmlns:a16="http://schemas.microsoft.com/office/drawing/2014/main" id="{902F2164-D163-48B1-9EA9-512493328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16" name="Rectangle 116">
              <a:extLst>
                <a:ext uri="{FF2B5EF4-FFF2-40B4-BE49-F238E27FC236}">
                  <a16:creationId xmlns:a16="http://schemas.microsoft.com/office/drawing/2014/main" id="{97F3AEF7-3EE2-4B89-85D8-8C6EA14AD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17" name="Rectangle 117">
              <a:extLst>
                <a:ext uri="{FF2B5EF4-FFF2-40B4-BE49-F238E27FC236}">
                  <a16:creationId xmlns:a16="http://schemas.microsoft.com/office/drawing/2014/main" id="{D74691C5-6638-4F7F-B933-E57120AD2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18" name="Rectangle 118">
              <a:extLst>
                <a:ext uri="{FF2B5EF4-FFF2-40B4-BE49-F238E27FC236}">
                  <a16:creationId xmlns:a16="http://schemas.microsoft.com/office/drawing/2014/main" id="{F2292604-6B04-40C6-8C29-2BBA2B7E0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19" name="Rectangle 119">
              <a:extLst>
                <a:ext uri="{FF2B5EF4-FFF2-40B4-BE49-F238E27FC236}">
                  <a16:creationId xmlns:a16="http://schemas.microsoft.com/office/drawing/2014/main" id="{9B7C50CC-D504-46F9-81E0-F36C24F1B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20" name="Rectangle 120">
              <a:extLst>
                <a:ext uri="{FF2B5EF4-FFF2-40B4-BE49-F238E27FC236}">
                  <a16:creationId xmlns:a16="http://schemas.microsoft.com/office/drawing/2014/main" id="{5E925643-CABD-4C76-A89F-D5E38CE51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21" name="Rectangle 121">
              <a:extLst>
                <a:ext uri="{FF2B5EF4-FFF2-40B4-BE49-F238E27FC236}">
                  <a16:creationId xmlns:a16="http://schemas.microsoft.com/office/drawing/2014/main" id="{289686DE-5076-4BE4-87CB-C7BB6809D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22" name="Rectangle 122">
              <a:extLst>
                <a:ext uri="{FF2B5EF4-FFF2-40B4-BE49-F238E27FC236}">
                  <a16:creationId xmlns:a16="http://schemas.microsoft.com/office/drawing/2014/main" id="{B4BF098C-B092-43BC-8F5A-EA9F99DBF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23" name="Rectangle 123">
              <a:extLst>
                <a:ext uri="{FF2B5EF4-FFF2-40B4-BE49-F238E27FC236}">
                  <a16:creationId xmlns:a16="http://schemas.microsoft.com/office/drawing/2014/main" id="{793C8C75-D0FB-4A20-BC7F-CCB6EB64E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24" name="Rectangle 124">
              <a:extLst>
                <a:ext uri="{FF2B5EF4-FFF2-40B4-BE49-F238E27FC236}">
                  <a16:creationId xmlns:a16="http://schemas.microsoft.com/office/drawing/2014/main" id="{60D4D161-D4A9-4615-9F43-625E64923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25" name="Rectangle 125">
              <a:extLst>
                <a:ext uri="{FF2B5EF4-FFF2-40B4-BE49-F238E27FC236}">
                  <a16:creationId xmlns:a16="http://schemas.microsoft.com/office/drawing/2014/main" id="{4F169182-E7B5-40B5-8AA1-4A687C688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26" name="Rectangle 126">
              <a:extLst>
                <a:ext uri="{FF2B5EF4-FFF2-40B4-BE49-F238E27FC236}">
                  <a16:creationId xmlns:a16="http://schemas.microsoft.com/office/drawing/2014/main" id="{2B4526B8-8081-4FB5-860C-41A1EAE0A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27" name="Rectangle 127">
              <a:extLst>
                <a:ext uri="{FF2B5EF4-FFF2-40B4-BE49-F238E27FC236}">
                  <a16:creationId xmlns:a16="http://schemas.microsoft.com/office/drawing/2014/main" id="{67DDDB15-3AA5-41F7-B2E2-6B80A41B8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28" name="Rectangle 128">
              <a:extLst>
                <a:ext uri="{FF2B5EF4-FFF2-40B4-BE49-F238E27FC236}">
                  <a16:creationId xmlns:a16="http://schemas.microsoft.com/office/drawing/2014/main" id="{A83CF3F2-BEA4-4169-9596-2117E6ED1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29" name="Rectangle 129">
              <a:extLst>
                <a:ext uri="{FF2B5EF4-FFF2-40B4-BE49-F238E27FC236}">
                  <a16:creationId xmlns:a16="http://schemas.microsoft.com/office/drawing/2014/main" id="{C0905861-FE2E-437F-85BB-3C384A8DB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30" name="Rectangle 130">
              <a:extLst>
                <a:ext uri="{FF2B5EF4-FFF2-40B4-BE49-F238E27FC236}">
                  <a16:creationId xmlns:a16="http://schemas.microsoft.com/office/drawing/2014/main" id="{1E3F4AB2-C9EA-4321-98E0-5AE3EE487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31" name="Rectangle 131">
              <a:extLst>
                <a:ext uri="{FF2B5EF4-FFF2-40B4-BE49-F238E27FC236}">
                  <a16:creationId xmlns:a16="http://schemas.microsoft.com/office/drawing/2014/main" id="{1F6B21B0-CD05-4D26-AFDD-A76797631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32" name="Rectangle 132">
              <a:extLst>
                <a:ext uri="{FF2B5EF4-FFF2-40B4-BE49-F238E27FC236}">
                  <a16:creationId xmlns:a16="http://schemas.microsoft.com/office/drawing/2014/main" id="{627EB217-9925-4C62-A0A9-649A9C546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33" name="Rectangle 133">
              <a:extLst>
                <a:ext uri="{FF2B5EF4-FFF2-40B4-BE49-F238E27FC236}">
                  <a16:creationId xmlns:a16="http://schemas.microsoft.com/office/drawing/2014/main" id="{87DB25C7-D4ED-49A0-B9B6-8C0AAE891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34" name="Rectangle 134">
              <a:extLst>
                <a:ext uri="{FF2B5EF4-FFF2-40B4-BE49-F238E27FC236}">
                  <a16:creationId xmlns:a16="http://schemas.microsoft.com/office/drawing/2014/main" id="{34434F1C-68C0-4583-ACD4-71F33272F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35" name="Rectangle 135">
              <a:extLst>
                <a:ext uri="{FF2B5EF4-FFF2-40B4-BE49-F238E27FC236}">
                  <a16:creationId xmlns:a16="http://schemas.microsoft.com/office/drawing/2014/main" id="{22B88FC4-7374-4248-A6AE-4C7D4D27E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36" name="Rectangle 136">
              <a:extLst>
                <a:ext uri="{FF2B5EF4-FFF2-40B4-BE49-F238E27FC236}">
                  <a16:creationId xmlns:a16="http://schemas.microsoft.com/office/drawing/2014/main" id="{F614D1F7-F43B-4140-BA0A-3DB135D6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37" name="Rectangle 137">
              <a:extLst>
                <a:ext uri="{FF2B5EF4-FFF2-40B4-BE49-F238E27FC236}">
                  <a16:creationId xmlns:a16="http://schemas.microsoft.com/office/drawing/2014/main" id="{EF3BE18C-C04A-4330-B9C6-7FE5AC762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38" name="Rectangle 138">
              <a:extLst>
                <a:ext uri="{FF2B5EF4-FFF2-40B4-BE49-F238E27FC236}">
                  <a16:creationId xmlns:a16="http://schemas.microsoft.com/office/drawing/2014/main" id="{DA3AA22A-2507-4BAB-A2DA-1B6264872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39" name="Rectangle 139">
              <a:extLst>
                <a:ext uri="{FF2B5EF4-FFF2-40B4-BE49-F238E27FC236}">
                  <a16:creationId xmlns:a16="http://schemas.microsoft.com/office/drawing/2014/main" id="{51E62D07-A64C-4561-B048-062C47D68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40" name="Rectangle 140">
              <a:extLst>
                <a:ext uri="{FF2B5EF4-FFF2-40B4-BE49-F238E27FC236}">
                  <a16:creationId xmlns:a16="http://schemas.microsoft.com/office/drawing/2014/main" id="{807D432B-CEFC-4BB9-A1ED-9361E6281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1443" name="Group 6">
            <a:extLst>
              <a:ext uri="{FF2B5EF4-FFF2-40B4-BE49-F238E27FC236}">
                <a16:creationId xmlns:a16="http://schemas.microsoft.com/office/drawing/2014/main" id="{25BDCA58-5949-4185-BF8A-8FFE5AFEF501}"/>
              </a:ext>
            </a:extLst>
          </p:cNvPr>
          <p:cNvGrpSpPr>
            <a:grpSpLocks/>
          </p:cNvGrpSpPr>
          <p:nvPr/>
        </p:nvGrpSpPr>
        <p:grpSpPr bwMode="auto">
          <a:xfrm>
            <a:off x="5246688" y="747713"/>
            <a:ext cx="3330575" cy="5424487"/>
            <a:chOff x="5066003" y="968733"/>
            <a:chExt cx="3330016" cy="5424435"/>
          </a:xfrm>
        </p:grpSpPr>
        <p:sp>
          <p:nvSpPr>
            <p:cNvPr id="61446" name="Freeform 11">
              <a:extLst>
                <a:ext uri="{FF2B5EF4-FFF2-40B4-BE49-F238E27FC236}">
                  <a16:creationId xmlns:a16="http://schemas.microsoft.com/office/drawing/2014/main" id="{ADB2814F-CD3D-40B2-AF2F-24F8D316A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2092" y="5972494"/>
              <a:ext cx="138112" cy="160338"/>
            </a:xfrm>
            <a:custGeom>
              <a:avLst/>
              <a:gdLst>
                <a:gd name="T0" fmla="*/ 2147483646 w 174"/>
                <a:gd name="T1" fmla="*/ 2147483646 h 202"/>
                <a:gd name="T2" fmla="*/ 2147483646 w 174"/>
                <a:gd name="T3" fmla="*/ 2147483646 h 202"/>
                <a:gd name="T4" fmla="*/ 2147483646 w 174"/>
                <a:gd name="T5" fmla="*/ 0 h 202"/>
                <a:gd name="T6" fmla="*/ 0 w 174"/>
                <a:gd name="T7" fmla="*/ 0 h 202"/>
                <a:gd name="T8" fmla="*/ 2147483646 w 174"/>
                <a:gd name="T9" fmla="*/ 2147483646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4"/>
                <a:gd name="T16" fmla="*/ 0 h 202"/>
                <a:gd name="T17" fmla="*/ 174 w 174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4" h="202">
                  <a:moveTo>
                    <a:pt x="29" y="202"/>
                  </a:moveTo>
                  <a:lnTo>
                    <a:pt x="174" y="202"/>
                  </a:lnTo>
                  <a:lnTo>
                    <a:pt x="174" y="0"/>
                  </a:lnTo>
                  <a:lnTo>
                    <a:pt x="0" y="0"/>
                  </a:lnTo>
                  <a:lnTo>
                    <a:pt x="29" y="2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1447" name="Freeform 19">
              <a:extLst>
                <a:ext uri="{FF2B5EF4-FFF2-40B4-BE49-F238E27FC236}">
                  <a16:creationId xmlns:a16="http://schemas.microsoft.com/office/drawing/2014/main" id="{810177D7-8A2E-41CD-8532-3661F4BD4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152" y="5729593"/>
              <a:ext cx="641350" cy="663575"/>
            </a:xfrm>
            <a:custGeom>
              <a:avLst/>
              <a:gdLst>
                <a:gd name="T0" fmla="*/ 2147483646 w 808"/>
                <a:gd name="T1" fmla="*/ 2147483646 h 837"/>
                <a:gd name="T2" fmla="*/ 2147483646 w 808"/>
                <a:gd name="T3" fmla="*/ 2147483646 h 837"/>
                <a:gd name="T4" fmla="*/ 2147483646 w 808"/>
                <a:gd name="T5" fmla="*/ 2147483646 h 837"/>
                <a:gd name="T6" fmla="*/ 2147483646 w 808"/>
                <a:gd name="T7" fmla="*/ 2147483646 h 837"/>
                <a:gd name="T8" fmla="*/ 2147483646 w 808"/>
                <a:gd name="T9" fmla="*/ 2147483646 h 837"/>
                <a:gd name="T10" fmla="*/ 2147483646 w 808"/>
                <a:gd name="T11" fmla="*/ 2147483646 h 837"/>
                <a:gd name="T12" fmla="*/ 2147483646 w 808"/>
                <a:gd name="T13" fmla="*/ 2147483646 h 837"/>
                <a:gd name="T14" fmla="*/ 2147483646 w 808"/>
                <a:gd name="T15" fmla="*/ 2147483646 h 837"/>
                <a:gd name="T16" fmla="*/ 2147483646 w 808"/>
                <a:gd name="T17" fmla="*/ 2147483646 h 837"/>
                <a:gd name="T18" fmla="*/ 2147483646 w 808"/>
                <a:gd name="T19" fmla="*/ 2147483646 h 837"/>
                <a:gd name="T20" fmla="*/ 2147483646 w 808"/>
                <a:gd name="T21" fmla="*/ 2147483646 h 837"/>
                <a:gd name="T22" fmla="*/ 2147483646 w 808"/>
                <a:gd name="T23" fmla="*/ 0 h 837"/>
                <a:gd name="T24" fmla="*/ 2147483646 w 808"/>
                <a:gd name="T25" fmla="*/ 2147483646 h 837"/>
                <a:gd name="T26" fmla="*/ 2147483646 w 808"/>
                <a:gd name="T27" fmla="*/ 2147483646 h 837"/>
                <a:gd name="T28" fmla="*/ 2147483646 w 808"/>
                <a:gd name="T29" fmla="*/ 2147483646 h 837"/>
                <a:gd name="T30" fmla="*/ 2147483646 w 808"/>
                <a:gd name="T31" fmla="*/ 2147483646 h 837"/>
                <a:gd name="T32" fmla="*/ 2147483646 w 808"/>
                <a:gd name="T33" fmla="*/ 2147483646 h 837"/>
                <a:gd name="T34" fmla="*/ 2147483646 w 808"/>
                <a:gd name="T35" fmla="*/ 2147483646 h 837"/>
                <a:gd name="T36" fmla="*/ 2147483646 w 808"/>
                <a:gd name="T37" fmla="*/ 2147483646 h 837"/>
                <a:gd name="T38" fmla="*/ 2147483646 w 808"/>
                <a:gd name="T39" fmla="*/ 2147483646 h 837"/>
                <a:gd name="T40" fmla="*/ 2147483646 w 808"/>
                <a:gd name="T41" fmla="*/ 2147483646 h 837"/>
                <a:gd name="T42" fmla="*/ 2147483646 w 808"/>
                <a:gd name="T43" fmla="*/ 2147483646 h 837"/>
                <a:gd name="T44" fmla="*/ 2147483646 w 808"/>
                <a:gd name="T45" fmla="*/ 2147483646 h 837"/>
                <a:gd name="T46" fmla="*/ 2147483646 w 808"/>
                <a:gd name="T47" fmla="*/ 2147483646 h 837"/>
                <a:gd name="T48" fmla="*/ 2147483646 w 808"/>
                <a:gd name="T49" fmla="*/ 2147483646 h 837"/>
                <a:gd name="T50" fmla="*/ 2147483646 w 808"/>
                <a:gd name="T51" fmla="*/ 2147483646 h 837"/>
                <a:gd name="T52" fmla="*/ 2147483646 w 808"/>
                <a:gd name="T53" fmla="*/ 2147483646 h 837"/>
                <a:gd name="T54" fmla="*/ 2147483646 w 808"/>
                <a:gd name="T55" fmla="*/ 2147483646 h 837"/>
                <a:gd name="T56" fmla="*/ 2147483646 w 808"/>
                <a:gd name="T57" fmla="*/ 2147483646 h 837"/>
                <a:gd name="T58" fmla="*/ 2147483646 w 808"/>
                <a:gd name="T59" fmla="*/ 2147483646 h 837"/>
                <a:gd name="T60" fmla="*/ 2147483646 w 808"/>
                <a:gd name="T61" fmla="*/ 2147483646 h 837"/>
                <a:gd name="T62" fmla="*/ 2147483646 w 808"/>
                <a:gd name="T63" fmla="*/ 2147483646 h 837"/>
                <a:gd name="T64" fmla="*/ 2147483646 w 808"/>
                <a:gd name="T65" fmla="*/ 2147483646 h 837"/>
                <a:gd name="T66" fmla="*/ 2147483646 w 808"/>
                <a:gd name="T67" fmla="*/ 2147483646 h 837"/>
                <a:gd name="T68" fmla="*/ 2147483646 w 808"/>
                <a:gd name="T69" fmla="*/ 2147483646 h 837"/>
                <a:gd name="T70" fmla="*/ 2147483646 w 808"/>
                <a:gd name="T71" fmla="*/ 2147483646 h 837"/>
                <a:gd name="T72" fmla="*/ 2147483646 w 808"/>
                <a:gd name="T73" fmla="*/ 2147483646 h 837"/>
                <a:gd name="T74" fmla="*/ 2147483646 w 808"/>
                <a:gd name="T75" fmla="*/ 2147483646 h 837"/>
                <a:gd name="T76" fmla="*/ 2147483646 w 808"/>
                <a:gd name="T77" fmla="*/ 2147483646 h 837"/>
                <a:gd name="T78" fmla="*/ 2147483646 w 808"/>
                <a:gd name="T79" fmla="*/ 2147483646 h 837"/>
                <a:gd name="T80" fmla="*/ 2147483646 w 808"/>
                <a:gd name="T81" fmla="*/ 2147483646 h 837"/>
                <a:gd name="T82" fmla="*/ 2147483646 w 808"/>
                <a:gd name="T83" fmla="*/ 2147483646 h 837"/>
                <a:gd name="T84" fmla="*/ 2147483646 w 808"/>
                <a:gd name="T85" fmla="*/ 2147483646 h 837"/>
                <a:gd name="T86" fmla="*/ 2147483646 w 808"/>
                <a:gd name="T87" fmla="*/ 2147483646 h 837"/>
                <a:gd name="T88" fmla="*/ 2147483646 w 808"/>
                <a:gd name="T89" fmla="*/ 2147483646 h 837"/>
                <a:gd name="T90" fmla="*/ 2147483646 w 808"/>
                <a:gd name="T91" fmla="*/ 2147483646 h 837"/>
                <a:gd name="T92" fmla="*/ 2147483646 w 808"/>
                <a:gd name="T93" fmla="*/ 2147483646 h 837"/>
                <a:gd name="T94" fmla="*/ 2147483646 w 808"/>
                <a:gd name="T95" fmla="*/ 2147483646 h 837"/>
                <a:gd name="T96" fmla="*/ 2147483646 w 808"/>
                <a:gd name="T97" fmla="*/ 2147483646 h 837"/>
                <a:gd name="T98" fmla="*/ 2147483646 w 808"/>
                <a:gd name="T99" fmla="*/ 2147483646 h 837"/>
                <a:gd name="T100" fmla="*/ 2147483646 w 808"/>
                <a:gd name="T101" fmla="*/ 2147483646 h 837"/>
                <a:gd name="T102" fmla="*/ 2147483646 w 808"/>
                <a:gd name="T103" fmla="*/ 2147483646 h 837"/>
                <a:gd name="T104" fmla="*/ 2147483646 w 808"/>
                <a:gd name="T105" fmla="*/ 2147483646 h 837"/>
                <a:gd name="T106" fmla="*/ 2147483646 w 808"/>
                <a:gd name="T107" fmla="*/ 2147483646 h 837"/>
                <a:gd name="T108" fmla="*/ 2147483646 w 808"/>
                <a:gd name="T109" fmla="*/ 2147483646 h 837"/>
                <a:gd name="T110" fmla="*/ 2147483646 w 808"/>
                <a:gd name="T111" fmla="*/ 2147483646 h 83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8"/>
                <a:gd name="T169" fmla="*/ 0 h 837"/>
                <a:gd name="T170" fmla="*/ 808 w 808"/>
                <a:gd name="T171" fmla="*/ 837 h 83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8" h="837">
                  <a:moveTo>
                    <a:pt x="0" y="428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5" y="348"/>
                  </a:lnTo>
                  <a:lnTo>
                    <a:pt x="8" y="327"/>
                  </a:lnTo>
                  <a:lnTo>
                    <a:pt x="13" y="307"/>
                  </a:lnTo>
                  <a:lnTo>
                    <a:pt x="18" y="288"/>
                  </a:lnTo>
                  <a:lnTo>
                    <a:pt x="24" y="268"/>
                  </a:lnTo>
                  <a:lnTo>
                    <a:pt x="33" y="251"/>
                  </a:lnTo>
                  <a:lnTo>
                    <a:pt x="40" y="232"/>
                  </a:lnTo>
                  <a:lnTo>
                    <a:pt x="49" y="215"/>
                  </a:lnTo>
                  <a:lnTo>
                    <a:pt x="59" y="197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50"/>
                  </a:lnTo>
                  <a:lnTo>
                    <a:pt x="107" y="134"/>
                  </a:lnTo>
                  <a:lnTo>
                    <a:pt x="120" y="121"/>
                  </a:lnTo>
                  <a:lnTo>
                    <a:pt x="134" y="107"/>
                  </a:lnTo>
                  <a:lnTo>
                    <a:pt x="148" y="94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60"/>
                  </a:lnTo>
                  <a:lnTo>
                    <a:pt x="215" y="50"/>
                  </a:lnTo>
                  <a:lnTo>
                    <a:pt x="232" y="40"/>
                  </a:lnTo>
                  <a:lnTo>
                    <a:pt x="249" y="33"/>
                  </a:lnTo>
                  <a:lnTo>
                    <a:pt x="268" y="26"/>
                  </a:lnTo>
                  <a:lnTo>
                    <a:pt x="287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6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0" y="1"/>
                  </a:lnTo>
                  <a:lnTo>
                    <a:pt x="441" y="3"/>
                  </a:lnTo>
                  <a:lnTo>
                    <a:pt x="462" y="6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39" y="26"/>
                  </a:lnTo>
                  <a:lnTo>
                    <a:pt x="558" y="33"/>
                  </a:lnTo>
                  <a:lnTo>
                    <a:pt x="577" y="40"/>
                  </a:lnTo>
                  <a:lnTo>
                    <a:pt x="594" y="50"/>
                  </a:lnTo>
                  <a:lnTo>
                    <a:pt x="612" y="60"/>
                  </a:lnTo>
                  <a:lnTo>
                    <a:pt x="628" y="70"/>
                  </a:lnTo>
                  <a:lnTo>
                    <a:pt x="643" y="82"/>
                  </a:lnTo>
                  <a:lnTo>
                    <a:pt x="659" y="94"/>
                  </a:lnTo>
                  <a:lnTo>
                    <a:pt x="674" y="107"/>
                  </a:lnTo>
                  <a:lnTo>
                    <a:pt x="688" y="121"/>
                  </a:lnTo>
                  <a:lnTo>
                    <a:pt x="703" y="134"/>
                  </a:lnTo>
                  <a:lnTo>
                    <a:pt x="716" y="150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7"/>
                  </a:lnTo>
                  <a:lnTo>
                    <a:pt x="759" y="215"/>
                  </a:lnTo>
                  <a:lnTo>
                    <a:pt x="768" y="232"/>
                  </a:lnTo>
                  <a:lnTo>
                    <a:pt x="776" y="251"/>
                  </a:lnTo>
                  <a:lnTo>
                    <a:pt x="783" y="268"/>
                  </a:lnTo>
                  <a:lnTo>
                    <a:pt x="791" y="288"/>
                  </a:lnTo>
                  <a:lnTo>
                    <a:pt x="795" y="307"/>
                  </a:lnTo>
                  <a:lnTo>
                    <a:pt x="801" y="327"/>
                  </a:lnTo>
                  <a:lnTo>
                    <a:pt x="804" y="348"/>
                  </a:lnTo>
                  <a:lnTo>
                    <a:pt x="806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28"/>
                  </a:lnTo>
                  <a:lnTo>
                    <a:pt x="808" y="450"/>
                  </a:lnTo>
                  <a:lnTo>
                    <a:pt x="806" y="470"/>
                  </a:lnTo>
                  <a:lnTo>
                    <a:pt x="804" y="490"/>
                  </a:lnTo>
                  <a:lnTo>
                    <a:pt x="801" y="511"/>
                  </a:lnTo>
                  <a:lnTo>
                    <a:pt x="795" y="531"/>
                  </a:lnTo>
                  <a:lnTo>
                    <a:pt x="791" y="550"/>
                  </a:lnTo>
                  <a:lnTo>
                    <a:pt x="783" y="570"/>
                  </a:lnTo>
                  <a:lnTo>
                    <a:pt x="776" y="587"/>
                  </a:lnTo>
                  <a:lnTo>
                    <a:pt x="768" y="606"/>
                  </a:lnTo>
                  <a:lnTo>
                    <a:pt x="759" y="623"/>
                  </a:lnTo>
                  <a:lnTo>
                    <a:pt x="749" y="640"/>
                  </a:lnTo>
                  <a:lnTo>
                    <a:pt x="739" y="658"/>
                  </a:lnTo>
                  <a:lnTo>
                    <a:pt x="727" y="674"/>
                  </a:lnTo>
                  <a:lnTo>
                    <a:pt x="716" y="688"/>
                  </a:lnTo>
                  <a:lnTo>
                    <a:pt x="703" y="704"/>
                  </a:lnTo>
                  <a:lnTo>
                    <a:pt x="688" y="717"/>
                  </a:lnTo>
                  <a:lnTo>
                    <a:pt x="674" y="731"/>
                  </a:lnTo>
                  <a:lnTo>
                    <a:pt x="659" y="744"/>
                  </a:lnTo>
                  <a:lnTo>
                    <a:pt x="643" y="756"/>
                  </a:lnTo>
                  <a:lnTo>
                    <a:pt x="628" y="767"/>
                  </a:lnTo>
                  <a:lnTo>
                    <a:pt x="612" y="778"/>
                  </a:lnTo>
                  <a:lnTo>
                    <a:pt x="594" y="788"/>
                  </a:lnTo>
                  <a:lnTo>
                    <a:pt x="577" y="798"/>
                  </a:lnTo>
                  <a:lnTo>
                    <a:pt x="558" y="805"/>
                  </a:lnTo>
                  <a:lnTo>
                    <a:pt x="539" y="812"/>
                  </a:lnTo>
                  <a:lnTo>
                    <a:pt x="521" y="819"/>
                  </a:lnTo>
                  <a:lnTo>
                    <a:pt x="502" y="825"/>
                  </a:lnTo>
                  <a:lnTo>
                    <a:pt x="482" y="830"/>
                  </a:lnTo>
                  <a:lnTo>
                    <a:pt x="462" y="832"/>
                  </a:lnTo>
                  <a:lnTo>
                    <a:pt x="441" y="835"/>
                  </a:lnTo>
                  <a:lnTo>
                    <a:pt x="420" y="837"/>
                  </a:lnTo>
                  <a:lnTo>
                    <a:pt x="400" y="837"/>
                  </a:lnTo>
                  <a:lnTo>
                    <a:pt x="410" y="837"/>
                  </a:lnTo>
                  <a:lnTo>
                    <a:pt x="388" y="837"/>
                  </a:lnTo>
                  <a:lnTo>
                    <a:pt x="368" y="835"/>
                  </a:lnTo>
                  <a:lnTo>
                    <a:pt x="348" y="832"/>
                  </a:lnTo>
                  <a:lnTo>
                    <a:pt x="327" y="830"/>
                  </a:lnTo>
                  <a:lnTo>
                    <a:pt x="307" y="825"/>
                  </a:lnTo>
                  <a:lnTo>
                    <a:pt x="287" y="819"/>
                  </a:lnTo>
                  <a:lnTo>
                    <a:pt x="268" y="812"/>
                  </a:lnTo>
                  <a:lnTo>
                    <a:pt x="249" y="805"/>
                  </a:lnTo>
                  <a:lnTo>
                    <a:pt x="232" y="798"/>
                  </a:lnTo>
                  <a:lnTo>
                    <a:pt x="215" y="788"/>
                  </a:lnTo>
                  <a:lnTo>
                    <a:pt x="197" y="778"/>
                  </a:lnTo>
                  <a:lnTo>
                    <a:pt x="180" y="767"/>
                  </a:lnTo>
                  <a:lnTo>
                    <a:pt x="164" y="756"/>
                  </a:lnTo>
                  <a:lnTo>
                    <a:pt x="148" y="744"/>
                  </a:lnTo>
                  <a:lnTo>
                    <a:pt x="134" y="731"/>
                  </a:lnTo>
                  <a:lnTo>
                    <a:pt x="120" y="717"/>
                  </a:lnTo>
                  <a:lnTo>
                    <a:pt x="107" y="704"/>
                  </a:lnTo>
                  <a:lnTo>
                    <a:pt x="94" y="688"/>
                  </a:lnTo>
                  <a:lnTo>
                    <a:pt x="82" y="674"/>
                  </a:lnTo>
                  <a:lnTo>
                    <a:pt x="70" y="658"/>
                  </a:lnTo>
                  <a:lnTo>
                    <a:pt x="59" y="640"/>
                  </a:lnTo>
                  <a:lnTo>
                    <a:pt x="49" y="623"/>
                  </a:lnTo>
                  <a:lnTo>
                    <a:pt x="40" y="606"/>
                  </a:lnTo>
                  <a:lnTo>
                    <a:pt x="33" y="587"/>
                  </a:lnTo>
                  <a:lnTo>
                    <a:pt x="24" y="570"/>
                  </a:lnTo>
                  <a:lnTo>
                    <a:pt x="18" y="550"/>
                  </a:lnTo>
                  <a:lnTo>
                    <a:pt x="13" y="531"/>
                  </a:lnTo>
                  <a:lnTo>
                    <a:pt x="8" y="511"/>
                  </a:lnTo>
                  <a:lnTo>
                    <a:pt x="5" y="490"/>
                  </a:lnTo>
                  <a:lnTo>
                    <a:pt x="3" y="470"/>
                  </a:lnTo>
                  <a:lnTo>
                    <a:pt x="1" y="450"/>
                  </a:lnTo>
                  <a:lnTo>
                    <a:pt x="0" y="42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1448" name="Freeform 26">
              <a:extLst>
                <a:ext uri="{FF2B5EF4-FFF2-40B4-BE49-F238E27FC236}">
                  <a16:creationId xmlns:a16="http://schemas.microsoft.com/office/drawing/2014/main" id="{99E6E7B9-EEDC-461F-8875-388EE0A21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1417" y="1733868"/>
              <a:ext cx="114300" cy="138113"/>
            </a:xfrm>
            <a:custGeom>
              <a:avLst/>
              <a:gdLst>
                <a:gd name="T0" fmla="*/ 2147483646 w 145"/>
                <a:gd name="T1" fmla="*/ 0 h 173"/>
                <a:gd name="T2" fmla="*/ 0 w 145"/>
                <a:gd name="T3" fmla="*/ 2147483646 h 173"/>
                <a:gd name="T4" fmla="*/ 2147483646 w 145"/>
                <a:gd name="T5" fmla="*/ 2147483646 h 173"/>
                <a:gd name="T6" fmla="*/ 2147483646 w 145"/>
                <a:gd name="T7" fmla="*/ 2147483646 h 173"/>
                <a:gd name="T8" fmla="*/ 2147483646 w 14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73"/>
                <a:gd name="T17" fmla="*/ 145 w 14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73">
                  <a:moveTo>
                    <a:pt x="87" y="0"/>
                  </a:moveTo>
                  <a:lnTo>
                    <a:pt x="0" y="173"/>
                  </a:lnTo>
                  <a:lnTo>
                    <a:pt x="145" y="58"/>
                  </a:lnTo>
                  <a:lnTo>
                    <a:pt x="116" y="29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1449" name="Freeform 29">
              <a:extLst>
                <a:ext uri="{FF2B5EF4-FFF2-40B4-BE49-F238E27FC236}">
                  <a16:creationId xmlns:a16="http://schemas.microsoft.com/office/drawing/2014/main" id="{4E2EE276-4722-479D-A06F-FB860F5B7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8179" y="1276668"/>
              <a:ext cx="641350" cy="641350"/>
            </a:xfrm>
            <a:custGeom>
              <a:avLst/>
              <a:gdLst>
                <a:gd name="T0" fmla="*/ 2147483646 w 809"/>
                <a:gd name="T1" fmla="*/ 2147483646 h 808"/>
                <a:gd name="T2" fmla="*/ 2147483646 w 809"/>
                <a:gd name="T3" fmla="*/ 2147483646 h 808"/>
                <a:gd name="T4" fmla="*/ 2147483646 w 809"/>
                <a:gd name="T5" fmla="*/ 2147483646 h 808"/>
                <a:gd name="T6" fmla="*/ 2147483646 w 809"/>
                <a:gd name="T7" fmla="*/ 2147483646 h 808"/>
                <a:gd name="T8" fmla="*/ 2147483646 w 809"/>
                <a:gd name="T9" fmla="*/ 2147483646 h 808"/>
                <a:gd name="T10" fmla="*/ 2147483646 w 809"/>
                <a:gd name="T11" fmla="*/ 2147483646 h 808"/>
                <a:gd name="T12" fmla="*/ 2147483646 w 809"/>
                <a:gd name="T13" fmla="*/ 2147483646 h 808"/>
                <a:gd name="T14" fmla="*/ 2147483646 w 809"/>
                <a:gd name="T15" fmla="*/ 2147483646 h 808"/>
                <a:gd name="T16" fmla="*/ 2147483646 w 809"/>
                <a:gd name="T17" fmla="*/ 2147483646 h 808"/>
                <a:gd name="T18" fmla="*/ 2147483646 w 809"/>
                <a:gd name="T19" fmla="*/ 2147483646 h 808"/>
                <a:gd name="T20" fmla="*/ 2147483646 w 809"/>
                <a:gd name="T21" fmla="*/ 2147483646 h 808"/>
                <a:gd name="T22" fmla="*/ 2147483646 w 809"/>
                <a:gd name="T23" fmla="*/ 0 h 808"/>
                <a:gd name="T24" fmla="*/ 2147483646 w 809"/>
                <a:gd name="T25" fmla="*/ 2147483646 h 808"/>
                <a:gd name="T26" fmla="*/ 2147483646 w 809"/>
                <a:gd name="T27" fmla="*/ 2147483646 h 808"/>
                <a:gd name="T28" fmla="*/ 2147483646 w 809"/>
                <a:gd name="T29" fmla="*/ 2147483646 h 808"/>
                <a:gd name="T30" fmla="*/ 2147483646 w 809"/>
                <a:gd name="T31" fmla="*/ 2147483646 h 808"/>
                <a:gd name="T32" fmla="*/ 2147483646 w 809"/>
                <a:gd name="T33" fmla="*/ 2147483646 h 808"/>
                <a:gd name="T34" fmla="*/ 2147483646 w 809"/>
                <a:gd name="T35" fmla="*/ 2147483646 h 808"/>
                <a:gd name="T36" fmla="*/ 2147483646 w 809"/>
                <a:gd name="T37" fmla="*/ 2147483646 h 808"/>
                <a:gd name="T38" fmla="*/ 2147483646 w 809"/>
                <a:gd name="T39" fmla="*/ 2147483646 h 808"/>
                <a:gd name="T40" fmla="*/ 2147483646 w 809"/>
                <a:gd name="T41" fmla="*/ 2147483646 h 808"/>
                <a:gd name="T42" fmla="*/ 2147483646 w 809"/>
                <a:gd name="T43" fmla="*/ 2147483646 h 808"/>
                <a:gd name="T44" fmla="*/ 2147483646 w 809"/>
                <a:gd name="T45" fmla="*/ 2147483646 h 808"/>
                <a:gd name="T46" fmla="*/ 2147483646 w 809"/>
                <a:gd name="T47" fmla="*/ 2147483646 h 808"/>
                <a:gd name="T48" fmla="*/ 2147483646 w 809"/>
                <a:gd name="T49" fmla="*/ 2147483646 h 808"/>
                <a:gd name="T50" fmla="*/ 2147483646 w 809"/>
                <a:gd name="T51" fmla="*/ 2147483646 h 808"/>
                <a:gd name="T52" fmla="*/ 2147483646 w 809"/>
                <a:gd name="T53" fmla="*/ 2147483646 h 808"/>
                <a:gd name="T54" fmla="*/ 2147483646 w 809"/>
                <a:gd name="T55" fmla="*/ 2147483646 h 808"/>
                <a:gd name="T56" fmla="*/ 2147483646 w 809"/>
                <a:gd name="T57" fmla="*/ 2147483646 h 808"/>
                <a:gd name="T58" fmla="*/ 2147483646 w 809"/>
                <a:gd name="T59" fmla="*/ 2147483646 h 808"/>
                <a:gd name="T60" fmla="*/ 2147483646 w 809"/>
                <a:gd name="T61" fmla="*/ 2147483646 h 808"/>
                <a:gd name="T62" fmla="*/ 2147483646 w 809"/>
                <a:gd name="T63" fmla="*/ 2147483646 h 808"/>
                <a:gd name="T64" fmla="*/ 2147483646 w 809"/>
                <a:gd name="T65" fmla="*/ 2147483646 h 808"/>
                <a:gd name="T66" fmla="*/ 2147483646 w 809"/>
                <a:gd name="T67" fmla="*/ 2147483646 h 808"/>
                <a:gd name="T68" fmla="*/ 2147483646 w 809"/>
                <a:gd name="T69" fmla="*/ 2147483646 h 808"/>
                <a:gd name="T70" fmla="*/ 2147483646 w 809"/>
                <a:gd name="T71" fmla="*/ 2147483646 h 808"/>
                <a:gd name="T72" fmla="*/ 2147483646 w 809"/>
                <a:gd name="T73" fmla="*/ 2147483646 h 808"/>
                <a:gd name="T74" fmla="*/ 2147483646 w 809"/>
                <a:gd name="T75" fmla="*/ 2147483646 h 808"/>
                <a:gd name="T76" fmla="*/ 2147483646 w 809"/>
                <a:gd name="T77" fmla="*/ 2147483646 h 808"/>
                <a:gd name="T78" fmla="*/ 2147483646 w 809"/>
                <a:gd name="T79" fmla="*/ 2147483646 h 808"/>
                <a:gd name="T80" fmla="*/ 2147483646 w 809"/>
                <a:gd name="T81" fmla="*/ 2147483646 h 808"/>
                <a:gd name="T82" fmla="*/ 2147483646 w 809"/>
                <a:gd name="T83" fmla="*/ 2147483646 h 808"/>
                <a:gd name="T84" fmla="*/ 2147483646 w 809"/>
                <a:gd name="T85" fmla="*/ 2147483646 h 808"/>
                <a:gd name="T86" fmla="*/ 2147483646 w 809"/>
                <a:gd name="T87" fmla="*/ 2147483646 h 808"/>
                <a:gd name="T88" fmla="*/ 2147483646 w 809"/>
                <a:gd name="T89" fmla="*/ 2147483646 h 808"/>
                <a:gd name="T90" fmla="*/ 2147483646 w 809"/>
                <a:gd name="T91" fmla="*/ 2147483646 h 808"/>
                <a:gd name="T92" fmla="*/ 2147483646 w 809"/>
                <a:gd name="T93" fmla="*/ 2147483646 h 808"/>
                <a:gd name="T94" fmla="*/ 2147483646 w 809"/>
                <a:gd name="T95" fmla="*/ 2147483646 h 808"/>
                <a:gd name="T96" fmla="*/ 2147483646 w 809"/>
                <a:gd name="T97" fmla="*/ 2147483646 h 808"/>
                <a:gd name="T98" fmla="*/ 2147483646 w 809"/>
                <a:gd name="T99" fmla="*/ 2147483646 h 808"/>
                <a:gd name="T100" fmla="*/ 2147483646 w 809"/>
                <a:gd name="T101" fmla="*/ 2147483646 h 808"/>
                <a:gd name="T102" fmla="*/ 2147483646 w 809"/>
                <a:gd name="T103" fmla="*/ 2147483646 h 808"/>
                <a:gd name="T104" fmla="*/ 2147483646 w 809"/>
                <a:gd name="T105" fmla="*/ 2147483646 h 808"/>
                <a:gd name="T106" fmla="*/ 2147483646 w 809"/>
                <a:gd name="T107" fmla="*/ 2147483646 h 808"/>
                <a:gd name="T108" fmla="*/ 2147483646 w 809"/>
                <a:gd name="T109" fmla="*/ 2147483646 h 808"/>
                <a:gd name="T110" fmla="*/ 2147483646 w 809"/>
                <a:gd name="T111" fmla="*/ 2147483646 h 8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9"/>
                <a:gd name="T169" fmla="*/ 0 h 808"/>
                <a:gd name="T170" fmla="*/ 809 w 809"/>
                <a:gd name="T171" fmla="*/ 808 h 80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9" h="808">
                  <a:moveTo>
                    <a:pt x="0" y="400"/>
                  </a:moveTo>
                  <a:lnTo>
                    <a:pt x="0" y="410"/>
                  </a:lnTo>
                  <a:lnTo>
                    <a:pt x="2" y="388"/>
                  </a:lnTo>
                  <a:lnTo>
                    <a:pt x="3" y="368"/>
                  </a:lnTo>
                  <a:lnTo>
                    <a:pt x="6" y="348"/>
                  </a:lnTo>
                  <a:lnTo>
                    <a:pt x="9" y="328"/>
                  </a:lnTo>
                  <a:lnTo>
                    <a:pt x="13" y="307"/>
                  </a:lnTo>
                  <a:lnTo>
                    <a:pt x="19" y="289"/>
                  </a:lnTo>
                  <a:lnTo>
                    <a:pt x="25" y="268"/>
                  </a:lnTo>
                  <a:lnTo>
                    <a:pt x="34" y="251"/>
                  </a:lnTo>
                  <a:lnTo>
                    <a:pt x="41" y="232"/>
                  </a:lnTo>
                  <a:lnTo>
                    <a:pt x="49" y="215"/>
                  </a:lnTo>
                  <a:lnTo>
                    <a:pt x="60" y="198"/>
                  </a:lnTo>
                  <a:lnTo>
                    <a:pt x="71" y="180"/>
                  </a:lnTo>
                  <a:lnTo>
                    <a:pt x="83" y="165"/>
                  </a:lnTo>
                  <a:lnTo>
                    <a:pt x="94" y="150"/>
                  </a:lnTo>
                  <a:lnTo>
                    <a:pt x="107" y="134"/>
                  </a:lnTo>
                  <a:lnTo>
                    <a:pt x="120" y="121"/>
                  </a:lnTo>
                  <a:lnTo>
                    <a:pt x="135" y="107"/>
                  </a:lnTo>
                  <a:lnTo>
                    <a:pt x="149" y="94"/>
                  </a:lnTo>
                  <a:lnTo>
                    <a:pt x="165" y="82"/>
                  </a:lnTo>
                  <a:lnTo>
                    <a:pt x="181" y="71"/>
                  </a:lnTo>
                  <a:lnTo>
                    <a:pt x="198" y="61"/>
                  </a:lnTo>
                  <a:lnTo>
                    <a:pt x="215" y="51"/>
                  </a:lnTo>
                  <a:lnTo>
                    <a:pt x="233" y="40"/>
                  </a:lnTo>
                  <a:lnTo>
                    <a:pt x="250" y="33"/>
                  </a:lnTo>
                  <a:lnTo>
                    <a:pt x="269" y="26"/>
                  </a:lnTo>
                  <a:lnTo>
                    <a:pt x="288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6"/>
                  </a:lnTo>
                  <a:lnTo>
                    <a:pt x="368" y="3"/>
                  </a:lnTo>
                  <a:lnTo>
                    <a:pt x="389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0" y="1"/>
                  </a:lnTo>
                  <a:lnTo>
                    <a:pt x="442" y="3"/>
                  </a:lnTo>
                  <a:lnTo>
                    <a:pt x="462" y="6"/>
                  </a:lnTo>
                  <a:lnTo>
                    <a:pt x="482" y="9"/>
                  </a:lnTo>
                  <a:lnTo>
                    <a:pt x="503" y="13"/>
                  </a:lnTo>
                  <a:lnTo>
                    <a:pt x="521" y="19"/>
                  </a:lnTo>
                  <a:lnTo>
                    <a:pt x="540" y="26"/>
                  </a:lnTo>
                  <a:lnTo>
                    <a:pt x="559" y="33"/>
                  </a:lnTo>
                  <a:lnTo>
                    <a:pt x="578" y="40"/>
                  </a:lnTo>
                  <a:lnTo>
                    <a:pt x="595" y="51"/>
                  </a:lnTo>
                  <a:lnTo>
                    <a:pt x="612" y="61"/>
                  </a:lnTo>
                  <a:lnTo>
                    <a:pt x="628" y="71"/>
                  </a:lnTo>
                  <a:lnTo>
                    <a:pt x="644" y="82"/>
                  </a:lnTo>
                  <a:lnTo>
                    <a:pt x="660" y="94"/>
                  </a:lnTo>
                  <a:lnTo>
                    <a:pt x="674" y="107"/>
                  </a:lnTo>
                  <a:lnTo>
                    <a:pt x="689" y="121"/>
                  </a:lnTo>
                  <a:lnTo>
                    <a:pt x="703" y="134"/>
                  </a:lnTo>
                  <a:lnTo>
                    <a:pt x="716" y="150"/>
                  </a:lnTo>
                  <a:lnTo>
                    <a:pt x="728" y="165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8" y="232"/>
                  </a:lnTo>
                  <a:lnTo>
                    <a:pt x="777" y="251"/>
                  </a:lnTo>
                  <a:lnTo>
                    <a:pt x="784" y="268"/>
                  </a:lnTo>
                  <a:lnTo>
                    <a:pt x="791" y="289"/>
                  </a:lnTo>
                  <a:lnTo>
                    <a:pt x="796" y="307"/>
                  </a:lnTo>
                  <a:lnTo>
                    <a:pt x="801" y="328"/>
                  </a:lnTo>
                  <a:lnTo>
                    <a:pt x="804" y="348"/>
                  </a:lnTo>
                  <a:lnTo>
                    <a:pt x="807" y="368"/>
                  </a:lnTo>
                  <a:lnTo>
                    <a:pt x="809" y="388"/>
                  </a:lnTo>
                  <a:lnTo>
                    <a:pt x="809" y="410"/>
                  </a:lnTo>
                  <a:lnTo>
                    <a:pt x="809" y="400"/>
                  </a:lnTo>
                  <a:lnTo>
                    <a:pt x="809" y="421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6" y="502"/>
                  </a:lnTo>
                  <a:lnTo>
                    <a:pt x="791" y="521"/>
                  </a:lnTo>
                  <a:lnTo>
                    <a:pt x="784" y="541"/>
                  </a:lnTo>
                  <a:lnTo>
                    <a:pt x="777" y="559"/>
                  </a:lnTo>
                  <a:lnTo>
                    <a:pt x="768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9"/>
                  </a:lnTo>
                  <a:lnTo>
                    <a:pt x="728" y="645"/>
                  </a:lnTo>
                  <a:lnTo>
                    <a:pt x="716" y="660"/>
                  </a:lnTo>
                  <a:lnTo>
                    <a:pt x="703" y="675"/>
                  </a:lnTo>
                  <a:lnTo>
                    <a:pt x="689" y="688"/>
                  </a:lnTo>
                  <a:lnTo>
                    <a:pt x="674" y="703"/>
                  </a:lnTo>
                  <a:lnTo>
                    <a:pt x="660" y="716"/>
                  </a:lnTo>
                  <a:lnTo>
                    <a:pt x="644" y="727"/>
                  </a:lnTo>
                  <a:lnTo>
                    <a:pt x="628" y="739"/>
                  </a:lnTo>
                  <a:lnTo>
                    <a:pt x="612" y="749"/>
                  </a:lnTo>
                  <a:lnTo>
                    <a:pt x="595" y="759"/>
                  </a:lnTo>
                  <a:lnTo>
                    <a:pt x="578" y="769"/>
                  </a:lnTo>
                  <a:lnTo>
                    <a:pt x="559" y="776"/>
                  </a:lnTo>
                  <a:lnTo>
                    <a:pt x="540" y="784"/>
                  </a:lnTo>
                  <a:lnTo>
                    <a:pt x="521" y="791"/>
                  </a:lnTo>
                  <a:lnTo>
                    <a:pt x="503" y="797"/>
                  </a:lnTo>
                  <a:lnTo>
                    <a:pt x="482" y="801"/>
                  </a:lnTo>
                  <a:lnTo>
                    <a:pt x="462" y="804"/>
                  </a:lnTo>
                  <a:lnTo>
                    <a:pt x="442" y="807"/>
                  </a:lnTo>
                  <a:lnTo>
                    <a:pt x="420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9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8" y="801"/>
                  </a:lnTo>
                  <a:lnTo>
                    <a:pt x="308" y="797"/>
                  </a:lnTo>
                  <a:lnTo>
                    <a:pt x="288" y="791"/>
                  </a:lnTo>
                  <a:lnTo>
                    <a:pt x="269" y="784"/>
                  </a:lnTo>
                  <a:lnTo>
                    <a:pt x="250" y="776"/>
                  </a:lnTo>
                  <a:lnTo>
                    <a:pt x="233" y="769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1" y="739"/>
                  </a:lnTo>
                  <a:lnTo>
                    <a:pt x="165" y="727"/>
                  </a:lnTo>
                  <a:lnTo>
                    <a:pt x="149" y="716"/>
                  </a:lnTo>
                  <a:lnTo>
                    <a:pt x="135" y="703"/>
                  </a:lnTo>
                  <a:lnTo>
                    <a:pt x="120" y="688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3" y="645"/>
                  </a:lnTo>
                  <a:lnTo>
                    <a:pt x="71" y="629"/>
                  </a:lnTo>
                  <a:lnTo>
                    <a:pt x="60" y="612"/>
                  </a:lnTo>
                  <a:lnTo>
                    <a:pt x="49" y="595"/>
                  </a:lnTo>
                  <a:lnTo>
                    <a:pt x="41" y="577"/>
                  </a:lnTo>
                  <a:lnTo>
                    <a:pt x="34" y="559"/>
                  </a:lnTo>
                  <a:lnTo>
                    <a:pt x="25" y="541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9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1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1450" name="Freeform 33">
              <a:extLst>
                <a:ext uri="{FF2B5EF4-FFF2-40B4-BE49-F238E27FC236}">
                  <a16:creationId xmlns:a16="http://schemas.microsoft.com/office/drawing/2014/main" id="{EF8A6C88-3434-4B71-A7EC-F7462397C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3153093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0 w 817"/>
                <a:gd name="T21" fmla="*/ 2147483646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2147483646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0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1451" name="Freeform 37">
              <a:extLst>
                <a:ext uri="{FF2B5EF4-FFF2-40B4-BE49-F238E27FC236}">
                  <a16:creationId xmlns:a16="http://schemas.microsoft.com/office/drawing/2014/main" id="{AEFA8AD1-110F-4292-B7F1-FFFDA3BC1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4435794"/>
              <a:ext cx="647700" cy="649288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1452" name="Freeform 38">
              <a:extLst>
                <a:ext uri="{FF2B5EF4-FFF2-40B4-BE49-F238E27FC236}">
                  <a16:creationId xmlns:a16="http://schemas.microsoft.com/office/drawing/2014/main" id="{AE39010C-BCF4-45F7-BD59-67549BE7A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1848168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2147483646 w 817"/>
                <a:gd name="T21" fmla="*/ 0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0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2147483646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817" y="408"/>
                  </a:move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0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5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5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0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8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8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1453" name="Freeform 39">
              <a:extLst>
                <a:ext uri="{FF2B5EF4-FFF2-40B4-BE49-F238E27FC236}">
                  <a16:creationId xmlns:a16="http://schemas.microsoft.com/office/drawing/2014/main" id="{D2458101-7FBD-4766-B04B-10122017A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2970531"/>
              <a:ext cx="46037" cy="138112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1454" name="Line 40">
              <a:extLst>
                <a:ext uri="{FF2B5EF4-FFF2-40B4-BE49-F238E27FC236}">
                  <a16:creationId xmlns:a16="http://schemas.microsoft.com/office/drawing/2014/main" id="{C25555EA-AC5D-4727-A372-635980BC3E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2489518"/>
              <a:ext cx="1588" cy="4810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1455" name="Freeform 41">
              <a:extLst>
                <a:ext uri="{FF2B5EF4-FFF2-40B4-BE49-F238E27FC236}">
                  <a16:creationId xmlns:a16="http://schemas.microsoft.com/office/drawing/2014/main" id="{C145A058-3DD8-4831-89F9-D2BFBE08A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4277044"/>
              <a:ext cx="46037" cy="136525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1456" name="Line 42">
              <a:extLst>
                <a:ext uri="{FF2B5EF4-FFF2-40B4-BE49-F238E27FC236}">
                  <a16:creationId xmlns:a16="http://schemas.microsoft.com/office/drawing/2014/main" id="{9CE82D50-6704-41FA-9DB4-BB5DC10F2B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3796032"/>
              <a:ext cx="1588" cy="48101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1457" name="Rectangle 48">
              <a:extLst>
                <a:ext uri="{FF2B5EF4-FFF2-40B4-BE49-F238E27FC236}">
                  <a16:creationId xmlns:a16="http://schemas.microsoft.com/office/drawing/2014/main" id="{112A2830-46D0-42D6-A024-6E8312C88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2018512"/>
              <a:ext cx="50033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A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58" name="Freeform 50">
              <a:extLst>
                <a:ext uri="{FF2B5EF4-FFF2-40B4-BE49-F238E27FC236}">
                  <a16:creationId xmlns:a16="http://schemas.microsoft.com/office/drawing/2014/main" id="{458086CD-9F2C-48FA-8E9A-1D3B6753C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5559744"/>
              <a:ext cx="46037" cy="160338"/>
            </a:xfrm>
            <a:custGeom>
              <a:avLst/>
              <a:gdLst>
                <a:gd name="T0" fmla="*/ 0 w 57"/>
                <a:gd name="T1" fmla="*/ 0 h 202"/>
                <a:gd name="T2" fmla="*/ 2147483646 w 57"/>
                <a:gd name="T3" fmla="*/ 2147483646 h 202"/>
                <a:gd name="T4" fmla="*/ 2147483646 w 57"/>
                <a:gd name="T5" fmla="*/ 0 h 202"/>
                <a:gd name="T6" fmla="*/ 2147483646 w 57"/>
                <a:gd name="T7" fmla="*/ 0 h 202"/>
                <a:gd name="T8" fmla="*/ 0 w 57"/>
                <a:gd name="T9" fmla="*/ 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202"/>
                <a:gd name="T17" fmla="*/ 57 w 57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202">
                  <a:moveTo>
                    <a:pt x="0" y="0"/>
                  </a:moveTo>
                  <a:lnTo>
                    <a:pt x="28" y="202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1459" name="Line 51">
              <a:extLst>
                <a:ext uri="{FF2B5EF4-FFF2-40B4-BE49-F238E27FC236}">
                  <a16:creationId xmlns:a16="http://schemas.microsoft.com/office/drawing/2014/main" id="{3C7F28FB-0FE4-48A6-BE87-5084056B14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5100957"/>
              <a:ext cx="1588" cy="4587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1460" name="Rectangle 69">
              <a:extLst>
                <a:ext uri="{FF2B5EF4-FFF2-40B4-BE49-F238E27FC236}">
                  <a16:creationId xmlns:a16="http://schemas.microsoft.com/office/drawing/2014/main" id="{7616B21B-4E29-4461-88D0-E91EB5F59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5774" y="968733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61" name="Freeform 46">
              <a:extLst>
                <a:ext uri="{FF2B5EF4-FFF2-40B4-BE49-F238E27FC236}">
                  <a16:creationId xmlns:a16="http://schemas.microsoft.com/office/drawing/2014/main" id="{5C711163-166D-4A48-978C-1B43781D8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5742307"/>
              <a:ext cx="647700" cy="649287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8"/>
                  </a:lnTo>
                  <a:lnTo>
                    <a:pt x="13" y="306"/>
                  </a:lnTo>
                  <a:lnTo>
                    <a:pt x="7" y="327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7"/>
                  </a:lnTo>
                  <a:lnTo>
                    <a:pt x="804" y="306"/>
                  </a:lnTo>
                  <a:lnTo>
                    <a:pt x="799" y="288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1462" name="Rectangle 45">
              <a:extLst>
                <a:ext uri="{FF2B5EF4-FFF2-40B4-BE49-F238E27FC236}">
                  <a16:creationId xmlns:a16="http://schemas.microsoft.com/office/drawing/2014/main" id="{7CF7B196-2376-4557-84EE-789C12525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5958207"/>
              <a:ext cx="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1463" name="Group 1">
              <a:extLst>
                <a:ext uri="{FF2B5EF4-FFF2-40B4-BE49-F238E27FC236}">
                  <a16:creationId xmlns:a16="http://schemas.microsoft.com/office/drawing/2014/main" id="{416DF86D-24A4-4F6D-B2C6-C382B33E26EE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5415851" y="2101137"/>
              <a:ext cx="1232239" cy="2721739"/>
              <a:chOff x="7290642" y="3464243"/>
              <a:chExt cx="1624012" cy="2622551"/>
            </a:xfrm>
          </p:grpSpPr>
          <p:sp>
            <p:nvSpPr>
              <p:cNvPr id="61483" name="Freeform 9">
                <a:extLst>
                  <a:ext uri="{FF2B5EF4-FFF2-40B4-BE49-F238E27FC236}">
                    <a16:creationId xmlns:a16="http://schemas.microsoft.com/office/drawing/2014/main" id="{72220D3F-E603-4D8C-89A6-626D9E419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1754" y="6040757"/>
                <a:ext cx="138113" cy="46037"/>
              </a:xfrm>
              <a:custGeom>
                <a:avLst/>
                <a:gdLst>
                  <a:gd name="T0" fmla="*/ 2147483646 w 174"/>
                  <a:gd name="T1" fmla="*/ 0 h 58"/>
                  <a:gd name="T2" fmla="*/ 0 w 174"/>
                  <a:gd name="T3" fmla="*/ 2147483646 h 58"/>
                  <a:gd name="T4" fmla="*/ 2147483646 w 174"/>
                  <a:gd name="T5" fmla="*/ 2147483646 h 58"/>
                  <a:gd name="T6" fmla="*/ 2147483646 w 174"/>
                  <a:gd name="T7" fmla="*/ 2147483646 h 58"/>
                  <a:gd name="T8" fmla="*/ 2147483646 w 174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4"/>
                  <a:gd name="T16" fmla="*/ 0 h 58"/>
                  <a:gd name="T17" fmla="*/ 174 w 174"/>
                  <a:gd name="T18" fmla="*/ 58 h 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4" h="58">
                    <a:moveTo>
                      <a:pt x="174" y="0"/>
                    </a:moveTo>
                    <a:lnTo>
                      <a:pt x="0" y="29"/>
                    </a:lnTo>
                    <a:lnTo>
                      <a:pt x="174" y="58"/>
                    </a:lnTo>
                    <a:lnTo>
                      <a:pt x="174" y="29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000000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1484" name="Arc 87">
                <a:extLst>
                  <a:ext uri="{FF2B5EF4-FFF2-40B4-BE49-F238E27FC236}">
                    <a16:creationId xmlns:a16="http://schemas.microsoft.com/office/drawing/2014/main" id="{75ABAAC1-8CD0-49CD-A7AA-82FC42B4F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0642" y="3464243"/>
                <a:ext cx="1624012" cy="1325563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1485" name="Arc 88">
                <a:extLst>
                  <a:ext uri="{FF2B5EF4-FFF2-40B4-BE49-F238E27FC236}">
                    <a16:creationId xmlns:a16="http://schemas.microsoft.com/office/drawing/2014/main" id="{72CA1554-FEFB-4BE2-A4F6-DBDFD61F161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458917" y="4751707"/>
                <a:ext cx="1455737" cy="1309687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1464" name="Rectangle 48">
              <a:extLst>
                <a:ext uri="{FF2B5EF4-FFF2-40B4-BE49-F238E27FC236}">
                  <a16:creationId xmlns:a16="http://schemas.microsoft.com/office/drawing/2014/main" id="{AB513586-73D5-4BE2-9DA4-408692F8B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8461" y="3325743"/>
              <a:ext cx="50022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B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65" name="Rectangle 48">
              <a:extLst>
                <a:ext uri="{FF2B5EF4-FFF2-40B4-BE49-F238E27FC236}">
                  <a16:creationId xmlns:a16="http://schemas.microsoft.com/office/drawing/2014/main" id="{E7BE34CD-7E27-4120-9664-65FA94D93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7370" y="4604883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66" name="Rectangle 48">
              <a:extLst>
                <a:ext uri="{FF2B5EF4-FFF2-40B4-BE49-F238E27FC236}">
                  <a16:creationId xmlns:a16="http://schemas.microsoft.com/office/drawing/2014/main" id="{F7C204FB-1C95-44E2-9529-6D9CCC508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5922894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/ 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1467" name="Group 3">
              <a:extLst>
                <a:ext uri="{FF2B5EF4-FFF2-40B4-BE49-F238E27FC236}">
                  <a16:creationId xmlns:a16="http://schemas.microsoft.com/office/drawing/2014/main" id="{11CB2410-5B8C-45D0-BA15-A52FDCD196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6003" y="1918018"/>
              <a:ext cx="1612900" cy="4281875"/>
              <a:chOff x="2655888" y="1731962"/>
              <a:chExt cx="1612900" cy="3917951"/>
            </a:xfrm>
          </p:grpSpPr>
          <p:sp>
            <p:nvSpPr>
              <p:cNvPr id="61480" name="Freeform 4">
                <a:extLst>
                  <a:ext uri="{FF2B5EF4-FFF2-40B4-BE49-F238E27FC236}">
                    <a16:creationId xmlns:a16="http://schemas.microsoft.com/office/drawing/2014/main" id="{B3A7D7D8-49A7-4E71-8470-B884BFDA9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263" y="1731962"/>
                <a:ext cx="136525" cy="68263"/>
              </a:xfrm>
              <a:custGeom>
                <a:avLst/>
                <a:gdLst>
                  <a:gd name="T0" fmla="*/ 0 w 173"/>
                  <a:gd name="T1" fmla="*/ 2147483646 h 86"/>
                  <a:gd name="T2" fmla="*/ 2147483646 w 173"/>
                  <a:gd name="T3" fmla="*/ 2147483646 h 86"/>
                  <a:gd name="T4" fmla="*/ 0 w 173"/>
                  <a:gd name="T5" fmla="*/ 0 h 86"/>
                  <a:gd name="T6" fmla="*/ 0 w 173"/>
                  <a:gd name="T7" fmla="*/ 2147483646 h 86"/>
                  <a:gd name="T8" fmla="*/ 0 w 173"/>
                  <a:gd name="T9" fmla="*/ 214748364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86"/>
                  <a:gd name="T17" fmla="*/ 173 w 173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86">
                    <a:moveTo>
                      <a:pt x="0" y="86"/>
                    </a:moveTo>
                    <a:lnTo>
                      <a:pt x="173" y="29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chemeClr val="tx1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1481" name="Arc 85">
                <a:extLst>
                  <a:ext uri="{FF2B5EF4-FFF2-40B4-BE49-F238E27FC236}">
                    <a16:creationId xmlns:a16="http://schemas.microsoft.com/office/drawing/2014/main" id="{6255A5D6-0373-4BED-A03E-9515DF9D265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 flipV="1">
                <a:off x="2655888" y="3587751"/>
                <a:ext cx="1612900" cy="2062162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1482" name="Arc 86">
                <a:extLst>
                  <a:ext uri="{FF2B5EF4-FFF2-40B4-BE49-F238E27FC236}">
                    <a16:creationId xmlns:a16="http://schemas.microsoft.com/office/drawing/2014/main" id="{E8038415-8FD7-4B0F-B78F-F04A5E48C5D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55888" y="1762125"/>
                <a:ext cx="1476375" cy="1836737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61468" name="Group 5">
              <a:extLst>
                <a:ext uri="{FF2B5EF4-FFF2-40B4-BE49-F238E27FC236}">
                  <a16:creationId xmlns:a16="http://schemas.microsoft.com/office/drawing/2014/main" id="{E8C13128-E59B-43D1-9B2A-630BAB834E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72212" y="2244856"/>
              <a:ext cx="675878" cy="1251891"/>
              <a:chOff x="4652181" y="1098568"/>
              <a:chExt cx="675878" cy="1251891"/>
            </a:xfrm>
          </p:grpSpPr>
          <p:sp>
            <p:nvSpPr>
              <p:cNvPr id="61477" name="Arc 87">
                <a:extLst>
                  <a:ext uri="{FF2B5EF4-FFF2-40B4-BE49-F238E27FC236}">
                    <a16:creationId xmlns:a16="http://schemas.microsoft.com/office/drawing/2014/main" id="{CC16ACCE-904E-40C2-9108-39247C0B6E66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4652181" y="1727150"/>
                <a:ext cx="648198" cy="623309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1478" name="Arc 88">
                <a:extLst>
                  <a:ext uri="{FF2B5EF4-FFF2-40B4-BE49-F238E27FC236}">
                    <a16:creationId xmlns:a16="http://schemas.microsoft.com/office/drawing/2014/main" id="{88C0E295-CE4C-483C-AF1A-50A161D552D6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 flipV="1">
                <a:off x="4652181" y="1129221"/>
                <a:ext cx="581034" cy="615844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1479" name="Freeform 4">
                <a:extLst>
                  <a:ext uri="{FF2B5EF4-FFF2-40B4-BE49-F238E27FC236}">
                    <a16:creationId xmlns:a16="http://schemas.microsoft.com/office/drawing/2014/main" id="{D6CDF8D2-FB00-4E82-8C0E-89C3894EE81A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5191534" y="1098568"/>
                <a:ext cx="136525" cy="74604"/>
              </a:xfrm>
              <a:custGeom>
                <a:avLst/>
                <a:gdLst>
                  <a:gd name="T0" fmla="*/ 0 w 173"/>
                  <a:gd name="T1" fmla="*/ 2147483646 h 86"/>
                  <a:gd name="T2" fmla="*/ 2147483646 w 173"/>
                  <a:gd name="T3" fmla="*/ 2147483646 h 86"/>
                  <a:gd name="T4" fmla="*/ 0 w 173"/>
                  <a:gd name="T5" fmla="*/ 0 h 86"/>
                  <a:gd name="T6" fmla="*/ 0 w 173"/>
                  <a:gd name="T7" fmla="*/ 2147483646 h 86"/>
                  <a:gd name="T8" fmla="*/ 0 w 173"/>
                  <a:gd name="T9" fmla="*/ 214748364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86"/>
                  <a:gd name="T17" fmla="*/ 173 w 173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86">
                    <a:moveTo>
                      <a:pt x="0" y="86"/>
                    </a:moveTo>
                    <a:lnTo>
                      <a:pt x="173" y="29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chemeClr val="tx1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1469" name="Freeform 16">
              <a:extLst>
                <a:ext uri="{FF2B5EF4-FFF2-40B4-BE49-F238E27FC236}">
                  <a16:creationId xmlns:a16="http://schemas.microsoft.com/office/drawing/2014/main" id="{FFE5163F-439B-4518-ADBA-DEA8D808CC94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233771" y="6250561"/>
              <a:ext cx="114300" cy="114300"/>
            </a:xfrm>
            <a:custGeom>
              <a:avLst/>
              <a:gdLst>
                <a:gd name="T0" fmla="*/ 0 w 144"/>
                <a:gd name="T1" fmla="*/ 2147483646 h 144"/>
                <a:gd name="T2" fmla="*/ 2147483646 w 144"/>
                <a:gd name="T3" fmla="*/ 2147483646 h 144"/>
                <a:gd name="T4" fmla="*/ 2147483646 w 144"/>
                <a:gd name="T5" fmla="*/ 0 h 144"/>
                <a:gd name="T6" fmla="*/ 2147483646 w 144"/>
                <a:gd name="T7" fmla="*/ 0 h 144"/>
                <a:gd name="T8" fmla="*/ 0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0" y="28"/>
                  </a:moveTo>
                  <a:lnTo>
                    <a:pt x="144" y="144"/>
                  </a:lnTo>
                  <a:lnTo>
                    <a:pt x="29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1470" name="Rectangle 69">
              <a:extLst>
                <a:ext uri="{FF2B5EF4-FFF2-40B4-BE49-F238E27FC236}">
                  <a16:creationId xmlns:a16="http://schemas.microsoft.com/office/drawing/2014/main" id="{568A45DC-C75E-4850-B84D-216360EB6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6876" y="5784394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71" name="Rectangle 69">
              <a:extLst>
                <a:ext uri="{FF2B5EF4-FFF2-40B4-BE49-F238E27FC236}">
                  <a16:creationId xmlns:a16="http://schemas.microsoft.com/office/drawing/2014/main" id="{6C80958F-1833-4C0C-B34D-FD1D012F6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944" y="4722291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72" name="Rectangle 69">
              <a:extLst>
                <a:ext uri="{FF2B5EF4-FFF2-40B4-BE49-F238E27FC236}">
                  <a16:creationId xmlns:a16="http://schemas.microsoft.com/office/drawing/2014/main" id="{D55ED60D-2D4A-460B-8FA9-499EDB95C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7392" y="3415799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73" name="Rectangle 69">
              <a:extLst>
                <a:ext uri="{FF2B5EF4-FFF2-40B4-BE49-F238E27FC236}">
                  <a16:creationId xmlns:a16="http://schemas.microsoft.com/office/drawing/2014/main" id="{94399D3A-D136-46D0-B284-A0BA15121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1063" y="2650747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74" name="Rectangle 69">
              <a:extLst>
                <a:ext uri="{FF2B5EF4-FFF2-40B4-BE49-F238E27FC236}">
                  <a16:creationId xmlns:a16="http://schemas.microsoft.com/office/drawing/2014/main" id="{0F9C8890-9EAD-43E6-A9B9-0C0ADBCFF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3942336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75" name="Rectangle 69">
              <a:extLst>
                <a:ext uri="{FF2B5EF4-FFF2-40B4-BE49-F238E27FC236}">
                  <a16:creationId xmlns:a16="http://schemas.microsoft.com/office/drawing/2014/main" id="{4618EB99-3318-49F9-8856-F100EF488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0869" y="5189553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476" name="Rectangle 69">
              <a:extLst>
                <a:ext uri="{FF2B5EF4-FFF2-40B4-BE49-F238E27FC236}">
                  <a16:creationId xmlns:a16="http://schemas.microsoft.com/office/drawing/2014/main" id="{0452C69A-5A78-41D6-AAEA-D22B089A5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122" y="5833994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1444" name="Rectangle 87">
            <a:extLst>
              <a:ext uri="{FF2B5EF4-FFF2-40B4-BE49-F238E27FC236}">
                <a16:creationId xmlns:a16="http://schemas.microsoft.com/office/drawing/2014/main" id="{AE521126-7A14-4D3D-9B38-72CCFC9509B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37313" y="6465888"/>
            <a:ext cx="1357312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diagram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445" name="Rectangle 87">
            <a:extLst>
              <a:ext uri="{FF2B5EF4-FFF2-40B4-BE49-F238E27FC236}">
                <a16:creationId xmlns:a16="http://schemas.microsoft.com/office/drawing/2014/main" id="{6EA3153F-B8AF-4E9F-AED8-2A61F8EC1A5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943100" y="4889500"/>
            <a:ext cx="10414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54E0570B-E37B-F942-ADAC-4353B0410E0A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12700"/>
            <a:ext cx="9144000" cy="79057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Almost done. What does this FSM do? </a:t>
            </a:r>
          </a:p>
        </p:txBody>
      </p:sp>
      <p:grpSp>
        <p:nvGrpSpPr>
          <p:cNvPr id="62466" name="Group 93">
            <a:extLst>
              <a:ext uri="{FF2B5EF4-FFF2-40B4-BE49-F238E27FC236}">
                <a16:creationId xmlns:a16="http://schemas.microsoft.com/office/drawing/2014/main" id="{E2B881EB-F141-42D2-AF8A-3DB64CED7377}"/>
              </a:ext>
            </a:extLst>
          </p:cNvPr>
          <p:cNvGrpSpPr>
            <a:grpSpLocks/>
          </p:cNvGrpSpPr>
          <p:nvPr/>
        </p:nvGrpSpPr>
        <p:grpSpPr bwMode="auto">
          <a:xfrm>
            <a:off x="657225" y="2127250"/>
            <a:ext cx="3536950" cy="2051050"/>
            <a:chOff x="5049838" y="1738313"/>
            <a:chExt cx="3536950" cy="2051050"/>
          </a:xfrm>
        </p:grpSpPr>
        <p:sp>
          <p:nvSpPr>
            <p:cNvPr id="62511" name="Rectangle 85">
              <a:extLst>
                <a:ext uri="{FF2B5EF4-FFF2-40B4-BE49-F238E27FC236}">
                  <a16:creationId xmlns:a16="http://schemas.microsoft.com/office/drawing/2014/main" id="{C7428B93-8533-4B15-9D80-60E3E6FB8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12" name="Rectangle 86">
              <a:extLst>
                <a:ext uri="{FF2B5EF4-FFF2-40B4-BE49-F238E27FC236}">
                  <a16:creationId xmlns:a16="http://schemas.microsoft.com/office/drawing/2014/main" id="{A4ABABC6-28F2-4830-9E77-D7060E81A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13" name="Rectangle 88">
              <a:extLst>
                <a:ext uri="{FF2B5EF4-FFF2-40B4-BE49-F238E27FC236}">
                  <a16:creationId xmlns:a16="http://schemas.microsoft.com/office/drawing/2014/main" id="{57C74499-AE88-42CD-9B47-38878FFDB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14" name="Rectangle 89">
              <a:extLst>
                <a:ext uri="{FF2B5EF4-FFF2-40B4-BE49-F238E27FC236}">
                  <a16:creationId xmlns:a16="http://schemas.microsoft.com/office/drawing/2014/main" id="{C298528F-6A02-46D7-B796-6812EC362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15" name="Rectangle 90">
              <a:extLst>
                <a:ext uri="{FF2B5EF4-FFF2-40B4-BE49-F238E27FC236}">
                  <a16:creationId xmlns:a16="http://schemas.microsoft.com/office/drawing/2014/main" id="{064CA0FF-681C-43C4-8ED7-1295BA3A7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16" name="Rectangle 91">
              <a:extLst>
                <a:ext uri="{FF2B5EF4-FFF2-40B4-BE49-F238E27FC236}">
                  <a16:creationId xmlns:a16="http://schemas.microsoft.com/office/drawing/2014/main" id="{2A02C22E-A0B8-479E-8A09-578FB7BD2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17" name="Rectangle 92">
              <a:extLst>
                <a:ext uri="{FF2B5EF4-FFF2-40B4-BE49-F238E27FC236}">
                  <a16:creationId xmlns:a16="http://schemas.microsoft.com/office/drawing/2014/main" id="{773A368A-D7D7-4625-8339-B5E03F4EC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18" name="Rectangle 93">
              <a:extLst>
                <a:ext uri="{FF2B5EF4-FFF2-40B4-BE49-F238E27FC236}">
                  <a16:creationId xmlns:a16="http://schemas.microsoft.com/office/drawing/2014/main" id="{20A44CA5-B797-4095-8DCC-3D4E9D1D3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19" name="Rectangle 94">
              <a:extLst>
                <a:ext uri="{FF2B5EF4-FFF2-40B4-BE49-F238E27FC236}">
                  <a16:creationId xmlns:a16="http://schemas.microsoft.com/office/drawing/2014/main" id="{338C29DB-382A-4B7F-84E8-10305226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20" name="Rectangle 95">
              <a:extLst>
                <a:ext uri="{FF2B5EF4-FFF2-40B4-BE49-F238E27FC236}">
                  <a16:creationId xmlns:a16="http://schemas.microsoft.com/office/drawing/2014/main" id="{613E08F5-4DB4-4684-AD2B-375D6BCC4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21" name="Rectangle 96">
              <a:extLst>
                <a:ext uri="{FF2B5EF4-FFF2-40B4-BE49-F238E27FC236}">
                  <a16:creationId xmlns:a16="http://schemas.microsoft.com/office/drawing/2014/main" id="{6037D98B-72B4-4499-BAFF-AEFC563B3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22" name="Rectangle 97">
              <a:extLst>
                <a:ext uri="{FF2B5EF4-FFF2-40B4-BE49-F238E27FC236}">
                  <a16:creationId xmlns:a16="http://schemas.microsoft.com/office/drawing/2014/main" id="{AA22D9AD-9D95-4E9F-90CE-FADB89FFC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23" name="Rectangle 98">
              <a:extLst>
                <a:ext uri="{FF2B5EF4-FFF2-40B4-BE49-F238E27FC236}">
                  <a16:creationId xmlns:a16="http://schemas.microsoft.com/office/drawing/2014/main" id="{9C07E63E-E9C9-4DBE-A4BB-BAC152771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24" name="Rectangle 99">
              <a:extLst>
                <a:ext uri="{FF2B5EF4-FFF2-40B4-BE49-F238E27FC236}">
                  <a16:creationId xmlns:a16="http://schemas.microsoft.com/office/drawing/2014/main" id="{0AE43A71-623F-4BB3-A085-20536BD85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25" name="Rectangle 100">
              <a:extLst>
                <a:ext uri="{FF2B5EF4-FFF2-40B4-BE49-F238E27FC236}">
                  <a16:creationId xmlns:a16="http://schemas.microsoft.com/office/drawing/2014/main" id="{EAA2F1A9-8336-4B35-9F6B-C948F2888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26" name="Rectangle 101">
              <a:extLst>
                <a:ext uri="{FF2B5EF4-FFF2-40B4-BE49-F238E27FC236}">
                  <a16:creationId xmlns:a16="http://schemas.microsoft.com/office/drawing/2014/main" id="{0EFFBE2D-E5DA-45FA-825A-0A1CD6F86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27" name="Rectangle 102">
              <a:extLst>
                <a:ext uri="{FF2B5EF4-FFF2-40B4-BE49-F238E27FC236}">
                  <a16:creationId xmlns:a16="http://schemas.microsoft.com/office/drawing/2014/main" id="{9AEFBA1D-344C-43F7-89D0-B712BEE9C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28" name="Rectangle 103">
              <a:extLst>
                <a:ext uri="{FF2B5EF4-FFF2-40B4-BE49-F238E27FC236}">
                  <a16:creationId xmlns:a16="http://schemas.microsoft.com/office/drawing/2014/main" id="{90C0CD81-8552-4038-8B1F-05A523E36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29" name="Rectangle 104">
              <a:extLst>
                <a:ext uri="{FF2B5EF4-FFF2-40B4-BE49-F238E27FC236}">
                  <a16:creationId xmlns:a16="http://schemas.microsoft.com/office/drawing/2014/main" id="{A5DA2601-B474-4F29-8D79-B514EF65E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30" name="Rectangle 105">
              <a:extLst>
                <a:ext uri="{FF2B5EF4-FFF2-40B4-BE49-F238E27FC236}">
                  <a16:creationId xmlns:a16="http://schemas.microsoft.com/office/drawing/2014/main" id="{5F2CCADB-A51F-4E41-AB1D-8876F9C16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31" name="Rectangle 106">
              <a:extLst>
                <a:ext uri="{FF2B5EF4-FFF2-40B4-BE49-F238E27FC236}">
                  <a16:creationId xmlns:a16="http://schemas.microsoft.com/office/drawing/2014/main" id="{CC768B08-F1B6-4DE7-8D2A-DC0588B40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32" name="Rectangle 107">
              <a:extLst>
                <a:ext uri="{FF2B5EF4-FFF2-40B4-BE49-F238E27FC236}">
                  <a16:creationId xmlns:a16="http://schemas.microsoft.com/office/drawing/2014/main" id="{34B0C76D-0BB2-492E-813A-630816670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33" name="Rectangle 108">
              <a:extLst>
                <a:ext uri="{FF2B5EF4-FFF2-40B4-BE49-F238E27FC236}">
                  <a16:creationId xmlns:a16="http://schemas.microsoft.com/office/drawing/2014/main" id="{E34BB2E2-EC82-4AD9-97BC-53C00CCBF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34" name="Rectangle 109">
              <a:extLst>
                <a:ext uri="{FF2B5EF4-FFF2-40B4-BE49-F238E27FC236}">
                  <a16:creationId xmlns:a16="http://schemas.microsoft.com/office/drawing/2014/main" id="{5E470B0C-C2AF-4CF7-8E56-5DE06146F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35" name="Rectangle 110">
              <a:extLst>
                <a:ext uri="{FF2B5EF4-FFF2-40B4-BE49-F238E27FC236}">
                  <a16:creationId xmlns:a16="http://schemas.microsoft.com/office/drawing/2014/main" id="{F6F74C3E-FD68-41CA-A1F5-814F43EEA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36" name="Rectangle 111">
              <a:extLst>
                <a:ext uri="{FF2B5EF4-FFF2-40B4-BE49-F238E27FC236}">
                  <a16:creationId xmlns:a16="http://schemas.microsoft.com/office/drawing/2014/main" id="{88F76DCA-7B2F-48C7-889A-E5ADF88C2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37" name="Rectangle 112">
              <a:extLst>
                <a:ext uri="{FF2B5EF4-FFF2-40B4-BE49-F238E27FC236}">
                  <a16:creationId xmlns:a16="http://schemas.microsoft.com/office/drawing/2014/main" id="{D08289D8-34FB-421C-AE8C-575FBD179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38" name="Rectangle 113">
              <a:extLst>
                <a:ext uri="{FF2B5EF4-FFF2-40B4-BE49-F238E27FC236}">
                  <a16:creationId xmlns:a16="http://schemas.microsoft.com/office/drawing/2014/main" id="{8D8B1120-5F31-4183-96E4-0C278BDD3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39" name="Rectangle 114">
              <a:extLst>
                <a:ext uri="{FF2B5EF4-FFF2-40B4-BE49-F238E27FC236}">
                  <a16:creationId xmlns:a16="http://schemas.microsoft.com/office/drawing/2014/main" id="{AC549693-0B2F-4867-A921-16F2B72CF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40" name="Rectangle 115">
              <a:extLst>
                <a:ext uri="{FF2B5EF4-FFF2-40B4-BE49-F238E27FC236}">
                  <a16:creationId xmlns:a16="http://schemas.microsoft.com/office/drawing/2014/main" id="{39DFEF74-BDB4-435F-B8E2-7F7B8901F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41" name="Rectangle 116">
              <a:extLst>
                <a:ext uri="{FF2B5EF4-FFF2-40B4-BE49-F238E27FC236}">
                  <a16:creationId xmlns:a16="http://schemas.microsoft.com/office/drawing/2014/main" id="{B10D3F3E-D3E4-44D6-997A-FE8A97672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42" name="Rectangle 117">
              <a:extLst>
                <a:ext uri="{FF2B5EF4-FFF2-40B4-BE49-F238E27FC236}">
                  <a16:creationId xmlns:a16="http://schemas.microsoft.com/office/drawing/2014/main" id="{66585B2C-5AF7-44C4-9BF0-64AC09FA9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43" name="Rectangle 118">
              <a:extLst>
                <a:ext uri="{FF2B5EF4-FFF2-40B4-BE49-F238E27FC236}">
                  <a16:creationId xmlns:a16="http://schemas.microsoft.com/office/drawing/2014/main" id="{B119B3ED-C56B-43BA-9862-F5989859F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44" name="Rectangle 119">
              <a:extLst>
                <a:ext uri="{FF2B5EF4-FFF2-40B4-BE49-F238E27FC236}">
                  <a16:creationId xmlns:a16="http://schemas.microsoft.com/office/drawing/2014/main" id="{04A73461-D34F-41CB-AD19-1F9C7D5E1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45" name="Rectangle 120">
              <a:extLst>
                <a:ext uri="{FF2B5EF4-FFF2-40B4-BE49-F238E27FC236}">
                  <a16:creationId xmlns:a16="http://schemas.microsoft.com/office/drawing/2014/main" id="{B0A27E9F-8107-42D9-BEC2-658991F91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46" name="Rectangle 121">
              <a:extLst>
                <a:ext uri="{FF2B5EF4-FFF2-40B4-BE49-F238E27FC236}">
                  <a16:creationId xmlns:a16="http://schemas.microsoft.com/office/drawing/2014/main" id="{0AD913DA-2C0B-4A72-92D6-958AE9434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47" name="Rectangle 122">
              <a:extLst>
                <a:ext uri="{FF2B5EF4-FFF2-40B4-BE49-F238E27FC236}">
                  <a16:creationId xmlns:a16="http://schemas.microsoft.com/office/drawing/2014/main" id="{2F21EACD-68C1-485E-BD05-F2E046677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48" name="Rectangle 123">
              <a:extLst>
                <a:ext uri="{FF2B5EF4-FFF2-40B4-BE49-F238E27FC236}">
                  <a16:creationId xmlns:a16="http://schemas.microsoft.com/office/drawing/2014/main" id="{8D2D183B-5650-4F05-852A-5F1BF11BA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49" name="Rectangle 124">
              <a:extLst>
                <a:ext uri="{FF2B5EF4-FFF2-40B4-BE49-F238E27FC236}">
                  <a16:creationId xmlns:a16="http://schemas.microsoft.com/office/drawing/2014/main" id="{25662BE7-F9FB-439B-9491-9CFAD22CD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50" name="Rectangle 125">
              <a:extLst>
                <a:ext uri="{FF2B5EF4-FFF2-40B4-BE49-F238E27FC236}">
                  <a16:creationId xmlns:a16="http://schemas.microsoft.com/office/drawing/2014/main" id="{991C893F-523D-4786-A481-EB9D6B571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51" name="Rectangle 126">
              <a:extLst>
                <a:ext uri="{FF2B5EF4-FFF2-40B4-BE49-F238E27FC236}">
                  <a16:creationId xmlns:a16="http://schemas.microsoft.com/office/drawing/2014/main" id="{A22A7EFB-71EE-483D-AD00-7469B871C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52" name="Rectangle 127">
              <a:extLst>
                <a:ext uri="{FF2B5EF4-FFF2-40B4-BE49-F238E27FC236}">
                  <a16:creationId xmlns:a16="http://schemas.microsoft.com/office/drawing/2014/main" id="{5B7B3741-B3AD-4760-AF0E-CD4A7AFCB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53" name="Rectangle 128">
              <a:extLst>
                <a:ext uri="{FF2B5EF4-FFF2-40B4-BE49-F238E27FC236}">
                  <a16:creationId xmlns:a16="http://schemas.microsoft.com/office/drawing/2014/main" id="{EF6AF368-ACF2-43E5-8D31-8360C2D65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54" name="Rectangle 129">
              <a:extLst>
                <a:ext uri="{FF2B5EF4-FFF2-40B4-BE49-F238E27FC236}">
                  <a16:creationId xmlns:a16="http://schemas.microsoft.com/office/drawing/2014/main" id="{0D41D5F0-E245-463D-AB22-1A97B003F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55" name="Rectangle 130">
              <a:extLst>
                <a:ext uri="{FF2B5EF4-FFF2-40B4-BE49-F238E27FC236}">
                  <a16:creationId xmlns:a16="http://schemas.microsoft.com/office/drawing/2014/main" id="{5AE20793-6101-4CD2-A184-EF4635A73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56" name="Rectangle 131">
              <a:extLst>
                <a:ext uri="{FF2B5EF4-FFF2-40B4-BE49-F238E27FC236}">
                  <a16:creationId xmlns:a16="http://schemas.microsoft.com/office/drawing/2014/main" id="{F77D1B59-2503-4736-99EE-49D468082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57" name="Rectangle 132">
              <a:extLst>
                <a:ext uri="{FF2B5EF4-FFF2-40B4-BE49-F238E27FC236}">
                  <a16:creationId xmlns:a16="http://schemas.microsoft.com/office/drawing/2014/main" id="{4E1E52E9-92A9-464F-B65C-130F35D1F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58" name="Rectangle 133">
              <a:extLst>
                <a:ext uri="{FF2B5EF4-FFF2-40B4-BE49-F238E27FC236}">
                  <a16:creationId xmlns:a16="http://schemas.microsoft.com/office/drawing/2014/main" id="{30890547-20E1-40D5-B411-D399D7EF4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59" name="Rectangle 134">
              <a:extLst>
                <a:ext uri="{FF2B5EF4-FFF2-40B4-BE49-F238E27FC236}">
                  <a16:creationId xmlns:a16="http://schemas.microsoft.com/office/drawing/2014/main" id="{FA5B7CD2-47F8-4605-8B17-4DC55B380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60" name="Rectangle 135">
              <a:extLst>
                <a:ext uri="{FF2B5EF4-FFF2-40B4-BE49-F238E27FC236}">
                  <a16:creationId xmlns:a16="http://schemas.microsoft.com/office/drawing/2014/main" id="{19A7EF9B-B45A-4390-874A-626CD94FC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61" name="Rectangle 136">
              <a:extLst>
                <a:ext uri="{FF2B5EF4-FFF2-40B4-BE49-F238E27FC236}">
                  <a16:creationId xmlns:a16="http://schemas.microsoft.com/office/drawing/2014/main" id="{AFA01B09-FE10-454F-9A8E-FF7C684D3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62" name="Rectangle 137">
              <a:extLst>
                <a:ext uri="{FF2B5EF4-FFF2-40B4-BE49-F238E27FC236}">
                  <a16:creationId xmlns:a16="http://schemas.microsoft.com/office/drawing/2014/main" id="{6346A7E4-685D-45D3-913F-82AAE4636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63" name="Rectangle 138">
              <a:extLst>
                <a:ext uri="{FF2B5EF4-FFF2-40B4-BE49-F238E27FC236}">
                  <a16:creationId xmlns:a16="http://schemas.microsoft.com/office/drawing/2014/main" id="{7F04A6C3-7636-4758-8F6D-B9B2C1DD4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64" name="Rectangle 139">
              <a:extLst>
                <a:ext uri="{FF2B5EF4-FFF2-40B4-BE49-F238E27FC236}">
                  <a16:creationId xmlns:a16="http://schemas.microsoft.com/office/drawing/2014/main" id="{885F5503-892D-4A96-8F84-5DECC0858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65" name="Rectangle 140">
              <a:extLst>
                <a:ext uri="{FF2B5EF4-FFF2-40B4-BE49-F238E27FC236}">
                  <a16:creationId xmlns:a16="http://schemas.microsoft.com/office/drawing/2014/main" id="{532F38A7-455F-4938-A4FB-D72310F09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2467" name="Rectangle 87">
            <a:extLst>
              <a:ext uri="{FF2B5EF4-FFF2-40B4-BE49-F238E27FC236}">
                <a16:creationId xmlns:a16="http://schemas.microsoft.com/office/drawing/2014/main" id="{69049EFA-2CC2-4A06-B530-BEDC2DE57E6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943100" y="4889500"/>
            <a:ext cx="10414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2468" name="Group 6">
            <a:extLst>
              <a:ext uri="{FF2B5EF4-FFF2-40B4-BE49-F238E27FC236}">
                <a16:creationId xmlns:a16="http://schemas.microsoft.com/office/drawing/2014/main" id="{6C9AE4F1-5BFB-4930-BB13-2D192FFA5795}"/>
              </a:ext>
            </a:extLst>
          </p:cNvPr>
          <p:cNvGrpSpPr>
            <a:grpSpLocks/>
          </p:cNvGrpSpPr>
          <p:nvPr/>
        </p:nvGrpSpPr>
        <p:grpSpPr bwMode="auto">
          <a:xfrm>
            <a:off x="5246688" y="747713"/>
            <a:ext cx="3330575" cy="5424487"/>
            <a:chOff x="5066003" y="968733"/>
            <a:chExt cx="3330016" cy="5424435"/>
          </a:xfrm>
        </p:grpSpPr>
        <p:sp>
          <p:nvSpPr>
            <p:cNvPr id="62471" name="Freeform 11">
              <a:extLst>
                <a:ext uri="{FF2B5EF4-FFF2-40B4-BE49-F238E27FC236}">
                  <a16:creationId xmlns:a16="http://schemas.microsoft.com/office/drawing/2014/main" id="{4B61CD6B-51AB-47D2-8107-786499A54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2092" y="5972494"/>
              <a:ext cx="138112" cy="160338"/>
            </a:xfrm>
            <a:custGeom>
              <a:avLst/>
              <a:gdLst>
                <a:gd name="T0" fmla="*/ 2147483646 w 174"/>
                <a:gd name="T1" fmla="*/ 2147483646 h 202"/>
                <a:gd name="T2" fmla="*/ 2147483646 w 174"/>
                <a:gd name="T3" fmla="*/ 2147483646 h 202"/>
                <a:gd name="T4" fmla="*/ 2147483646 w 174"/>
                <a:gd name="T5" fmla="*/ 0 h 202"/>
                <a:gd name="T6" fmla="*/ 0 w 174"/>
                <a:gd name="T7" fmla="*/ 0 h 202"/>
                <a:gd name="T8" fmla="*/ 2147483646 w 174"/>
                <a:gd name="T9" fmla="*/ 2147483646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4"/>
                <a:gd name="T16" fmla="*/ 0 h 202"/>
                <a:gd name="T17" fmla="*/ 174 w 174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4" h="202">
                  <a:moveTo>
                    <a:pt x="29" y="202"/>
                  </a:moveTo>
                  <a:lnTo>
                    <a:pt x="174" y="202"/>
                  </a:lnTo>
                  <a:lnTo>
                    <a:pt x="174" y="0"/>
                  </a:lnTo>
                  <a:lnTo>
                    <a:pt x="0" y="0"/>
                  </a:lnTo>
                  <a:lnTo>
                    <a:pt x="29" y="2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72" name="Freeform 19">
              <a:extLst>
                <a:ext uri="{FF2B5EF4-FFF2-40B4-BE49-F238E27FC236}">
                  <a16:creationId xmlns:a16="http://schemas.microsoft.com/office/drawing/2014/main" id="{15E194B0-86F7-4AAE-9FD1-A64FCDDBD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152" y="5729593"/>
              <a:ext cx="641350" cy="663575"/>
            </a:xfrm>
            <a:custGeom>
              <a:avLst/>
              <a:gdLst>
                <a:gd name="T0" fmla="*/ 2147483646 w 808"/>
                <a:gd name="T1" fmla="*/ 2147483646 h 837"/>
                <a:gd name="T2" fmla="*/ 2147483646 w 808"/>
                <a:gd name="T3" fmla="*/ 2147483646 h 837"/>
                <a:gd name="T4" fmla="*/ 2147483646 w 808"/>
                <a:gd name="T5" fmla="*/ 2147483646 h 837"/>
                <a:gd name="T6" fmla="*/ 2147483646 w 808"/>
                <a:gd name="T7" fmla="*/ 2147483646 h 837"/>
                <a:gd name="T8" fmla="*/ 2147483646 w 808"/>
                <a:gd name="T9" fmla="*/ 2147483646 h 837"/>
                <a:gd name="T10" fmla="*/ 2147483646 w 808"/>
                <a:gd name="T11" fmla="*/ 2147483646 h 837"/>
                <a:gd name="T12" fmla="*/ 2147483646 w 808"/>
                <a:gd name="T13" fmla="*/ 2147483646 h 837"/>
                <a:gd name="T14" fmla="*/ 2147483646 w 808"/>
                <a:gd name="T15" fmla="*/ 2147483646 h 837"/>
                <a:gd name="T16" fmla="*/ 2147483646 w 808"/>
                <a:gd name="T17" fmla="*/ 2147483646 h 837"/>
                <a:gd name="T18" fmla="*/ 2147483646 w 808"/>
                <a:gd name="T19" fmla="*/ 2147483646 h 837"/>
                <a:gd name="T20" fmla="*/ 2147483646 w 808"/>
                <a:gd name="T21" fmla="*/ 2147483646 h 837"/>
                <a:gd name="T22" fmla="*/ 2147483646 w 808"/>
                <a:gd name="T23" fmla="*/ 0 h 837"/>
                <a:gd name="T24" fmla="*/ 2147483646 w 808"/>
                <a:gd name="T25" fmla="*/ 2147483646 h 837"/>
                <a:gd name="T26" fmla="*/ 2147483646 w 808"/>
                <a:gd name="T27" fmla="*/ 2147483646 h 837"/>
                <a:gd name="T28" fmla="*/ 2147483646 w 808"/>
                <a:gd name="T29" fmla="*/ 2147483646 h 837"/>
                <a:gd name="T30" fmla="*/ 2147483646 w 808"/>
                <a:gd name="T31" fmla="*/ 2147483646 h 837"/>
                <a:gd name="T32" fmla="*/ 2147483646 w 808"/>
                <a:gd name="T33" fmla="*/ 2147483646 h 837"/>
                <a:gd name="T34" fmla="*/ 2147483646 w 808"/>
                <a:gd name="T35" fmla="*/ 2147483646 h 837"/>
                <a:gd name="T36" fmla="*/ 2147483646 w 808"/>
                <a:gd name="T37" fmla="*/ 2147483646 h 837"/>
                <a:gd name="T38" fmla="*/ 2147483646 w 808"/>
                <a:gd name="T39" fmla="*/ 2147483646 h 837"/>
                <a:gd name="T40" fmla="*/ 2147483646 w 808"/>
                <a:gd name="T41" fmla="*/ 2147483646 h 837"/>
                <a:gd name="T42" fmla="*/ 2147483646 w 808"/>
                <a:gd name="T43" fmla="*/ 2147483646 h 837"/>
                <a:gd name="T44" fmla="*/ 2147483646 w 808"/>
                <a:gd name="T45" fmla="*/ 2147483646 h 837"/>
                <a:gd name="T46" fmla="*/ 2147483646 w 808"/>
                <a:gd name="T47" fmla="*/ 2147483646 h 837"/>
                <a:gd name="T48" fmla="*/ 2147483646 w 808"/>
                <a:gd name="T49" fmla="*/ 2147483646 h 837"/>
                <a:gd name="T50" fmla="*/ 2147483646 w 808"/>
                <a:gd name="T51" fmla="*/ 2147483646 h 837"/>
                <a:gd name="T52" fmla="*/ 2147483646 w 808"/>
                <a:gd name="T53" fmla="*/ 2147483646 h 837"/>
                <a:gd name="T54" fmla="*/ 2147483646 w 808"/>
                <a:gd name="T55" fmla="*/ 2147483646 h 837"/>
                <a:gd name="T56" fmla="*/ 2147483646 w 808"/>
                <a:gd name="T57" fmla="*/ 2147483646 h 837"/>
                <a:gd name="T58" fmla="*/ 2147483646 w 808"/>
                <a:gd name="T59" fmla="*/ 2147483646 h 837"/>
                <a:gd name="T60" fmla="*/ 2147483646 w 808"/>
                <a:gd name="T61" fmla="*/ 2147483646 h 837"/>
                <a:gd name="T62" fmla="*/ 2147483646 w 808"/>
                <a:gd name="T63" fmla="*/ 2147483646 h 837"/>
                <a:gd name="T64" fmla="*/ 2147483646 w 808"/>
                <a:gd name="T65" fmla="*/ 2147483646 h 837"/>
                <a:gd name="T66" fmla="*/ 2147483646 w 808"/>
                <a:gd name="T67" fmla="*/ 2147483646 h 837"/>
                <a:gd name="T68" fmla="*/ 2147483646 w 808"/>
                <a:gd name="T69" fmla="*/ 2147483646 h 837"/>
                <a:gd name="T70" fmla="*/ 2147483646 w 808"/>
                <a:gd name="T71" fmla="*/ 2147483646 h 837"/>
                <a:gd name="T72" fmla="*/ 2147483646 w 808"/>
                <a:gd name="T73" fmla="*/ 2147483646 h 837"/>
                <a:gd name="T74" fmla="*/ 2147483646 w 808"/>
                <a:gd name="T75" fmla="*/ 2147483646 h 837"/>
                <a:gd name="T76" fmla="*/ 2147483646 w 808"/>
                <a:gd name="T77" fmla="*/ 2147483646 h 837"/>
                <a:gd name="T78" fmla="*/ 2147483646 w 808"/>
                <a:gd name="T79" fmla="*/ 2147483646 h 837"/>
                <a:gd name="T80" fmla="*/ 2147483646 w 808"/>
                <a:gd name="T81" fmla="*/ 2147483646 h 837"/>
                <a:gd name="T82" fmla="*/ 2147483646 w 808"/>
                <a:gd name="T83" fmla="*/ 2147483646 h 837"/>
                <a:gd name="T84" fmla="*/ 2147483646 w 808"/>
                <a:gd name="T85" fmla="*/ 2147483646 h 837"/>
                <a:gd name="T86" fmla="*/ 2147483646 w 808"/>
                <a:gd name="T87" fmla="*/ 2147483646 h 837"/>
                <a:gd name="T88" fmla="*/ 2147483646 w 808"/>
                <a:gd name="T89" fmla="*/ 2147483646 h 837"/>
                <a:gd name="T90" fmla="*/ 2147483646 w 808"/>
                <a:gd name="T91" fmla="*/ 2147483646 h 837"/>
                <a:gd name="T92" fmla="*/ 2147483646 w 808"/>
                <a:gd name="T93" fmla="*/ 2147483646 h 837"/>
                <a:gd name="T94" fmla="*/ 2147483646 w 808"/>
                <a:gd name="T95" fmla="*/ 2147483646 h 837"/>
                <a:gd name="T96" fmla="*/ 2147483646 w 808"/>
                <a:gd name="T97" fmla="*/ 2147483646 h 837"/>
                <a:gd name="T98" fmla="*/ 2147483646 w 808"/>
                <a:gd name="T99" fmla="*/ 2147483646 h 837"/>
                <a:gd name="T100" fmla="*/ 2147483646 w 808"/>
                <a:gd name="T101" fmla="*/ 2147483646 h 837"/>
                <a:gd name="T102" fmla="*/ 2147483646 w 808"/>
                <a:gd name="T103" fmla="*/ 2147483646 h 837"/>
                <a:gd name="T104" fmla="*/ 2147483646 w 808"/>
                <a:gd name="T105" fmla="*/ 2147483646 h 837"/>
                <a:gd name="T106" fmla="*/ 2147483646 w 808"/>
                <a:gd name="T107" fmla="*/ 2147483646 h 837"/>
                <a:gd name="T108" fmla="*/ 2147483646 w 808"/>
                <a:gd name="T109" fmla="*/ 2147483646 h 837"/>
                <a:gd name="T110" fmla="*/ 2147483646 w 808"/>
                <a:gd name="T111" fmla="*/ 2147483646 h 83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8"/>
                <a:gd name="T169" fmla="*/ 0 h 837"/>
                <a:gd name="T170" fmla="*/ 808 w 808"/>
                <a:gd name="T171" fmla="*/ 837 h 83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8" h="837">
                  <a:moveTo>
                    <a:pt x="0" y="428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5" y="348"/>
                  </a:lnTo>
                  <a:lnTo>
                    <a:pt x="8" y="327"/>
                  </a:lnTo>
                  <a:lnTo>
                    <a:pt x="13" y="307"/>
                  </a:lnTo>
                  <a:lnTo>
                    <a:pt x="18" y="288"/>
                  </a:lnTo>
                  <a:lnTo>
                    <a:pt x="24" y="268"/>
                  </a:lnTo>
                  <a:lnTo>
                    <a:pt x="33" y="251"/>
                  </a:lnTo>
                  <a:lnTo>
                    <a:pt x="40" y="232"/>
                  </a:lnTo>
                  <a:lnTo>
                    <a:pt x="49" y="215"/>
                  </a:lnTo>
                  <a:lnTo>
                    <a:pt x="59" y="197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50"/>
                  </a:lnTo>
                  <a:lnTo>
                    <a:pt x="107" y="134"/>
                  </a:lnTo>
                  <a:lnTo>
                    <a:pt x="120" y="121"/>
                  </a:lnTo>
                  <a:lnTo>
                    <a:pt x="134" y="107"/>
                  </a:lnTo>
                  <a:lnTo>
                    <a:pt x="148" y="94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60"/>
                  </a:lnTo>
                  <a:lnTo>
                    <a:pt x="215" y="50"/>
                  </a:lnTo>
                  <a:lnTo>
                    <a:pt x="232" y="40"/>
                  </a:lnTo>
                  <a:lnTo>
                    <a:pt x="249" y="33"/>
                  </a:lnTo>
                  <a:lnTo>
                    <a:pt x="268" y="26"/>
                  </a:lnTo>
                  <a:lnTo>
                    <a:pt x="287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6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0" y="1"/>
                  </a:lnTo>
                  <a:lnTo>
                    <a:pt x="441" y="3"/>
                  </a:lnTo>
                  <a:lnTo>
                    <a:pt x="462" y="6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39" y="26"/>
                  </a:lnTo>
                  <a:lnTo>
                    <a:pt x="558" y="33"/>
                  </a:lnTo>
                  <a:lnTo>
                    <a:pt x="577" y="40"/>
                  </a:lnTo>
                  <a:lnTo>
                    <a:pt x="594" y="50"/>
                  </a:lnTo>
                  <a:lnTo>
                    <a:pt x="612" y="60"/>
                  </a:lnTo>
                  <a:lnTo>
                    <a:pt x="628" y="70"/>
                  </a:lnTo>
                  <a:lnTo>
                    <a:pt x="643" y="82"/>
                  </a:lnTo>
                  <a:lnTo>
                    <a:pt x="659" y="94"/>
                  </a:lnTo>
                  <a:lnTo>
                    <a:pt x="674" y="107"/>
                  </a:lnTo>
                  <a:lnTo>
                    <a:pt x="688" y="121"/>
                  </a:lnTo>
                  <a:lnTo>
                    <a:pt x="703" y="134"/>
                  </a:lnTo>
                  <a:lnTo>
                    <a:pt x="716" y="150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7"/>
                  </a:lnTo>
                  <a:lnTo>
                    <a:pt x="759" y="215"/>
                  </a:lnTo>
                  <a:lnTo>
                    <a:pt x="768" y="232"/>
                  </a:lnTo>
                  <a:lnTo>
                    <a:pt x="776" y="251"/>
                  </a:lnTo>
                  <a:lnTo>
                    <a:pt x="783" y="268"/>
                  </a:lnTo>
                  <a:lnTo>
                    <a:pt x="791" y="288"/>
                  </a:lnTo>
                  <a:lnTo>
                    <a:pt x="795" y="307"/>
                  </a:lnTo>
                  <a:lnTo>
                    <a:pt x="801" y="327"/>
                  </a:lnTo>
                  <a:lnTo>
                    <a:pt x="804" y="348"/>
                  </a:lnTo>
                  <a:lnTo>
                    <a:pt x="806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28"/>
                  </a:lnTo>
                  <a:lnTo>
                    <a:pt x="808" y="450"/>
                  </a:lnTo>
                  <a:lnTo>
                    <a:pt x="806" y="470"/>
                  </a:lnTo>
                  <a:lnTo>
                    <a:pt x="804" y="490"/>
                  </a:lnTo>
                  <a:lnTo>
                    <a:pt x="801" y="511"/>
                  </a:lnTo>
                  <a:lnTo>
                    <a:pt x="795" y="531"/>
                  </a:lnTo>
                  <a:lnTo>
                    <a:pt x="791" y="550"/>
                  </a:lnTo>
                  <a:lnTo>
                    <a:pt x="783" y="570"/>
                  </a:lnTo>
                  <a:lnTo>
                    <a:pt x="776" y="587"/>
                  </a:lnTo>
                  <a:lnTo>
                    <a:pt x="768" y="606"/>
                  </a:lnTo>
                  <a:lnTo>
                    <a:pt x="759" y="623"/>
                  </a:lnTo>
                  <a:lnTo>
                    <a:pt x="749" y="640"/>
                  </a:lnTo>
                  <a:lnTo>
                    <a:pt x="739" y="658"/>
                  </a:lnTo>
                  <a:lnTo>
                    <a:pt x="727" y="674"/>
                  </a:lnTo>
                  <a:lnTo>
                    <a:pt x="716" y="688"/>
                  </a:lnTo>
                  <a:lnTo>
                    <a:pt x="703" y="704"/>
                  </a:lnTo>
                  <a:lnTo>
                    <a:pt x="688" y="717"/>
                  </a:lnTo>
                  <a:lnTo>
                    <a:pt x="674" y="731"/>
                  </a:lnTo>
                  <a:lnTo>
                    <a:pt x="659" y="744"/>
                  </a:lnTo>
                  <a:lnTo>
                    <a:pt x="643" y="756"/>
                  </a:lnTo>
                  <a:lnTo>
                    <a:pt x="628" y="767"/>
                  </a:lnTo>
                  <a:lnTo>
                    <a:pt x="612" y="778"/>
                  </a:lnTo>
                  <a:lnTo>
                    <a:pt x="594" y="788"/>
                  </a:lnTo>
                  <a:lnTo>
                    <a:pt x="577" y="798"/>
                  </a:lnTo>
                  <a:lnTo>
                    <a:pt x="558" y="805"/>
                  </a:lnTo>
                  <a:lnTo>
                    <a:pt x="539" y="812"/>
                  </a:lnTo>
                  <a:lnTo>
                    <a:pt x="521" y="819"/>
                  </a:lnTo>
                  <a:lnTo>
                    <a:pt x="502" y="825"/>
                  </a:lnTo>
                  <a:lnTo>
                    <a:pt x="482" y="830"/>
                  </a:lnTo>
                  <a:lnTo>
                    <a:pt x="462" y="832"/>
                  </a:lnTo>
                  <a:lnTo>
                    <a:pt x="441" y="835"/>
                  </a:lnTo>
                  <a:lnTo>
                    <a:pt x="420" y="837"/>
                  </a:lnTo>
                  <a:lnTo>
                    <a:pt x="400" y="837"/>
                  </a:lnTo>
                  <a:lnTo>
                    <a:pt x="410" y="837"/>
                  </a:lnTo>
                  <a:lnTo>
                    <a:pt x="388" y="837"/>
                  </a:lnTo>
                  <a:lnTo>
                    <a:pt x="368" y="835"/>
                  </a:lnTo>
                  <a:lnTo>
                    <a:pt x="348" y="832"/>
                  </a:lnTo>
                  <a:lnTo>
                    <a:pt x="327" y="830"/>
                  </a:lnTo>
                  <a:lnTo>
                    <a:pt x="307" y="825"/>
                  </a:lnTo>
                  <a:lnTo>
                    <a:pt x="287" y="819"/>
                  </a:lnTo>
                  <a:lnTo>
                    <a:pt x="268" y="812"/>
                  </a:lnTo>
                  <a:lnTo>
                    <a:pt x="249" y="805"/>
                  </a:lnTo>
                  <a:lnTo>
                    <a:pt x="232" y="798"/>
                  </a:lnTo>
                  <a:lnTo>
                    <a:pt x="215" y="788"/>
                  </a:lnTo>
                  <a:lnTo>
                    <a:pt x="197" y="778"/>
                  </a:lnTo>
                  <a:lnTo>
                    <a:pt x="180" y="767"/>
                  </a:lnTo>
                  <a:lnTo>
                    <a:pt x="164" y="756"/>
                  </a:lnTo>
                  <a:lnTo>
                    <a:pt x="148" y="744"/>
                  </a:lnTo>
                  <a:lnTo>
                    <a:pt x="134" y="731"/>
                  </a:lnTo>
                  <a:lnTo>
                    <a:pt x="120" y="717"/>
                  </a:lnTo>
                  <a:lnTo>
                    <a:pt x="107" y="704"/>
                  </a:lnTo>
                  <a:lnTo>
                    <a:pt x="94" y="688"/>
                  </a:lnTo>
                  <a:lnTo>
                    <a:pt x="82" y="674"/>
                  </a:lnTo>
                  <a:lnTo>
                    <a:pt x="70" y="658"/>
                  </a:lnTo>
                  <a:lnTo>
                    <a:pt x="59" y="640"/>
                  </a:lnTo>
                  <a:lnTo>
                    <a:pt x="49" y="623"/>
                  </a:lnTo>
                  <a:lnTo>
                    <a:pt x="40" y="606"/>
                  </a:lnTo>
                  <a:lnTo>
                    <a:pt x="33" y="587"/>
                  </a:lnTo>
                  <a:lnTo>
                    <a:pt x="24" y="570"/>
                  </a:lnTo>
                  <a:lnTo>
                    <a:pt x="18" y="550"/>
                  </a:lnTo>
                  <a:lnTo>
                    <a:pt x="13" y="531"/>
                  </a:lnTo>
                  <a:lnTo>
                    <a:pt x="8" y="511"/>
                  </a:lnTo>
                  <a:lnTo>
                    <a:pt x="5" y="490"/>
                  </a:lnTo>
                  <a:lnTo>
                    <a:pt x="3" y="470"/>
                  </a:lnTo>
                  <a:lnTo>
                    <a:pt x="1" y="450"/>
                  </a:lnTo>
                  <a:lnTo>
                    <a:pt x="0" y="42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73" name="Freeform 26">
              <a:extLst>
                <a:ext uri="{FF2B5EF4-FFF2-40B4-BE49-F238E27FC236}">
                  <a16:creationId xmlns:a16="http://schemas.microsoft.com/office/drawing/2014/main" id="{86A26294-0392-427C-A781-51851B9CA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1417" y="1733868"/>
              <a:ext cx="114300" cy="138113"/>
            </a:xfrm>
            <a:custGeom>
              <a:avLst/>
              <a:gdLst>
                <a:gd name="T0" fmla="*/ 2147483646 w 145"/>
                <a:gd name="T1" fmla="*/ 0 h 173"/>
                <a:gd name="T2" fmla="*/ 0 w 145"/>
                <a:gd name="T3" fmla="*/ 2147483646 h 173"/>
                <a:gd name="T4" fmla="*/ 2147483646 w 145"/>
                <a:gd name="T5" fmla="*/ 2147483646 h 173"/>
                <a:gd name="T6" fmla="*/ 2147483646 w 145"/>
                <a:gd name="T7" fmla="*/ 2147483646 h 173"/>
                <a:gd name="T8" fmla="*/ 2147483646 w 14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73"/>
                <a:gd name="T17" fmla="*/ 145 w 14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73">
                  <a:moveTo>
                    <a:pt x="87" y="0"/>
                  </a:moveTo>
                  <a:lnTo>
                    <a:pt x="0" y="173"/>
                  </a:lnTo>
                  <a:lnTo>
                    <a:pt x="145" y="58"/>
                  </a:lnTo>
                  <a:lnTo>
                    <a:pt x="116" y="29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74" name="Freeform 29">
              <a:extLst>
                <a:ext uri="{FF2B5EF4-FFF2-40B4-BE49-F238E27FC236}">
                  <a16:creationId xmlns:a16="http://schemas.microsoft.com/office/drawing/2014/main" id="{4DE0BFC8-D8A1-4260-A8AB-87AC8E66D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8179" y="1276668"/>
              <a:ext cx="641350" cy="641350"/>
            </a:xfrm>
            <a:custGeom>
              <a:avLst/>
              <a:gdLst>
                <a:gd name="T0" fmla="*/ 2147483646 w 809"/>
                <a:gd name="T1" fmla="*/ 2147483646 h 808"/>
                <a:gd name="T2" fmla="*/ 2147483646 w 809"/>
                <a:gd name="T3" fmla="*/ 2147483646 h 808"/>
                <a:gd name="T4" fmla="*/ 2147483646 w 809"/>
                <a:gd name="T5" fmla="*/ 2147483646 h 808"/>
                <a:gd name="T6" fmla="*/ 2147483646 w 809"/>
                <a:gd name="T7" fmla="*/ 2147483646 h 808"/>
                <a:gd name="T8" fmla="*/ 2147483646 w 809"/>
                <a:gd name="T9" fmla="*/ 2147483646 h 808"/>
                <a:gd name="T10" fmla="*/ 2147483646 w 809"/>
                <a:gd name="T11" fmla="*/ 2147483646 h 808"/>
                <a:gd name="T12" fmla="*/ 2147483646 w 809"/>
                <a:gd name="T13" fmla="*/ 2147483646 h 808"/>
                <a:gd name="T14" fmla="*/ 2147483646 w 809"/>
                <a:gd name="T15" fmla="*/ 2147483646 h 808"/>
                <a:gd name="T16" fmla="*/ 2147483646 w 809"/>
                <a:gd name="T17" fmla="*/ 2147483646 h 808"/>
                <a:gd name="T18" fmla="*/ 2147483646 w 809"/>
                <a:gd name="T19" fmla="*/ 2147483646 h 808"/>
                <a:gd name="T20" fmla="*/ 2147483646 w 809"/>
                <a:gd name="T21" fmla="*/ 2147483646 h 808"/>
                <a:gd name="T22" fmla="*/ 2147483646 w 809"/>
                <a:gd name="T23" fmla="*/ 0 h 808"/>
                <a:gd name="T24" fmla="*/ 2147483646 w 809"/>
                <a:gd name="T25" fmla="*/ 2147483646 h 808"/>
                <a:gd name="T26" fmla="*/ 2147483646 w 809"/>
                <a:gd name="T27" fmla="*/ 2147483646 h 808"/>
                <a:gd name="T28" fmla="*/ 2147483646 w 809"/>
                <a:gd name="T29" fmla="*/ 2147483646 h 808"/>
                <a:gd name="T30" fmla="*/ 2147483646 w 809"/>
                <a:gd name="T31" fmla="*/ 2147483646 h 808"/>
                <a:gd name="T32" fmla="*/ 2147483646 w 809"/>
                <a:gd name="T33" fmla="*/ 2147483646 h 808"/>
                <a:gd name="T34" fmla="*/ 2147483646 w 809"/>
                <a:gd name="T35" fmla="*/ 2147483646 h 808"/>
                <a:gd name="T36" fmla="*/ 2147483646 w 809"/>
                <a:gd name="T37" fmla="*/ 2147483646 h 808"/>
                <a:gd name="T38" fmla="*/ 2147483646 w 809"/>
                <a:gd name="T39" fmla="*/ 2147483646 h 808"/>
                <a:gd name="T40" fmla="*/ 2147483646 w 809"/>
                <a:gd name="T41" fmla="*/ 2147483646 h 808"/>
                <a:gd name="T42" fmla="*/ 2147483646 w 809"/>
                <a:gd name="T43" fmla="*/ 2147483646 h 808"/>
                <a:gd name="T44" fmla="*/ 2147483646 w 809"/>
                <a:gd name="T45" fmla="*/ 2147483646 h 808"/>
                <a:gd name="T46" fmla="*/ 2147483646 w 809"/>
                <a:gd name="T47" fmla="*/ 2147483646 h 808"/>
                <a:gd name="T48" fmla="*/ 2147483646 w 809"/>
                <a:gd name="T49" fmla="*/ 2147483646 h 808"/>
                <a:gd name="T50" fmla="*/ 2147483646 w 809"/>
                <a:gd name="T51" fmla="*/ 2147483646 h 808"/>
                <a:gd name="T52" fmla="*/ 2147483646 w 809"/>
                <a:gd name="T53" fmla="*/ 2147483646 h 808"/>
                <a:gd name="T54" fmla="*/ 2147483646 w 809"/>
                <a:gd name="T55" fmla="*/ 2147483646 h 808"/>
                <a:gd name="T56" fmla="*/ 2147483646 w 809"/>
                <a:gd name="T57" fmla="*/ 2147483646 h 808"/>
                <a:gd name="T58" fmla="*/ 2147483646 w 809"/>
                <a:gd name="T59" fmla="*/ 2147483646 h 808"/>
                <a:gd name="T60" fmla="*/ 2147483646 w 809"/>
                <a:gd name="T61" fmla="*/ 2147483646 h 808"/>
                <a:gd name="T62" fmla="*/ 2147483646 w 809"/>
                <a:gd name="T63" fmla="*/ 2147483646 h 808"/>
                <a:gd name="T64" fmla="*/ 2147483646 w 809"/>
                <a:gd name="T65" fmla="*/ 2147483646 h 808"/>
                <a:gd name="T66" fmla="*/ 2147483646 w 809"/>
                <a:gd name="T67" fmla="*/ 2147483646 h 808"/>
                <a:gd name="T68" fmla="*/ 2147483646 w 809"/>
                <a:gd name="T69" fmla="*/ 2147483646 h 808"/>
                <a:gd name="T70" fmla="*/ 2147483646 w 809"/>
                <a:gd name="T71" fmla="*/ 2147483646 h 808"/>
                <a:gd name="T72" fmla="*/ 2147483646 w 809"/>
                <a:gd name="T73" fmla="*/ 2147483646 h 808"/>
                <a:gd name="T74" fmla="*/ 2147483646 w 809"/>
                <a:gd name="T75" fmla="*/ 2147483646 h 808"/>
                <a:gd name="T76" fmla="*/ 2147483646 w 809"/>
                <a:gd name="T77" fmla="*/ 2147483646 h 808"/>
                <a:gd name="T78" fmla="*/ 2147483646 w 809"/>
                <a:gd name="T79" fmla="*/ 2147483646 h 808"/>
                <a:gd name="T80" fmla="*/ 2147483646 w 809"/>
                <a:gd name="T81" fmla="*/ 2147483646 h 808"/>
                <a:gd name="T82" fmla="*/ 2147483646 w 809"/>
                <a:gd name="T83" fmla="*/ 2147483646 h 808"/>
                <a:gd name="T84" fmla="*/ 2147483646 w 809"/>
                <a:gd name="T85" fmla="*/ 2147483646 h 808"/>
                <a:gd name="T86" fmla="*/ 2147483646 w 809"/>
                <a:gd name="T87" fmla="*/ 2147483646 h 808"/>
                <a:gd name="T88" fmla="*/ 2147483646 w 809"/>
                <a:gd name="T89" fmla="*/ 2147483646 h 808"/>
                <a:gd name="T90" fmla="*/ 2147483646 w 809"/>
                <a:gd name="T91" fmla="*/ 2147483646 h 808"/>
                <a:gd name="T92" fmla="*/ 2147483646 w 809"/>
                <a:gd name="T93" fmla="*/ 2147483646 h 808"/>
                <a:gd name="T94" fmla="*/ 2147483646 w 809"/>
                <a:gd name="T95" fmla="*/ 2147483646 h 808"/>
                <a:gd name="T96" fmla="*/ 2147483646 w 809"/>
                <a:gd name="T97" fmla="*/ 2147483646 h 808"/>
                <a:gd name="T98" fmla="*/ 2147483646 w 809"/>
                <a:gd name="T99" fmla="*/ 2147483646 h 808"/>
                <a:gd name="T100" fmla="*/ 2147483646 w 809"/>
                <a:gd name="T101" fmla="*/ 2147483646 h 808"/>
                <a:gd name="T102" fmla="*/ 2147483646 w 809"/>
                <a:gd name="T103" fmla="*/ 2147483646 h 808"/>
                <a:gd name="T104" fmla="*/ 2147483646 w 809"/>
                <a:gd name="T105" fmla="*/ 2147483646 h 808"/>
                <a:gd name="T106" fmla="*/ 2147483646 w 809"/>
                <a:gd name="T107" fmla="*/ 2147483646 h 808"/>
                <a:gd name="T108" fmla="*/ 2147483646 w 809"/>
                <a:gd name="T109" fmla="*/ 2147483646 h 808"/>
                <a:gd name="T110" fmla="*/ 2147483646 w 809"/>
                <a:gd name="T111" fmla="*/ 2147483646 h 8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9"/>
                <a:gd name="T169" fmla="*/ 0 h 808"/>
                <a:gd name="T170" fmla="*/ 809 w 809"/>
                <a:gd name="T171" fmla="*/ 808 h 80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9" h="808">
                  <a:moveTo>
                    <a:pt x="0" y="400"/>
                  </a:moveTo>
                  <a:lnTo>
                    <a:pt x="0" y="410"/>
                  </a:lnTo>
                  <a:lnTo>
                    <a:pt x="2" y="388"/>
                  </a:lnTo>
                  <a:lnTo>
                    <a:pt x="3" y="368"/>
                  </a:lnTo>
                  <a:lnTo>
                    <a:pt x="6" y="348"/>
                  </a:lnTo>
                  <a:lnTo>
                    <a:pt x="9" y="328"/>
                  </a:lnTo>
                  <a:lnTo>
                    <a:pt x="13" y="307"/>
                  </a:lnTo>
                  <a:lnTo>
                    <a:pt x="19" y="289"/>
                  </a:lnTo>
                  <a:lnTo>
                    <a:pt x="25" y="268"/>
                  </a:lnTo>
                  <a:lnTo>
                    <a:pt x="34" y="251"/>
                  </a:lnTo>
                  <a:lnTo>
                    <a:pt x="41" y="232"/>
                  </a:lnTo>
                  <a:lnTo>
                    <a:pt x="49" y="215"/>
                  </a:lnTo>
                  <a:lnTo>
                    <a:pt x="60" y="198"/>
                  </a:lnTo>
                  <a:lnTo>
                    <a:pt x="71" y="180"/>
                  </a:lnTo>
                  <a:lnTo>
                    <a:pt x="83" y="165"/>
                  </a:lnTo>
                  <a:lnTo>
                    <a:pt x="94" y="150"/>
                  </a:lnTo>
                  <a:lnTo>
                    <a:pt x="107" y="134"/>
                  </a:lnTo>
                  <a:lnTo>
                    <a:pt x="120" y="121"/>
                  </a:lnTo>
                  <a:lnTo>
                    <a:pt x="135" y="107"/>
                  </a:lnTo>
                  <a:lnTo>
                    <a:pt x="149" y="94"/>
                  </a:lnTo>
                  <a:lnTo>
                    <a:pt x="165" y="82"/>
                  </a:lnTo>
                  <a:lnTo>
                    <a:pt x="181" y="71"/>
                  </a:lnTo>
                  <a:lnTo>
                    <a:pt x="198" y="61"/>
                  </a:lnTo>
                  <a:lnTo>
                    <a:pt x="215" y="51"/>
                  </a:lnTo>
                  <a:lnTo>
                    <a:pt x="233" y="40"/>
                  </a:lnTo>
                  <a:lnTo>
                    <a:pt x="250" y="33"/>
                  </a:lnTo>
                  <a:lnTo>
                    <a:pt x="269" y="26"/>
                  </a:lnTo>
                  <a:lnTo>
                    <a:pt x="288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6"/>
                  </a:lnTo>
                  <a:lnTo>
                    <a:pt x="368" y="3"/>
                  </a:lnTo>
                  <a:lnTo>
                    <a:pt x="389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0" y="1"/>
                  </a:lnTo>
                  <a:lnTo>
                    <a:pt x="442" y="3"/>
                  </a:lnTo>
                  <a:lnTo>
                    <a:pt x="462" y="6"/>
                  </a:lnTo>
                  <a:lnTo>
                    <a:pt x="482" y="9"/>
                  </a:lnTo>
                  <a:lnTo>
                    <a:pt x="503" y="13"/>
                  </a:lnTo>
                  <a:lnTo>
                    <a:pt x="521" y="19"/>
                  </a:lnTo>
                  <a:lnTo>
                    <a:pt x="540" y="26"/>
                  </a:lnTo>
                  <a:lnTo>
                    <a:pt x="559" y="33"/>
                  </a:lnTo>
                  <a:lnTo>
                    <a:pt x="578" y="40"/>
                  </a:lnTo>
                  <a:lnTo>
                    <a:pt x="595" y="51"/>
                  </a:lnTo>
                  <a:lnTo>
                    <a:pt x="612" y="61"/>
                  </a:lnTo>
                  <a:lnTo>
                    <a:pt x="628" y="71"/>
                  </a:lnTo>
                  <a:lnTo>
                    <a:pt x="644" y="82"/>
                  </a:lnTo>
                  <a:lnTo>
                    <a:pt x="660" y="94"/>
                  </a:lnTo>
                  <a:lnTo>
                    <a:pt x="674" y="107"/>
                  </a:lnTo>
                  <a:lnTo>
                    <a:pt x="689" y="121"/>
                  </a:lnTo>
                  <a:lnTo>
                    <a:pt x="703" y="134"/>
                  </a:lnTo>
                  <a:lnTo>
                    <a:pt x="716" y="150"/>
                  </a:lnTo>
                  <a:lnTo>
                    <a:pt x="728" y="165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8" y="232"/>
                  </a:lnTo>
                  <a:lnTo>
                    <a:pt x="777" y="251"/>
                  </a:lnTo>
                  <a:lnTo>
                    <a:pt x="784" y="268"/>
                  </a:lnTo>
                  <a:lnTo>
                    <a:pt x="791" y="289"/>
                  </a:lnTo>
                  <a:lnTo>
                    <a:pt x="796" y="307"/>
                  </a:lnTo>
                  <a:lnTo>
                    <a:pt x="801" y="328"/>
                  </a:lnTo>
                  <a:lnTo>
                    <a:pt x="804" y="348"/>
                  </a:lnTo>
                  <a:lnTo>
                    <a:pt x="807" y="368"/>
                  </a:lnTo>
                  <a:lnTo>
                    <a:pt x="809" y="388"/>
                  </a:lnTo>
                  <a:lnTo>
                    <a:pt x="809" y="410"/>
                  </a:lnTo>
                  <a:lnTo>
                    <a:pt x="809" y="400"/>
                  </a:lnTo>
                  <a:lnTo>
                    <a:pt x="809" y="421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6" y="502"/>
                  </a:lnTo>
                  <a:lnTo>
                    <a:pt x="791" y="521"/>
                  </a:lnTo>
                  <a:lnTo>
                    <a:pt x="784" y="541"/>
                  </a:lnTo>
                  <a:lnTo>
                    <a:pt x="777" y="559"/>
                  </a:lnTo>
                  <a:lnTo>
                    <a:pt x="768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9"/>
                  </a:lnTo>
                  <a:lnTo>
                    <a:pt x="728" y="645"/>
                  </a:lnTo>
                  <a:lnTo>
                    <a:pt x="716" y="660"/>
                  </a:lnTo>
                  <a:lnTo>
                    <a:pt x="703" y="675"/>
                  </a:lnTo>
                  <a:lnTo>
                    <a:pt x="689" y="688"/>
                  </a:lnTo>
                  <a:lnTo>
                    <a:pt x="674" y="703"/>
                  </a:lnTo>
                  <a:lnTo>
                    <a:pt x="660" y="716"/>
                  </a:lnTo>
                  <a:lnTo>
                    <a:pt x="644" y="727"/>
                  </a:lnTo>
                  <a:lnTo>
                    <a:pt x="628" y="739"/>
                  </a:lnTo>
                  <a:lnTo>
                    <a:pt x="612" y="749"/>
                  </a:lnTo>
                  <a:lnTo>
                    <a:pt x="595" y="759"/>
                  </a:lnTo>
                  <a:lnTo>
                    <a:pt x="578" y="769"/>
                  </a:lnTo>
                  <a:lnTo>
                    <a:pt x="559" y="776"/>
                  </a:lnTo>
                  <a:lnTo>
                    <a:pt x="540" y="784"/>
                  </a:lnTo>
                  <a:lnTo>
                    <a:pt x="521" y="791"/>
                  </a:lnTo>
                  <a:lnTo>
                    <a:pt x="503" y="797"/>
                  </a:lnTo>
                  <a:lnTo>
                    <a:pt x="482" y="801"/>
                  </a:lnTo>
                  <a:lnTo>
                    <a:pt x="462" y="804"/>
                  </a:lnTo>
                  <a:lnTo>
                    <a:pt x="442" y="807"/>
                  </a:lnTo>
                  <a:lnTo>
                    <a:pt x="420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9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8" y="801"/>
                  </a:lnTo>
                  <a:lnTo>
                    <a:pt x="308" y="797"/>
                  </a:lnTo>
                  <a:lnTo>
                    <a:pt x="288" y="791"/>
                  </a:lnTo>
                  <a:lnTo>
                    <a:pt x="269" y="784"/>
                  </a:lnTo>
                  <a:lnTo>
                    <a:pt x="250" y="776"/>
                  </a:lnTo>
                  <a:lnTo>
                    <a:pt x="233" y="769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1" y="739"/>
                  </a:lnTo>
                  <a:lnTo>
                    <a:pt x="165" y="727"/>
                  </a:lnTo>
                  <a:lnTo>
                    <a:pt x="149" y="716"/>
                  </a:lnTo>
                  <a:lnTo>
                    <a:pt x="135" y="703"/>
                  </a:lnTo>
                  <a:lnTo>
                    <a:pt x="120" y="688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3" y="645"/>
                  </a:lnTo>
                  <a:lnTo>
                    <a:pt x="71" y="629"/>
                  </a:lnTo>
                  <a:lnTo>
                    <a:pt x="60" y="612"/>
                  </a:lnTo>
                  <a:lnTo>
                    <a:pt x="49" y="595"/>
                  </a:lnTo>
                  <a:lnTo>
                    <a:pt x="41" y="577"/>
                  </a:lnTo>
                  <a:lnTo>
                    <a:pt x="34" y="559"/>
                  </a:lnTo>
                  <a:lnTo>
                    <a:pt x="25" y="541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9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1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75" name="Freeform 33">
              <a:extLst>
                <a:ext uri="{FF2B5EF4-FFF2-40B4-BE49-F238E27FC236}">
                  <a16:creationId xmlns:a16="http://schemas.microsoft.com/office/drawing/2014/main" id="{73AC1F8C-86B8-4237-ACCC-96ADA6BB1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3153093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0 w 817"/>
                <a:gd name="T21" fmla="*/ 2147483646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2147483646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0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76" name="Freeform 37">
              <a:extLst>
                <a:ext uri="{FF2B5EF4-FFF2-40B4-BE49-F238E27FC236}">
                  <a16:creationId xmlns:a16="http://schemas.microsoft.com/office/drawing/2014/main" id="{2758E5F7-69EE-49DC-8227-AFEDD9C4A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4435794"/>
              <a:ext cx="647700" cy="649288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77" name="Freeform 38">
              <a:extLst>
                <a:ext uri="{FF2B5EF4-FFF2-40B4-BE49-F238E27FC236}">
                  <a16:creationId xmlns:a16="http://schemas.microsoft.com/office/drawing/2014/main" id="{810A2FF8-8051-4D5C-8DFE-A670DFEAE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1848168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2147483646 w 817"/>
                <a:gd name="T21" fmla="*/ 0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0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2147483646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817" y="408"/>
                  </a:move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0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5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5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0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8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8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78" name="Freeform 39">
              <a:extLst>
                <a:ext uri="{FF2B5EF4-FFF2-40B4-BE49-F238E27FC236}">
                  <a16:creationId xmlns:a16="http://schemas.microsoft.com/office/drawing/2014/main" id="{FB486082-C93E-4283-8CD1-1EEA2A44E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2970531"/>
              <a:ext cx="46037" cy="138112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79" name="Line 40">
              <a:extLst>
                <a:ext uri="{FF2B5EF4-FFF2-40B4-BE49-F238E27FC236}">
                  <a16:creationId xmlns:a16="http://schemas.microsoft.com/office/drawing/2014/main" id="{AAC222A1-7C14-413F-8903-432DECA6FD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2489518"/>
              <a:ext cx="1588" cy="4810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80" name="Freeform 41">
              <a:extLst>
                <a:ext uri="{FF2B5EF4-FFF2-40B4-BE49-F238E27FC236}">
                  <a16:creationId xmlns:a16="http://schemas.microsoft.com/office/drawing/2014/main" id="{6EACDE8A-6C84-41E6-98EA-1B7A509E0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4277044"/>
              <a:ext cx="46037" cy="136525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81" name="Line 42">
              <a:extLst>
                <a:ext uri="{FF2B5EF4-FFF2-40B4-BE49-F238E27FC236}">
                  <a16:creationId xmlns:a16="http://schemas.microsoft.com/office/drawing/2014/main" id="{ADA6F338-2BB2-4D80-BDA4-96B1CAF77C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3796032"/>
              <a:ext cx="1588" cy="48101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82" name="Rectangle 48">
              <a:extLst>
                <a:ext uri="{FF2B5EF4-FFF2-40B4-BE49-F238E27FC236}">
                  <a16:creationId xmlns:a16="http://schemas.microsoft.com/office/drawing/2014/main" id="{7C2455C9-FE54-48BA-8CA0-CE84B17D6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2018512"/>
              <a:ext cx="50033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A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483" name="Freeform 50">
              <a:extLst>
                <a:ext uri="{FF2B5EF4-FFF2-40B4-BE49-F238E27FC236}">
                  <a16:creationId xmlns:a16="http://schemas.microsoft.com/office/drawing/2014/main" id="{DBC369EA-CDED-447A-BF93-933985A4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5559744"/>
              <a:ext cx="46037" cy="160338"/>
            </a:xfrm>
            <a:custGeom>
              <a:avLst/>
              <a:gdLst>
                <a:gd name="T0" fmla="*/ 0 w 57"/>
                <a:gd name="T1" fmla="*/ 0 h 202"/>
                <a:gd name="T2" fmla="*/ 2147483646 w 57"/>
                <a:gd name="T3" fmla="*/ 2147483646 h 202"/>
                <a:gd name="T4" fmla="*/ 2147483646 w 57"/>
                <a:gd name="T5" fmla="*/ 0 h 202"/>
                <a:gd name="T6" fmla="*/ 2147483646 w 57"/>
                <a:gd name="T7" fmla="*/ 0 h 202"/>
                <a:gd name="T8" fmla="*/ 0 w 57"/>
                <a:gd name="T9" fmla="*/ 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202"/>
                <a:gd name="T17" fmla="*/ 57 w 57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202">
                  <a:moveTo>
                    <a:pt x="0" y="0"/>
                  </a:moveTo>
                  <a:lnTo>
                    <a:pt x="28" y="202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84" name="Line 51">
              <a:extLst>
                <a:ext uri="{FF2B5EF4-FFF2-40B4-BE49-F238E27FC236}">
                  <a16:creationId xmlns:a16="http://schemas.microsoft.com/office/drawing/2014/main" id="{E113EC23-3058-49F7-AE88-F88C5E01B4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5100957"/>
              <a:ext cx="1588" cy="4587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85" name="Rectangle 69">
              <a:extLst>
                <a:ext uri="{FF2B5EF4-FFF2-40B4-BE49-F238E27FC236}">
                  <a16:creationId xmlns:a16="http://schemas.microsoft.com/office/drawing/2014/main" id="{E35757EF-17FC-468E-93D5-970B9E3ED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5774" y="968733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486" name="Freeform 46">
              <a:extLst>
                <a:ext uri="{FF2B5EF4-FFF2-40B4-BE49-F238E27FC236}">
                  <a16:creationId xmlns:a16="http://schemas.microsoft.com/office/drawing/2014/main" id="{C8402DAE-54AE-4801-ABDD-0D5560849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5742307"/>
              <a:ext cx="647700" cy="649287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8"/>
                  </a:lnTo>
                  <a:lnTo>
                    <a:pt x="13" y="306"/>
                  </a:lnTo>
                  <a:lnTo>
                    <a:pt x="7" y="327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7"/>
                  </a:lnTo>
                  <a:lnTo>
                    <a:pt x="804" y="306"/>
                  </a:lnTo>
                  <a:lnTo>
                    <a:pt x="799" y="288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87" name="Rectangle 45">
              <a:extLst>
                <a:ext uri="{FF2B5EF4-FFF2-40B4-BE49-F238E27FC236}">
                  <a16:creationId xmlns:a16="http://schemas.microsoft.com/office/drawing/2014/main" id="{156A706A-5A1E-48BD-B07B-45256599E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5958207"/>
              <a:ext cx="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2488" name="Group 1">
              <a:extLst>
                <a:ext uri="{FF2B5EF4-FFF2-40B4-BE49-F238E27FC236}">
                  <a16:creationId xmlns:a16="http://schemas.microsoft.com/office/drawing/2014/main" id="{57D21DDF-AE85-4FE0-974D-8BAD8BBE5484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5415851" y="2101137"/>
              <a:ext cx="1232239" cy="2721739"/>
              <a:chOff x="7290642" y="3464243"/>
              <a:chExt cx="1624012" cy="2622551"/>
            </a:xfrm>
          </p:grpSpPr>
          <p:sp>
            <p:nvSpPr>
              <p:cNvPr id="62508" name="Freeform 9">
                <a:extLst>
                  <a:ext uri="{FF2B5EF4-FFF2-40B4-BE49-F238E27FC236}">
                    <a16:creationId xmlns:a16="http://schemas.microsoft.com/office/drawing/2014/main" id="{6B238BE6-AD26-42F6-BB84-DBD34DB4F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1754" y="6040757"/>
                <a:ext cx="138113" cy="46037"/>
              </a:xfrm>
              <a:custGeom>
                <a:avLst/>
                <a:gdLst>
                  <a:gd name="T0" fmla="*/ 2147483646 w 174"/>
                  <a:gd name="T1" fmla="*/ 0 h 58"/>
                  <a:gd name="T2" fmla="*/ 0 w 174"/>
                  <a:gd name="T3" fmla="*/ 2147483646 h 58"/>
                  <a:gd name="T4" fmla="*/ 2147483646 w 174"/>
                  <a:gd name="T5" fmla="*/ 2147483646 h 58"/>
                  <a:gd name="T6" fmla="*/ 2147483646 w 174"/>
                  <a:gd name="T7" fmla="*/ 2147483646 h 58"/>
                  <a:gd name="T8" fmla="*/ 2147483646 w 174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4"/>
                  <a:gd name="T16" fmla="*/ 0 h 58"/>
                  <a:gd name="T17" fmla="*/ 174 w 174"/>
                  <a:gd name="T18" fmla="*/ 58 h 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4" h="58">
                    <a:moveTo>
                      <a:pt x="174" y="0"/>
                    </a:moveTo>
                    <a:lnTo>
                      <a:pt x="0" y="29"/>
                    </a:lnTo>
                    <a:lnTo>
                      <a:pt x="174" y="58"/>
                    </a:lnTo>
                    <a:lnTo>
                      <a:pt x="174" y="29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000000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2509" name="Arc 87">
                <a:extLst>
                  <a:ext uri="{FF2B5EF4-FFF2-40B4-BE49-F238E27FC236}">
                    <a16:creationId xmlns:a16="http://schemas.microsoft.com/office/drawing/2014/main" id="{40360689-C57C-4CE5-9596-012FD3163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0642" y="3464243"/>
                <a:ext cx="1624012" cy="1325563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2510" name="Arc 88">
                <a:extLst>
                  <a:ext uri="{FF2B5EF4-FFF2-40B4-BE49-F238E27FC236}">
                    <a16:creationId xmlns:a16="http://schemas.microsoft.com/office/drawing/2014/main" id="{B8F3C437-5927-4229-8974-A070DEDDFA0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458917" y="4751707"/>
                <a:ext cx="1455737" cy="1309687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2489" name="Rectangle 48">
              <a:extLst>
                <a:ext uri="{FF2B5EF4-FFF2-40B4-BE49-F238E27FC236}">
                  <a16:creationId xmlns:a16="http://schemas.microsoft.com/office/drawing/2014/main" id="{41A444A3-3F70-4BA5-B4BA-DB5072306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8461" y="3325743"/>
              <a:ext cx="50022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B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490" name="Rectangle 48">
              <a:extLst>
                <a:ext uri="{FF2B5EF4-FFF2-40B4-BE49-F238E27FC236}">
                  <a16:creationId xmlns:a16="http://schemas.microsoft.com/office/drawing/2014/main" id="{CF8DA6B7-63AC-45BA-A370-77F0608CC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7370" y="4604883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491" name="Rectangle 48">
              <a:extLst>
                <a:ext uri="{FF2B5EF4-FFF2-40B4-BE49-F238E27FC236}">
                  <a16:creationId xmlns:a16="http://schemas.microsoft.com/office/drawing/2014/main" id="{F9480971-A4D1-4326-A8E6-4AB62B3E5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5922894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/ 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2492" name="Group 3">
              <a:extLst>
                <a:ext uri="{FF2B5EF4-FFF2-40B4-BE49-F238E27FC236}">
                  <a16:creationId xmlns:a16="http://schemas.microsoft.com/office/drawing/2014/main" id="{ED921BAC-B430-440A-B18F-5A8FA56A90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6003" y="1918018"/>
              <a:ext cx="1612900" cy="4281875"/>
              <a:chOff x="2655888" y="1731962"/>
              <a:chExt cx="1612900" cy="3917951"/>
            </a:xfrm>
          </p:grpSpPr>
          <p:sp>
            <p:nvSpPr>
              <p:cNvPr id="62505" name="Freeform 4">
                <a:extLst>
                  <a:ext uri="{FF2B5EF4-FFF2-40B4-BE49-F238E27FC236}">
                    <a16:creationId xmlns:a16="http://schemas.microsoft.com/office/drawing/2014/main" id="{29641DAC-70C2-40B8-9593-E3E04F536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263" y="1731962"/>
                <a:ext cx="136525" cy="68263"/>
              </a:xfrm>
              <a:custGeom>
                <a:avLst/>
                <a:gdLst>
                  <a:gd name="T0" fmla="*/ 0 w 173"/>
                  <a:gd name="T1" fmla="*/ 2147483646 h 86"/>
                  <a:gd name="T2" fmla="*/ 2147483646 w 173"/>
                  <a:gd name="T3" fmla="*/ 2147483646 h 86"/>
                  <a:gd name="T4" fmla="*/ 0 w 173"/>
                  <a:gd name="T5" fmla="*/ 0 h 86"/>
                  <a:gd name="T6" fmla="*/ 0 w 173"/>
                  <a:gd name="T7" fmla="*/ 2147483646 h 86"/>
                  <a:gd name="T8" fmla="*/ 0 w 173"/>
                  <a:gd name="T9" fmla="*/ 214748364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86"/>
                  <a:gd name="T17" fmla="*/ 173 w 173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86">
                    <a:moveTo>
                      <a:pt x="0" y="86"/>
                    </a:moveTo>
                    <a:lnTo>
                      <a:pt x="173" y="29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chemeClr val="tx1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2506" name="Arc 85">
                <a:extLst>
                  <a:ext uri="{FF2B5EF4-FFF2-40B4-BE49-F238E27FC236}">
                    <a16:creationId xmlns:a16="http://schemas.microsoft.com/office/drawing/2014/main" id="{16457A5A-E6D5-42C8-A714-95325E15E79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 flipV="1">
                <a:off x="2655888" y="3587751"/>
                <a:ext cx="1612900" cy="2062162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2507" name="Arc 86">
                <a:extLst>
                  <a:ext uri="{FF2B5EF4-FFF2-40B4-BE49-F238E27FC236}">
                    <a16:creationId xmlns:a16="http://schemas.microsoft.com/office/drawing/2014/main" id="{716B6CBA-FA86-4081-A369-55C4397EEB9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55888" y="1762125"/>
                <a:ext cx="1476375" cy="1836737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62493" name="Group 5">
              <a:extLst>
                <a:ext uri="{FF2B5EF4-FFF2-40B4-BE49-F238E27FC236}">
                  <a16:creationId xmlns:a16="http://schemas.microsoft.com/office/drawing/2014/main" id="{32CA82C1-BFB5-4EC2-918A-DF68952FFF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72212" y="2244856"/>
              <a:ext cx="675878" cy="1251891"/>
              <a:chOff x="4652181" y="1098568"/>
              <a:chExt cx="675878" cy="1251891"/>
            </a:xfrm>
          </p:grpSpPr>
          <p:sp>
            <p:nvSpPr>
              <p:cNvPr id="62502" name="Arc 87">
                <a:extLst>
                  <a:ext uri="{FF2B5EF4-FFF2-40B4-BE49-F238E27FC236}">
                    <a16:creationId xmlns:a16="http://schemas.microsoft.com/office/drawing/2014/main" id="{8B0D9E4F-5470-4FDC-ACE2-77B6A2287E7F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4652181" y="1727150"/>
                <a:ext cx="648198" cy="623309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2503" name="Arc 88">
                <a:extLst>
                  <a:ext uri="{FF2B5EF4-FFF2-40B4-BE49-F238E27FC236}">
                    <a16:creationId xmlns:a16="http://schemas.microsoft.com/office/drawing/2014/main" id="{447C9CA8-D207-4A6C-AA96-EC0A54905ABE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 flipV="1">
                <a:off x="4652181" y="1129221"/>
                <a:ext cx="581034" cy="615844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2504" name="Freeform 4">
                <a:extLst>
                  <a:ext uri="{FF2B5EF4-FFF2-40B4-BE49-F238E27FC236}">
                    <a16:creationId xmlns:a16="http://schemas.microsoft.com/office/drawing/2014/main" id="{762E675B-A568-4B34-BFE6-334D479CAD90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5191534" y="1098568"/>
                <a:ext cx="136525" cy="74604"/>
              </a:xfrm>
              <a:custGeom>
                <a:avLst/>
                <a:gdLst>
                  <a:gd name="T0" fmla="*/ 0 w 173"/>
                  <a:gd name="T1" fmla="*/ 2147483646 h 86"/>
                  <a:gd name="T2" fmla="*/ 2147483646 w 173"/>
                  <a:gd name="T3" fmla="*/ 2147483646 h 86"/>
                  <a:gd name="T4" fmla="*/ 0 w 173"/>
                  <a:gd name="T5" fmla="*/ 0 h 86"/>
                  <a:gd name="T6" fmla="*/ 0 w 173"/>
                  <a:gd name="T7" fmla="*/ 2147483646 h 86"/>
                  <a:gd name="T8" fmla="*/ 0 w 173"/>
                  <a:gd name="T9" fmla="*/ 214748364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86"/>
                  <a:gd name="T17" fmla="*/ 173 w 173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86">
                    <a:moveTo>
                      <a:pt x="0" y="86"/>
                    </a:moveTo>
                    <a:lnTo>
                      <a:pt x="173" y="29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chemeClr val="tx1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2494" name="Freeform 16">
              <a:extLst>
                <a:ext uri="{FF2B5EF4-FFF2-40B4-BE49-F238E27FC236}">
                  <a16:creationId xmlns:a16="http://schemas.microsoft.com/office/drawing/2014/main" id="{1BF4B71B-B6A9-49B3-BF1D-9C23CAD4CC36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233771" y="6250561"/>
              <a:ext cx="114300" cy="114300"/>
            </a:xfrm>
            <a:custGeom>
              <a:avLst/>
              <a:gdLst>
                <a:gd name="T0" fmla="*/ 0 w 144"/>
                <a:gd name="T1" fmla="*/ 2147483646 h 144"/>
                <a:gd name="T2" fmla="*/ 2147483646 w 144"/>
                <a:gd name="T3" fmla="*/ 2147483646 h 144"/>
                <a:gd name="T4" fmla="*/ 2147483646 w 144"/>
                <a:gd name="T5" fmla="*/ 0 h 144"/>
                <a:gd name="T6" fmla="*/ 2147483646 w 144"/>
                <a:gd name="T7" fmla="*/ 0 h 144"/>
                <a:gd name="T8" fmla="*/ 0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0" y="28"/>
                  </a:moveTo>
                  <a:lnTo>
                    <a:pt x="144" y="144"/>
                  </a:lnTo>
                  <a:lnTo>
                    <a:pt x="29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2495" name="Rectangle 69">
              <a:extLst>
                <a:ext uri="{FF2B5EF4-FFF2-40B4-BE49-F238E27FC236}">
                  <a16:creationId xmlns:a16="http://schemas.microsoft.com/office/drawing/2014/main" id="{4B603B4E-F2C8-4CDA-9160-784544279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6876" y="5784394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496" name="Rectangle 69">
              <a:extLst>
                <a:ext uri="{FF2B5EF4-FFF2-40B4-BE49-F238E27FC236}">
                  <a16:creationId xmlns:a16="http://schemas.microsoft.com/office/drawing/2014/main" id="{319A64B0-E49D-443F-B6A5-B7305CBBA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944" y="4722291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497" name="Rectangle 69">
              <a:extLst>
                <a:ext uri="{FF2B5EF4-FFF2-40B4-BE49-F238E27FC236}">
                  <a16:creationId xmlns:a16="http://schemas.microsoft.com/office/drawing/2014/main" id="{18A0D26E-4552-40A8-A061-E9B371477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7392" y="3415799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498" name="Rectangle 69">
              <a:extLst>
                <a:ext uri="{FF2B5EF4-FFF2-40B4-BE49-F238E27FC236}">
                  <a16:creationId xmlns:a16="http://schemas.microsoft.com/office/drawing/2014/main" id="{977B994F-2C89-4362-B0BE-720E4F660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1063" y="2650747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499" name="Rectangle 69">
              <a:extLst>
                <a:ext uri="{FF2B5EF4-FFF2-40B4-BE49-F238E27FC236}">
                  <a16:creationId xmlns:a16="http://schemas.microsoft.com/office/drawing/2014/main" id="{30B5325B-E8B2-4C56-820F-AE70A6B25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3942336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00" name="Rectangle 69">
              <a:extLst>
                <a:ext uri="{FF2B5EF4-FFF2-40B4-BE49-F238E27FC236}">
                  <a16:creationId xmlns:a16="http://schemas.microsoft.com/office/drawing/2014/main" id="{E57EA449-2FD5-4424-AE52-40D22937A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0869" y="5189553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501" name="Rectangle 69">
              <a:extLst>
                <a:ext uri="{FF2B5EF4-FFF2-40B4-BE49-F238E27FC236}">
                  <a16:creationId xmlns:a16="http://schemas.microsoft.com/office/drawing/2014/main" id="{04CB23A1-A4CD-4494-A355-212C52BDC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122" y="5833994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2469" name="Rectangle 87">
            <a:extLst>
              <a:ext uri="{FF2B5EF4-FFF2-40B4-BE49-F238E27FC236}">
                <a16:creationId xmlns:a16="http://schemas.microsoft.com/office/drawing/2014/main" id="{F47CEB68-7A77-4BA6-B33D-2A459D6893A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37313" y="6465888"/>
            <a:ext cx="1357312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diagram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2470" name="TextBox 2">
            <a:extLst>
              <a:ext uri="{FF2B5EF4-FFF2-40B4-BE49-F238E27FC236}">
                <a16:creationId xmlns:a16="http://schemas.microsoft.com/office/drawing/2014/main" id="{7F0EC3AF-4EBC-40B0-86F3-D0F5481A2E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613" y="666750"/>
            <a:ext cx="5013325" cy="1323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It sets the output  z to 1 when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three consecutive 1’s occur on the input w.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In other words, it is a sequence detector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for the input pattern 111. 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9" name="Rectangle 3">
            <a:extLst>
              <a:ext uri="{FF2B5EF4-FFF2-40B4-BE49-F238E27FC236}">
                <a16:creationId xmlns:a16="http://schemas.microsoft.com/office/drawing/2014/main" id="{DB9CF210-D600-4047-A39A-1F70D13D89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468563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Another Example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(with JK flip-flops)</a:t>
            </a:r>
            <a:endParaRPr kumimoji="0" lang="en-US" altLang="en-US" sz="36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3" name="TextBox 125">
            <a:extLst>
              <a:ext uri="{FF2B5EF4-FFF2-40B4-BE49-F238E27FC236}">
                <a16:creationId xmlns:a16="http://schemas.microsoft.com/office/drawing/2014/main" id="{B4001B62-AA8B-4266-AA0A-58F9235DCF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6.77 from the textbook ]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112436B3-2C4E-2344-99AD-86D68E53899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What does this circuit do?</a:t>
            </a:r>
          </a:p>
        </p:txBody>
      </p:sp>
      <p:grpSp>
        <p:nvGrpSpPr>
          <p:cNvPr id="64515" name="Group 6">
            <a:extLst>
              <a:ext uri="{FF2B5EF4-FFF2-40B4-BE49-F238E27FC236}">
                <a16:creationId xmlns:a16="http://schemas.microsoft.com/office/drawing/2014/main" id="{7399A2EB-1930-4026-9C0F-A5D3D603C5B9}"/>
              </a:ext>
            </a:extLst>
          </p:cNvPr>
          <p:cNvGrpSpPr>
            <a:grpSpLocks/>
          </p:cNvGrpSpPr>
          <p:nvPr/>
        </p:nvGrpSpPr>
        <p:grpSpPr bwMode="auto">
          <a:xfrm>
            <a:off x="800100" y="1598613"/>
            <a:ext cx="7789863" cy="4127500"/>
            <a:chOff x="800100" y="820738"/>
            <a:chExt cx="7789863" cy="4127500"/>
          </a:xfrm>
        </p:grpSpPr>
        <p:sp>
          <p:nvSpPr>
            <p:cNvPr id="64516" name="Freeform 9">
              <a:extLst>
                <a:ext uri="{FF2B5EF4-FFF2-40B4-BE49-F238E27FC236}">
                  <a16:creationId xmlns:a16="http://schemas.microsoft.com/office/drawing/2014/main" id="{A97E58DD-4C5C-4C45-803F-EAB6AA5EB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663" y="1149350"/>
              <a:ext cx="1198562" cy="2592388"/>
            </a:xfrm>
            <a:custGeom>
              <a:avLst/>
              <a:gdLst>
                <a:gd name="T0" fmla="*/ 0 w 755"/>
                <a:gd name="T1" fmla="*/ 0 h 1633"/>
                <a:gd name="T2" fmla="*/ 0 w 755"/>
                <a:gd name="T3" fmla="*/ 2147483646 h 1633"/>
                <a:gd name="T4" fmla="*/ 2147483646 w 755"/>
                <a:gd name="T5" fmla="*/ 2147483646 h 1633"/>
                <a:gd name="T6" fmla="*/ 0 60000 65536"/>
                <a:gd name="T7" fmla="*/ 0 60000 65536"/>
                <a:gd name="T8" fmla="*/ 0 60000 65536"/>
                <a:gd name="T9" fmla="*/ 0 w 755"/>
                <a:gd name="T10" fmla="*/ 0 h 1633"/>
                <a:gd name="T11" fmla="*/ 755 w 755"/>
                <a:gd name="T12" fmla="*/ 1633 h 16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55" h="1633">
                  <a:moveTo>
                    <a:pt x="0" y="0"/>
                  </a:moveTo>
                  <a:lnTo>
                    <a:pt x="0" y="1633"/>
                  </a:lnTo>
                  <a:lnTo>
                    <a:pt x="755" y="163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17" name="Freeform 10">
              <a:extLst>
                <a:ext uri="{FF2B5EF4-FFF2-40B4-BE49-F238E27FC236}">
                  <a16:creationId xmlns:a16="http://schemas.microsoft.com/office/drawing/2014/main" id="{3DEAFFCA-8893-4338-9029-FFF1CD696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8" y="4492625"/>
              <a:ext cx="1603375" cy="300038"/>
            </a:xfrm>
            <a:custGeom>
              <a:avLst/>
              <a:gdLst>
                <a:gd name="T0" fmla="*/ 0 w 1010"/>
                <a:gd name="T1" fmla="*/ 2147483646 h 189"/>
                <a:gd name="T2" fmla="*/ 2147483646 w 1010"/>
                <a:gd name="T3" fmla="*/ 2147483646 h 189"/>
                <a:gd name="T4" fmla="*/ 2147483646 w 1010"/>
                <a:gd name="T5" fmla="*/ 0 h 189"/>
                <a:gd name="T6" fmla="*/ 0 60000 65536"/>
                <a:gd name="T7" fmla="*/ 0 60000 65536"/>
                <a:gd name="T8" fmla="*/ 0 60000 65536"/>
                <a:gd name="T9" fmla="*/ 0 w 1010"/>
                <a:gd name="T10" fmla="*/ 0 h 189"/>
                <a:gd name="T11" fmla="*/ 1010 w 1010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0" h="189">
                  <a:moveTo>
                    <a:pt x="0" y="189"/>
                  </a:moveTo>
                  <a:lnTo>
                    <a:pt x="1010" y="189"/>
                  </a:lnTo>
                  <a:lnTo>
                    <a:pt x="101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18" name="Freeform 11">
              <a:extLst>
                <a:ext uri="{FF2B5EF4-FFF2-40B4-BE49-F238E27FC236}">
                  <a16:creationId xmlns:a16="http://schemas.microsoft.com/office/drawing/2014/main" id="{2E0ED89D-34D4-4E34-B038-A950D12C6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138" y="2071688"/>
              <a:ext cx="1304925" cy="2720975"/>
            </a:xfrm>
            <a:custGeom>
              <a:avLst/>
              <a:gdLst>
                <a:gd name="T0" fmla="*/ 0 w 822"/>
                <a:gd name="T1" fmla="*/ 2147483646 h 1714"/>
                <a:gd name="T2" fmla="*/ 0 w 822"/>
                <a:gd name="T3" fmla="*/ 2147483646 h 1714"/>
                <a:gd name="T4" fmla="*/ 2147483646 w 822"/>
                <a:gd name="T5" fmla="*/ 2147483646 h 1714"/>
                <a:gd name="T6" fmla="*/ 2147483646 w 822"/>
                <a:gd name="T7" fmla="*/ 0 h 17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22"/>
                <a:gd name="T13" fmla="*/ 0 h 1714"/>
                <a:gd name="T14" fmla="*/ 822 w 822"/>
                <a:gd name="T15" fmla="*/ 1714 h 17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22" h="1714">
                  <a:moveTo>
                    <a:pt x="0" y="1714"/>
                  </a:moveTo>
                  <a:lnTo>
                    <a:pt x="0" y="378"/>
                  </a:lnTo>
                  <a:lnTo>
                    <a:pt x="822" y="378"/>
                  </a:lnTo>
                  <a:lnTo>
                    <a:pt x="82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19" name="Line 16">
              <a:extLst>
                <a:ext uri="{FF2B5EF4-FFF2-40B4-BE49-F238E27FC236}">
                  <a16:creationId xmlns:a16="http://schemas.microsoft.com/office/drawing/2014/main" id="{45CC5C2C-4540-4786-ABCB-CE474F86DD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441700"/>
              <a:ext cx="3206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20" name="Line 17">
              <a:extLst>
                <a:ext uri="{FF2B5EF4-FFF2-40B4-BE49-F238E27FC236}">
                  <a16:creationId xmlns:a16="http://schemas.microsoft.com/office/drawing/2014/main" id="{7DF79A5A-7718-41B8-8CF5-230557EE22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7417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21" name="Rectangle 19">
              <a:extLst>
                <a:ext uri="{FF2B5EF4-FFF2-40B4-BE49-F238E27FC236}">
                  <a16:creationId xmlns:a16="http://schemas.microsoft.com/office/drawing/2014/main" id="{BE944B1C-3926-444A-B6BB-4928C5D67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849313"/>
              <a:ext cx="747712" cy="122237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22" name="Rectangle 20">
              <a:extLst>
                <a:ext uri="{FF2B5EF4-FFF2-40B4-BE49-F238E27FC236}">
                  <a16:creationId xmlns:a16="http://schemas.microsoft.com/office/drawing/2014/main" id="{187D406E-3CF7-48D1-873A-1296264A7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1058863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23" name="Rectangle 21">
              <a:extLst>
                <a:ext uri="{FF2B5EF4-FFF2-40B4-BE49-F238E27FC236}">
                  <a16:creationId xmlns:a16="http://schemas.microsoft.com/office/drawing/2014/main" id="{6BA38072-9A87-4E3D-BEA5-A9F50DDDB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1050925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24" name="Line 22">
              <a:extLst>
                <a:ext uri="{FF2B5EF4-FFF2-40B4-BE49-F238E27FC236}">
                  <a16:creationId xmlns:a16="http://schemas.microsoft.com/office/drawing/2014/main" id="{ADA1CC5F-0983-4530-AA5D-B42AA27D85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1663700"/>
              <a:ext cx="106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25" name="Freeform 23">
              <a:extLst>
                <a:ext uri="{FF2B5EF4-FFF2-40B4-BE49-F238E27FC236}">
                  <a16:creationId xmlns:a16="http://schemas.microsoft.com/office/drawing/2014/main" id="{D9509F5C-8CA7-4410-AE65-6B9C732BD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1385888"/>
              <a:ext cx="149225" cy="149225"/>
            </a:xfrm>
            <a:custGeom>
              <a:avLst/>
              <a:gdLst>
                <a:gd name="T0" fmla="*/ 0 w 94"/>
                <a:gd name="T1" fmla="*/ 2147483646 h 94"/>
                <a:gd name="T2" fmla="*/ 2147483646 w 94"/>
                <a:gd name="T3" fmla="*/ 2147483646 h 94"/>
                <a:gd name="T4" fmla="*/ 0 w 94"/>
                <a:gd name="T5" fmla="*/ 0 h 94"/>
                <a:gd name="T6" fmla="*/ 0 60000 65536"/>
                <a:gd name="T7" fmla="*/ 0 60000 65536"/>
                <a:gd name="T8" fmla="*/ 0 60000 65536"/>
                <a:gd name="T9" fmla="*/ 0 w 94"/>
                <a:gd name="T10" fmla="*/ 0 h 94"/>
                <a:gd name="T11" fmla="*/ 94 w 94"/>
                <a:gd name="T12" fmla="*/ 94 h 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94">
                  <a:moveTo>
                    <a:pt x="0" y="94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26" name="Freeform 24">
              <a:extLst>
                <a:ext uri="{FF2B5EF4-FFF2-40B4-BE49-F238E27FC236}">
                  <a16:creationId xmlns:a16="http://schemas.microsoft.com/office/drawing/2014/main" id="{304D8BD1-C262-4C96-9309-E3F552074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3870325"/>
              <a:ext cx="63500" cy="42863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6"/>
                  </a:moveTo>
                  <a:cubicBezTo>
                    <a:pt x="0" y="1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16"/>
                    <a:pt x="60" y="16"/>
                  </a:cubicBezTo>
                  <a:cubicBezTo>
                    <a:pt x="60" y="29"/>
                    <a:pt x="49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24" y="40"/>
                    <a:pt x="24" y="40"/>
                  </a:cubicBezTo>
                  <a:cubicBezTo>
                    <a:pt x="11" y="40"/>
                    <a:pt x="0" y="29"/>
                    <a:pt x="0" y="1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27" name="Line 25">
              <a:extLst>
                <a:ext uri="{FF2B5EF4-FFF2-40B4-BE49-F238E27FC236}">
                  <a16:creationId xmlns:a16="http://schemas.microsoft.com/office/drawing/2014/main" id="{6B46F560-AE38-4154-91D8-563B1F3CFE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0688" y="17716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28" name="Line 28">
              <a:extLst>
                <a:ext uri="{FF2B5EF4-FFF2-40B4-BE49-F238E27FC236}">
                  <a16:creationId xmlns:a16="http://schemas.microsoft.com/office/drawing/2014/main" id="{3A86BA0A-CAC3-4AA6-9CE0-C616A19C7B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1920875"/>
              <a:ext cx="298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29" name="Line 29">
              <a:extLst>
                <a:ext uri="{FF2B5EF4-FFF2-40B4-BE49-F238E27FC236}">
                  <a16:creationId xmlns:a16="http://schemas.microsoft.com/office/drawing/2014/main" id="{CD82B07A-FB7F-4DB1-AB18-D5BEDEBE4A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1771650"/>
              <a:ext cx="1508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0" name="Freeform 30">
              <a:extLst>
                <a:ext uri="{FF2B5EF4-FFF2-40B4-BE49-F238E27FC236}">
                  <a16:creationId xmlns:a16="http://schemas.microsoft.com/office/drawing/2014/main" id="{786A9745-4726-4D3A-AA52-BA0AF0E32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511300"/>
              <a:ext cx="638175" cy="254000"/>
            </a:xfrm>
            <a:custGeom>
              <a:avLst/>
              <a:gdLst>
                <a:gd name="T0" fmla="*/ 0 w 598"/>
                <a:gd name="T1" fmla="*/ 0 h 238"/>
                <a:gd name="T2" fmla="*/ 2147483646 w 598"/>
                <a:gd name="T3" fmla="*/ 2147483646 h 238"/>
                <a:gd name="T4" fmla="*/ 2147483646 w 598"/>
                <a:gd name="T5" fmla="*/ 2147483646 h 238"/>
                <a:gd name="T6" fmla="*/ 2147483646 w 598"/>
                <a:gd name="T7" fmla="*/ 2147483646 h 238"/>
                <a:gd name="T8" fmla="*/ 2147483646 w 598"/>
                <a:gd name="T9" fmla="*/ 2147483646 h 238"/>
                <a:gd name="T10" fmla="*/ 2147483646 w 598"/>
                <a:gd name="T11" fmla="*/ 2147483646 h 238"/>
                <a:gd name="T12" fmla="*/ 2147483646 w 598"/>
                <a:gd name="T13" fmla="*/ 2147483646 h 238"/>
                <a:gd name="T14" fmla="*/ 2147483646 w 598"/>
                <a:gd name="T15" fmla="*/ 2147483646 h 238"/>
                <a:gd name="T16" fmla="*/ 2147483646 w 598"/>
                <a:gd name="T17" fmla="*/ 2147483646 h 238"/>
                <a:gd name="T18" fmla="*/ 2147483646 w 598"/>
                <a:gd name="T19" fmla="*/ 2147483646 h 238"/>
                <a:gd name="T20" fmla="*/ 2147483646 w 598"/>
                <a:gd name="T21" fmla="*/ 2147483646 h 238"/>
                <a:gd name="T22" fmla="*/ 2147483646 w 598"/>
                <a:gd name="T23" fmla="*/ 2147483646 h 238"/>
                <a:gd name="T24" fmla="*/ 2147483646 w 598"/>
                <a:gd name="T25" fmla="*/ 2147483646 h 238"/>
                <a:gd name="T26" fmla="*/ 2147483646 w 598"/>
                <a:gd name="T27" fmla="*/ 2147483646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8"/>
                <a:gd name="T44" fmla="*/ 598 w 598"/>
                <a:gd name="T45" fmla="*/ 238 h 2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8">
                  <a:moveTo>
                    <a:pt x="0" y="0"/>
                  </a:moveTo>
                  <a:cubicBezTo>
                    <a:pt x="252" y="0"/>
                    <a:pt x="252" y="0"/>
                    <a:pt x="270" y="1"/>
                  </a:cubicBezTo>
                  <a:cubicBezTo>
                    <a:pt x="288" y="3"/>
                    <a:pt x="288" y="3"/>
                    <a:pt x="305" y="5"/>
                  </a:cubicBezTo>
                  <a:cubicBezTo>
                    <a:pt x="323" y="8"/>
                    <a:pt x="323" y="8"/>
                    <a:pt x="343" y="14"/>
                  </a:cubicBezTo>
                  <a:cubicBezTo>
                    <a:pt x="363" y="20"/>
                    <a:pt x="363" y="20"/>
                    <a:pt x="380" y="29"/>
                  </a:cubicBezTo>
                  <a:cubicBezTo>
                    <a:pt x="398" y="38"/>
                    <a:pt x="398" y="38"/>
                    <a:pt x="413" y="46"/>
                  </a:cubicBezTo>
                  <a:cubicBezTo>
                    <a:pt x="429" y="55"/>
                    <a:pt x="429" y="55"/>
                    <a:pt x="442" y="63"/>
                  </a:cubicBezTo>
                  <a:cubicBezTo>
                    <a:pt x="454" y="71"/>
                    <a:pt x="454" y="71"/>
                    <a:pt x="463" y="78"/>
                  </a:cubicBezTo>
                  <a:cubicBezTo>
                    <a:pt x="472" y="85"/>
                    <a:pt x="472" y="85"/>
                    <a:pt x="482" y="92"/>
                  </a:cubicBezTo>
                  <a:cubicBezTo>
                    <a:pt x="492" y="99"/>
                    <a:pt x="492" y="99"/>
                    <a:pt x="502" y="110"/>
                  </a:cubicBezTo>
                  <a:cubicBezTo>
                    <a:pt x="513" y="121"/>
                    <a:pt x="513" y="121"/>
                    <a:pt x="525" y="136"/>
                  </a:cubicBezTo>
                  <a:cubicBezTo>
                    <a:pt x="538" y="151"/>
                    <a:pt x="538" y="151"/>
                    <a:pt x="550" y="169"/>
                  </a:cubicBezTo>
                  <a:cubicBezTo>
                    <a:pt x="563" y="186"/>
                    <a:pt x="563" y="186"/>
                    <a:pt x="576" y="205"/>
                  </a:cubicBezTo>
                  <a:cubicBezTo>
                    <a:pt x="589" y="223"/>
                    <a:pt x="589" y="223"/>
                    <a:pt x="598" y="238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1" name="Freeform 31">
              <a:extLst>
                <a:ext uri="{FF2B5EF4-FFF2-40B4-BE49-F238E27FC236}">
                  <a16:creationId xmlns:a16="http://schemas.microsoft.com/office/drawing/2014/main" id="{BE3CB3AD-453A-4F94-804B-274BFCFB9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766888"/>
              <a:ext cx="638175" cy="254000"/>
            </a:xfrm>
            <a:custGeom>
              <a:avLst/>
              <a:gdLst>
                <a:gd name="T0" fmla="*/ 0 w 598"/>
                <a:gd name="T1" fmla="*/ 2147483646 h 237"/>
                <a:gd name="T2" fmla="*/ 2147483646 w 598"/>
                <a:gd name="T3" fmla="*/ 2147483646 h 237"/>
                <a:gd name="T4" fmla="*/ 2147483646 w 598"/>
                <a:gd name="T5" fmla="*/ 2147483646 h 237"/>
                <a:gd name="T6" fmla="*/ 2147483646 w 598"/>
                <a:gd name="T7" fmla="*/ 2147483646 h 237"/>
                <a:gd name="T8" fmla="*/ 2147483646 w 598"/>
                <a:gd name="T9" fmla="*/ 2147483646 h 237"/>
                <a:gd name="T10" fmla="*/ 2147483646 w 598"/>
                <a:gd name="T11" fmla="*/ 2147483646 h 237"/>
                <a:gd name="T12" fmla="*/ 2147483646 w 598"/>
                <a:gd name="T13" fmla="*/ 2147483646 h 237"/>
                <a:gd name="T14" fmla="*/ 2147483646 w 598"/>
                <a:gd name="T15" fmla="*/ 2147483646 h 237"/>
                <a:gd name="T16" fmla="*/ 2147483646 w 598"/>
                <a:gd name="T17" fmla="*/ 2147483646 h 237"/>
                <a:gd name="T18" fmla="*/ 2147483646 w 598"/>
                <a:gd name="T19" fmla="*/ 2147483646 h 237"/>
                <a:gd name="T20" fmla="*/ 2147483646 w 598"/>
                <a:gd name="T21" fmla="*/ 2147483646 h 237"/>
                <a:gd name="T22" fmla="*/ 2147483646 w 598"/>
                <a:gd name="T23" fmla="*/ 2147483646 h 237"/>
                <a:gd name="T24" fmla="*/ 2147483646 w 598"/>
                <a:gd name="T25" fmla="*/ 2147483646 h 237"/>
                <a:gd name="T26" fmla="*/ 2147483646 w 598"/>
                <a:gd name="T27" fmla="*/ 0 h 2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7"/>
                <a:gd name="T44" fmla="*/ 598 w 598"/>
                <a:gd name="T45" fmla="*/ 237 h 2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7">
                  <a:moveTo>
                    <a:pt x="0" y="237"/>
                  </a:moveTo>
                  <a:cubicBezTo>
                    <a:pt x="252" y="237"/>
                    <a:pt x="252" y="237"/>
                    <a:pt x="270" y="236"/>
                  </a:cubicBezTo>
                  <a:cubicBezTo>
                    <a:pt x="288" y="235"/>
                    <a:pt x="288" y="235"/>
                    <a:pt x="305" y="232"/>
                  </a:cubicBezTo>
                  <a:cubicBezTo>
                    <a:pt x="323" y="230"/>
                    <a:pt x="323" y="230"/>
                    <a:pt x="343" y="224"/>
                  </a:cubicBezTo>
                  <a:cubicBezTo>
                    <a:pt x="363" y="217"/>
                    <a:pt x="363" y="217"/>
                    <a:pt x="380" y="209"/>
                  </a:cubicBezTo>
                  <a:cubicBezTo>
                    <a:pt x="398" y="200"/>
                    <a:pt x="398" y="200"/>
                    <a:pt x="413" y="191"/>
                  </a:cubicBezTo>
                  <a:cubicBezTo>
                    <a:pt x="429" y="182"/>
                    <a:pt x="429" y="182"/>
                    <a:pt x="442" y="174"/>
                  </a:cubicBezTo>
                  <a:cubicBezTo>
                    <a:pt x="454" y="166"/>
                    <a:pt x="454" y="166"/>
                    <a:pt x="463" y="159"/>
                  </a:cubicBezTo>
                  <a:cubicBezTo>
                    <a:pt x="472" y="152"/>
                    <a:pt x="472" y="152"/>
                    <a:pt x="482" y="146"/>
                  </a:cubicBezTo>
                  <a:cubicBezTo>
                    <a:pt x="492" y="139"/>
                    <a:pt x="492" y="139"/>
                    <a:pt x="502" y="127"/>
                  </a:cubicBezTo>
                  <a:cubicBezTo>
                    <a:pt x="513" y="116"/>
                    <a:pt x="513" y="116"/>
                    <a:pt x="525" y="101"/>
                  </a:cubicBezTo>
                  <a:cubicBezTo>
                    <a:pt x="538" y="86"/>
                    <a:pt x="538" y="86"/>
                    <a:pt x="550" y="69"/>
                  </a:cubicBezTo>
                  <a:cubicBezTo>
                    <a:pt x="563" y="51"/>
                    <a:pt x="563" y="51"/>
                    <a:pt x="576" y="33"/>
                  </a:cubicBezTo>
                  <a:cubicBezTo>
                    <a:pt x="589" y="15"/>
                    <a:pt x="589" y="15"/>
                    <a:pt x="598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2" name="Freeform 32">
              <a:extLst>
                <a:ext uri="{FF2B5EF4-FFF2-40B4-BE49-F238E27FC236}">
                  <a16:creationId xmlns:a16="http://schemas.microsoft.com/office/drawing/2014/main" id="{D0223921-DACB-4BC4-BE69-FE9278424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511300"/>
              <a:ext cx="74613" cy="255588"/>
            </a:xfrm>
            <a:custGeom>
              <a:avLst/>
              <a:gdLst>
                <a:gd name="T0" fmla="*/ 0 w 71"/>
                <a:gd name="T1" fmla="*/ 0 h 239"/>
                <a:gd name="T2" fmla="*/ 2147483646 w 71"/>
                <a:gd name="T3" fmla="*/ 2147483646 h 239"/>
                <a:gd name="T4" fmla="*/ 2147483646 w 71"/>
                <a:gd name="T5" fmla="*/ 2147483646 h 239"/>
                <a:gd name="T6" fmla="*/ 2147483646 w 71"/>
                <a:gd name="T7" fmla="*/ 2147483646 h 239"/>
                <a:gd name="T8" fmla="*/ 2147483646 w 71"/>
                <a:gd name="T9" fmla="*/ 2147483646 h 239"/>
                <a:gd name="T10" fmla="*/ 2147483646 w 71"/>
                <a:gd name="T11" fmla="*/ 2147483646 h 239"/>
                <a:gd name="T12" fmla="*/ 2147483646 w 71"/>
                <a:gd name="T13" fmla="*/ 2147483646 h 239"/>
                <a:gd name="T14" fmla="*/ 2147483646 w 71"/>
                <a:gd name="T15" fmla="*/ 214748364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9"/>
                <a:gd name="T26" fmla="*/ 71 w 71"/>
                <a:gd name="T27" fmla="*/ 239 h 2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9">
                  <a:moveTo>
                    <a:pt x="0" y="0"/>
                  </a:moveTo>
                  <a:cubicBezTo>
                    <a:pt x="16" y="29"/>
                    <a:pt x="16" y="29"/>
                    <a:pt x="23" y="44"/>
                  </a:cubicBezTo>
                  <a:cubicBezTo>
                    <a:pt x="29" y="59"/>
                    <a:pt x="29" y="59"/>
                    <a:pt x="36" y="77"/>
                  </a:cubicBezTo>
                  <a:cubicBezTo>
                    <a:pt x="43" y="95"/>
                    <a:pt x="43" y="95"/>
                    <a:pt x="48" y="113"/>
                  </a:cubicBezTo>
                  <a:cubicBezTo>
                    <a:pt x="54" y="131"/>
                    <a:pt x="54" y="131"/>
                    <a:pt x="59" y="150"/>
                  </a:cubicBezTo>
                  <a:cubicBezTo>
                    <a:pt x="65" y="168"/>
                    <a:pt x="65" y="168"/>
                    <a:pt x="66" y="183"/>
                  </a:cubicBezTo>
                  <a:cubicBezTo>
                    <a:pt x="68" y="199"/>
                    <a:pt x="68" y="199"/>
                    <a:pt x="69" y="208"/>
                  </a:cubicBezTo>
                  <a:cubicBezTo>
                    <a:pt x="71" y="218"/>
                    <a:pt x="71" y="218"/>
                    <a:pt x="70" y="239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3" name="Freeform 33">
              <a:extLst>
                <a:ext uri="{FF2B5EF4-FFF2-40B4-BE49-F238E27FC236}">
                  <a16:creationId xmlns:a16="http://schemas.microsoft.com/office/drawing/2014/main" id="{517914BB-E0FC-4F51-B21C-8F778EEA8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765300"/>
              <a:ext cx="74613" cy="255588"/>
            </a:xfrm>
            <a:custGeom>
              <a:avLst/>
              <a:gdLst>
                <a:gd name="T0" fmla="*/ 0 w 71"/>
                <a:gd name="T1" fmla="*/ 2147483646 h 238"/>
                <a:gd name="T2" fmla="*/ 2147483646 w 71"/>
                <a:gd name="T3" fmla="*/ 2147483646 h 238"/>
                <a:gd name="T4" fmla="*/ 2147483646 w 71"/>
                <a:gd name="T5" fmla="*/ 2147483646 h 238"/>
                <a:gd name="T6" fmla="*/ 2147483646 w 71"/>
                <a:gd name="T7" fmla="*/ 2147483646 h 238"/>
                <a:gd name="T8" fmla="*/ 2147483646 w 71"/>
                <a:gd name="T9" fmla="*/ 2147483646 h 238"/>
                <a:gd name="T10" fmla="*/ 2147483646 w 71"/>
                <a:gd name="T11" fmla="*/ 2147483646 h 238"/>
                <a:gd name="T12" fmla="*/ 2147483646 w 71"/>
                <a:gd name="T13" fmla="*/ 2147483646 h 238"/>
                <a:gd name="T14" fmla="*/ 2147483646 w 71"/>
                <a:gd name="T15" fmla="*/ 0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8"/>
                <a:gd name="T26" fmla="*/ 71 w 71"/>
                <a:gd name="T27" fmla="*/ 238 h 2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8">
                  <a:moveTo>
                    <a:pt x="0" y="238"/>
                  </a:moveTo>
                  <a:cubicBezTo>
                    <a:pt x="16" y="210"/>
                    <a:pt x="16" y="210"/>
                    <a:pt x="23" y="195"/>
                  </a:cubicBezTo>
                  <a:cubicBezTo>
                    <a:pt x="29" y="180"/>
                    <a:pt x="29" y="180"/>
                    <a:pt x="36" y="162"/>
                  </a:cubicBezTo>
                  <a:cubicBezTo>
                    <a:pt x="43" y="143"/>
                    <a:pt x="43" y="143"/>
                    <a:pt x="48" y="125"/>
                  </a:cubicBezTo>
                  <a:cubicBezTo>
                    <a:pt x="54" y="107"/>
                    <a:pt x="54" y="107"/>
                    <a:pt x="59" y="89"/>
                  </a:cubicBezTo>
                  <a:cubicBezTo>
                    <a:pt x="65" y="71"/>
                    <a:pt x="65" y="71"/>
                    <a:pt x="66" y="55"/>
                  </a:cubicBezTo>
                  <a:cubicBezTo>
                    <a:pt x="68" y="40"/>
                    <a:pt x="68" y="40"/>
                    <a:pt x="69" y="30"/>
                  </a:cubicBezTo>
                  <a:cubicBezTo>
                    <a:pt x="71" y="21"/>
                    <a:pt x="71" y="21"/>
                    <a:pt x="70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4" name="Line 34">
              <a:extLst>
                <a:ext uri="{FF2B5EF4-FFF2-40B4-BE49-F238E27FC236}">
                  <a16:creationId xmlns:a16="http://schemas.microsoft.com/office/drawing/2014/main" id="{609619C6-C5A7-43AE-B210-D051B8C363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0688" y="38925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5" name="Freeform 35">
              <a:extLst>
                <a:ext uri="{FF2B5EF4-FFF2-40B4-BE49-F238E27FC236}">
                  <a16:creationId xmlns:a16="http://schemas.microsoft.com/office/drawing/2014/main" id="{6783BD85-EE36-43A7-93A4-857347D7D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813" y="1471613"/>
              <a:ext cx="600075" cy="2420937"/>
            </a:xfrm>
            <a:custGeom>
              <a:avLst/>
              <a:gdLst>
                <a:gd name="T0" fmla="*/ 0 w 378"/>
                <a:gd name="T1" fmla="*/ 2147483646 h 1525"/>
                <a:gd name="T2" fmla="*/ 0 w 378"/>
                <a:gd name="T3" fmla="*/ 0 h 1525"/>
                <a:gd name="T4" fmla="*/ 2147483646 w 378"/>
                <a:gd name="T5" fmla="*/ 0 h 1525"/>
                <a:gd name="T6" fmla="*/ 0 60000 65536"/>
                <a:gd name="T7" fmla="*/ 0 60000 65536"/>
                <a:gd name="T8" fmla="*/ 0 60000 65536"/>
                <a:gd name="T9" fmla="*/ 0 w 378"/>
                <a:gd name="T10" fmla="*/ 0 h 1525"/>
                <a:gd name="T11" fmla="*/ 378 w 378"/>
                <a:gd name="T12" fmla="*/ 1525 h 15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8" h="1525">
                  <a:moveTo>
                    <a:pt x="0" y="1525"/>
                  </a:moveTo>
                  <a:lnTo>
                    <a:pt x="0" y="0"/>
                  </a:lnTo>
                  <a:lnTo>
                    <a:pt x="3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6" name="Freeform 36">
              <a:extLst>
                <a:ext uri="{FF2B5EF4-FFF2-40B4-BE49-F238E27FC236}">
                  <a16:creationId xmlns:a16="http://schemas.microsoft.com/office/drawing/2014/main" id="{75CC810B-D264-4E5C-8A3C-C284E3D43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625" y="4762500"/>
              <a:ext cx="63500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7" name="Line 42">
              <a:extLst>
                <a:ext uri="{FF2B5EF4-FFF2-40B4-BE49-F238E27FC236}">
                  <a16:creationId xmlns:a16="http://schemas.microsoft.com/office/drawing/2014/main" id="{3DE6C4CC-0BE3-4C76-A0A4-6A2093EAD6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18350" y="1471613"/>
              <a:ext cx="298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8" name="Line 43">
              <a:extLst>
                <a:ext uri="{FF2B5EF4-FFF2-40B4-BE49-F238E27FC236}">
                  <a16:creationId xmlns:a16="http://schemas.microsoft.com/office/drawing/2014/main" id="{C47E8D23-F0DF-4AF3-AF2E-56FE0EF98F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6875" y="1320800"/>
              <a:ext cx="1698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39" name="Line 44">
              <a:extLst>
                <a:ext uri="{FF2B5EF4-FFF2-40B4-BE49-F238E27FC236}">
                  <a16:creationId xmlns:a16="http://schemas.microsoft.com/office/drawing/2014/main" id="{BD13D8D1-3B98-40D0-8869-A427732B85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7600" y="1136650"/>
              <a:ext cx="1219200" cy="12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40" name="Freeform 45">
              <a:extLst>
                <a:ext uri="{FF2B5EF4-FFF2-40B4-BE49-F238E27FC236}">
                  <a16:creationId xmlns:a16="http://schemas.microsoft.com/office/drawing/2014/main" id="{23675C65-E7B2-4E5E-B494-B5CA372CE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7600" y="1471613"/>
              <a:ext cx="920750" cy="2120900"/>
            </a:xfrm>
            <a:custGeom>
              <a:avLst/>
              <a:gdLst>
                <a:gd name="T0" fmla="*/ 0 w 580"/>
                <a:gd name="T1" fmla="*/ 2147483646 h 1336"/>
                <a:gd name="T2" fmla="*/ 2147483646 w 580"/>
                <a:gd name="T3" fmla="*/ 2147483646 h 1336"/>
                <a:gd name="T4" fmla="*/ 2147483646 w 580"/>
                <a:gd name="T5" fmla="*/ 0 h 1336"/>
                <a:gd name="T6" fmla="*/ 0 60000 65536"/>
                <a:gd name="T7" fmla="*/ 0 60000 65536"/>
                <a:gd name="T8" fmla="*/ 0 60000 65536"/>
                <a:gd name="T9" fmla="*/ 0 w 580"/>
                <a:gd name="T10" fmla="*/ 0 h 1336"/>
                <a:gd name="T11" fmla="*/ 580 w 580"/>
                <a:gd name="T12" fmla="*/ 1336 h 1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0" h="1336">
                  <a:moveTo>
                    <a:pt x="0" y="1336"/>
                  </a:moveTo>
                  <a:lnTo>
                    <a:pt x="580" y="1336"/>
                  </a:lnTo>
                  <a:lnTo>
                    <a:pt x="58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41" name="Line 46">
              <a:extLst>
                <a:ext uri="{FF2B5EF4-FFF2-40B4-BE49-F238E27FC236}">
                  <a16:creationId xmlns:a16="http://schemas.microsoft.com/office/drawing/2014/main" id="{E81BFF8B-3E33-468D-B9F2-EBE57E1009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86738" y="1320800"/>
              <a:ext cx="150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42" name="Rectangle 47">
              <a:extLst>
                <a:ext uri="{FF2B5EF4-FFF2-40B4-BE49-F238E27FC236}">
                  <a16:creationId xmlns:a16="http://schemas.microsoft.com/office/drawing/2014/main" id="{0B9CCCDD-BFD2-43DD-8C70-1871617B2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16637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43" name="Rectangle 48">
              <a:extLst>
                <a:ext uri="{FF2B5EF4-FFF2-40B4-BE49-F238E27FC236}">
                  <a16:creationId xmlns:a16="http://schemas.microsoft.com/office/drawing/2014/main" id="{DA4994F0-738F-42D8-801D-96425431E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288" y="3786188"/>
              <a:ext cx="59690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Clock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44" name="Freeform 49">
              <a:extLst>
                <a:ext uri="{FF2B5EF4-FFF2-40B4-BE49-F238E27FC236}">
                  <a16:creationId xmlns:a16="http://schemas.microsoft.com/office/drawing/2014/main" id="{4B4CB837-B0B4-41C2-A3F5-41D33BB57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120775"/>
              <a:ext cx="41275" cy="63500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45" name="Rectangle 50">
              <a:extLst>
                <a:ext uri="{FF2B5EF4-FFF2-40B4-BE49-F238E27FC236}">
                  <a16:creationId xmlns:a16="http://schemas.microsoft.com/office/drawing/2014/main" id="{0223B49D-33F6-4C36-A6AD-83DC5C536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813" y="4676775"/>
              <a:ext cx="73183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Resetn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46" name="Rectangle 51">
              <a:extLst>
                <a:ext uri="{FF2B5EF4-FFF2-40B4-BE49-F238E27FC236}">
                  <a16:creationId xmlns:a16="http://schemas.microsoft.com/office/drawing/2014/main" id="{60B8C63F-5C18-4470-9A17-0AE3FCBBF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326707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47" name="Rectangle 52">
              <a:extLst>
                <a:ext uri="{FF2B5EF4-FFF2-40B4-BE49-F238E27FC236}">
                  <a16:creationId xmlns:a16="http://schemas.microsoft.com/office/drawing/2014/main" id="{69DB7140-E22D-46D0-8275-8818D39E4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33639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48" name="Rectangle 53">
              <a:extLst>
                <a:ext uri="{FF2B5EF4-FFF2-40B4-BE49-F238E27FC236}">
                  <a16:creationId xmlns:a16="http://schemas.microsoft.com/office/drawing/2014/main" id="{63833CEE-8250-448B-A26B-C27E70F4E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820738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49" name="Rectangle 54">
              <a:extLst>
                <a:ext uri="{FF2B5EF4-FFF2-40B4-BE49-F238E27FC236}">
                  <a16:creationId xmlns:a16="http://schemas.microsoft.com/office/drawing/2014/main" id="{367828BE-2B05-4ECC-93DF-971E31545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915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50" name="Rectangle 55">
              <a:extLst>
                <a:ext uri="{FF2B5EF4-FFF2-40B4-BE49-F238E27FC236}">
                  <a16:creationId xmlns:a16="http://schemas.microsoft.com/office/drawing/2014/main" id="{9F808B13-757F-4B11-8678-2836E496F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3289300"/>
              <a:ext cx="19208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51" name="Rectangle 56">
              <a:extLst>
                <a:ext uri="{FF2B5EF4-FFF2-40B4-BE49-F238E27FC236}">
                  <a16:creationId xmlns:a16="http://schemas.microsoft.com/office/drawing/2014/main" id="{FADE8914-CAA1-4249-B108-4E8028DB7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3384550"/>
              <a:ext cx="165100" cy="220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52" name="Rectangle 57">
              <a:extLst>
                <a:ext uri="{FF2B5EF4-FFF2-40B4-BE49-F238E27FC236}">
                  <a16:creationId xmlns:a16="http://schemas.microsoft.com/office/drawing/2014/main" id="{976472B2-92FD-4188-A801-F3A0F430D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865188"/>
              <a:ext cx="192087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53" name="Line 58">
              <a:extLst>
                <a:ext uri="{FF2B5EF4-FFF2-40B4-BE49-F238E27FC236}">
                  <a16:creationId xmlns:a16="http://schemas.microsoft.com/office/drawing/2014/main" id="{A51F0EC8-4ED0-4043-A0C4-2BB97231B5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62338" y="3592513"/>
              <a:ext cx="19875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54" name="Rectangle 59">
              <a:extLst>
                <a:ext uri="{FF2B5EF4-FFF2-40B4-BE49-F238E27FC236}">
                  <a16:creationId xmlns:a16="http://schemas.microsoft.com/office/drawing/2014/main" id="{1ABCCAED-C0A3-4645-BFE0-78FF70F18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96043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55" name="Rectangle 60">
              <a:extLst>
                <a:ext uri="{FF2B5EF4-FFF2-40B4-BE49-F238E27FC236}">
                  <a16:creationId xmlns:a16="http://schemas.microsoft.com/office/drawing/2014/main" id="{AB419CF6-8229-4043-B2D5-31BFAAB45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" y="1042988"/>
              <a:ext cx="2349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56" name="Rectangle 61">
              <a:extLst>
                <a:ext uri="{FF2B5EF4-FFF2-40B4-BE49-F238E27FC236}">
                  <a16:creationId xmlns:a16="http://schemas.microsoft.com/office/drawing/2014/main" id="{0C65734C-4C11-4FBE-8F67-28F62D5A1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4225" y="1193800"/>
              <a:ext cx="18573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57" name="Rectangle 62">
              <a:extLst>
                <a:ext uri="{FF2B5EF4-FFF2-40B4-BE49-F238E27FC236}">
                  <a16:creationId xmlns:a16="http://schemas.microsoft.com/office/drawing/2014/main" id="{7CA73378-6E78-499D-BF68-9D518074B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3292475"/>
              <a:ext cx="747712" cy="12001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58" name="Rectangle 63">
              <a:extLst>
                <a:ext uri="{FF2B5EF4-FFF2-40B4-BE49-F238E27FC236}">
                  <a16:creationId xmlns:a16="http://schemas.microsoft.com/office/drawing/2014/main" id="{257385C2-F10E-4181-B486-706F7E983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1651000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59" name="Rectangle 64">
              <a:extLst>
                <a:ext uri="{FF2B5EF4-FFF2-40B4-BE49-F238E27FC236}">
                  <a16:creationId xmlns:a16="http://schemas.microsoft.com/office/drawing/2014/main" id="{0CFC89C0-4172-4C66-A6C8-0ED89BBF7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348932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60" name="Rectangle 65">
              <a:extLst>
                <a:ext uri="{FF2B5EF4-FFF2-40B4-BE49-F238E27FC236}">
                  <a16:creationId xmlns:a16="http://schemas.microsoft.com/office/drawing/2014/main" id="{C10575FE-89FE-4D56-8490-D8C7805C5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34798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61" name="Line 66">
              <a:extLst>
                <a:ext uri="{FF2B5EF4-FFF2-40B4-BE49-F238E27FC236}">
                  <a16:creationId xmlns:a16="http://schemas.microsoft.com/office/drawing/2014/main" id="{06E46E4E-DF12-47CF-9BF8-C47CC57398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4084638"/>
              <a:ext cx="1063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62" name="Freeform 67">
              <a:extLst>
                <a:ext uri="{FF2B5EF4-FFF2-40B4-BE49-F238E27FC236}">
                  <a16:creationId xmlns:a16="http://schemas.microsoft.com/office/drawing/2014/main" id="{4898EFA4-0521-43E1-B2CE-6177DAD57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3806825"/>
              <a:ext cx="149225" cy="171450"/>
            </a:xfrm>
            <a:custGeom>
              <a:avLst/>
              <a:gdLst>
                <a:gd name="T0" fmla="*/ 0 w 94"/>
                <a:gd name="T1" fmla="*/ 2147483646 h 108"/>
                <a:gd name="T2" fmla="*/ 2147483646 w 94"/>
                <a:gd name="T3" fmla="*/ 2147483646 h 108"/>
                <a:gd name="T4" fmla="*/ 0 w 94"/>
                <a:gd name="T5" fmla="*/ 0 h 108"/>
                <a:gd name="T6" fmla="*/ 0 60000 65536"/>
                <a:gd name="T7" fmla="*/ 0 60000 65536"/>
                <a:gd name="T8" fmla="*/ 0 60000 65536"/>
                <a:gd name="T9" fmla="*/ 0 w 94"/>
                <a:gd name="T10" fmla="*/ 0 h 108"/>
                <a:gd name="T11" fmla="*/ 94 w 94"/>
                <a:gd name="T12" fmla="*/ 108 h 1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108">
                  <a:moveTo>
                    <a:pt x="0" y="108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63" name="Rectangle 68">
              <a:extLst>
                <a:ext uri="{FF2B5EF4-FFF2-40B4-BE49-F238E27FC236}">
                  <a16:creationId xmlns:a16="http://schemas.microsoft.com/office/drawing/2014/main" id="{DD4977DE-740C-4AF2-B12A-93E2E5E1F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4094163"/>
              <a:ext cx="2476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64" name="Freeform 69">
              <a:extLst>
                <a:ext uri="{FF2B5EF4-FFF2-40B4-BE49-F238E27FC236}">
                  <a16:creationId xmlns:a16="http://schemas.microsoft.com/office/drawing/2014/main" id="{335C78E9-C1D6-4990-A83E-E6EECDA6F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1920875"/>
              <a:ext cx="3635375" cy="2271713"/>
            </a:xfrm>
            <a:custGeom>
              <a:avLst/>
              <a:gdLst>
                <a:gd name="T0" fmla="*/ 0 w 2290"/>
                <a:gd name="T1" fmla="*/ 0 h 1431"/>
                <a:gd name="T2" fmla="*/ 0 w 2290"/>
                <a:gd name="T3" fmla="*/ 2147483646 h 1431"/>
                <a:gd name="T4" fmla="*/ 2147483646 w 2290"/>
                <a:gd name="T5" fmla="*/ 2147483646 h 1431"/>
                <a:gd name="T6" fmla="*/ 2147483646 w 2290"/>
                <a:gd name="T7" fmla="*/ 2147483646 h 1431"/>
                <a:gd name="T8" fmla="*/ 2147483646 w 2290"/>
                <a:gd name="T9" fmla="*/ 2147483646 h 1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0"/>
                <a:gd name="T16" fmla="*/ 0 h 1431"/>
                <a:gd name="T17" fmla="*/ 2290 w 2290"/>
                <a:gd name="T18" fmla="*/ 1431 h 1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0" h="1431">
                  <a:moveTo>
                    <a:pt x="0" y="0"/>
                  </a:moveTo>
                  <a:lnTo>
                    <a:pt x="0" y="662"/>
                  </a:lnTo>
                  <a:lnTo>
                    <a:pt x="2290" y="662"/>
                  </a:lnTo>
                  <a:lnTo>
                    <a:pt x="2290" y="1431"/>
                  </a:lnTo>
                  <a:lnTo>
                    <a:pt x="1899" y="14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65" name="Freeform 70">
              <a:extLst>
                <a:ext uri="{FF2B5EF4-FFF2-40B4-BE49-F238E27FC236}">
                  <a16:creationId xmlns:a16="http://schemas.microsoft.com/office/drawing/2014/main" id="{BA076293-DE7B-4BB1-ACF1-35AF53FE3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225" y="1149350"/>
              <a:ext cx="4256088" cy="2292350"/>
            </a:xfrm>
            <a:custGeom>
              <a:avLst/>
              <a:gdLst>
                <a:gd name="T0" fmla="*/ 0 w 2681"/>
                <a:gd name="T1" fmla="*/ 2147483646 h 1444"/>
                <a:gd name="T2" fmla="*/ 0 w 2681"/>
                <a:gd name="T3" fmla="*/ 2147483646 h 1444"/>
                <a:gd name="T4" fmla="*/ 2147483646 w 2681"/>
                <a:gd name="T5" fmla="*/ 2147483646 h 1444"/>
                <a:gd name="T6" fmla="*/ 2147483646 w 2681"/>
                <a:gd name="T7" fmla="*/ 0 h 14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81"/>
                <a:gd name="T13" fmla="*/ 0 h 1444"/>
                <a:gd name="T14" fmla="*/ 2681 w 2681"/>
                <a:gd name="T15" fmla="*/ 1444 h 14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81" h="1444">
                  <a:moveTo>
                    <a:pt x="0" y="1444"/>
                  </a:moveTo>
                  <a:lnTo>
                    <a:pt x="0" y="770"/>
                  </a:lnTo>
                  <a:lnTo>
                    <a:pt x="2681" y="770"/>
                  </a:lnTo>
                  <a:lnTo>
                    <a:pt x="2681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66" name="Line 71">
              <a:extLst>
                <a:ext uri="{FF2B5EF4-FFF2-40B4-BE49-F238E27FC236}">
                  <a16:creationId xmlns:a16="http://schemas.microsoft.com/office/drawing/2014/main" id="{48843A39-0DCF-4932-BDDD-CAAC9174D5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988" y="1149350"/>
              <a:ext cx="4406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67" name="Line 73">
              <a:extLst>
                <a:ext uri="{FF2B5EF4-FFF2-40B4-BE49-F238E27FC236}">
                  <a16:creationId xmlns:a16="http://schemas.microsoft.com/office/drawing/2014/main" id="{58FA5526-7AFF-4134-901C-5860E89FD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663" y="1620838"/>
              <a:ext cx="300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68" name="Freeform 74">
              <a:extLst>
                <a:ext uri="{FF2B5EF4-FFF2-40B4-BE49-F238E27FC236}">
                  <a16:creationId xmlns:a16="http://schemas.microsoft.com/office/drawing/2014/main" id="{97FD4401-BF26-41C1-9E45-9D98AD16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0" y="1471613"/>
              <a:ext cx="300038" cy="300037"/>
            </a:xfrm>
            <a:custGeom>
              <a:avLst/>
              <a:gdLst>
                <a:gd name="T0" fmla="*/ 2147483646 w 189"/>
                <a:gd name="T1" fmla="*/ 2147483646 h 189"/>
                <a:gd name="T2" fmla="*/ 0 w 189"/>
                <a:gd name="T3" fmla="*/ 2147483646 h 189"/>
                <a:gd name="T4" fmla="*/ 0 w 189"/>
                <a:gd name="T5" fmla="*/ 0 h 189"/>
                <a:gd name="T6" fmla="*/ 0 60000 65536"/>
                <a:gd name="T7" fmla="*/ 0 60000 65536"/>
                <a:gd name="T8" fmla="*/ 0 60000 65536"/>
                <a:gd name="T9" fmla="*/ 0 w 189"/>
                <a:gd name="T10" fmla="*/ 0 h 189"/>
                <a:gd name="T11" fmla="*/ 189 w 189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189">
                  <a:moveTo>
                    <a:pt x="189" y="94"/>
                  </a:moveTo>
                  <a:lnTo>
                    <a:pt x="0" y="189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69" name="Oval 76">
              <a:extLst>
                <a:ext uri="{FF2B5EF4-FFF2-40B4-BE49-F238E27FC236}">
                  <a16:creationId xmlns:a16="http://schemas.microsoft.com/office/drawing/2014/main" id="{E29AA943-BF9A-4EC3-9BDA-05E6F9392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325" y="1568450"/>
              <a:ext cx="96838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70" name="Line 77">
              <a:extLst>
                <a:ext uri="{FF2B5EF4-FFF2-40B4-BE49-F238E27FC236}">
                  <a16:creationId xmlns:a16="http://schemas.microsoft.com/office/drawing/2014/main" id="{0034181B-002D-46F2-9E9E-C3A1F11F93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62163" y="1620838"/>
              <a:ext cx="14001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71" name="Freeform 78">
              <a:extLst>
                <a:ext uri="{FF2B5EF4-FFF2-40B4-BE49-F238E27FC236}">
                  <a16:creationId xmlns:a16="http://schemas.microsoft.com/office/drawing/2014/main" id="{3936CB33-ABA4-409D-9787-968F2F422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188" y="1620838"/>
              <a:ext cx="3187700" cy="2571750"/>
            </a:xfrm>
            <a:custGeom>
              <a:avLst/>
              <a:gdLst>
                <a:gd name="T0" fmla="*/ 2147483646 w 2008"/>
                <a:gd name="T1" fmla="*/ 2147483646 h 1620"/>
                <a:gd name="T2" fmla="*/ 0 w 2008"/>
                <a:gd name="T3" fmla="*/ 2147483646 h 1620"/>
                <a:gd name="T4" fmla="*/ 0 w 2008"/>
                <a:gd name="T5" fmla="*/ 0 h 1620"/>
                <a:gd name="T6" fmla="*/ 0 60000 65536"/>
                <a:gd name="T7" fmla="*/ 0 60000 65536"/>
                <a:gd name="T8" fmla="*/ 0 60000 65536"/>
                <a:gd name="T9" fmla="*/ 0 w 2008"/>
                <a:gd name="T10" fmla="*/ 0 h 1620"/>
                <a:gd name="T11" fmla="*/ 2008 w 2008"/>
                <a:gd name="T12" fmla="*/ 1620 h 16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08" h="1620">
                  <a:moveTo>
                    <a:pt x="2008" y="1620"/>
                  </a:moveTo>
                  <a:lnTo>
                    <a:pt x="0" y="162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72" name="Freeform 79">
              <a:extLst>
                <a:ext uri="{FF2B5EF4-FFF2-40B4-BE49-F238E27FC236}">
                  <a16:creationId xmlns:a16="http://schemas.microsoft.com/office/drawing/2014/main" id="{4EE20E5A-0C11-4091-9D3E-215DA8CCF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128713"/>
              <a:ext cx="65087" cy="63500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73" name="Freeform 80">
              <a:extLst>
                <a:ext uri="{FF2B5EF4-FFF2-40B4-BE49-F238E27FC236}">
                  <a16:creationId xmlns:a16="http://schemas.microsoft.com/office/drawing/2014/main" id="{70685130-B919-4D88-8FD9-02CA52EA7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577975"/>
              <a:ext cx="65087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74" name="Freeform 81">
              <a:extLst>
                <a:ext uri="{FF2B5EF4-FFF2-40B4-BE49-F238E27FC236}">
                  <a16:creationId xmlns:a16="http://schemas.microsoft.com/office/drawing/2014/main" id="{56C85976-62DE-4484-9BDC-41FA8DC9E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550" y="1585913"/>
              <a:ext cx="42863" cy="65087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75" name="Rectangle 82">
              <a:extLst>
                <a:ext uri="{FF2B5EF4-FFF2-40B4-BE49-F238E27FC236}">
                  <a16:creationId xmlns:a16="http://schemas.microsoft.com/office/drawing/2014/main" id="{0A200378-8149-468F-8419-C5CC654E2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4079875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76" name="Rectangle 83">
              <a:extLst>
                <a:ext uri="{FF2B5EF4-FFF2-40B4-BE49-F238E27FC236}">
                  <a16:creationId xmlns:a16="http://schemas.microsoft.com/office/drawing/2014/main" id="{A61CA6D3-9757-4BF3-BB15-137731082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4249738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77" name="Rectangle 84">
              <a:extLst>
                <a:ext uri="{FF2B5EF4-FFF2-40B4-BE49-F238E27FC236}">
                  <a16:creationId xmlns:a16="http://schemas.microsoft.com/office/drawing/2014/main" id="{70F5D51E-7130-4B53-AE0B-E4B7CD5C7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4344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78" name="Rectangle 85">
              <a:extLst>
                <a:ext uri="{FF2B5EF4-FFF2-40B4-BE49-F238E27FC236}">
                  <a16:creationId xmlns:a16="http://schemas.microsoft.com/office/drawing/2014/main" id="{AC2B5129-8AC6-4B40-8403-ADE6013CD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1820863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79" name="Oval 87">
              <a:extLst>
                <a:ext uri="{FF2B5EF4-FFF2-40B4-BE49-F238E27FC236}">
                  <a16:creationId xmlns:a16="http://schemas.microsoft.com/office/drawing/2014/main" id="{BCB2EE62-EF0B-4814-9297-DA1F96FE9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2090738"/>
              <a:ext cx="98425" cy="96837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80" name="Oval 89">
              <a:extLst>
                <a:ext uri="{FF2B5EF4-FFF2-40B4-BE49-F238E27FC236}">
                  <a16:creationId xmlns:a16="http://schemas.microsoft.com/office/drawing/2014/main" id="{E9ADA296-8EA3-4B63-90F3-EB37FDDB1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4511675"/>
              <a:ext cx="98425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81" name="Rectangle 90">
              <a:extLst>
                <a:ext uri="{FF2B5EF4-FFF2-40B4-BE49-F238E27FC236}">
                  <a16:creationId xmlns:a16="http://schemas.microsoft.com/office/drawing/2014/main" id="{EEC07617-9888-4E1B-9013-4405B4835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19161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82" name="AutoShape 92">
              <a:extLst>
                <a:ext uri="{FF2B5EF4-FFF2-40B4-BE49-F238E27FC236}">
                  <a16:creationId xmlns:a16="http://schemas.microsoft.com/office/drawing/2014/main" id="{4B9973EB-DBA2-4461-A7F6-CDC238FFF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900" y="3355975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83" name="AutoShape 94">
              <a:extLst>
                <a:ext uri="{FF2B5EF4-FFF2-40B4-BE49-F238E27FC236}">
                  <a16:creationId xmlns:a16="http://schemas.microsoft.com/office/drawing/2014/main" id="{B4F368C2-B771-4805-941D-58D50F341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6800" y="1073150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84" name="Line 95">
              <a:extLst>
                <a:ext uri="{FF2B5EF4-FFF2-40B4-BE49-F238E27FC236}">
                  <a16:creationId xmlns:a16="http://schemas.microsoft.com/office/drawing/2014/main" id="{D12197DC-E189-4FF2-886D-26CAD2FB5D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3700" y="1465263"/>
              <a:ext cx="300038" cy="1571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5" name="Rectangle 3">
            <a:extLst>
              <a:ext uri="{FF2B5EF4-FFF2-40B4-BE49-F238E27FC236}">
                <a16:creationId xmlns:a16="http://schemas.microsoft.com/office/drawing/2014/main" id="{1E2ED551-F179-1E47-898E-3217662F1C1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250825" y="801688"/>
            <a:ext cx="8763000" cy="4989512"/>
          </a:xfrm>
        </p:spPr>
        <p:txBody>
          <a:bodyPr/>
          <a:lstStyle/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Find the flip-flops</a:t>
            </a:r>
          </a:p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Outputs of the flip-flops = present state variables</a:t>
            </a:r>
          </a:p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Inputs of the flip-flops determine the next state variables</a:t>
            </a:r>
          </a:p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Determine the logical expressions for the outputs</a:t>
            </a:r>
          </a:p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Given this info it is easy to do the state-assigned table</a:t>
            </a:r>
          </a:p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Next do the state table</a:t>
            </a:r>
          </a:p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Finally, draw the state diagram.</a:t>
            </a:r>
          </a:p>
        </p:txBody>
      </p:sp>
      <p:sp>
        <p:nvSpPr>
          <p:cNvPr id="207874" name="Rectangle 2">
            <a:extLst>
              <a:ext uri="{FF2B5EF4-FFF2-40B4-BE49-F238E27FC236}">
                <a16:creationId xmlns:a16="http://schemas.microsoft.com/office/drawing/2014/main" id="{0348FD2B-91AB-E04E-9CE1-93649CC6CE4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Approach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1" name="TextBox 125">
            <a:extLst>
              <a:ext uri="{FF2B5EF4-FFF2-40B4-BE49-F238E27FC236}">
                <a16:creationId xmlns:a16="http://schemas.microsoft.com/office/drawing/2014/main" id="{DCEEDA85-F120-45BF-89CF-CCE6FA68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6.77 from the textbook ]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13D5FCAC-4B41-AC40-AA08-B1581EB60502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are the inputs and outputs?</a:t>
            </a:r>
          </a:p>
        </p:txBody>
      </p:sp>
      <p:grpSp>
        <p:nvGrpSpPr>
          <p:cNvPr id="66563" name="Group 6">
            <a:extLst>
              <a:ext uri="{FF2B5EF4-FFF2-40B4-BE49-F238E27FC236}">
                <a16:creationId xmlns:a16="http://schemas.microsoft.com/office/drawing/2014/main" id="{F879A056-23EB-477F-AC38-275AB91A055C}"/>
              </a:ext>
            </a:extLst>
          </p:cNvPr>
          <p:cNvGrpSpPr>
            <a:grpSpLocks/>
          </p:cNvGrpSpPr>
          <p:nvPr/>
        </p:nvGrpSpPr>
        <p:grpSpPr bwMode="auto">
          <a:xfrm>
            <a:off x="800100" y="1598613"/>
            <a:ext cx="7789863" cy="4127500"/>
            <a:chOff x="800100" y="820738"/>
            <a:chExt cx="7789863" cy="4127500"/>
          </a:xfrm>
        </p:grpSpPr>
        <p:sp>
          <p:nvSpPr>
            <p:cNvPr id="66564" name="Freeform 9">
              <a:extLst>
                <a:ext uri="{FF2B5EF4-FFF2-40B4-BE49-F238E27FC236}">
                  <a16:creationId xmlns:a16="http://schemas.microsoft.com/office/drawing/2014/main" id="{910E9455-1847-4510-922A-335D7599E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663" y="1149350"/>
              <a:ext cx="1198562" cy="2592388"/>
            </a:xfrm>
            <a:custGeom>
              <a:avLst/>
              <a:gdLst>
                <a:gd name="T0" fmla="*/ 0 w 755"/>
                <a:gd name="T1" fmla="*/ 0 h 1633"/>
                <a:gd name="T2" fmla="*/ 0 w 755"/>
                <a:gd name="T3" fmla="*/ 2147483646 h 1633"/>
                <a:gd name="T4" fmla="*/ 2147483646 w 755"/>
                <a:gd name="T5" fmla="*/ 2147483646 h 1633"/>
                <a:gd name="T6" fmla="*/ 0 60000 65536"/>
                <a:gd name="T7" fmla="*/ 0 60000 65536"/>
                <a:gd name="T8" fmla="*/ 0 60000 65536"/>
                <a:gd name="T9" fmla="*/ 0 w 755"/>
                <a:gd name="T10" fmla="*/ 0 h 1633"/>
                <a:gd name="T11" fmla="*/ 755 w 755"/>
                <a:gd name="T12" fmla="*/ 1633 h 16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55" h="1633">
                  <a:moveTo>
                    <a:pt x="0" y="0"/>
                  </a:moveTo>
                  <a:lnTo>
                    <a:pt x="0" y="1633"/>
                  </a:lnTo>
                  <a:lnTo>
                    <a:pt x="755" y="163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65" name="Freeform 10">
              <a:extLst>
                <a:ext uri="{FF2B5EF4-FFF2-40B4-BE49-F238E27FC236}">
                  <a16:creationId xmlns:a16="http://schemas.microsoft.com/office/drawing/2014/main" id="{110D2265-CDB7-4E10-8702-AF14E0655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8" y="4492625"/>
              <a:ext cx="1603375" cy="300038"/>
            </a:xfrm>
            <a:custGeom>
              <a:avLst/>
              <a:gdLst>
                <a:gd name="T0" fmla="*/ 0 w 1010"/>
                <a:gd name="T1" fmla="*/ 2147483646 h 189"/>
                <a:gd name="T2" fmla="*/ 2147483646 w 1010"/>
                <a:gd name="T3" fmla="*/ 2147483646 h 189"/>
                <a:gd name="T4" fmla="*/ 2147483646 w 1010"/>
                <a:gd name="T5" fmla="*/ 0 h 189"/>
                <a:gd name="T6" fmla="*/ 0 60000 65536"/>
                <a:gd name="T7" fmla="*/ 0 60000 65536"/>
                <a:gd name="T8" fmla="*/ 0 60000 65536"/>
                <a:gd name="T9" fmla="*/ 0 w 1010"/>
                <a:gd name="T10" fmla="*/ 0 h 189"/>
                <a:gd name="T11" fmla="*/ 1010 w 1010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0" h="189">
                  <a:moveTo>
                    <a:pt x="0" y="189"/>
                  </a:moveTo>
                  <a:lnTo>
                    <a:pt x="1010" y="189"/>
                  </a:lnTo>
                  <a:lnTo>
                    <a:pt x="101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66" name="Freeform 11">
              <a:extLst>
                <a:ext uri="{FF2B5EF4-FFF2-40B4-BE49-F238E27FC236}">
                  <a16:creationId xmlns:a16="http://schemas.microsoft.com/office/drawing/2014/main" id="{92F63D73-0DAE-4299-A6D1-75EAE7C32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138" y="2071688"/>
              <a:ext cx="1304925" cy="2720975"/>
            </a:xfrm>
            <a:custGeom>
              <a:avLst/>
              <a:gdLst>
                <a:gd name="T0" fmla="*/ 0 w 822"/>
                <a:gd name="T1" fmla="*/ 2147483646 h 1714"/>
                <a:gd name="T2" fmla="*/ 0 w 822"/>
                <a:gd name="T3" fmla="*/ 2147483646 h 1714"/>
                <a:gd name="T4" fmla="*/ 2147483646 w 822"/>
                <a:gd name="T5" fmla="*/ 2147483646 h 1714"/>
                <a:gd name="T6" fmla="*/ 2147483646 w 822"/>
                <a:gd name="T7" fmla="*/ 0 h 17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22"/>
                <a:gd name="T13" fmla="*/ 0 h 1714"/>
                <a:gd name="T14" fmla="*/ 822 w 822"/>
                <a:gd name="T15" fmla="*/ 1714 h 17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22" h="1714">
                  <a:moveTo>
                    <a:pt x="0" y="1714"/>
                  </a:moveTo>
                  <a:lnTo>
                    <a:pt x="0" y="378"/>
                  </a:lnTo>
                  <a:lnTo>
                    <a:pt x="822" y="378"/>
                  </a:lnTo>
                  <a:lnTo>
                    <a:pt x="82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67" name="Line 16">
              <a:extLst>
                <a:ext uri="{FF2B5EF4-FFF2-40B4-BE49-F238E27FC236}">
                  <a16:creationId xmlns:a16="http://schemas.microsoft.com/office/drawing/2014/main" id="{5426493C-E2C5-4CB2-AB5C-4177BF795B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441700"/>
              <a:ext cx="3206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68" name="Line 17">
              <a:extLst>
                <a:ext uri="{FF2B5EF4-FFF2-40B4-BE49-F238E27FC236}">
                  <a16:creationId xmlns:a16="http://schemas.microsoft.com/office/drawing/2014/main" id="{236FA9A8-EE6B-45BF-86A4-F4F76A4F3E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7417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69" name="Rectangle 19">
              <a:extLst>
                <a:ext uri="{FF2B5EF4-FFF2-40B4-BE49-F238E27FC236}">
                  <a16:creationId xmlns:a16="http://schemas.microsoft.com/office/drawing/2014/main" id="{4898696A-2AA0-4A1B-B6B4-2878FC65B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849313"/>
              <a:ext cx="747712" cy="122237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570" name="Rectangle 20">
              <a:extLst>
                <a:ext uri="{FF2B5EF4-FFF2-40B4-BE49-F238E27FC236}">
                  <a16:creationId xmlns:a16="http://schemas.microsoft.com/office/drawing/2014/main" id="{5D53D3D7-E22A-4D52-94CE-A0014A85B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1058863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571" name="Rectangle 21">
              <a:extLst>
                <a:ext uri="{FF2B5EF4-FFF2-40B4-BE49-F238E27FC236}">
                  <a16:creationId xmlns:a16="http://schemas.microsoft.com/office/drawing/2014/main" id="{E3F57F83-EEAC-4C02-9A14-362139F4D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1050925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572" name="Line 22">
              <a:extLst>
                <a:ext uri="{FF2B5EF4-FFF2-40B4-BE49-F238E27FC236}">
                  <a16:creationId xmlns:a16="http://schemas.microsoft.com/office/drawing/2014/main" id="{6A2D635F-2AA0-48D9-AF41-9C31AB00FA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1663700"/>
              <a:ext cx="106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73" name="Freeform 23">
              <a:extLst>
                <a:ext uri="{FF2B5EF4-FFF2-40B4-BE49-F238E27FC236}">
                  <a16:creationId xmlns:a16="http://schemas.microsoft.com/office/drawing/2014/main" id="{40FF0645-C9C0-4FDA-B79D-CBFC03D90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1385888"/>
              <a:ext cx="149225" cy="149225"/>
            </a:xfrm>
            <a:custGeom>
              <a:avLst/>
              <a:gdLst>
                <a:gd name="T0" fmla="*/ 0 w 94"/>
                <a:gd name="T1" fmla="*/ 2147483646 h 94"/>
                <a:gd name="T2" fmla="*/ 2147483646 w 94"/>
                <a:gd name="T3" fmla="*/ 2147483646 h 94"/>
                <a:gd name="T4" fmla="*/ 0 w 94"/>
                <a:gd name="T5" fmla="*/ 0 h 94"/>
                <a:gd name="T6" fmla="*/ 0 60000 65536"/>
                <a:gd name="T7" fmla="*/ 0 60000 65536"/>
                <a:gd name="T8" fmla="*/ 0 60000 65536"/>
                <a:gd name="T9" fmla="*/ 0 w 94"/>
                <a:gd name="T10" fmla="*/ 0 h 94"/>
                <a:gd name="T11" fmla="*/ 94 w 94"/>
                <a:gd name="T12" fmla="*/ 94 h 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94">
                  <a:moveTo>
                    <a:pt x="0" y="94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74" name="Freeform 24">
              <a:extLst>
                <a:ext uri="{FF2B5EF4-FFF2-40B4-BE49-F238E27FC236}">
                  <a16:creationId xmlns:a16="http://schemas.microsoft.com/office/drawing/2014/main" id="{076ECBB2-3249-4F7E-AC2C-F5C4DD04D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3870325"/>
              <a:ext cx="63500" cy="42863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6"/>
                  </a:moveTo>
                  <a:cubicBezTo>
                    <a:pt x="0" y="1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16"/>
                    <a:pt x="60" y="16"/>
                  </a:cubicBezTo>
                  <a:cubicBezTo>
                    <a:pt x="60" y="29"/>
                    <a:pt x="49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24" y="40"/>
                    <a:pt x="24" y="40"/>
                  </a:cubicBezTo>
                  <a:cubicBezTo>
                    <a:pt x="11" y="40"/>
                    <a:pt x="0" y="29"/>
                    <a:pt x="0" y="1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75" name="Line 25">
              <a:extLst>
                <a:ext uri="{FF2B5EF4-FFF2-40B4-BE49-F238E27FC236}">
                  <a16:creationId xmlns:a16="http://schemas.microsoft.com/office/drawing/2014/main" id="{225F3A3C-CA56-4F49-B612-ED743D9888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0688" y="17716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76" name="Line 28">
              <a:extLst>
                <a:ext uri="{FF2B5EF4-FFF2-40B4-BE49-F238E27FC236}">
                  <a16:creationId xmlns:a16="http://schemas.microsoft.com/office/drawing/2014/main" id="{3BF6D904-B05C-45AE-BCDD-9BEA175809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1920875"/>
              <a:ext cx="298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77" name="Line 29">
              <a:extLst>
                <a:ext uri="{FF2B5EF4-FFF2-40B4-BE49-F238E27FC236}">
                  <a16:creationId xmlns:a16="http://schemas.microsoft.com/office/drawing/2014/main" id="{1A23C54E-D551-4C82-9C51-386E9B5DB9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1771650"/>
              <a:ext cx="1508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78" name="Freeform 30">
              <a:extLst>
                <a:ext uri="{FF2B5EF4-FFF2-40B4-BE49-F238E27FC236}">
                  <a16:creationId xmlns:a16="http://schemas.microsoft.com/office/drawing/2014/main" id="{C51281F8-0FA9-4833-A7C6-ED45E1421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511300"/>
              <a:ext cx="638175" cy="254000"/>
            </a:xfrm>
            <a:custGeom>
              <a:avLst/>
              <a:gdLst>
                <a:gd name="T0" fmla="*/ 0 w 598"/>
                <a:gd name="T1" fmla="*/ 0 h 238"/>
                <a:gd name="T2" fmla="*/ 2147483646 w 598"/>
                <a:gd name="T3" fmla="*/ 2147483646 h 238"/>
                <a:gd name="T4" fmla="*/ 2147483646 w 598"/>
                <a:gd name="T5" fmla="*/ 2147483646 h 238"/>
                <a:gd name="T6" fmla="*/ 2147483646 w 598"/>
                <a:gd name="T7" fmla="*/ 2147483646 h 238"/>
                <a:gd name="T8" fmla="*/ 2147483646 w 598"/>
                <a:gd name="T9" fmla="*/ 2147483646 h 238"/>
                <a:gd name="T10" fmla="*/ 2147483646 w 598"/>
                <a:gd name="T11" fmla="*/ 2147483646 h 238"/>
                <a:gd name="T12" fmla="*/ 2147483646 w 598"/>
                <a:gd name="T13" fmla="*/ 2147483646 h 238"/>
                <a:gd name="T14" fmla="*/ 2147483646 w 598"/>
                <a:gd name="T15" fmla="*/ 2147483646 h 238"/>
                <a:gd name="T16" fmla="*/ 2147483646 w 598"/>
                <a:gd name="T17" fmla="*/ 2147483646 h 238"/>
                <a:gd name="T18" fmla="*/ 2147483646 w 598"/>
                <a:gd name="T19" fmla="*/ 2147483646 h 238"/>
                <a:gd name="T20" fmla="*/ 2147483646 w 598"/>
                <a:gd name="T21" fmla="*/ 2147483646 h 238"/>
                <a:gd name="T22" fmla="*/ 2147483646 w 598"/>
                <a:gd name="T23" fmla="*/ 2147483646 h 238"/>
                <a:gd name="T24" fmla="*/ 2147483646 w 598"/>
                <a:gd name="T25" fmla="*/ 2147483646 h 238"/>
                <a:gd name="T26" fmla="*/ 2147483646 w 598"/>
                <a:gd name="T27" fmla="*/ 2147483646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8"/>
                <a:gd name="T44" fmla="*/ 598 w 598"/>
                <a:gd name="T45" fmla="*/ 238 h 2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8">
                  <a:moveTo>
                    <a:pt x="0" y="0"/>
                  </a:moveTo>
                  <a:cubicBezTo>
                    <a:pt x="252" y="0"/>
                    <a:pt x="252" y="0"/>
                    <a:pt x="270" y="1"/>
                  </a:cubicBezTo>
                  <a:cubicBezTo>
                    <a:pt x="288" y="3"/>
                    <a:pt x="288" y="3"/>
                    <a:pt x="305" y="5"/>
                  </a:cubicBezTo>
                  <a:cubicBezTo>
                    <a:pt x="323" y="8"/>
                    <a:pt x="323" y="8"/>
                    <a:pt x="343" y="14"/>
                  </a:cubicBezTo>
                  <a:cubicBezTo>
                    <a:pt x="363" y="20"/>
                    <a:pt x="363" y="20"/>
                    <a:pt x="380" y="29"/>
                  </a:cubicBezTo>
                  <a:cubicBezTo>
                    <a:pt x="398" y="38"/>
                    <a:pt x="398" y="38"/>
                    <a:pt x="413" y="46"/>
                  </a:cubicBezTo>
                  <a:cubicBezTo>
                    <a:pt x="429" y="55"/>
                    <a:pt x="429" y="55"/>
                    <a:pt x="442" y="63"/>
                  </a:cubicBezTo>
                  <a:cubicBezTo>
                    <a:pt x="454" y="71"/>
                    <a:pt x="454" y="71"/>
                    <a:pt x="463" y="78"/>
                  </a:cubicBezTo>
                  <a:cubicBezTo>
                    <a:pt x="472" y="85"/>
                    <a:pt x="472" y="85"/>
                    <a:pt x="482" y="92"/>
                  </a:cubicBezTo>
                  <a:cubicBezTo>
                    <a:pt x="492" y="99"/>
                    <a:pt x="492" y="99"/>
                    <a:pt x="502" y="110"/>
                  </a:cubicBezTo>
                  <a:cubicBezTo>
                    <a:pt x="513" y="121"/>
                    <a:pt x="513" y="121"/>
                    <a:pt x="525" y="136"/>
                  </a:cubicBezTo>
                  <a:cubicBezTo>
                    <a:pt x="538" y="151"/>
                    <a:pt x="538" y="151"/>
                    <a:pt x="550" y="169"/>
                  </a:cubicBezTo>
                  <a:cubicBezTo>
                    <a:pt x="563" y="186"/>
                    <a:pt x="563" y="186"/>
                    <a:pt x="576" y="205"/>
                  </a:cubicBezTo>
                  <a:cubicBezTo>
                    <a:pt x="589" y="223"/>
                    <a:pt x="589" y="223"/>
                    <a:pt x="598" y="238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79" name="Freeform 31">
              <a:extLst>
                <a:ext uri="{FF2B5EF4-FFF2-40B4-BE49-F238E27FC236}">
                  <a16:creationId xmlns:a16="http://schemas.microsoft.com/office/drawing/2014/main" id="{A595EB67-C019-4B6E-A65E-CED0369A0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766888"/>
              <a:ext cx="638175" cy="254000"/>
            </a:xfrm>
            <a:custGeom>
              <a:avLst/>
              <a:gdLst>
                <a:gd name="T0" fmla="*/ 0 w 598"/>
                <a:gd name="T1" fmla="*/ 2147483646 h 237"/>
                <a:gd name="T2" fmla="*/ 2147483646 w 598"/>
                <a:gd name="T3" fmla="*/ 2147483646 h 237"/>
                <a:gd name="T4" fmla="*/ 2147483646 w 598"/>
                <a:gd name="T5" fmla="*/ 2147483646 h 237"/>
                <a:gd name="T6" fmla="*/ 2147483646 w 598"/>
                <a:gd name="T7" fmla="*/ 2147483646 h 237"/>
                <a:gd name="T8" fmla="*/ 2147483646 w 598"/>
                <a:gd name="T9" fmla="*/ 2147483646 h 237"/>
                <a:gd name="T10" fmla="*/ 2147483646 w 598"/>
                <a:gd name="T11" fmla="*/ 2147483646 h 237"/>
                <a:gd name="T12" fmla="*/ 2147483646 w 598"/>
                <a:gd name="T13" fmla="*/ 2147483646 h 237"/>
                <a:gd name="T14" fmla="*/ 2147483646 w 598"/>
                <a:gd name="T15" fmla="*/ 2147483646 h 237"/>
                <a:gd name="T16" fmla="*/ 2147483646 w 598"/>
                <a:gd name="T17" fmla="*/ 2147483646 h 237"/>
                <a:gd name="T18" fmla="*/ 2147483646 w 598"/>
                <a:gd name="T19" fmla="*/ 2147483646 h 237"/>
                <a:gd name="T20" fmla="*/ 2147483646 w 598"/>
                <a:gd name="T21" fmla="*/ 2147483646 h 237"/>
                <a:gd name="T22" fmla="*/ 2147483646 w 598"/>
                <a:gd name="T23" fmla="*/ 2147483646 h 237"/>
                <a:gd name="T24" fmla="*/ 2147483646 w 598"/>
                <a:gd name="T25" fmla="*/ 2147483646 h 237"/>
                <a:gd name="T26" fmla="*/ 2147483646 w 598"/>
                <a:gd name="T27" fmla="*/ 0 h 2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7"/>
                <a:gd name="T44" fmla="*/ 598 w 598"/>
                <a:gd name="T45" fmla="*/ 237 h 2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7">
                  <a:moveTo>
                    <a:pt x="0" y="237"/>
                  </a:moveTo>
                  <a:cubicBezTo>
                    <a:pt x="252" y="237"/>
                    <a:pt x="252" y="237"/>
                    <a:pt x="270" y="236"/>
                  </a:cubicBezTo>
                  <a:cubicBezTo>
                    <a:pt x="288" y="235"/>
                    <a:pt x="288" y="235"/>
                    <a:pt x="305" y="232"/>
                  </a:cubicBezTo>
                  <a:cubicBezTo>
                    <a:pt x="323" y="230"/>
                    <a:pt x="323" y="230"/>
                    <a:pt x="343" y="224"/>
                  </a:cubicBezTo>
                  <a:cubicBezTo>
                    <a:pt x="363" y="217"/>
                    <a:pt x="363" y="217"/>
                    <a:pt x="380" y="209"/>
                  </a:cubicBezTo>
                  <a:cubicBezTo>
                    <a:pt x="398" y="200"/>
                    <a:pt x="398" y="200"/>
                    <a:pt x="413" y="191"/>
                  </a:cubicBezTo>
                  <a:cubicBezTo>
                    <a:pt x="429" y="182"/>
                    <a:pt x="429" y="182"/>
                    <a:pt x="442" y="174"/>
                  </a:cubicBezTo>
                  <a:cubicBezTo>
                    <a:pt x="454" y="166"/>
                    <a:pt x="454" y="166"/>
                    <a:pt x="463" y="159"/>
                  </a:cubicBezTo>
                  <a:cubicBezTo>
                    <a:pt x="472" y="152"/>
                    <a:pt x="472" y="152"/>
                    <a:pt x="482" y="146"/>
                  </a:cubicBezTo>
                  <a:cubicBezTo>
                    <a:pt x="492" y="139"/>
                    <a:pt x="492" y="139"/>
                    <a:pt x="502" y="127"/>
                  </a:cubicBezTo>
                  <a:cubicBezTo>
                    <a:pt x="513" y="116"/>
                    <a:pt x="513" y="116"/>
                    <a:pt x="525" y="101"/>
                  </a:cubicBezTo>
                  <a:cubicBezTo>
                    <a:pt x="538" y="86"/>
                    <a:pt x="538" y="86"/>
                    <a:pt x="550" y="69"/>
                  </a:cubicBezTo>
                  <a:cubicBezTo>
                    <a:pt x="563" y="51"/>
                    <a:pt x="563" y="51"/>
                    <a:pt x="576" y="33"/>
                  </a:cubicBezTo>
                  <a:cubicBezTo>
                    <a:pt x="589" y="15"/>
                    <a:pt x="589" y="15"/>
                    <a:pt x="598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0" name="Freeform 32">
              <a:extLst>
                <a:ext uri="{FF2B5EF4-FFF2-40B4-BE49-F238E27FC236}">
                  <a16:creationId xmlns:a16="http://schemas.microsoft.com/office/drawing/2014/main" id="{B7F70B44-3342-40F0-BAE2-BB39AC5EB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511300"/>
              <a:ext cx="74613" cy="255588"/>
            </a:xfrm>
            <a:custGeom>
              <a:avLst/>
              <a:gdLst>
                <a:gd name="T0" fmla="*/ 0 w 71"/>
                <a:gd name="T1" fmla="*/ 0 h 239"/>
                <a:gd name="T2" fmla="*/ 2147483646 w 71"/>
                <a:gd name="T3" fmla="*/ 2147483646 h 239"/>
                <a:gd name="T4" fmla="*/ 2147483646 w 71"/>
                <a:gd name="T5" fmla="*/ 2147483646 h 239"/>
                <a:gd name="T6" fmla="*/ 2147483646 w 71"/>
                <a:gd name="T7" fmla="*/ 2147483646 h 239"/>
                <a:gd name="T8" fmla="*/ 2147483646 w 71"/>
                <a:gd name="T9" fmla="*/ 2147483646 h 239"/>
                <a:gd name="T10" fmla="*/ 2147483646 w 71"/>
                <a:gd name="T11" fmla="*/ 2147483646 h 239"/>
                <a:gd name="T12" fmla="*/ 2147483646 w 71"/>
                <a:gd name="T13" fmla="*/ 2147483646 h 239"/>
                <a:gd name="T14" fmla="*/ 2147483646 w 71"/>
                <a:gd name="T15" fmla="*/ 214748364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9"/>
                <a:gd name="T26" fmla="*/ 71 w 71"/>
                <a:gd name="T27" fmla="*/ 239 h 2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9">
                  <a:moveTo>
                    <a:pt x="0" y="0"/>
                  </a:moveTo>
                  <a:cubicBezTo>
                    <a:pt x="16" y="29"/>
                    <a:pt x="16" y="29"/>
                    <a:pt x="23" y="44"/>
                  </a:cubicBezTo>
                  <a:cubicBezTo>
                    <a:pt x="29" y="59"/>
                    <a:pt x="29" y="59"/>
                    <a:pt x="36" y="77"/>
                  </a:cubicBezTo>
                  <a:cubicBezTo>
                    <a:pt x="43" y="95"/>
                    <a:pt x="43" y="95"/>
                    <a:pt x="48" y="113"/>
                  </a:cubicBezTo>
                  <a:cubicBezTo>
                    <a:pt x="54" y="131"/>
                    <a:pt x="54" y="131"/>
                    <a:pt x="59" y="150"/>
                  </a:cubicBezTo>
                  <a:cubicBezTo>
                    <a:pt x="65" y="168"/>
                    <a:pt x="65" y="168"/>
                    <a:pt x="66" y="183"/>
                  </a:cubicBezTo>
                  <a:cubicBezTo>
                    <a:pt x="68" y="199"/>
                    <a:pt x="68" y="199"/>
                    <a:pt x="69" y="208"/>
                  </a:cubicBezTo>
                  <a:cubicBezTo>
                    <a:pt x="71" y="218"/>
                    <a:pt x="71" y="218"/>
                    <a:pt x="70" y="239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1" name="Freeform 33">
              <a:extLst>
                <a:ext uri="{FF2B5EF4-FFF2-40B4-BE49-F238E27FC236}">
                  <a16:creationId xmlns:a16="http://schemas.microsoft.com/office/drawing/2014/main" id="{D28BBBEB-A43A-4359-A2A1-DAEA40AE1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765300"/>
              <a:ext cx="74613" cy="255588"/>
            </a:xfrm>
            <a:custGeom>
              <a:avLst/>
              <a:gdLst>
                <a:gd name="T0" fmla="*/ 0 w 71"/>
                <a:gd name="T1" fmla="*/ 2147483646 h 238"/>
                <a:gd name="T2" fmla="*/ 2147483646 w 71"/>
                <a:gd name="T3" fmla="*/ 2147483646 h 238"/>
                <a:gd name="T4" fmla="*/ 2147483646 w 71"/>
                <a:gd name="T5" fmla="*/ 2147483646 h 238"/>
                <a:gd name="T6" fmla="*/ 2147483646 w 71"/>
                <a:gd name="T7" fmla="*/ 2147483646 h 238"/>
                <a:gd name="T8" fmla="*/ 2147483646 w 71"/>
                <a:gd name="T9" fmla="*/ 2147483646 h 238"/>
                <a:gd name="T10" fmla="*/ 2147483646 w 71"/>
                <a:gd name="T11" fmla="*/ 2147483646 h 238"/>
                <a:gd name="T12" fmla="*/ 2147483646 w 71"/>
                <a:gd name="T13" fmla="*/ 2147483646 h 238"/>
                <a:gd name="T14" fmla="*/ 2147483646 w 71"/>
                <a:gd name="T15" fmla="*/ 0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8"/>
                <a:gd name="T26" fmla="*/ 71 w 71"/>
                <a:gd name="T27" fmla="*/ 238 h 2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8">
                  <a:moveTo>
                    <a:pt x="0" y="238"/>
                  </a:moveTo>
                  <a:cubicBezTo>
                    <a:pt x="16" y="210"/>
                    <a:pt x="16" y="210"/>
                    <a:pt x="23" y="195"/>
                  </a:cubicBezTo>
                  <a:cubicBezTo>
                    <a:pt x="29" y="180"/>
                    <a:pt x="29" y="180"/>
                    <a:pt x="36" y="162"/>
                  </a:cubicBezTo>
                  <a:cubicBezTo>
                    <a:pt x="43" y="143"/>
                    <a:pt x="43" y="143"/>
                    <a:pt x="48" y="125"/>
                  </a:cubicBezTo>
                  <a:cubicBezTo>
                    <a:pt x="54" y="107"/>
                    <a:pt x="54" y="107"/>
                    <a:pt x="59" y="89"/>
                  </a:cubicBezTo>
                  <a:cubicBezTo>
                    <a:pt x="65" y="71"/>
                    <a:pt x="65" y="71"/>
                    <a:pt x="66" y="55"/>
                  </a:cubicBezTo>
                  <a:cubicBezTo>
                    <a:pt x="68" y="40"/>
                    <a:pt x="68" y="40"/>
                    <a:pt x="69" y="30"/>
                  </a:cubicBezTo>
                  <a:cubicBezTo>
                    <a:pt x="71" y="21"/>
                    <a:pt x="71" y="21"/>
                    <a:pt x="70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2" name="Line 34">
              <a:extLst>
                <a:ext uri="{FF2B5EF4-FFF2-40B4-BE49-F238E27FC236}">
                  <a16:creationId xmlns:a16="http://schemas.microsoft.com/office/drawing/2014/main" id="{2EC658DB-2E3F-4C28-B8C4-F8E06ACE76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0688" y="38925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3" name="Freeform 35">
              <a:extLst>
                <a:ext uri="{FF2B5EF4-FFF2-40B4-BE49-F238E27FC236}">
                  <a16:creationId xmlns:a16="http://schemas.microsoft.com/office/drawing/2014/main" id="{FF9EBBCE-F8F9-4E19-891C-3D188E4A8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813" y="1471613"/>
              <a:ext cx="600075" cy="2420937"/>
            </a:xfrm>
            <a:custGeom>
              <a:avLst/>
              <a:gdLst>
                <a:gd name="T0" fmla="*/ 0 w 378"/>
                <a:gd name="T1" fmla="*/ 2147483646 h 1525"/>
                <a:gd name="T2" fmla="*/ 0 w 378"/>
                <a:gd name="T3" fmla="*/ 0 h 1525"/>
                <a:gd name="T4" fmla="*/ 2147483646 w 378"/>
                <a:gd name="T5" fmla="*/ 0 h 1525"/>
                <a:gd name="T6" fmla="*/ 0 60000 65536"/>
                <a:gd name="T7" fmla="*/ 0 60000 65536"/>
                <a:gd name="T8" fmla="*/ 0 60000 65536"/>
                <a:gd name="T9" fmla="*/ 0 w 378"/>
                <a:gd name="T10" fmla="*/ 0 h 1525"/>
                <a:gd name="T11" fmla="*/ 378 w 378"/>
                <a:gd name="T12" fmla="*/ 1525 h 15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8" h="1525">
                  <a:moveTo>
                    <a:pt x="0" y="1525"/>
                  </a:moveTo>
                  <a:lnTo>
                    <a:pt x="0" y="0"/>
                  </a:lnTo>
                  <a:lnTo>
                    <a:pt x="3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4" name="Freeform 36">
              <a:extLst>
                <a:ext uri="{FF2B5EF4-FFF2-40B4-BE49-F238E27FC236}">
                  <a16:creationId xmlns:a16="http://schemas.microsoft.com/office/drawing/2014/main" id="{2597F6DB-8B42-499A-BAF2-6C517F909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625" y="4762500"/>
              <a:ext cx="63500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5" name="Line 42">
              <a:extLst>
                <a:ext uri="{FF2B5EF4-FFF2-40B4-BE49-F238E27FC236}">
                  <a16:creationId xmlns:a16="http://schemas.microsoft.com/office/drawing/2014/main" id="{03FA0FAE-2AF9-4264-A107-F19B6A6377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18350" y="1471613"/>
              <a:ext cx="298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6" name="Line 43">
              <a:extLst>
                <a:ext uri="{FF2B5EF4-FFF2-40B4-BE49-F238E27FC236}">
                  <a16:creationId xmlns:a16="http://schemas.microsoft.com/office/drawing/2014/main" id="{3EFACFC9-A3BD-4D44-9F95-E2ED715B6D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6875" y="1320800"/>
              <a:ext cx="1698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7" name="Line 44">
              <a:extLst>
                <a:ext uri="{FF2B5EF4-FFF2-40B4-BE49-F238E27FC236}">
                  <a16:creationId xmlns:a16="http://schemas.microsoft.com/office/drawing/2014/main" id="{5696163E-C4A1-4EED-A212-5DC4ECA6FA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7600" y="1136650"/>
              <a:ext cx="1219200" cy="12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8" name="Freeform 45">
              <a:extLst>
                <a:ext uri="{FF2B5EF4-FFF2-40B4-BE49-F238E27FC236}">
                  <a16:creationId xmlns:a16="http://schemas.microsoft.com/office/drawing/2014/main" id="{C2EDC077-0262-43C2-AEB0-02A21CAEA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7600" y="1471613"/>
              <a:ext cx="920750" cy="2120900"/>
            </a:xfrm>
            <a:custGeom>
              <a:avLst/>
              <a:gdLst>
                <a:gd name="T0" fmla="*/ 0 w 580"/>
                <a:gd name="T1" fmla="*/ 2147483646 h 1336"/>
                <a:gd name="T2" fmla="*/ 2147483646 w 580"/>
                <a:gd name="T3" fmla="*/ 2147483646 h 1336"/>
                <a:gd name="T4" fmla="*/ 2147483646 w 580"/>
                <a:gd name="T5" fmla="*/ 0 h 1336"/>
                <a:gd name="T6" fmla="*/ 0 60000 65536"/>
                <a:gd name="T7" fmla="*/ 0 60000 65536"/>
                <a:gd name="T8" fmla="*/ 0 60000 65536"/>
                <a:gd name="T9" fmla="*/ 0 w 580"/>
                <a:gd name="T10" fmla="*/ 0 h 1336"/>
                <a:gd name="T11" fmla="*/ 580 w 580"/>
                <a:gd name="T12" fmla="*/ 1336 h 1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0" h="1336">
                  <a:moveTo>
                    <a:pt x="0" y="1336"/>
                  </a:moveTo>
                  <a:lnTo>
                    <a:pt x="580" y="1336"/>
                  </a:lnTo>
                  <a:lnTo>
                    <a:pt x="58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89" name="Line 46">
              <a:extLst>
                <a:ext uri="{FF2B5EF4-FFF2-40B4-BE49-F238E27FC236}">
                  <a16:creationId xmlns:a16="http://schemas.microsoft.com/office/drawing/2014/main" id="{45AB4CBB-4707-4735-9316-02D27A3B8A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86738" y="1320800"/>
              <a:ext cx="150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90" name="Rectangle 47">
              <a:extLst>
                <a:ext uri="{FF2B5EF4-FFF2-40B4-BE49-F238E27FC236}">
                  <a16:creationId xmlns:a16="http://schemas.microsoft.com/office/drawing/2014/main" id="{BB691F4B-C288-45AE-8A26-4968D81FA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16637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591" name="Rectangle 48">
              <a:extLst>
                <a:ext uri="{FF2B5EF4-FFF2-40B4-BE49-F238E27FC236}">
                  <a16:creationId xmlns:a16="http://schemas.microsoft.com/office/drawing/2014/main" id="{7EEA3812-071D-4267-9F7E-6CA2EC13D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288" y="3786188"/>
              <a:ext cx="59690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Clock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592" name="Freeform 49">
              <a:extLst>
                <a:ext uri="{FF2B5EF4-FFF2-40B4-BE49-F238E27FC236}">
                  <a16:creationId xmlns:a16="http://schemas.microsoft.com/office/drawing/2014/main" id="{78731887-6EF7-4A63-A0EC-B36F0C8B5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120775"/>
              <a:ext cx="41275" cy="63500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593" name="Rectangle 50">
              <a:extLst>
                <a:ext uri="{FF2B5EF4-FFF2-40B4-BE49-F238E27FC236}">
                  <a16:creationId xmlns:a16="http://schemas.microsoft.com/office/drawing/2014/main" id="{9358DCE2-5667-40D1-BB26-9AD2B9B45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813" y="4676775"/>
              <a:ext cx="73183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Resetn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594" name="Rectangle 51">
              <a:extLst>
                <a:ext uri="{FF2B5EF4-FFF2-40B4-BE49-F238E27FC236}">
                  <a16:creationId xmlns:a16="http://schemas.microsoft.com/office/drawing/2014/main" id="{8F8FEE9E-87FA-492B-ACB1-003944144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326707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595" name="Rectangle 52">
              <a:extLst>
                <a:ext uri="{FF2B5EF4-FFF2-40B4-BE49-F238E27FC236}">
                  <a16:creationId xmlns:a16="http://schemas.microsoft.com/office/drawing/2014/main" id="{3855CB74-3968-4EE9-86A2-BFF9D3E34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33639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596" name="Rectangle 53">
              <a:extLst>
                <a:ext uri="{FF2B5EF4-FFF2-40B4-BE49-F238E27FC236}">
                  <a16:creationId xmlns:a16="http://schemas.microsoft.com/office/drawing/2014/main" id="{7C3F22A2-670C-4254-9FBF-79055EDF4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820738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597" name="Rectangle 54">
              <a:extLst>
                <a:ext uri="{FF2B5EF4-FFF2-40B4-BE49-F238E27FC236}">
                  <a16:creationId xmlns:a16="http://schemas.microsoft.com/office/drawing/2014/main" id="{7757D9FA-6F99-4E16-BDEC-E474318CA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915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598" name="Rectangle 55">
              <a:extLst>
                <a:ext uri="{FF2B5EF4-FFF2-40B4-BE49-F238E27FC236}">
                  <a16:creationId xmlns:a16="http://schemas.microsoft.com/office/drawing/2014/main" id="{4EEAE1C8-7E35-408E-A524-D765C452A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3289300"/>
              <a:ext cx="19208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599" name="Rectangle 56">
              <a:extLst>
                <a:ext uri="{FF2B5EF4-FFF2-40B4-BE49-F238E27FC236}">
                  <a16:creationId xmlns:a16="http://schemas.microsoft.com/office/drawing/2014/main" id="{38955DEC-FABF-4516-881C-D76809255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3384550"/>
              <a:ext cx="165100" cy="220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00" name="Rectangle 57">
              <a:extLst>
                <a:ext uri="{FF2B5EF4-FFF2-40B4-BE49-F238E27FC236}">
                  <a16:creationId xmlns:a16="http://schemas.microsoft.com/office/drawing/2014/main" id="{A3F69D1F-779E-4BCB-B8BD-51B5D2507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865188"/>
              <a:ext cx="192087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01" name="Line 58">
              <a:extLst>
                <a:ext uri="{FF2B5EF4-FFF2-40B4-BE49-F238E27FC236}">
                  <a16:creationId xmlns:a16="http://schemas.microsoft.com/office/drawing/2014/main" id="{8637EB86-0048-4F60-BCDE-2FB8CE0E17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62338" y="3592513"/>
              <a:ext cx="19875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02" name="Rectangle 59">
              <a:extLst>
                <a:ext uri="{FF2B5EF4-FFF2-40B4-BE49-F238E27FC236}">
                  <a16:creationId xmlns:a16="http://schemas.microsoft.com/office/drawing/2014/main" id="{715C8F5C-7240-4262-8CCB-847270C38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96043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03" name="Rectangle 60">
              <a:extLst>
                <a:ext uri="{FF2B5EF4-FFF2-40B4-BE49-F238E27FC236}">
                  <a16:creationId xmlns:a16="http://schemas.microsoft.com/office/drawing/2014/main" id="{A1BB63CD-2ABB-4754-ACE9-A8C2A972C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" y="1042988"/>
              <a:ext cx="2349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04" name="Rectangle 61">
              <a:extLst>
                <a:ext uri="{FF2B5EF4-FFF2-40B4-BE49-F238E27FC236}">
                  <a16:creationId xmlns:a16="http://schemas.microsoft.com/office/drawing/2014/main" id="{2AA5BDC2-8C53-415A-9B68-8DD718810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4225" y="1193800"/>
              <a:ext cx="18573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05" name="Rectangle 62">
              <a:extLst>
                <a:ext uri="{FF2B5EF4-FFF2-40B4-BE49-F238E27FC236}">
                  <a16:creationId xmlns:a16="http://schemas.microsoft.com/office/drawing/2014/main" id="{21F78366-0015-4363-982A-661695A60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3292475"/>
              <a:ext cx="747712" cy="12001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06" name="Rectangle 63">
              <a:extLst>
                <a:ext uri="{FF2B5EF4-FFF2-40B4-BE49-F238E27FC236}">
                  <a16:creationId xmlns:a16="http://schemas.microsoft.com/office/drawing/2014/main" id="{0AFCB20E-28A9-4EE8-A6AA-757F0DD27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1651000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07" name="Rectangle 64">
              <a:extLst>
                <a:ext uri="{FF2B5EF4-FFF2-40B4-BE49-F238E27FC236}">
                  <a16:creationId xmlns:a16="http://schemas.microsoft.com/office/drawing/2014/main" id="{3B75B3D9-6387-4D17-A696-47734A66E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348932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08" name="Rectangle 65">
              <a:extLst>
                <a:ext uri="{FF2B5EF4-FFF2-40B4-BE49-F238E27FC236}">
                  <a16:creationId xmlns:a16="http://schemas.microsoft.com/office/drawing/2014/main" id="{266FB900-7254-4788-80FB-F80DED945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34798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09" name="Line 66">
              <a:extLst>
                <a:ext uri="{FF2B5EF4-FFF2-40B4-BE49-F238E27FC236}">
                  <a16:creationId xmlns:a16="http://schemas.microsoft.com/office/drawing/2014/main" id="{1218C467-84CE-41DB-83CA-863F8DA06A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4084638"/>
              <a:ext cx="1063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10" name="Freeform 67">
              <a:extLst>
                <a:ext uri="{FF2B5EF4-FFF2-40B4-BE49-F238E27FC236}">
                  <a16:creationId xmlns:a16="http://schemas.microsoft.com/office/drawing/2014/main" id="{546578FC-1BA5-4E82-958B-17644D204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3806825"/>
              <a:ext cx="149225" cy="171450"/>
            </a:xfrm>
            <a:custGeom>
              <a:avLst/>
              <a:gdLst>
                <a:gd name="T0" fmla="*/ 0 w 94"/>
                <a:gd name="T1" fmla="*/ 2147483646 h 108"/>
                <a:gd name="T2" fmla="*/ 2147483646 w 94"/>
                <a:gd name="T3" fmla="*/ 2147483646 h 108"/>
                <a:gd name="T4" fmla="*/ 0 w 94"/>
                <a:gd name="T5" fmla="*/ 0 h 108"/>
                <a:gd name="T6" fmla="*/ 0 60000 65536"/>
                <a:gd name="T7" fmla="*/ 0 60000 65536"/>
                <a:gd name="T8" fmla="*/ 0 60000 65536"/>
                <a:gd name="T9" fmla="*/ 0 w 94"/>
                <a:gd name="T10" fmla="*/ 0 h 108"/>
                <a:gd name="T11" fmla="*/ 94 w 94"/>
                <a:gd name="T12" fmla="*/ 108 h 1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108">
                  <a:moveTo>
                    <a:pt x="0" y="108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11" name="Rectangle 68">
              <a:extLst>
                <a:ext uri="{FF2B5EF4-FFF2-40B4-BE49-F238E27FC236}">
                  <a16:creationId xmlns:a16="http://schemas.microsoft.com/office/drawing/2014/main" id="{A3040062-B8F0-45DB-9812-1FD7EF5E7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4094163"/>
              <a:ext cx="2476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12" name="Freeform 69">
              <a:extLst>
                <a:ext uri="{FF2B5EF4-FFF2-40B4-BE49-F238E27FC236}">
                  <a16:creationId xmlns:a16="http://schemas.microsoft.com/office/drawing/2014/main" id="{1D214D04-0FB6-4289-9361-54CD38AA2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1920875"/>
              <a:ext cx="3635375" cy="2271713"/>
            </a:xfrm>
            <a:custGeom>
              <a:avLst/>
              <a:gdLst>
                <a:gd name="T0" fmla="*/ 0 w 2290"/>
                <a:gd name="T1" fmla="*/ 0 h 1431"/>
                <a:gd name="T2" fmla="*/ 0 w 2290"/>
                <a:gd name="T3" fmla="*/ 2147483646 h 1431"/>
                <a:gd name="T4" fmla="*/ 2147483646 w 2290"/>
                <a:gd name="T5" fmla="*/ 2147483646 h 1431"/>
                <a:gd name="T6" fmla="*/ 2147483646 w 2290"/>
                <a:gd name="T7" fmla="*/ 2147483646 h 1431"/>
                <a:gd name="T8" fmla="*/ 2147483646 w 2290"/>
                <a:gd name="T9" fmla="*/ 2147483646 h 1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0"/>
                <a:gd name="T16" fmla="*/ 0 h 1431"/>
                <a:gd name="T17" fmla="*/ 2290 w 2290"/>
                <a:gd name="T18" fmla="*/ 1431 h 1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0" h="1431">
                  <a:moveTo>
                    <a:pt x="0" y="0"/>
                  </a:moveTo>
                  <a:lnTo>
                    <a:pt x="0" y="662"/>
                  </a:lnTo>
                  <a:lnTo>
                    <a:pt x="2290" y="662"/>
                  </a:lnTo>
                  <a:lnTo>
                    <a:pt x="2290" y="1431"/>
                  </a:lnTo>
                  <a:lnTo>
                    <a:pt x="1899" y="14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13" name="Freeform 70">
              <a:extLst>
                <a:ext uri="{FF2B5EF4-FFF2-40B4-BE49-F238E27FC236}">
                  <a16:creationId xmlns:a16="http://schemas.microsoft.com/office/drawing/2014/main" id="{05D93CAD-460E-4C68-BB5D-507A0DEF8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225" y="1149350"/>
              <a:ext cx="4256088" cy="2292350"/>
            </a:xfrm>
            <a:custGeom>
              <a:avLst/>
              <a:gdLst>
                <a:gd name="T0" fmla="*/ 0 w 2681"/>
                <a:gd name="T1" fmla="*/ 2147483646 h 1444"/>
                <a:gd name="T2" fmla="*/ 0 w 2681"/>
                <a:gd name="T3" fmla="*/ 2147483646 h 1444"/>
                <a:gd name="T4" fmla="*/ 2147483646 w 2681"/>
                <a:gd name="T5" fmla="*/ 2147483646 h 1444"/>
                <a:gd name="T6" fmla="*/ 2147483646 w 2681"/>
                <a:gd name="T7" fmla="*/ 0 h 14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81"/>
                <a:gd name="T13" fmla="*/ 0 h 1444"/>
                <a:gd name="T14" fmla="*/ 2681 w 2681"/>
                <a:gd name="T15" fmla="*/ 1444 h 14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81" h="1444">
                  <a:moveTo>
                    <a:pt x="0" y="1444"/>
                  </a:moveTo>
                  <a:lnTo>
                    <a:pt x="0" y="770"/>
                  </a:lnTo>
                  <a:lnTo>
                    <a:pt x="2681" y="770"/>
                  </a:lnTo>
                  <a:lnTo>
                    <a:pt x="2681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14" name="Line 71">
              <a:extLst>
                <a:ext uri="{FF2B5EF4-FFF2-40B4-BE49-F238E27FC236}">
                  <a16:creationId xmlns:a16="http://schemas.microsoft.com/office/drawing/2014/main" id="{1C3E3DEA-AB4D-4BCB-B63B-54A266173A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988" y="1149350"/>
              <a:ext cx="4406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15" name="Line 73">
              <a:extLst>
                <a:ext uri="{FF2B5EF4-FFF2-40B4-BE49-F238E27FC236}">
                  <a16:creationId xmlns:a16="http://schemas.microsoft.com/office/drawing/2014/main" id="{15B0D7E7-C17F-4D06-99AC-D48AF0FDD0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663" y="1620838"/>
              <a:ext cx="300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16" name="Freeform 74">
              <a:extLst>
                <a:ext uri="{FF2B5EF4-FFF2-40B4-BE49-F238E27FC236}">
                  <a16:creationId xmlns:a16="http://schemas.microsoft.com/office/drawing/2014/main" id="{C55C9F5A-6CED-4723-B4A7-3DF053036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0" y="1471613"/>
              <a:ext cx="300038" cy="300037"/>
            </a:xfrm>
            <a:custGeom>
              <a:avLst/>
              <a:gdLst>
                <a:gd name="T0" fmla="*/ 2147483646 w 189"/>
                <a:gd name="T1" fmla="*/ 2147483646 h 189"/>
                <a:gd name="T2" fmla="*/ 0 w 189"/>
                <a:gd name="T3" fmla="*/ 2147483646 h 189"/>
                <a:gd name="T4" fmla="*/ 0 w 189"/>
                <a:gd name="T5" fmla="*/ 0 h 189"/>
                <a:gd name="T6" fmla="*/ 0 60000 65536"/>
                <a:gd name="T7" fmla="*/ 0 60000 65536"/>
                <a:gd name="T8" fmla="*/ 0 60000 65536"/>
                <a:gd name="T9" fmla="*/ 0 w 189"/>
                <a:gd name="T10" fmla="*/ 0 h 189"/>
                <a:gd name="T11" fmla="*/ 189 w 189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189">
                  <a:moveTo>
                    <a:pt x="189" y="94"/>
                  </a:moveTo>
                  <a:lnTo>
                    <a:pt x="0" y="189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17" name="Oval 76">
              <a:extLst>
                <a:ext uri="{FF2B5EF4-FFF2-40B4-BE49-F238E27FC236}">
                  <a16:creationId xmlns:a16="http://schemas.microsoft.com/office/drawing/2014/main" id="{CDAC14D7-D9A9-4BCE-8F71-EFFF2611A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325" y="1568450"/>
              <a:ext cx="96838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18" name="Line 77">
              <a:extLst>
                <a:ext uri="{FF2B5EF4-FFF2-40B4-BE49-F238E27FC236}">
                  <a16:creationId xmlns:a16="http://schemas.microsoft.com/office/drawing/2014/main" id="{090EFD8E-7E06-407E-A6FA-614697BE97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62163" y="1620838"/>
              <a:ext cx="14001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19" name="Freeform 78">
              <a:extLst>
                <a:ext uri="{FF2B5EF4-FFF2-40B4-BE49-F238E27FC236}">
                  <a16:creationId xmlns:a16="http://schemas.microsoft.com/office/drawing/2014/main" id="{51038483-971A-40BF-88AA-A1E916909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188" y="1620838"/>
              <a:ext cx="3187700" cy="2571750"/>
            </a:xfrm>
            <a:custGeom>
              <a:avLst/>
              <a:gdLst>
                <a:gd name="T0" fmla="*/ 2147483646 w 2008"/>
                <a:gd name="T1" fmla="*/ 2147483646 h 1620"/>
                <a:gd name="T2" fmla="*/ 0 w 2008"/>
                <a:gd name="T3" fmla="*/ 2147483646 h 1620"/>
                <a:gd name="T4" fmla="*/ 0 w 2008"/>
                <a:gd name="T5" fmla="*/ 0 h 1620"/>
                <a:gd name="T6" fmla="*/ 0 60000 65536"/>
                <a:gd name="T7" fmla="*/ 0 60000 65536"/>
                <a:gd name="T8" fmla="*/ 0 60000 65536"/>
                <a:gd name="T9" fmla="*/ 0 w 2008"/>
                <a:gd name="T10" fmla="*/ 0 h 1620"/>
                <a:gd name="T11" fmla="*/ 2008 w 2008"/>
                <a:gd name="T12" fmla="*/ 1620 h 16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08" h="1620">
                  <a:moveTo>
                    <a:pt x="2008" y="1620"/>
                  </a:moveTo>
                  <a:lnTo>
                    <a:pt x="0" y="162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20" name="Freeform 79">
              <a:extLst>
                <a:ext uri="{FF2B5EF4-FFF2-40B4-BE49-F238E27FC236}">
                  <a16:creationId xmlns:a16="http://schemas.microsoft.com/office/drawing/2014/main" id="{8BD990C4-4FCB-42C3-B60C-6FDE6EAD3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128713"/>
              <a:ext cx="65087" cy="63500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21" name="Freeform 80">
              <a:extLst>
                <a:ext uri="{FF2B5EF4-FFF2-40B4-BE49-F238E27FC236}">
                  <a16:creationId xmlns:a16="http://schemas.microsoft.com/office/drawing/2014/main" id="{20E56455-1741-42B8-B8A5-D7CA14884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577975"/>
              <a:ext cx="65087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22" name="Freeform 81">
              <a:extLst>
                <a:ext uri="{FF2B5EF4-FFF2-40B4-BE49-F238E27FC236}">
                  <a16:creationId xmlns:a16="http://schemas.microsoft.com/office/drawing/2014/main" id="{7D4B5BF2-B944-44C2-943B-DE6D29CE1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550" y="1585913"/>
              <a:ext cx="42863" cy="65087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6623" name="Rectangle 82">
              <a:extLst>
                <a:ext uri="{FF2B5EF4-FFF2-40B4-BE49-F238E27FC236}">
                  <a16:creationId xmlns:a16="http://schemas.microsoft.com/office/drawing/2014/main" id="{47BBF3A1-6A10-484F-9F97-568CDC4C0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4079875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24" name="Rectangle 83">
              <a:extLst>
                <a:ext uri="{FF2B5EF4-FFF2-40B4-BE49-F238E27FC236}">
                  <a16:creationId xmlns:a16="http://schemas.microsoft.com/office/drawing/2014/main" id="{FFFD94A9-FE21-4A95-B111-4A583AD6F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4249738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25" name="Rectangle 84">
              <a:extLst>
                <a:ext uri="{FF2B5EF4-FFF2-40B4-BE49-F238E27FC236}">
                  <a16:creationId xmlns:a16="http://schemas.microsoft.com/office/drawing/2014/main" id="{55D3EDF0-1566-4C82-B3DE-000555648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4344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26" name="Rectangle 85">
              <a:extLst>
                <a:ext uri="{FF2B5EF4-FFF2-40B4-BE49-F238E27FC236}">
                  <a16:creationId xmlns:a16="http://schemas.microsoft.com/office/drawing/2014/main" id="{D95E640F-ABA5-45CC-B6B8-19FD3A7F5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1820863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27" name="Oval 87">
              <a:extLst>
                <a:ext uri="{FF2B5EF4-FFF2-40B4-BE49-F238E27FC236}">
                  <a16:creationId xmlns:a16="http://schemas.microsoft.com/office/drawing/2014/main" id="{72FF4D1E-4B34-43A1-BB4C-0AF52E797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2090738"/>
              <a:ext cx="98425" cy="96837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28" name="Oval 89">
              <a:extLst>
                <a:ext uri="{FF2B5EF4-FFF2-40B4-BE49-F238E27FC236}">
                  <a16:creationId xmlns:a16="http://schemas.microsoft.com/office/drawing/2014/main" id="{E5CF1F52-40BE-4989-9609-2844D67C0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4511675"/>
              <a:ext cx="98425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29" name="Rectangle 90">
              <a:extLst>
                <a:ext uri="{FF2B5EF4-FFF2-40B4-BE49-F238E27FC236}">
                  <a16:creationId xmlns:a16="http://schemas.microsoft.com/office/drawing/2014/main" id="{82D695FB-5B4A-43B0-A493-A55E299D9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19161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30" name="AutoShape 92">
              <a:extLst>
                <a:ext uri="{FF2B5EF4-FFF2-40B4-BE49-F238E27FC236}">
                  <a16:creationId xmlns:a16="http://schemas.microsoft.com/office/drawing/2014/main" id="{7668AF29-AA01-4790-92FA-A6114F645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900" y="3355975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31" name="AutoShape 94">
              <a:extLst>
                <a:ext uri="{FF2B5EF4-FFF2-40B4-BE49-F238E27FC236}">
                  <a16:creationId xmlns:a16="http://schemas.microsoft.com/office/drawing/2014/main" id="{E5B4801A-6BB0-4D84-BE3F-7613B872D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6800" y="1073150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632" name="Line 95">
              <a:extLst>
                <a:ext uri="{FF2B5EF4-FFF2-40B4-BE49-F238E27FC236}">
                  <a16:creationId xmlns:a16="http://schemas.microsoft.com/office/drawing/2014/main" id="{4D02CF88-11A6-47E7-895B-5790B599CA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3700" y="1465263"/>
              <a:ext cx="300038" cy="1571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5631BAF2-4E71-3743-8CB9-DBA0A67D625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are the inputs and outputs?</a:t>
            </a:r>
          </a:p>
        </p:txBody>
      </p:sp>
      <p:grpSp>
        <p:nvGrpSpPr>
          <p:cNvPr id="67586" name="Group 6">
            <a:extLst>
              <a:ext uri="{FF2B5EF4-FFF2-40B4-BE49-F238E27FC236}">
                <a16:creationId xmlns:a16="http://schemas.microsoft.com/office/drawing/2014/main" id="{28F7DDB3-2EDE-4D8E-BA51-6CD314C28697}"/>
              </a:ext>
            </a:extLst>
          </p:cNvPr>
          <p:cNvGrpSpPr>
            <a:grpSpLocks/>
          </p:cNvGrpSpPr>
          <p:nvPr/>
        </p:nvGrpSpPr>
        <p:grpSpPr bwMode="auto">
          <a:xfrm>
            <a:off x="800100" y="1598613"/>
            <a:ext cx="7789863" cy="4127500"/>
            <a:chOff x="800100" y="820738"/>
            <a:chExt cx="7789863" cy="4127500"/>
          </a:xfrm>
        </p:grpSpPr>
        <p:sp>
          <p:nvSpPr>
            <p:cNvPr id="67591" name="Freeform 9">
              <a:extLst>
                <a:ext uri="{FF2B5EF4-FFF2-40B4-BE49-F238E27FC236}">
                  <a16:creationId xmlns:a16="http://schemas.microsoft.com/office/drawing/2014/main" id="{9AEF540B-8B7C-4CC1-B02E-2521E8448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663" y="1149350"/>
              <a:ext cx="1198562" cy="2592388"/>
            </a:xfrm>
            <a:custGeom>
              <a:avLst/>
              <a:gdLst>
                <a:gd name="T0" fmla="*/ 0 w 755"/>
                <a:gd name="T1" fmla="*/ 0 h 1633"/>
                <a:gd name="T2" fmla="*/ 0 w 755"/>
                <a:gd name="T3" fmla="*/ 2147483646 h 1633"/>
                <a:gd name="T4" fmla="*/ 2147483646 w 755"/>
                <a:gd name="T5" fmla="*/ 2147483646 h 1633"/>
                <a:gd name="T6" fmla="*/ 0 60000 65536"/>
                <a:gd name="T7" fmla="*/ 0 60000 65536"/>
                <a:gd name="T8" fmla="*/ 0 60000 65536"/>
                <a:gd name="T9" fmla="*/ 0 w 755"/>
                <a:gd name="T10" fmla="*/ 0 h 1633"/>
                <a:gd name="T11" fmla="*/ 755 w 755"/>
                <a:gd name="T12" fmla="*/ 1633 h 16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55" h="1633">
                  <a:moveTo>
                    <a:pt x="0" y="0"/>
                  </a:moveTo>
                  <a:lnTo>
                    <a:pt x="0" y="1633"/>
                  </a:lnTo>
                  <a:lnTo>
                    <a:pt x="755" y="163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592" name="Freeform 10">
              <a:extLst>
                <a:ext uri="{FF2B5EF4-FFF2-40B4-BE49-F238E27FC236}">
                  <a16:creationId xmlns:a16="http://schemas.microsoft.com/office/drawing/2014/main" id="{48D9A69F-9E62-44E7-A9F8-ED7BFF3E1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8" y="4492625"/>
              <a:ext cx="1603375" cy="300038"/>
            </a:xfrm>
            <a:custGeom>
              <a:avLst/>
              <a:gdLst>
                <a:gd name="T0" fmla="*/ 0 w 1010"/>
                <a:gd name="T1" fmla="*/ 2147483646 h 189"/>
                <a:gd name="T2" fmla="*/ 2147483646 w 1010"/>
                <a:gd name="T3" fmla="*/ 2147483646 h 189"/>
                <a:gd name="T4" fmla="*/ 2147483646 w 1010"/>
                <a:gd name="T5" fmla="*/ 0 h 189"/>
                <a:gd name="T6" fmla="*/ 0 60000 65536"/>
                <a:gd name="T7" fmla="*/ 0 60000 65536"/>
                <a:gd name="T8" fmla="*/ 0 60000 65536"/>
                <a:gd name="T9" fmla="*/ 0 w 1010"/>
                <a:gd name="T10" fmla="*/ 0 h 189"/>
                <a:gd name="T11" fmla="*/ 1010 w 1010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0" h="189">
                  <a:moveTo>
                    <a:pt x="0" y="189"/>
                  </a:moveTo>
                  <a:lnTo>
                    <a:pt x="1010" y="189"/>
                  </a:lnTo>
                  <a:lnTo>
                    <a:pt x="101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593" name="Freeform 11">
              <a:extLst>
                <a:ext uri="{FF2B5EF4-FFF2-40B4-BE49-F238E27FC236}">
                  <a16:creationId xmlns:a16="http://schemas.microsoft.com/office/drawing/2014/main" id="{CC888CFA-8D29-44EF-B538-ECAB66E35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138" y="2071688"/>
              <a:ext cx="1304925" cy="2720975"/>
            </a:xfrm>
            <a:custGeom>
              <a:avLst/>
              <a:gdLst>
                <a:gd name="T0" fmla="*/ 0 w 822"/>
                <a:gd name="T1" fmla="*/ 2147483646 h 1714"/>
                <a:gd name="T2" fmla="*/ 0 w 822"/>
                <a:gd name="T3" fmla="*/ 2147483646 h 1714"/>
                <a:gd name="T4" fmla="*/ 2147483646 w 822"/>
                <a:gd name="T5" fmla="*/ 2147483646 h 1714"/>
                <a:gd name="T6" fmla="*/ 2147483646 w 822"/>
                <a:gd name="T7" fmla="*/ 0 h 17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22"/>
                <a:gd name="T13" fmla="*/ 0 h 1714"/>
                <a:gd name="T14" fmla="*/ 822 w 822"/>
                <a:gd name="T15" fmla="*/ 1714 h 17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22" h="1714">
                  <a:moveTo>
                    <a:pt x="0" y="1714"/>
                  </a:moveTo>
                  <a:lnTo>
                    <a:pt x="0" y="378"/>
                  </a:lnTo>
                  <a:lnTo>
                    <a:pt x="822" y="378"/>
                  </a:lnTo>
                  <a:lnTo>
                    <a:pt x="82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594" name="Line 16">
              <a:extLst>
                <a:ext uri="{FF2B5EF4-FFF2-40B4-BE49-F238E27FC236}">
                  <a16:creationId xmlns:a16="http://schemas.microsoft.com/office/drawing/2014/main" id="{035E2257-16AF-4AF5-AD15-B5E6CB6609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441700"/>
              <a:ext cx="3206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595" name="Line 17">
              <a:extLst>
                <a:ext uri="{FF2B5EF4-FFF2-40B4-BE49-F238E27FC236}">
                  <a16:creationId xmlns:a16="http://schemas.microsoft.com/office/drawing/2014/main" id="{D6EA1C0E-343D-4946-B299-42714F8BB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7417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596" name="Rectangle 19">
              <a:extLst>
                <a:ext uri="{FF2B5EF4-FFF2-40B4-BE49-F238E27FC236}">
                  <a16:creationId xmlns:a16="http://schemas.microsoft.com/office/drawing/2014/main" id="{99F57EDA-8546-4CF7-BF20-7237AC121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849313"/>
              <a:ext cx="747712" cy="122237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597" name="Rectangle 20">
              <a:extLst>
                <a:ext uri="{FF2B5EF4-FFF2-40B4-BE49-F238E27FC236}">
                  <a16:creationId xmlns:a16="http://schemas.microsoft.com/office/drawing/2014/main" id="{7D73E664-9686-4BF7-80A0-1AEAFB222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1058863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598" name="Rectangle 21">
              <a:extLst>
                <a:ext uri="{FF2B5EF4-FFF2-40B4-BE49-F238E27FC236}">
                  <a16:creationId xmlns:a16="http://schemas.microsoft.com/office/drawing/2014/main" id="{849555DA-ECAF-4C96-9AEE-833106AAE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1050925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599" name="Line 22">
              <a:extLst>
                <a:ext uri="{FF2B5EF4-FFF2-40B4-BE49-F238E27FC236}">
                  <a16:creationId xmlns:a16="http://schemas.microsoft.com/office/drawing/2014/main" id="{AFCC2377-F76E-4D03-99EC-F69E852E7B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1663700"/>
              <a:ext cx="106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0" name="Freeform 23">
              <a:extLst>
                <a:ext uri="{FF2B5EF4-FFF2-40B4-BE49-F238E27FC236}">
                  <a16:creationId xmlns:a16="http://schemas.microsoft.com/office/drawing/2014/main" id="{FCC2B87B-9AC4-4560-879F-698960445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1385888"/>
              <a:ext cx="149225" cy="149225"/>
            </a:xfrm>
            <a:custGeom>
              <a:avLst/>
              <a:gdLst>
                <a:gd name="T0" fmla="*/ 0 w 94"/>
                <a:gd name="T1" fmla="*/ 2147483646 h 94"/>
                <a:gd name="T2" fmla="*/ 2147483646 w 94"/>
                <a:gd name="T3" fmla="*/ 2147483646 h 94"/>
                <a:gd name="T4" fmla="*/ 0 w 94"/>
                <a:gd name="T5" fmla="*/ 0 h 94"/>
                <a:gd name="T6" fmla="*/ 0 60000 65536"/>
                <a:gd name="T7" fmla="*/ 0 60000 65536"/>
                <a:gd name="T8" fmla="*/ 0 60000 65536"/>
                <a:gd name="T9" fmla="*/ 0 w 94"/>
                <a:gd name="T10" fmla="*/ 0 h 94"/>
                <a:gd name="T11" fmla="*/ 94 w 94"/>
                <a:gd name="T12" fmla="*/ 94 h 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94">
                  <a:moveTo>
                    <a:pt x="0" y="94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1" name="Freeform 24">
              <a:extLst>
                <a:ext uri="{FF2B5EF4-FFF2-40B4-BE49-F238E27FC236}">
                  <a16:creationId xmlns:a16="http://schemas.microsoft.com/office/drawing/2014/main" id="{A6F7B21D-C0AC-4143-AEAE-13C2EE3ED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3870325"/>
              <a:ext cx="63500" cy="42863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6"/>
                  </a:moveTo>
                  <a:cubicBezTo>
                    <a:pt x="0" y="1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16"/>
                    <a:pt x="60" y="16"/>
                  </a:cubicBezTo>
                  <a:cubicBezTo>
                    <a:pt x="60" y="29"/>
                    <a:pt x="49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24" y="40"/>
                    <a:pt x="24" y="40"/>
                  </a:cubicBezTo>
                  <a:cubicBezTo>
                    <a:pt x="11" y="40"/>
                    <a:pt x="0" y="29"/>
                    <a:pt x="0" y="1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2" name="Line 25">
              <a:extLst>
                <a:ext uri="{FF2B5EF4-FFF2-40B4-BE49-F238E27FC236}">
                  <a16:creationId xmlns:a16="http://schemas.microsoft.com/office/drawing/2014/main" id="{F27E0C0A-F39A-4447-85D3-238135787F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0688" y="17716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3" name="Line 28">
              <a:extLst>
                <a:ext uri="{FF2B5EF4-FFF2-40B4-BE49-F238E27FC236}">
                  <a16:creationId xmlns:a16="http://schemas.microsoft.com/office/drawing/2014/main" id="{BA61BDEE-939B-4CD7-A635-62C0AB5737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1920875"/>
              <a:ext cx="298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4" name="Line 29">
              <a:extLst>
                <a:ext uri="{FF2B5EF4-FFF2-40B4-BE49-F238E27FC236}">
                  <a16:creationId xmlns:a16="http://schemas.microsoft.com/office/drawing/2014/main" id="{B15C95EA-3101-4F33-9955-85EDD2CC1C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1771650"/>
              <a:ext cx="1508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5" name="Freeform 30">
              <a:extLst>
                <a:ext uri="{FF2B5EF4-FFF2-40B4-BE49-F238E27FC236}">
                  <a16:creationId xmlns:a16="http://schemas.microsoft.com/office/drawing/2014/main" id="{6D950C54-CF57-44FA-969F-5C7606525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511300"/>
              <a:ext cx="638175" cy="254000"/>
            </a:xfrm>
            <a:custGeom>
              <a:avLst/>
              <a:gdLst>
                <a:gd name="T0" fmla="*/ 0 w 598"/>
                <a:gd name="T1" fmla="*/ 0 h 238"/>
                <a:gd name="T2" fmla="*/ 2147483646 w 598"/>
                <a:gd name="T3" fmla="*/ 2147483646 h 238"/>
                <a:gd name="T4" fmla="*/ 2147483646 w 598"/>
                <a:gd name="T5" fmla="*/ 2147483646 h 238"/>
                <a:gd name="T6" fmla="*/ 2147483646 w 598"/>
                <a:gd name="T7" fmla="*/ 2147483646 h 238"/>
                <a:gd name="T8" fmla="*/ 2147483646 w 598"/>
                <a:gd name="T9" fmla="*/ 2147483646 h 238"/>
                <a:gd name="T10" fmla="*/ 2147483646 w 598"/>
                <a:gd name="T11" fmla="*/ 2147483646 h 238"/>
                <a:gd name="T12" fmla="*/ 2147483646 w 598"/>
                <a:gd name="T13" fmla="*/ 2147483646 h 238"/>
                <a:gd name="T14" fmla="*/ 2147483646 w 598"/>
                <a:gd name="T15" fmla="*/ 2147483646 h 238"/>
                <a:gd name="T16" fmla="*/ 2147483646 w 598"/>
                <a:gd name="T17" fmla="*/ 2147483646 h 238"/>
                <a:gd name="T18" fmla="*/ 2147483646 w 598"/>
                <a:gd name="T19" fmla="*/ 2147483646 h 238"/>
                <a:gd name="T20" fmla="*/ 2147483646 w 598"/>
                <a:gd name="T21" fmla="*/ 2147483646 h 238"/>
                <a:gd name="T22" fmla="*/ 2147483646 w 598"/>
                <a:gd name="T23" fmla="*/ 2147483646 h 238"/>
                <a:gd name="T24" fmla="*/ 2147483646 w 598"/>
                <a:gd name="T25" fmla="*/ 2147483646 h 238"/>
                <a:gd name="T26" fmla="*/ 2147483646 w 598"/>
                <a:gd name="T27" fmla="*/ 2147483646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8"/>
                <a:gd name="T44" fmla="*/ 598 w 598"/>
                <a:gd name="T45" fmla="*/ 238 h 2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8">
                  <a:moveTo>
                    <a:pt x="0" y="0"/>
                  </a:moveTo>
                  <a:cubicBezTo>
                    <a:pt x="252" y="0"/>
                    <a:pt x="252" y="0"/>
                    <a:pt x="270" y="1"/>
                  </a:cubicBezTo>
                  <a:cubicBezTo>
                    <a:pt x="288" y="3"/>
                    <a:pt x="288" y="3"/>
                    <a:pt x="305" y="5"/>
                  </a:cubicBezTo>
                  <a:cubicBezTo>
                    <a:pt x="323" y="8"/>
                    <a:pt x="323" y="8"/>
                    <a:pt x="343" y="14"/>
                  </a:cubicBezTo>
                  <a:cubicBezTo>
                    <a:pt x="363" y="20"/>
                    <a:pt x="363" y="20"/>
                    <a:pt x="380" y="29"/>
                  </a:cubicBezTo>
                  <a:cubicBezTo>
                    <a:pt x="398" y="38"/>
                    <a:pt x="398" y="38"/>
                    <a:pt x="413" y="46"/>
                  </a:cubicBezTo>
                  <a:cubicBezTo>
                    <a:pt x="429" y="55"/>
                    <a:pt x="429" y="55"/>
                    <a:pt x="442" y="63"/>
                  </a:cubicBezTo>
                  <a:cubicBezTo>
                    <a:pt x="454" y="71"/>
                    <a:pt x="454" y="71"/>
                    <a:pt x="463" y="78"/>
                  </a:cubicBezTo>
                  <a:cubicBezTo>
                    <a:pt x="472" y="85"/>
                    <a:pt x="472" y="85"/>
                    <a:pt x="482" y="92"/>
                  </a:cubicBezTo>
                  <a:cubicBezTo>
                    <a:pt x="492" y="99"/>
                    <a:pt x="492" y="99"/>
                    <a:pt x="502" y="110"/>
                  </a:cubicBezTo>
                  <a:cubicBezTo>
                    <a:pt x="513" y="121"/>
                    <a:pt x="513" y="121"/>
                    <a:pt x="525" y="136"/>
                  </a:cubicBezTo>
                  <a:cubicBezTo>
                    <a:pt x="538" y="151"/>
                    <a:pt x="538" y="151"/>
                    <a:pt x="550" y="169"/>
                  </a:cubicBezTo>
                  <a:cubicBezTo>
                    <a:pt x="563" y="186"/>
                    <a:pt x="563" y="186"/>
                    <a:pt x="576" y="205"/>
                  </a:cubicBezTo>
                  <a:cubicBezTo>
                    <a:pt x="589" y="223"/>
                    <a:pt x="589" y="223"/>
                    <a:pt x="598" y="238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6" name="Freeform 31">
              <a:extLst>
                <a:ext uri="{FF2B5EF4-FFF2-40B4-BE49-F238E27FC236}">
                  <a16:creationId xmlns:a16="http://schemas.microsoft.com/office/drawing/2014/main" id="{C377E55E-E736-4FFE-A214-74C6D2D5F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766888"/>
              <a:ext cx="638175" cy="254000"/>
            </a:xfrm>
            <a:custGeom>
              <a:avLst/>
              <a:gdLst>
                <a:gd name="T0" fmla="*/ 0 w 598"/>
                <a:gd name="T1" fmla="*/ 2147483646 h 237"/>
                <a:gd name="T2" fmla="*/ 2147483646 w 598"/>
                <a:gd name="T3" fmla="*/ 2147483646 h 237"/>
                <a:gd name="T4" fmla="*/ 2147483646 w 598"/>
                <a:gd name="T5" fmla="*/ 2147483646 h 237"/>
                <a:gd name="T6" fmla="*/ 2147483646 w 598"/>
                <a:gd name="T7" fmla="*/ 2147483646 h 237"/>
                <a:gd name="T8" fmla="*/ 2147483646 w 598"/>
                <a:gd name="T9" fmla="*/ 2147483646 h 237"/>
                <a:gd name="T10" fmla="*/ 2147483646 w 598"/>
                <a:gd name="T11" fmla="*/ 2147483646 h 237"/>
                <a:gd name="T12" fmla="*/ 2147483646 w 598"/>
                <a:gd name="T13" fmla="*/ 2147483646 h 237"/>
                <a:gd name="T14" fmla="*/ 2147483646 w 598"/>
                <a:gd name="T15" fmla="*/ 2147483646 h 237"/>
                <a:gd name="T16" fmla="*/ 2147483646 w 598"/>
                <a:gd name="T17" fmla="*/ 2147483646 h 237"/>
                <a:gd name="T18" fmla="*/ 2147483646 w 598"/>
                <a:gd name="T19" fmla="*/ 2147483646 h 237"/>
                <a:gd name="T20" fmla="*/ 2147483646 w 598"/>
                <a:gd name="T21" fmla="*/ 2147483646 h 237"/>
                <a:gd name="T22" fmla="*/ 2147483646 w 598"/>
                <a:gd name="T23" fmla="*/ 2147483646 h 237"/>
                <a:gd name="T24" fmla="*/ 2147483646 w 598"/>
                <a:gd name="T25" fmla="*/ 2147483646 h 237"/>
                <a:gd name="T26" fmla="*/ 2147483646 w 598"/>
                <a:gd name="T27" fmla="*/ 0 h 2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7"/>
                <a:gd name="T44" fmla="*/ 598 w 598"/>
                <a:gd name="T45" fmla="*/ 237 h 2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7">
                  <a:moveTo>
                    <a:pt x="0" y="237"/>
                  </a:moveTo>
                  <a:cubicBezTo>
                    <a:pt x="252" y="237"/>
                    <a:pt x="252" y="237"/>
                    <a:pt x="270" y="236"/>
                  </a:cubicBezTo>
                  <a:cubicBezTo>
                    <a:pt x="288" y="235"/>
                    <a:pt x="288" y="235"/>
                    <a:pt x="305" y="232"/>
                  </a:cubicBezTo>
                  <a:cubicBezTo>
                    <a:pt x="323" y="230"/>
                    <a:pt x="323" y="230"/>
                    <a:pt x="343" y="224"/>
                  </a:cubicBezTo>
                  <a:cubicBezTo>
                    <a:pt x="363" y="217"/>
                    <a:pt x="363" y="217"/>
                    <a:pt x="380" y="209"/>
                  </a:cubicBezTo>
                  <a:cubicBezTo>
                    <a:pt x="398" y="200"/>
                    <a:pt x="398" y="200"/>
                    <a:pt x="413" y="191"/>
                  </a:cubicBezTo>
                  <a:cubicBezTo>
                    <a:pt x="429" y="182"/>
                    <a:pt x="429" y="182"/>
                    <a:pt x="442" y="174"/>
                  </a:cubicBezTo>
                  <a:cubicBezTo>
                    <a:pt x="454" y="166"/>
                    <a:pt x="454" y="166"/>
                    <a:pt x="463" y="159"/>
                  </a:cubicBezTo>
                  <a:cubicBezTo>
                    <a:pt x="472" y="152"/>
                    <a:pt x="472" y="152"/>
                    <a:pt x="482" y="146"/>
                  </a:cubicBezTo>
                  <a:cubicBezTo>
                    <a:pt x="492" y="139"/>
                    <a:pt x="492" y="139"/>
                    <a:pt x="502" y="127"/>
                  </a:cubicBezTo>
                  <a:cubicBezTo>
                    <a:pt x="513" y="116"/>
                    <a:pt x="513" y="116"/>
                    <a:pt x="525" y="101"/>
                  </a:cubicBezTo>
                  <a:cubicBezTo>
                    <a:pt x="538" y="86"/>
                    <a:pt x="538" y="86"/>
                    <a:pt x="550" y="69"/>
                  </a:cubicBezTo>
                  <a:cubicBezTo>
                    <a:pt x="563" y="51"/>
                    <a:pt x="563" y="51"/>
                    <a:pt x="576" y="33"/>
                  </a:cubicBezTo>
                  <a:cubicBezTo>
                    <a:pt x="589" y="15"/>
                    <a:pt x="589" y="15"/>
                    <a:pt x="598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7" name="Freeform 32">
              <a:extLst>
                <a:ext uri="{FF2B5EF4-FFF2-40B4-BE49-F238E27FC236}">
                  <a16:creationId xmlns:a16="http://schemas.microsoft.com/office/drawing/2014/main" id="{DB302D0A-50F4-4DBF-B11B-053C2A51E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511300"/>
              <a:ext cx="74613" cy="255588"/>
            </a:xfrm>
            <a:custGeom>
              <a:avLst/>
              <a:gdLst>
                <a:gd name="T0" fmla="*/ 0 w 71"/>
                <a:gd name="T1" fmla="*/ 0 h 239"/>
                <a:gd name="T2" fmla="*/ 2147483646 w 71"/>
                <a:gd name="T3" fmla="*/ 2147483646 h 239"/>
                <a:gd name="T4" fmla="*/ 2147483646 w 71"/>
                <a:gd name="T5" fmla="*/ 2147483646 h 239"/>
                <a:gd name="T6" fmla="*/ 2147483646 w 71"/>
                <a:gd name="T7" fmla="*/ 2147483646 h 239"/>
                <a:gd name="T8" fmla="*/ 2147483646 w 71"/>
                <a:gd name="T9" fmla="*/ 2147483646 h 239"/>
                <a:gd name="T10" fmla="*/ 2147483646 w 71"/>
                <a:gd name="T11" fmla="*/ 2147483646 h 239"/>
                <a:gd name="T12" fmla="*/ 2147483646 w 71"/>
                <a:gd name="T13" fmla="*/ 2147483646 h 239"/>
                <a:gd name="T14" fmla="*/ 2147483646 w 71"/>
                <a:gd name="T15" fmla="*/ 214748364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9"/>
                <a:gd name="T26" fmla="*/ 71 w 71"/>
                <a:gd name="T27" fmla="*/ 239 h 2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9">
                  <a:moveTo>
                    <a:pt x="0" y="0"/>
                  </a:moveTo>
                  <a:cubicBezTo>
                    <a:pt x="16" y="29"/>
                    <a:pt x="16" y="29"/>
                    <a:pt x="23" y="44"/>
                  </a:cubicBezTo>
                  <a:cubicBezTo>
                    <a:pt x="29" y="59"/>
                    <a:pt x="29" y="59"/>
                    <a:pt x="36" y="77"/>
                  </a:cubicBezTo>
                  <a:cubicBezTo>
                    <a:pt x="43" y="95"/>
                    <a:pt x="43" y="95"/>
                    <a:pt x="48" y="113"/>
                  </a:cubicBezTo>
                  <a:cubicBezTo>
                    <a:pt x="54" y="131"/>
                    <a:pt x="54" y="131"/>
                    <a:pt x="59" y="150"/>
                  </a:cubicBezTo>
                  <a:cubicBezTo>
                    <a:pt x="65" y="168"/>
                    <a:pt x="65" y="168"/>
                    <a:pt x="66" y="183"/>
                  </a:cubicBezTo>
                  <a:cubicBezTo>
                    <a:pt x="68" y="199"/>
                    <a:pt x="68" y="199"/>
                    <a:pt x="69" y="208"/>
                  </a:cubicBezTo>
                  <a:cubicBezTo>
                    <a:pt x="71" y="218"/>
                    <a:pt x="71" y="218"/>
                    <a:pt x="70" y="239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8" name="Freeform 33">
              <a:extLst>
                <a:ext uri="{FF2B5EF4-FFF2-40B4-BE49-F238E27FC236}">
                  <a16:creationId xmlns:a16="http://schemas.microsoft.com/office/drawing/2014/main" id="{F271E128-42C4-410E-B3C4-22D4E55BA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765300"/>
              <a:ext cx="74613" cy="255588"/>
            </a:xfrm>
            <a:custGeom>
              <a:avLst/>
              <a:gdLst>
                <a:gd name="T0" fmla="*/ 0 w 71"/>
                <a:gd name="T1" fmla="*/ 2147483646 h 238"/>
                <a:gd name="T2" fmla="*/ 2147483646 w 71"/>
                <a:gd name="T3" fmla="*/ 2147483646 h 238"/>
                <a:gd name="T4" fmla="*/ 2147483646 w 71"/>
                <a:gd name="T5" fmla="*/ 2147483646 h 238"/>
                <a:gd name="T6" fmla="*/ 2147483646 w 71"/>
                <a:gd name="T7" fmla="*/ 2147483646 h 238"/>
                <a:gd name="T8" fmla="*/ 2147483646 w 71"/>
                <a:gd name="T9" fmla="*/ 2147483646 h 238"/>
                <a:gd name="T10" fmla="*/ 2147483646 w 71"/>
                <a:gd name="T11" fmla="*/ 2147483646 h 238"/>
                <a:gd name="T12" fmla="*/ 2147483646 w 71"/>
                <a:gd name="T13" fmla="*/ 2147483646 h 238"/>
                <a:gd name="T14" fmla="*/ 2147483646 w 71"/>
                <a:gd name="T15" fmla="*/ 0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8"/>
                <a:gd name="T26" fmla="*/ 71 w 71"/>
                <a:gd name="T27" fmla="*/ 238 h 2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8">
                  <a:moveTo>
                    <a:pt x="0" y="238"/>
                  </a:moveTo>
                  <a:cubicBezTo>
                    <a:pt x="16" y="210"/>
                    <a:pt x="16" y="210"/>
                    <a:pt x="23" y="195"/>
                  </a:cubicBezTo>
                  <a:cubicBezTo>
                    <a:pt x="29" y="180"/>
                    <a:pt x="29" y="180"/>
                    <a:pt x="36" y="162"/>
                  </a:cubicBezTo>
                  <a:cubicBezTo>
                    <a:pt x="43" y="143"/>
                    <a:pt x="43" y="143"/>
                    <a:pt x="48" y="125"/>
                  </a:cubicBezTo>
                  <a:cubicBezTo>
                    <a:pt x="54" y="107"/>
                    <a:pt x="54" y="107"/>
                    <a:pt x="59" y="89"/>
                  </a:cubicBezTo>
                  <a:cubicBezTo>
                    <a:pt x="65" y="71"/>
                    <a:pt x="65" y="71"/>
                    <a:pt x="66" y="55"/>
                  </a:cubicBezTo>
                  <a:cubicBezTo>
                    <a:pt x="68" y="40"/>
                    <a:pt x="68" y="40"/>
                    <a:pt x="69" y="30"/>
                  </a:cubicBezTo>
                  <a:cubicBezTo>
                    <a:pt x="71" y="21"/>
                    <a:pt x="71" y="21"/>
                    <a:pt x="70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09" name="Line 34">
              <a:extLst>
                <a:ext uri="{FF2B5EF4-FFF2-40B4-BE49-F238E27FC236}">
                  <a16:creationId xmlns:a16="http://schemas.microsoft.com/office/drawing/2014/main" id="{BEB3408D-DFC7-4DD0-A7B3-3ABA6892A2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0688" y="38925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10" name="Freeform 35">
              <a:extLst>
                <a:ext uri="{FF2B5EF4-FFF2-40B4-BE49-F238E27FC236}">
                  <a16:creationId xmlns:a16="http://schemas.microsoft.com/office/drawing/2014/main" id="{FFE1BDBE-0CE3-476E-8A30-1E8C38C7B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813" y="1471613"/>
              <a:ext cx="600075" cy="2420937"/>
            </a:xfrm>
            <a:custGeom>
              <a:avLst/>
              <a:gdLst>
                <a:gd name="T0" fmla="*/ 0 w 378"/>
                <a:gd name="T1" fmla="*/ 2147483646 h 1525"/>
                <a:gd name="T2" fmla="*/ 0 w 378"/>
                <a:gd name="T3" fmla="*/ 0 h 1525"/>
                <a:gd name="T4" fmla="*/ 2147483646 w 378"/>
                <a:gd name="T5" fmla="*/ 0 h 1525"/>
                <a:gd name="T6" fmla="*/ 0 60000 65536"/>
                <a:gd name="T7" fmla="*/ 0 60000 65536"/>
                <a:gd name="T8" fmla="*/ 0 60000 65536"/>
                <a:gd name="T9" fmla="*/ 0 w 378"/>
                <a:gd name="T10" fmla="*/ 0 h 1525"/>
                <a:gd name="T11" fmla="*/ 378 w 378"/>
                <a:gd name="T12" fmla="*/ 1525 h 15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8" h="1525">
                  <a:moveTo>
                    <a:pt x="0" y="1525"/>
                  </a:moveTo>
                  <a:lnTo>
                    <a:pt x="0" y="0"/>
                  </a:lnTo>
                  <a:lnTo>
                    <a:pt x="3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11" name="Freeform 36">
              <a:extLst>
                <a:ext uri="{FF2B5EF4-FFF2-40B4-BE49-F238E27FC236}">
                  <a16:creationId xmlns:a16="http://schemas.microsoft.com/office/drawing/2014/main" id="{C85D53E2-6C2D-410D-8E5A-A2502490A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625" y="4762500"/>
              <a:ext cx="63500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12" name="Line 42">
              <a:extLst>
                <a:ext uri="{FF2B5EF4-FFF2-40B4-BE49-F238E27FC236}">
                  <a16:creationId xmlns:a16="http://schemas.microsoft.com/office/drawing/2014/main" id="{77DF1B1E-592C-4D4F-ADBA-796E1AA5C2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18350" y="1471613"/>
              <a:ext cx="298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13" name="Line 43">
              <a:extLst>
                <a:ext uri="{FF2B5EF4-FFF2-40B4-BE49-F238E27FC236}">
                  <a16:creationId xmlns:a16="http://schemas.microsoft.com/office/drawing/2014/main" id="{B98AE7DC-6B0E-4B58-8CAB-9C87089B65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6875" y="1320800"/>
              <a:ext cx="1698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14" name="Line 44">
              <a:extLst>
                <a:ext uri="{FF2B5EF4-FFF2-40B4-BE49-F238E27FC236}">
                  <a16:creationId xmlns:a16="http://schemas.microsoft.com/office/drawing/2014/main" id="{B9E9699A-ABB0-488D-A11F-990B8BCCD2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7600" y="1136650"/>
              <a:ext cx="1219200" cy="12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15" name="Freeform 45">
              <a:extLst>
                <a:ext uri="{FF2B5EF4-FFF2-40B4-BE49-F238E27FC236}">
                  <a16:creationId xmlns:a16="http://schemas.microsoft.com/office/drawing/2014/main" id="{1F0DAD90-0F79-4E3D-9EC7-8C8CA2D68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7600" y="1471613"/>
              <a:ext cx="920750" cy="2120900"/>
            </a:xfrm>
            <a:custGeom>
              <a:avLst/>
              <a:gdLst>
                <a:gd name="T0" fmla="*/ 0 w 580"/>
                <a:gd name="T1" fmla="*/ 2147483646 h 1336"/>
                <a:gd name="T2" fmla="*/ 2147483646 w 580"/>
                <a:gd name="T3" fmla="*/ 2147483646 h 1336"/>
                <a:gd name="T4" fmla="*/ 2147483646 w 580"/>
                <a:gd name="T5" fmla="*/ 0 h 1336"/>
                <a:gd name="T6" fmla="*/ 0 60000 65536"/>
                <a:gd name="T7" fmla="*/ 0 60000 65536"/>
                <a:gd name="T8" fmla="*/ 0 60000 65536"/>
                <a:gd name="T9" fmla="*/ 0 w 580"/>
                <a:gd name="T10" fmla="*/ 0 h 1336"/>
                <a:gd name="T11" fmla="*/ 580 w 580"/>
                <a:gd name="T12" fmla="*/ 1336 h 1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0" h="1336">
                  <a:moveTo>
                    <a:pt x="0" y="1336"/>
                  </a:moveTo>
                  <a:lnTo>
                    <a:pt x="580" y="1336"/>
                  </a:lnTo>
                  <a:lnTo>
                    <a:pt x="58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16" name="Line 46">
              <a:extLst>
                <a:ext uri="{FF2B5EF4-FFF2-40B4-BE49-F238E27FC236}">
                  <a16:creationId xmlns:a16="http://schemas.microsoft.com/office/drawing/2014/main" id="{B362E45B-A4B7-4290-9651-887FA199E7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86738" y="1320800"/>
              <a:ext cx="150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17" name="Rectangle 47">
              <a:extLst>
                <a:ext uri="{FF2B5EF4-FFF2-40B4-BE49-F238E27FC236}">
                  <a16:creationId xmlns:a16="http://schemas.microsoft.com/office/drawing/2014/main" id="{641F18EE-3177-42ED-BD18-AC4172072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16637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18" name="Rectangle 48">
              <a:extLst>
                <a:ext uri="{FF2B5EF4-FFF2-40B4-BE49-F238E27FC236}">
                  <a16:creationId xmlns:a16="http://schemas.microsoft.com/office/drawing/2014/main" id="{21261506-CFB9-4251-AE7E-D45C83C05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288" y="3786188"/>
              <a:ext cx="59690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Clock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19" name="Freeform 49">
              <a:extLst>
                <a:ext uri="{FF2B5EF4-FFF2-40B4-BE49-F238E27FC236}">
                  <a16:creationId xmlns:a16="http://schemas.microsoft.com/office/drawing/2014/main" id="{F52DFDE5-D7E5-4408-8892-394528D92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120775"/>
              <a:ext cx="41275" cy="63500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20" name="Rectangle 50">
              <a:extLst>
                <a:ext uri="{FF2B5EF4-FFF2-40B4-BE49-F238E27FC236}">
                  <a16:creationId xmlns:a16="http://schemas.microsoft.com/office/drawing/2014/main" id="{234EEC15-0C10-426D-B753-9F828644B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813" y="4676775"/>
              <a:ext cx="73183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Resetn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21" name="Rectangle 51">
              <a:extLst>
                <a:ext uri="{FF2B5EF4-FFF2-40B4-BE49-F238E27FC236}">
                  <a16:creationId xmlns:a16="http://schemas.microsoft.com/office/drawing/2014/main" id="{036D7F09-329C-4701-9748-EA0E0DE3B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326707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22" name="Rectangle 52">
              <a:extLst>
                <a:ext uri="{FF2B5EF4-FFF2-40B4-BE49-F238E27FC236}">
                  <a16:creationId xmlns:a16="http://schemas.microsoft.com/office/drawing/2014/main" id="{3C026CDE-2D36-417C-9DFE-60C46BAE9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33639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23" name="Rectangle 53">
              <a:extLst>
                <a:ext uri="{FF2B5EF4-FFF2-40B4-BE49-F238E27FC236}">
                  <a16:creationId xmlns:a16="http://schemas.microsoft.com/office/drawing/2014/main" id="{919B4F88-CA6E-4DA8-8BD7-F682CC6FD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820738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24" name="Rectangle 54">
              <a:extLst>
                <a:ext uri="{FF2B5EF4-FFF2-40B4-BE49-F238E27FC236}">
                  <a16:creationId xmlns:a16="http://schemas.microsoft.com/office/drawing/2014/main" id="{067A36A0-DDBB-4ACE-92D3-5B43C2938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915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25" name="Rectangle 55">
              <a:extLst>
                <a:ext uri="{FF2B5EF4-FFF2-40B4-BE49-F238E27FC236}">
                  <a16:creationId xmlns:a16="http://schemas.microsoft.com/office/drawing/2014/main" id="{CAA598E7-C3B4-4768-ABF5-9736B78D4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3289300"/>
              <a:ext cx="19208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26" name="Rectangle 56">
              <a:extLst>
                <a:ext uri="{FF2B5EF4-FFF2-40B4-BE49-F238E27FC236}">
                  <a16:creationId xmlns:a16="http://schemas.microsoft.com/office/drawing/2014/main" id="{F8A91AC8-1B94-4ADC-A2D6-5AE6045F0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3384550"/>
              <a:ext cx="165100" cy="220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27" name="Rectangle 57">
              <a:extLst>
                <a:ext uri="{FF2B5EF4-FFF2-40B4-BE49-F238E27FC236}">
                  <a16:creationId xmlns:a16="http://schemas.microsoft.com/office/drawing/2014/main" id="{36033DC4-9F9D-421A-9C4B-7C651D45C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865188"/>
              <a:ext cx="192087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28" name="Line 58">
              <a:extLst>
                <a:ext uri="{FF2B5EF4-FFF2-40B4-BE49-F238E27FC236}">
                  <a16:creationId xmlns:a16="http://schemas.microsoft.com/office/drawing/2014/main" id="{806A7147-60EF-4CAC-A2A0-9FF8714C63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62338" y="3592513"/>
              <a:ext cx="19875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29" name="Rectangle 59">
              <a:extLst>
                <a:ext uri="{FF2B5EF4-FFF2-40B4-BE49-F238E27FC236}">
                  <a16:creationId xmlns:a16="http://schemas.microsoft.com/office/drawing/2014/main" id="{7B2762C9-20E3-4F9D-B449-BC1A9E095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96043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30" name="Rectangle 60">
              <a:extLst>
                <a:ext uri="{FF2B5EF4-FFF2-40B4-BE49-F238E27FC236}">
                  <a16:creationId xmlns:a16="http://schemas.microsoft.com/office/drawing/2014/main" id="{D15007C8-1929-4CE8-B4AC-68C71DC4C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" y="1042988"/>
              <a:ext cx="2349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31" name="Rectangle 61">
              <a:extLst>
                <a:ext uri="{FF2B5EF4-FFF2-40B4-BE49-F238E27FC236}">
                  <a16:creationId xmlns:a16="http://schemas.microsoft.com/office/drawing/2014/main" id="{B31DE914-D883-4DAB-8F54-3258188D1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4225" y="1193800"/>
              <a:ext cx="18573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32" name="Rectangle 62">
              <a:extLst>
                <a:ext uri="{FF2B5EF4-FFF2-40B4-BE49-F238E27FC236}">
                  <a16:creationId xmlns:a16="http://schemas.microsoft.com/office/drawing/2014/main" id="{4F9EC677-0908-460D-8389-29FF7B050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3292475"/>
              <a:ext cx="747712" cy="12001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33" name="Rectangle 63">
              <a:extLst>
                <a:ext uri="{FF2B5EF4-FFF2-40B4-BE49-F238E27FC236}">
                  <a16:creationId xmlns:a16="http://schemas.microsoft.com/office/drawing/2014/main" id="{81352F56-D1A6-4246-971B-0679FBB36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1651000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34" name="Rectangle 64">
              <a:extLst>
                <a:ext uri="{FF2B5EF4-FFF2-40B4-BE49-F238E27FC236}">
                  <a16:creationId xmlns:a16="http://schemas.microsoft.com/office/drawing/2014/main" id="{321DEA1E-C0E0-43A4-AEC4-0D7640A81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348932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35" name="Rectangle 65">
              <a:extLst>
                <a:ext uri="{FF2B5EF4-FFF2-40B4-BE49-F238E27FC236}">
                  <a16:creationId xmlns:a16="http://schemas.microsoft.com/office/drawing/2014/main" id="{8C01E486-D4CA-4C51-A998-2391642BD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34798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36" name="Line 66">
              <a:extLst>
                <a:ext uri="{FF2B5EF4-FFF2-40B4-BE49-F238E27FC236}">
                  <a16:creationId xmlns:a16="http://schemas.microsoft.com/office/drawing/2014/main" id="{709939D3-5FC0-4EBF-B1AC-23514DA6CE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4084638"/>
              <a:ext cx="1063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37" name="Freeform 67">
              <a:extLst>
                <a:ext uri="{FF2B5EF4-FFF2-40B4-BE49-F238E27FC236}">
                  <a16:creationId xmlns:a16="http://schemas.microsoft.com/office/drawing/2014/main" id="{CBE221B9-1C06-4366-A152-5690C7135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3806825"/>
              <a:ext cx="149225" cy="171450"/>
            </a:xfrm>
            <a:custGeom>
              <a:avLst/>
              <a:gdLst>
                <a:gd name="T0" fmla="*/ 0 w 94"/>
                <a:gd name="T1" fmla="*/ 2147483646 h 108"/>
                <a:gd name="T2" fmla="*/ 2147483646 w 94"/>
                <a:gd name="T3" fmla="*/ 2147483646 h 108"/>
                <a:gd name="T4" fmla="*/ 0 w 94"/>
                <a:gd name="T5" fmla="*/ 0 h 108"/>
                <a:gd name="T6" fmla="*/ 0 60000 65536"/>
                <a:gd name="T7" fmla="*/ 0 60000 65536"/>
                <a:gd name="T8" fmla="*/ 0 60000 65536"/>
                <a:gd name="T9" fmla="*/ 0 w 94"/>
                <a:gd name="T10" fmla="*/ 0 h 108"/>
                <a:gd name="T11" fmla="*/ 94 w 94"/>
                <a:gd name="T12" fmla="*/ 108 h 1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108">
                  <a:moveTo>
                    <a:pt x="0" y="108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38" name="Rectangle 68">
              <a:extLst>
                <a:ext uri="{FF2B5EF4-FFF2-40B4-BE49-F238E27FC236}">
                  <a16:creationId xmlns:a16="http://schemas.microsoft.com/office/drawing/2014/main" id="{011D2913-F1DF-4A87-8AF4-2FA4A2160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4094163"/>
              <a:ext cx="2476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39" name="Freeform 69">
              <a:extLst>
                <a:ext uri="{FF2B5EF4-FFF2-40B4-BE49-F238E27FC236}">
                  <a16:creationId xmlns:a16="http://schemas.microsoft.com/office/drawing/2014/main" id="{43B3EDA5-6E9D-4CA3-B3F9-2E9AC4367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1920875"/>
              <a:ext cx="3635375" cy="2271713"/>
            </a:xfrm>
            <a:custGeom>
              <a:avLst/>
              <a:gdLst>
                <a:gd name="T0" fmla="*/ 0 w 2290"/>
                <a:gd name="T1" fmla="*/ 0 h 1431"/>
                <a:gd name="T2" fmla="*/ 0 w 2290"/>
                <a:gd name="T3" fmla="*/ 2147483646 h 1431"/>
                <a:gd name="T4" fmla="*/ 2147483646 w 2290"/>
                <a:gd name="T5" fmla="*/ 2147483646 h 1431"/>
                <a:gd name="T6" fmla="*/ 2147483646 w 2290"/>
                <a:gd name="T7" fmla="*/ 2147483646 h 1431"/>
                <a:gd name="T8" fmla="*/ 2147483646 w 2290"/>
                <a:gd name="T9" fmla="*/ 2147483646 h 1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0"/>
                <a:gd name="T16" fmla="*/ 0 h 1431"/>
                <a:gd name="T17" fmla="*/ 2290 w 2290"/>
                <a:gd name="T18" fmla="*/ 1431 h 1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0" h="1431">
                  <a:moveTo>
                    <a:pt x="0" y="0"/>
                  </a:moveTo>
                  <a:lnTo>
                    <a:pt x="0" y="662"/>
                  </a:lnTo>
                  <a:lnTo>
                    <a:pt x="2290" y="662"/>
                  </a:lnTo>
                  <a:lnTo>
                    <a:pt x="2290" y="1431"/>
                  </a:lnTo>
                  <a:lnTo>
                    <a:pt x="1899" y="14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0" name="Freeform 70">
              <a:extLst>
                <a:ext uri="{FF2B5EF4-FFF2-40B4-BE49-F238E27FC236}">
                  <a16:creationId xmlns:a16="http://schemas.microsoft.com/office/drawing/2014/main" id="{90531FBB-AA77-47A4-94CD-E00C3A38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225" y="1149350"/>
              <a:ext cx="4256088" cy="2292350"/>
            </a:xfrm>
            <a:custGeom>
              <a:avLst/>
              <a:gdLst>
                <a:gd name="T0" fmla="*/ 0 w 2681"/>
                <a:gd name="T1" fmla="*/ 2147483646 h 1444"/>
                <a:gd name="T2" fmla="*/ 0 w 2681"/>
                <a:gd name="T3" fmla="*/ 2147483646 h 1444"/>
                <a:gd name="T4" fmla="*/ 2147483646 w 2681"/>
                <a:gd name="T5" fmla="*/ 2147483646 h 1444"/>
                <a:gd name="T6" fmla="*/ 2147483646 w 2681"/>
                <a:gd name="T7" fmla="*/ 0 h 14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81"/>
                <a:gd name="T13" fmla="*/ 0 h 1444"/>
                <a:gd name="T14" fmla="*/ 2681 w 2681"/>
                <a:gd name="T15" fmla="*/ 1444 h 14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81" h="1444">
                  <a:moveTo>
                    <a:pt x="0" y="1444"/>
                  </a:moveTo>
                  <a:lnTo>
                    <a:pt x="0" y="770"/>
                  </a:lnTo>
                  <a:lnTo>
                    <a:pt x="2681" y="770"/>
                  </a:lnTo>
                  <a:lnTo>
                    <a:pt x="2681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1" name="Line 71">
              <a:extLst>
                <a:ext uri="{FF2B5EF4-FFF2-40B4-BE49-F238E27FC236}">
                  <a16:creationId xmlns:a16="http://schemas.microsoft.com/office/drawing/2014/main" id="{473ED21D-F151-4542-A597-69C8460417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988" y="1149350"/>
              <a:ext cx="4406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2" name="Line 73">
              <a:extLst>
                <a:ext uri="{FF2B5EF4-FFF2-40B4-BE49-F238E27FC236}">
                  <a16:creationId xmlns:a16="http://schemas.microsoft.com/office/drawing/2014/main" id="{EA70E51F-53A7-4C80-86EA-8CA2C456D4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663" y="1620838"/>
              <a:ext cx="300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3" name="Freeform 74">
              <a:extLst>
                <a:ext uri="{FF2B5EF4-FFF2-40B4-BE49-F238E27FC236}">
                  <a16:creationId xmlns:a16="http://schemas.microsoft.com/office/drawing/2014/main" id="{F354404F-D7EA-4887-A1BC-C631DF4C1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0" y="1471613"/>
              <a:ext cx="300038" cy="300037"/>
            </a:xfrm>
            <a:custGeom>
              <a:avLst/>
              <a:gdLst>
                <a:gd name="T0" fmla="*/ 2147483646 w 189"/>
                <a:gd name="T1" fmla="*/ 2147483646 h 189"/>
                <a:gd name="T2" fmla="*/ 0 w 189"/>
                <a:gd name="T3" fmla="*/ 2147483646 h 189"/>
                <a:gd name="T4" fmla="*/ 0 w 189"/>
                <a:gd name="T5" fmla="*/ 0 h 189"/>
                <a:gd name="T6" fmla="*/ 0 60000 65536"/>
                <a:gd name="T7" fmla="*/ 0 60000 65536"/>
                <a:gd name="T8" fmla="*/ 0 60000 65536"/>
                <a:gd name="T9" fmla="*/ 0 w 189"/>
                <a:gd name="T10" fmla="*/ 0 h 189"/>
                <a:gd name="T11" fmla="*/ 189 w 189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189">
                  <a:moveTo>
                    <a:pt x="189" y="94"/>
                  </a:moveTo>
                  <a:lnTo>
                    <a:pt x="0" y="189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4" name="Oval 76">
              <a:extLst>
                <a:ext uri="{FF2B5EF4-FFF2-40B4-BE49-F238E27FC236}">
                  <a16:creationId xmlns:a16="http://schemas.microsoft.com/office/drawing/2014/main" id="{25271B88-EB9A-438F-B685-80A40715F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325" y="1568450"/>
              <a:ext cx="96838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45" name="Line 77">
              <a:extLst>
                <a:ext uri="{FF2B5EF4-FFF2-40B4-BE49-F238E27FC236}">
                  <a16:creationId xmlns:a16="http://schemas.microsoft.com/office/drawing/2014/main" id="{390F9CE4-A8AE-446A-A2E2-7FDCE5FF98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62163" y="1620838"/>
              <a:ext cx="14001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6" name="Freeform 78">
              <a:extLst>
                <a:ext uri="{FF2B5EF4-FFF2-40B4-BE49-F238E27FC236}">
                  <a16:creationId xmlns:a16="http://schemas.microsoft.com/office/drawing/2014/main" id="{31AAA020-6F8A-42F6-BD74-DA39315B8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188" y="1620838"/>
              <a:ext cx="3187700" cy="2571750"/>
            </a:xfrm>
            <a:custGeom>
              <a:avLst/>
              <a:gdLst>
                <a:gd name="T0" fmla="*/ 2147483646 w 2008"/>
                <a:gd name="T1" fmla="*/ 2147483646 h 1620"/>
                <a:gd name="T2" fmla="*/ 0 w 2008"/>
                <a:gd name="T3" fmla="*/ 2147483646 h 1620"/>
                <a:gd name="T4" fmla="*/ 0 w 2008"/>
                <a:gd name="T5" fmla="*/ 0 h 1620"/>
                <a:gd name="T6" fmla="*/ 0 60000 65536"/>
                <a:gd name="T7" fmla="*/ 0 60000 65536"/>
                <a:gd name="T8" fmla="*/ 0 60000 65536"/>
                <a:gd name="T9" fmla="*/ 0 w 2008"/>
                <a:gd name="T10" fmla="*/ 0 h 1620"/>
                <a:gd name="T11" fmla="*/ 2008 w 2008"/>
                <a:gd name="T12" fmla="*/ 1620 h 16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08" h="1620">
                  <a:moveTo>
                    <a:pt x="2008" y="1620"/>
                  </a:moveTo>
                  <a:lnTo>
                    <a:pt x="0" y="162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7" name="Freeform 79">
              <a:extLst>
                <a:ext uri="{FF2B5EF4-FFF2-40B4-BE49-F238E27FC236}">
                  <a16:creationId xmlns:a16="http://schemas.microsoft.com/office/drawing/2014/main" id="{84352D0E-A2CB-45E7-A0E6-1301C2697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128713"/>
              <a:ext cx="65087" cy="63500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8" name="Freeform 80">
              <a:extLst>
                <a:ext uri="{FF2B5EF4-FFF2-40B4-BE49-F238E27FC236}">
                  <a16:creationId xmlns:a16="http://schemas.microsoft.com/office/drawing/2014/main" id="{E5E37590-2121-41A1-961E-19D67799B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577975"/>
              <a:ext cx="65087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49" name="Freeform 81">
              <a:extLst>
                <a:ext uri="{FF2B5EF4-FFF2-40B4-BE49-F238E27FC236}">
                  <a16:creationId xmlns:a16="http://schemas.microsoft.com/office/drawing/2014/main" id="{DD666EF7-FAD2-4A2F-8FED-23A115926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550" y="1585913"/>
              <a:ext cx="42863" cy="65087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650" name="Rectangle 82">
              <a:extLst>
                <a:ext uri="{FF2B5EF4-FFF2-40B4-BE49-F238E27FC236}">
                  <a16:creationId xmlns:a16="http://schemas.microsoft.com/office/drawing/2014/main" id="{B32849DE-A873-49EF-A0EB-1B25E74B9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4079875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51" name="Rectangle 83">
              <a:extLst>
                <a:ext uri="{FF2B5EF4-FFF2-40B4-BE49-F238E27FC236}">
                  <a16:creationId xmlns:a16="http://schemas.microsoft.com/office/drawing/2014/main" id="{A62DC57F-3341-4F4B-8A6A-A78659407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4249738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52" name="Rectangle 84">
              <a:extLst>
                <a:ext uri="{FF2B5EF4-FFF2-40B4-BE49-F238E27FC236}">
                  <a16:creationId xmlns:a16="http://schemas.microsoft.com/office/drawing/2014/main" id="{9DBC1707-2310-440A-AC59-86ED6F376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4344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53" name="Rectangle 85">
              <a:extLst>
                <a:ext uri="{FF2B5EF4-FFF2-40B4-BE49-F238E27FC236}">
                  <a16:creationId xmlns:a16="http://schemas.microsoft.com/office/drawing/2014/main" id="{7D9B188E-BB7C-4722-98D9-6190F06C8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1820863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54" name="Oval 87">
              <a:extLst>
                <a:ext uri="{FF2B5EF4-FFF2-40B4-BE49-F238E27FC236}">
                  <a16:creationId xmlns:a16="http://schemas.microsoft.com/office/drawing/2014/main" id="{BE7AE740-D680-4220-BE44-9E5D01206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2090738"/>
              <a:ext cx="98425" cy="96837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55" name="Oval 89">
              <a:extLst>
                <a:ext uri="{FF2B5EF4-FFF2-40B4-BE49-F238E27FC236}">
                  <a16:creationId xmlns:a16="http://schemas.microsoft.com/office/drawing/2014/main" id="{60A361DF-A418-4FC7-849B-928E680F0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4511675"/>
              <a:ext cx="98425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56" name="Rectangle 90">
              <a:extLst>
                <a:ext uri="{FF2B5EF4-FFF2-40B4-BE49-F238E27FC236}">
                  <a16:creationId xmlns:a16="http://schemas.microsoft.com/office/drawing/2014/main" id="{6E5A8F95-9A1A-4411-8B0A-8407EE0A3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19161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57" name="AutoShape 92">
              <a:extLst>
                <a:ext uri="{FF2B5EF4-FFF2-40B4-BE49-F238E27FC236}">
                  <a16:creationId xmlns:a16="http://schemas.microsoft.com/office/drawing/2014/main" id="{F38EFCC1-CBFF-4AEE-BFF3-72327F951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900" y="3355975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58" name="AutoShape 94">
              <a:extLst>
                <a:ext uri="{FF2B5EF4-FFF2-40B4-BE49-F238E27FC236}">
                  <a16:creationId xmlns:a16="http://schemas.microsoft.com/office/drawing/2014/main" id="{F41914D6-074E-403E-B00A-1A2E59E62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6800" y="1073150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659" name="Line 95">
              <a:extLst>
                <a:ext uri="{FF2B5EF4-FFF2-40B4-BE49-F238E27FC236}">
                  <a16:creationId xmlns:a16="http://schemas.microsoft.com/office/drawing/2014/main" id="{170F55CD-CDE2-4451-A679-A434F98E2D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3700" y="1465263"/>
              <a:ext cx="300038" cy="1571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7587" name="Oval 76">
            <a:extLst>
              <a:ext uri="{FF2B5EF4-FFF2-40B4-BE49-F238E27FC236}">
                <a16:creationId xmlns:a16="http://schemas.microsoft.com/office/drawing/2014/main" id="{33FDA319-5F17-4613-AE89-5D5914214B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8800" y="1736725"/>
            <a:ext cx="673100" cy="725488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7588" name="TextBox 77">
            <a:extLst>
              <a:ext uri="{FF2B5EF4-FFF2-40B4-BE49-F238E27FC236}">
                <a16:creationId xmlns:a16="http://schemas.microsoft.com/office/drawing/2014/main" id="{C6A44ED1-1022-429F-A69C-C775B3A39D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3550" y="2551113"/>
            <a:ext cx="8255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67589" name="Oval 78">
            <a:extLst>
              <a:ext uri="{FF2B5EF4-FFF2-40B4-BE49-F238E27FC236}">
                <a16:creationId xmlns:a16="http://schemas.microsoft.com/office/drawing/2014/main" id="{47D5C260-EA58-472A-AE5B-3D573C5DAE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413" y="1638300"/>
            <a:ext cx="673100" cy="725488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7590" name="TextBox 79">
            <a:extLst>
              <a:ext uri="{FF2B5EF4-FFF2-40B4-BE49-F238E27FC236}">
                <a16:creationId xmlns:a16="http://schemas.microsoft.com/office/drawing/2014/main" id="{AC86C916-62AF-4957-B672-FDF26FF2F6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2527300"/>
            <a:ext cx="68421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input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4EC891DC-8220-984F-BB82-10857CA356B3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What kind of machine is this?</a:t>
            </a:r>
          </a:p>
        </p:txBody>
      </p:sp>
      <p:grpSp>
        <p:nvGrpSpPr>
          <p:cNvPr id="68610" name="Group 6">
            <a:extLst>
              <a:ext uri="{FF2B5EF4-FFF2-40B4-BE49-F238E27FC236}">
                <a16:creationId xmlns:a16="http://schemas.microsoft.com/office/drawing/2014/main" id="{67BEB810-59F1-4938-8642-13E0D72FB1E9}"/>
              </a:ext>
            </a:extLst>
          </p:cNvPr>
          <p:cNvGrpSpPr>
            <a:grpSpLocks/>
          </p:cNvGrpSpPr>
          <p:nvPr/>
        </p:nvGrpSpPr>
        <p:grpSpPr bwMode="auto">
          <a:xfrm>
            <a:off x="800100" y="1598613"/>
            <a:ext cx="7789863" cy="4127500"/>
            <a:chOff x="800100" y="820738"/>
            <a:chExt cx="7789863" cy="4127500"/>
          </a:xfrm>
        </p:grpSpPr>
        <p:sp>
          <p:nvSpPr>
            <p:cNvPr id="68615" name="Freeform 9">
              <a:extLst>
                <a:ext uri="{FF2B5EF4-FFF2-40B4-BE49-F238E27FC236}">
                  <a16:creationId xmlns:a16="http://schemas.microsoft.com/office/drawing/2014/main" id="{80E7FFF5-01BC-4194-BF9B-4B5AFD585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663" y="1149350"/>
              <a:ext cx="1198562" cy="2592388"/>
            </a:xfrm>
            <a:custGeom>
              <a:avLst/>
              <a:gdLst>
                <a:gd name="T0" fmla="*/ 0 w 755"/>
                <a:gd name="T1" fmla="*/ 0 h 1633"/>
                <a:gd name="T2" fmla="*/ 0 w 755"/>
                <a:gd name="T3" fmla="*/ 2147483646 h 1633"/>
                <a:gd name="T4" fmla="*/ 2147483646 w 755"/>
                <a:gd name="T5" fmla="*/ 2147483646 h 1633"/>
                <a:gd name="T6" fmla="*/ 0 60000 65536"/>
                <a:gd name="T7" fmla="*/ 0 60000 65536"/>
                <a:gd name="T8" fmla="*/ 0 60000 65536"/>
                <a:gd name="T9" fmla="*/ 0 w 755"/>
                <a:gd name="T10" fmla="*/ 0 h 1633"/>
                <a:gd name="T11" fmla="*/ 755 w 755"/>
                <a:gd name="T12" fmla="*/ 1633 h 16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55" h="1633">
                  <a:moveTo>
                    <a:pt x="0" y="0"/>
                  </a:moveTo>
                  <a:lnTo>
                    <a:pt x="0" y="1633"/>
                  </a:lnTo>
                  <a:lnTo>
                    <a:pt x="755" y="163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16" name="Freeform 10">
              <a:extLst>
                <a:ext uri="{FF2B5EF4-FFF2-40B4-BE49-F238E27FC236}">
                  <a16:creationId xmlns:a16="http://schemas.microsoft.com/office/drawing/2014/main" id="{591EFD8A-41ED-4ADA-B559-F19B01924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8" y="4492625"/>
              <a:ext cx="1603375" cy="300038"/>
            </a:xfrm>
            <a:custGeom>
              <a:avLst/>
              <a:gdLst>
                <a:gd name="T0" fmla="*/ 0 w 1010"/>
                <a:gd name="T1" fmla="*/ 2147483646 h 189"/>
                <a:gd name="T2" fmla="*/ 2147483646 w 1010"/>
                <a:gd name="T3" fmla="*/ 2147483646 h 189"/>
                <a:gd name="T4" fmla="*/ 2147483646 w 1010"/>
                <a:gd name="T5" fmla="*/ 0 h 189"/>
                <a:gd name="T6" fmla="*/ 0 60000 65536"/>
                <a:gd name="T7" fmla="*/ 0 60000 65536"/>
                <a:gd name="T8" fmla="*/ 0 60000 65536"/>
                <a:gd name="T9" fmla="*/ 0 w 1010"/>
                <a:gd name="T10" fmla="*/ 0 h 189"/>
                <a:gd name="T11" fmla="*/ 1010 w 1010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0" h="189">
                  <a:moveTo>
                    <a:pt x="0" y="189"/>
                  </a:moveTo>
                  <a:lnTo>
                    <a:pt x="1010" y="189"/>
                  </a:lnTo>
                  <a:lnTo>
                    <a:pt x="101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17" name="Freeform 11">
              <a:extLst>
                <a:ext uri="{FF2B5EF4-FFF2-40B4-BE49-F238E27FC236}">
                  <a16:creationId xmlns:a16="http://schemas.microsoft.com/office/drawing/2014/main" id="{BB67B0AC-F2D8-475E-ACC3-1794079F4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138" y="2071688"/>
              <a:ext cx="1304925" cy="2720975"/>
            </a:xfrm>
            <a:custGeom>
              <a:avLst/>
              <a:gdLst>
                <a:gd name="T0" fmla="*/ 0 w 822"/>
                <a:gd name="T1" fmla="*/ 2147483646 h 1714"/>
                <a:gd name="T2" fmla="*/ 0 w 822"/>
                <a:gd name="T3" fmla="*/ 2147483646 h 1714"/>
                <a:gd name="T4" fmla="*/ 2147483646 w 822"/>
                <a:gd name="T5" fmla="*/ 2147483646 h 1714"/>
                <a:gd name="T6" fmla="*/ 2147483646 w 822"/>
                <a:gd name="T7" fmla="*/ 0 h 17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22"/>
                <a:gd name="T13" fmla="*/ 0 h 1714"/>
                <a:gd name="T14" fmla="*/ 822 w 822"/>
                <a:gd name="T15" fmla="*/ 1714 h 17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22" h="1714">
                  <a:moveTo>
                    <a:pt x="0" y="1714"/>
                  </a:moveTo>
                  <a:lnTo>
                    <a:pt x="0" y="378"/>
                  </a:lnTo>
                  <a:lnTo>
                    <a:pt x="822" y="378"/>
                  </a:lnTo>
                  <a:lnTo>
                    <a:pt x="82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18" name="Line 16">
              <a:extLst>
                <a:ext uri="{FF2B5EF4-FFF2-40B4-BE49-F238E27FC236}">
                  <a16:creationId xmlns:a16="http://schemas.microsoft.com/office/drawing/2014/main" id="{B08440B7-A1D2-4CFB-8372-6BD78B6E4B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441700"/>
              <a:ext cx="3206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19" name="Line 17">
              <a:extLst>
                <a:ext uri="{FF2B5EF4-FFF2-40B4-BE49-F238E27FC236}">
                  <a16:creationId xmlns:a16="http://schemas.microsoft.com/office/drawing/2014/main" id="{3C1727CC-3A97-484E-8636-09A42ECA0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7417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20" name="Rectangle 19">
              <a:extLst>
                <a:ext uri="{FF2B5EF4-FFF2-40B4-BE49-F238E27FC236}">
                  <a16:creationId xmlns:a16="http://schemas.microsoft.com/office/drawing/2014/main" id="{59CA333D-61AA-4CC4-BE9F-29121C7F3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849313"/>
              <a:ext cx="747712" cy="122237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21" name="Rectangle 20">
              <a:extLst>
                <a:ext uri="{FF2B5EF4-FFF2-40B4-BE49-F238E27FC236}">
                  <a16:creationId xmlns:a16="http://schemas.microsoft.com/office/drawing/2014/main" id="{C64262FC-90D1-45E1-901F-486BB6AA4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1058863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22" name="Rectangle 21">
              <a:extLst>
                <a:ext uri="{FF2B5EF4-FFF2-40B4-BE49-F238E27FC236}">
                  <a16:creationId xmlns:a16="http://schemas.microsoft.com/office/drawing/2014/main" id="{DCB9F4DB-B468-4A90-B8CF-2C885D225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1050925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23" name="Line 22">
              <a:extLst>
                <a:ext uri="{FF2B5EF4-FFF2-40B4-BE49-F238E27FC236}">
                  <a16:creationId xmlns:a16="http://schemas.microsoft.com/office/drawing/2014/main" id="{4A23CA22-63DF-4F77-B679-E7BC58CE2B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1663700"/>
              <a:ext cx="106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24" name="Freeform 23">
              <a:extLst>
                <a:ext uri="{FF2B5EF4-FFF2-40B4-BE49-F238E27FC236}">
                  <a16:creationId xmlns:a16="http://schemas.microsoft.com/office/drawing/2014/main" id="{E9214E8A-4B3B-45F2-AB3D-C05B8E11C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1385888"/>
              <a:ext cx="149225" cy="149225"/>
            </a:xfrm>
            <a:custGeom>
              <a:avLst/>
              <a:gdLst>
                <a:gd name="T0" fmla="*/ 0 w 94"/>
                <a:gd name="T1" fmla="*/ 2147483646 h 94"/>
                <a:gd name="T2" fmla="*/ 2147483646 w 94"/>
                <a:gd name="T3" fmla="*/ 2147483646 h 94"/>
                <a:gd name="T4" fmla="*/ 0 w 94"/>
                <a:gd name="T5" fmla="*/ 0 h 94"/>
                <a:gd name="T6" fmla="*/ 0 60000 65536"/>
                <a:gd name="T7" fmla="*/ 0 60000 65536"/>
                <a:gd name="T8" fmla="*/ 0 60000 65536"/>
                <a:gd name="T9" fmla="*/ 0 w 94"/>
                <a:gd name="T10" fmla="*/ 0 h 94"/>
                <a:gd name="T11" fmla="*/ 94 w 94"/>
                <a:gd name="T12" fmla="*/ 94 h 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94">
                  <a:moveTo>
                    <a:pt x="0" y="94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25" name="Freeform 24">
              <a:extLst>
                <a:ext uri="{FF2B5EF4-FFF2-40B4-BE49-F238E27FC236}">
                  <a16:creationId xmlns:a16="http://schemas.microsoft.com/office/drawing/2014/main" id="{32FC529A-267C-4842-8B4A-79477C745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3870325"/>
              <a:ext cx="63500" cy="42863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6"/>
                  </a:moveTo>
                  <a:cubicBezTo>
                    <a:pt x="0" y="1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16"/>
                    <a:pt x="60" y="16"/>
                  </a:cubicBezTo>
                  <a:cubicBezTo>
                    <a:pt x="60" y="29"/>
                    <a:pt x="49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24" y="40"/>
                    <a:pt x="24" y="40"/>
                  </a:cubicBezTo>
                  <a:cubicBezTo>
                    <a:pt x="11" y="40"/>
                    <a:pt x="0" y="29"/>
                    <a:pt x="0" y="1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26" name="Line 25">
              <a:extLst>
                <a:ext uri="{FF2B5EF4-FFF2-40B4-BE49-F238E27FC236}">
                  <a16:creationId xmlns:a16="http://schemas.microsoft.com/office/drawing/2014/main" id="{C2004949-35F1-45BB-89E5-756CC544E6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0688" y="17716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27" name="Line 28">
              <a:extLst>
                <a:ext uri="{FF2B5EF4-FFF2-40B4-BE49-F238E27FC236}">
                  <a16:creationId xmlns:a16="http://schemas.microsoft.com/office/drawing/2014/main" id="{70F36BA1-6084-4B06-87F2-E565EF29D6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1920875"/>
              <a:ext cx="298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28" name="Line 29">
              <a:extLst>
                <a:ext uri="{FF2B5EF4-FFF2-40B4-BE49-F238E27FC236}">
                  <a16:creationId xmlns:a16="http://schemas.microsoft.com/office/drawing/2014/main" id="{54E0C7CE-27AC-4E1D-BD1E-EE2C85BD91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1771650"/>
              <a:ext cx="1508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29" name="Freeform 30">
              <a:extLst>
                <a:ext uri="{FF2B5EF4-FFF2-40B4-BE49-F238E27FC236}">
                  <a16:creationId xmlns:a16="http://schemas.microsoft.com/office/drawing/2014/main" id="{610FF882-46DE-48F1-9568-7AA41CB35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511300"/>
              <a:ext cx="638175" cy="254000"/>
            </a:xfrm>
            <a:custGeom>
              <a:avLst/>
              <a:gdLst>
                <a:gd name="T0" fmla="*/ 0 w 598"/>
                <a:gd name="T1" fmla="*/ 0 h 238"/>
                <a:gd name="T2" fmla="*/ 2147483646 w 598"/>
                <a:gd name="T3" fmla="*/ 2147483646 h 238"/>
                <a:gd name="T4" fmla="*/ 2147483646 w 598"/>
                <a:gd name="T5" fmla="*/ 2147483646 h 238"/>
                <a:gd name="T6" fmla="*/ 2147483646 w 598"/>
                <a:gd name="T7" fmla="*/ 2147483646 h 238"/>
                <a:gd name="T8" fmla="*/ 2147483646 w 598"/>
                <a:gd name="T9" fmla="*/ 2147483646 h 238"/>
                <a:gd name="T10" fmla="*/ 2147483646 w 598"/>
                <a:gd name="T11" fmla="*/ 2147483646 h 238"/>
                <a:gd name="T12" fmla="*/ 2147483646 w 598"/>
                <a:gd name="T13" fmla="*/ 2147483646 h 238"/>
                <a:gd name="T14" fmla="*/ 2147483646 w 598"/>
                <a:gd name="T15" fmla="*/ 2147483646 h 238"/>
                <a:gd name="T16" fmla="*/ 2147483646 w 598"/>
                <a:gd name="T17" fmla="*/ 2147483646 h 238"/>
                <a:gd name="T18" fmla="*/ 2147483646 w 598"/>
                <a:gd name="T19" fmla="*/ 2147483646 h 238"/>
                <a:gd name="T20" fmla="*/ 2147483646 w 598"/>
                <a:gd name="T21" fmla="*/ 2147483646 h 238"/>
                <a:gd name="T22" fmla="*/ 2147483646 w 598"/>
                <a:gd name="T23" fmla="*/ 2147483646 h 238"/>
                <a:gd name="T24" fmla="*/ 2147483646 w 598"/>
                <a:gd name="T25" fmla="*/ 2147483646 h 238"/>
                <a:gd name="T26" fmla="*/ 2147483646 w 598"/>
                <a:gd name="T27" fmla="*/ 2147483646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8"/>
                <a:gd name="T44" fmla="*/ 598 w 598"/>
                <a:gd name="T45" fmla="*/ 238 h 2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8">
                  <a:moveTo>
                    <a:pt x="0" y="0"/>
                  </a:moveTo>
                  <a:cubicBezTo>
                    <a:pt x="252" y="0"/>
                    <a:pt x="252" y="0"/>
                    <a:pt x="270" y="1"/>
                  </a:cubicBezTo>
                  <a:cubicBezTo>
                    <a:pt x="288" y="3"/>
                    <a:pt x="288" y="3"/>
                    <a:pt x="305" y="5"/>
                  </a:cubicBezTo>
                  <a:cubicBezTo>
                    <a:pt x="323" y="8"/>
                    <a:pt x="323" y="8"/>
                    <a:pt x="343" y="14"/>
                  </a:cubicBezTo>
                  <a:cubicBezTo>
                    <a:pt x="363" y="20"/>
                    <a:pt x="363" y="20"/>
                    <a:pt x="380" y="29"/>
                  </a:cubicBezTo>
                  <a:cubicBezTo>
                    <a:pt x="398" y="38"/>
                    <a:pt x="398" y="38"/>
                    <a:pt x="413" y="46"/>
                  </a:cubicBezTo>
                  <a:cubicBezTo>
                    <a:pt x="429" y="55"/>
                    <a:pt x="429" y="55"/>
                    <a:pt x="442" y="63"/>
                  </a:cubicBezTo>
                  <a:cubicBezTo>
                    <a:pt x="454" y="71"/>
                    <a:pt x="454" y="71"/>
                    <a:pt x="463" y="78"/>
                  </a:cubicBezTo>
                  <a:cubicBezTo>
                    <a:pt x="472" y="85"/>
                    <a:pt x="472" y="85"/>
                    <a:pt x="482" y="92"/>
                  </a:cubicBezTo>
                  <a:cubicBezTo>
                    <a:pt x="492" y="99"/>
                    <a:pt x="492" y="99"/>
                    <a:pt x="502" y="110"/>
                  </a:cubicBezTo>
                  <a:cubicBezTo>
                    <a:pt x="513" y="121"/>
                    <a:pt x="513" y="121"/>
                    <a:pt x="525" y="136"/>
                  </a:cubicBezTo>
                  <a:cubicBezTo>
                    <a:pt x="538" y="151"/>
                    <a:pt x="538" y="151"/>
                    <a:pt x="550" y="169"/>
                  </a:cubicBezTo>
                  <a:cubicBezTo>
                    <a:pt x="563" y="186"/>
                    <a:pt x="563" y="186"/>
                    <a:pt x="576" y="205"/>
                  </a:cubicBezTo>
                  <a:cubicBezTo>
                    <a:pt x="589" y="223"/>
                    <a:pt x="589" y="223"/>
                    <a:pt x="598" y="238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0" name="Freeform 31">
              <a:extLst>
                <a:ext uri="{FF2B5EF4-FFF2-40B4-BE49-F238E27FC236}">
                  <a16:creationId xmlns:a16="http://schemas.microsoft.com/office/drawing/2014/main" id="{CBA86C68-7D35-4616-8D64-07692B8D4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766888"/>
              <a:ext cx="638175" cy="254000"/>
            </a:xfrm>
            <a:custGeom>
              <a:avLst/>
              <a:gdLst>
                <a:gd name="T0" fmla="*/ 0 w 598"/>
                <a:gd name="T1" fmla="*/ 2147483646 h 237"/>
                <a:gd name="T2" fmla="*/ 2147483646 w 598"/>
                <a:gd name="T3" fmla="*/ 2147483646 h 237"/>
                <a:gd name="T4" fmla="*/ 2147483646 w 598"/>
                <a:gd name="T5" fmla="*/ 2147483646 h 237"/>
                <a:gd name="T6" fmla="*/ 2147483646 w 598"/>
                <a:gd name="T7" fmla="*/ 2147483646 h 237"/>
                <a:gd name="T8" fmla="*/ 2147483646 w 598"/>
                <a:gd name="T9" fmla="*/ 2147483646 h 237"/>
                <a:gd name="T10" fmla="*/ 2147483646 w 598"/>
                <a:gd name="T11" fmla="*/ 2147483646 h 237"/>
                <a:gd name="T12" fmla="*/ 2147483646 w 598"/>
                <a:gd name="T13" fmla="*/ 2147483646 h 237"/>
                <a:gd name="T14" fmla="*/ 2147483646 w 598"/>
                <a:gd name="T15" fmla="*/ 2147483646 h 237"/>
                <a:gd name="T16" fmla="*/ 2147483646 w 598"/>
                <a:gd name="T17" fmla="*/ 2147483646 h 237"/>
                <a:gd name="T18" fmla="*/ 2147483646 w 598"/>
                <a:gd name="T19" fmla="*/ 2147483646 h 237"/>
                <a:gd name="T20" fmla="*/ 2147483646 w 598"/>
                <a:gd name="T21" fmla="*/ 2147483646 h 237"/>
                <a:gd name="T22" fmla="*/ 2147483646 w 598"/>
                <a:gd name="T23" fmla="*/ 2147483646 h 237"/>
                <a:gd name="T24" fmla="*/ 2147483646 w 598"/>
                <a:gd name="T25" fmla="*/ 2147483646 h 237"/>
                <a:gd name="T26" fmla="*/ 2147483646 w 598"/>
                <a:gd name="T27" fmla="*/ 0 h 2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7"/>
                <a:gd name="T44" fmla="*/ 598 w 598"/>
                <a:gd name="T45" fmla="*/ 237 h 2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7">
                  <a:moveTo>
                    <a:pt x="0" y="237"/>
                  </a:moveTo>
                  <a:cubicBezTo>
                    <a:pt x="252" y="237"/>
                    <a:pt x="252" y="237"/>
                    <a:pt x="270" y="236"/>
                  </a:cubicBezTo>
                  <a:cubicBezTo>
                    <a:pt x="288" y="235"/>
                    <a:pt x="288" y="235"/>
                    <a:pt x="305" y="232"/>
                  </a:cubicBezTo>
                  <a:cubicBezTo>
                    <a:pt x="323" y="230"/>
                    <a:pt x="323" y="230"/>
                    <a:pt x="343" y="224"/>
                  </a:cubicBezTo>
                  <a:cubicBezTo>
                    <a:pt x="363" y="217"/>
                    <a:pt x="363" y="217"/>
                    <a:pt x="380" y="209"/>
                  </a:cubicBezTo>
                  <a:cubicBezTo>
                    <a:pt x="398" y="200"/>
                    <a:pt x="398" y="200"/>
                    <a:pt x="413" y="191"/>
                  </a:cubicBezTo>
                  <a:cubicBezTo>
                    <a:pt x="429" y="182"/>
                    <a:pt x="429" y="182"/>
                    <a:pt x="442" y="174"/>
                  </a:cubicBezTo>
                  <a:cubicBezTo>
                    <a:pt x="454" y="166"/>
                    <a:pt x="454" y="166"/>
                    <a:pt x="463" y="159"/>
                  </a:cubicBezTo>
                  <a:cubicBezTo>
                    <a:pt x="472" y="152"/>
                    <a:pt x="472" y="152"/>
                    <a:pt x="482" y="146"/>
                  </a:cubicBezTo>
                  <a:cubicBezTo>
                    <a:pt x="492" y="139"/>
                    <a:pt x="492" y="139"/>
                    <a:pt x="502" y="127"/>
                  </a:cubicBezTo>
                  <a:cubicBezTo>
                    <a:pt x="513" y="116"/>
                    <a:pt x="513" y="116"/>
                    <a:pt x="525" y="101"/>
                  </a:cubicBezTo>
                  <a:cubicBezTo>
                    <a:pt x="538" y="86"/>
                    <a:pt x="538" y="86"/>
                    <a:pt x="550" y="69"/>
                  </a:cubicBezTo>
                  <a:cubicBezTo>
                    <a:pt x="563" y="51"/>
                    <a:pt x="563" y="51"/>
                    <a:pt x="576" y="33"/>
                  </a:cubicBezTo>
                  <a:cubicBezTo>
                    <a:pt x="589" y="15"/>
                    <a:pt x="589" y="15"/>
                    <a:pt x="598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1" name="Freeform 32">
              <a:extLst>
                <a:ext uri="{FF2B5EF4-FFF2-40B4-BE49-F238E27FC236}">
                  <a16:creationId xmlns:a16="http://schemas.microsoft.com/office/drawing/2014/main" id="{6B0C9B50-1AE2-4B82-AC3F-09FAB90FF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511300"/>
              <a:ext cx="74613" cy="255588"/>
            </a:xfrm>
            <a:custGeom>
              <a:avLst/>
              <a:gdLst>
                <a:gd name="T0" fmla="*/ 0 w 71"/>
                <a:gd name="T1" fmla="*/ 0 h 239"/>
                <a:gd name="T2" fmla="*/ 2147483646 w 71"/>
                <a:gd name="T3" fmla="*/ 2147483646 h 239"/>
                <a:gd name="T4" fmla="*/ 2147483646 w 71"/>
                <a:gd name="T5" fmla="*/ 2147483646 h 239"/>
                <a:gd name="T6" fmla="*/ 2147483646 w 71"/>
                <a:gd name="T7" fmla="*/ 2147483646 h 239"/>
                <a:gd name="T8" fmla="*/ 2147483646 w 71"/>
                <a:gd name="T9" fmla="*/ 2147483646 h 239"/>
                <a:gd name="T10" fmla="*/ 2147483646 w 71"/>
                <a:gd name="T11" fmla="*/ 2147483646 h 239"/>
                <a:gd name="T12" fmla="*/ 2147483646 w 71"/>
                <a:gd name="T13" fmla="*/ 2147483646 h 239"/>
                <a:gd name="T14" fmla="*/ 2147483646 w 71"/>
                <a:gd name="T15" fmla="*/ 214748364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9"/>
                <a:gd name="T26" fmla="*/ 71 w 71"/>
                <a:gd name="T27" fmla="*/ 239 h 2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9">
                  <a:moveTo>
                    <a:pt x="0" y="0"/>
                  </a:moveTo>
                  <a:cubicBezTo>
                    <a:pt x="16" y="29"/>
                    <a:pt x="16" y="29"/>
                    <a:pt x="23" y="44"/>
                  </a:cubicBezTo>
                  <a:cubicBezTo>
                    <a:pt x="29" y="59"/>
                    <a:pt x="29" y="59"/>
                    <a:pt x="36" y="77"/>
                  </a:cubicBezTo>
                  <a:cubicBezTo>
                    <a:pt x="43" y="95"/>
                    <a:pt x="43" y="95"/>
                    <a:pt x="48" y="113"/>
                  </a:cubicBezTo>
                  <a:cubicBezTo>
                    <a:pt x="54" y="131"/>
                    <a:pt x="54" y="131"/>
                    <a:pt x="59" y="150"/>
                  </a:cubicBezTo>
                  <a:cubicBezTo>
                    <a:pt x="65" y="168"/>
                    <a:pt x="65" y="168"/>
                    <a:pt x="66" y="183"/>
                  </a:cubicBezTo>
                  <a:cubicBezTo>
                    <a:pt x="68" y="199"/>
                    <a:pt x="68" y="199"/>
                    <a:pt x="69" y="208"/>
                  </a:cubicBezTo>
                  <a:cubicBezTo>
                    <a:pt x="71" y="218"/>
                    <a:pt x="71" y="218"/>
                    <a:pt x="70" y="239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2" name="Freeform 33">
              <a:extLst>
                <a:ext uri="{FF2B5EF4-FFF2-40B4-BE49-F238E27FC236}">
                  <a16:creationId xmlns:a16="http://schemas.microsoft.com/office/drawing/2014/main" id="{21F956F6-B090-46AA-99B1-B9F0711A7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765300"/>
              <a:ext cx="74613" cy="255588"/>
            </a:xfrm>
            <a:custGeom>
              <a:avLst/>
              <a:gdLst>
                <a:gd name="T0" fmla="*/ 0 w 71"/>
                <a:gd name="T1" fmla="*/ 2147483646 h 238"/>
                <a:gd name="T2" fmla="*/ 2147483646 w 71"/>
                <a:gd name="T3" fmla="*/ 2147483646 h 238"/>
                <a:gd name="T4" fmla="*/ 2147483646 w 71"/>
                <a:gd name="T5" fmla="*/ 2147483646 h 238"/>
                <a:gd name="T6" fmla="*/ 2147483646 w 71"/>
                <a:gd name="T7" fmla="*/ 2147483646 h 238"/>
                <a:gd name="T8" fmla="*/ 2147483646 w 71"/>
                <a:gd name="T9" fmla="*/ 2147483646 h 238"/>
                <a:gd name="T10" fmla="*/ 2147483646 w 71"/>
                <a:gd name="T11" fmla="*/ 2147483646 h 238"/>
                <a:gd name="T12" fmla="*/ 2147483646 w 71"/>
                <a:gd name="T13" fmla="*/ 2147483646 h 238"/>
                <a:gd name="T14" fmla="*/ 2147483646 w 71"/>
                <a:gd name="T15" fmla="*/ 0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8"/>
                <a:gd name="T26" fmla="*/ 71 w 71"/>
                <a:gd name="T27" fmla="*/ 238 h 2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8">
                  <a:moveTo>
                    <a:pt x="0" y="238"/>
                  </a:moveTo>
                  <a:cubicBezTo>
                    <a:pt x="16" y="210"/>
                    <a:pt x="16" y="210"/>
                    <a:pt x="23" y="195"/>
                  </a:cubicBezTo>
                  <a:cubicBezTo>
                    <a:pt x="29" y="180"/>
                    <a:pt x="29" y="180"/>
                    <a:pt x="36" y="162"/>
                  </a:cubicBezTo>
                  <a:cubicBezTo>
                    <a:pt x="43" y="143"/>
                    <a:pt x="43" y="143"/>
                    <a:pt x="48" y="125"/>
                  </a:cubicBezTo>
                  <a:cubicBezTo>
                    <a:pt x="54" y="107"/>
                    <a:pt x="54" y="107"/>
                    <a:pt x="59" y="89"/>
                  </a:cubicBezTo>
                  <a:cubicBezTo>
                    <a:pt x="65" y="71"/>
                    <a:pt x="65" y="71"/>
                    <a:pt x="66" y="55"/>
                  </a:cubicBezTo>
                  <a:cubicBezTo>
                    <a:pt x="68" y="40"/>
                    <a:pt x="68" y="40"/>
                    <a:pt x="69" y="30"/>
                  </a:cubicBezTo>
                  <a:cubicBezTo>
                    <a:pt x="71" y="21"/>
                    <a:pt x="71" y="21"/>
                    <a:pt x="70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3" name="Line 34">
              <a:extLst>
                <a:ext uri="{FF2B5EF4-FFF2-40B4-BE49-F238E27FC236}">
                  <a16:creationId xmlns:a16="http://schemas.microsoft.com/office/drawing/2014/main" id="{F2DFF310-ADB0-4308-829D-D22982FDF7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0688" y="38925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4" name="Freeform 35">
              <a:extLst>
                <a:ext uri="{FF2B5EF4-FFF2-40B4-BE49-F238E27FC236}">
                  <a16:creationId xmlns:a16="http://schemas.microsoft.com/office/drawing/2014/main" id="{108946CB-453F-4A82-948A-330CD08AE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813" y="1471613"/>
              <a:ext cx="600075" cy="2420937"/>
            </a:xfrm>
            <a:custGeom>
              <a:avLst/>
              <a:gdLst>
                <a:gd name="T0" fmla="*/ 0 w 378"/>
                <a:gd name="T1" fmla="*/ 2147483646 h 1525"/>
                <a:gd name="T2" fmla="*/ 0 w 378"/>
                <a:gd name="T3" fmla="*/ 0 h 1525"/>
                <a:gd name="T4" fmla="*/ 2147483646 w 378"/>
                <a:gd name="T5" fmla="*/ 0 h 1525"/>
                <a:gd name="T6" fmla="*/ 0 60000 65536"/>
                <a:gd name="T7" fmla="*/ 0 60000 65536"/>
                <a:gd name="T8" fmla="*/ 0 60000 65536"/>
                <a:gd name="T9" fmla="*/ 0 w 378"/>
                <a:gd name="T10" fmla="*/ 0 h 1525"/>
                <a:gd name="T11" fmla="*/ 378 w 378"/>
                <a:gd name="T12" fmla="*/ 1525 h 15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8" h="1525">
                  <a:moveTo>
                    <a:pt x="0" y="1525"/>
                  </a:moveTo>
                  <a:lnTo>
                    <a:pt x="0" y="0"/>
                  </a:lnTo>
                  <a:lnTo>
                    <a:pt x="3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5" name="Freeform 36">
              <a:extLst>
                <a:ext uri="{FF2B5EF4-FFF2-40B4-BE49-F238E27FC236}">
                  <a16:creationId xmlns:a16="http://schemas.microsoft.com/office/drawing/2014/main" id="{1E74E69C-77C9-4684-A948-24B8EB344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625" y="4762500"/>
              <a:ext cx="63500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6" name="Line 42">
              <a:extLst>
                <a:ext uri="{FF2B5EF4-FFF2-40B4-BE49-F238E27FC236}">
                  <a16:creationId xmlns:a16="http://schemas.microsoft.com/office/drawing/2014/main" id="{CCA8F313-6680-4D09-993D-3D47416046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18350" y="1471613"/>
              <a:ext cx="298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7" name="Line 43">
              <a:extLst>
                <a:ext uri="{FF2B5EF4-FFF2-40B4-BE49-F238E27FC236}">
                  <a16:creationId xmlns:a16="http://schemas.microsoft.com/office/drawing/2014/main" id="{B50E3A97-1EBC-4CA5-B0FC-945699E750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6875" y="1320800"/>
              <a:ext cx="1698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8" name="Line 44">
              <a:extLst>
                <a:ext uri="{FF2B5EF4-FFF2-40B4-BE49-F238E27FC236}">
                  <a16:creationId xmlns:a16="http://schemas.microsoft.com/office/drawing/2014/main" id="{8B3294C9-9D68-49CE-88D4-3084F72264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7600" y="1136650"/>
              <a:ext cx="1219200" cy="12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39" name="Freeform 45">
              <a:extLst>
                <a:ext uri="{FF2B5EF4-FFF2-40B4-BE49-F238E27FC236}">
                  <a16:creationId xmlns:a16="http://schemas.microsoft.com/office/drawing/2014/main" id="{FFE684C1-00CF-4DE8-80B8-4CBF979C7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7600" y="1471613"/>
              <a:ext cx="920750" cy="2120900"/>
            </a:xfrm>
            <a:custGeom>
              <a:avLst/>
              <a:gdLst>
                <a:gd name="T0" fmla="*/ 0 w 580"/>
                <a:gd name="T1" fmla="*/ 2147483646 h 1336"/>
                <a:gd name="T2" fmla="*/ 2147483646 w 580"/>
                <a:gd name="T3" fmla="*/ 2147483646 h 1336"/>
                <a:gd name="T4" fmla="*/ 2147483646 w 580"/>
                <a:gd name="T5" fmla="*/ 0 h 1336"/>
                <a:gd name="T6" fmla="*/ 0 60000 65536"/>
                <a:gd name="T7" fmla="*/ 0 60000 65536"/>
                <a:gd name="T8" fmla="*/ 0 60000 65536"/>
                <a:gd name="T9" fmla="*/ 0 w 580"/>
                <a:gd name="T10" fmla="*/ 0 h 1336"/>
                <a:gd name="T11" fmla="*/ 580 w 580"/>
                <a:gd name="T12" fmla="*/ 1336 h 1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0" h="1336">
                  <a:moveTo>
                    <a:pt x="0" y="1336"/>
                  </a:moveTo>
                  <a:lnTo>
                    <a:pt x="580" y="1336"/>
                  </a:lnTo>
                  <a:lnTo>
                    <a:pt x="58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40" name="Line 46">
              <a:extLst>
                <a:ext uri="{FF2B5EF4-FFF2-40B4-BE49-F238E27FC236}">
                  <a16:creationId xmlns:a16="http://schemas.microsoft.com/office/drawing/2014/main" id="{EF07777D-A65A-4B34-AEDC-4B0B9699E4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86738" y="1320800"/>
              <a:ext cx="150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41" name="Rectangle 47">
              <a:extLst>
                <a:ext uri="{FF2B5EF4-FFF2-40B4-BE49-F238E27FC236}">
                  <a16:creationId xmlns:a16="http://schemas.microsoft.com/office/drawing/2014/main" id="{C957F442-CFEB-451A-BB30-37E5CFDEE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16637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42" name="Rectangle 48">
              <a:extLst>
                <a:ext uri="{FF2B5EF4-FFF2-40B4-BE49-F238E27FC236}">
                  <a16:creationId xmlns:a16="http://schemas.microsoft.com/office/drawing/2014/main" id="{23131E90-7D68-4A5D-A9E7-3FD47DEEB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288" y="3786188"/>
              <a:ext cx="59690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Clock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43" name="Freeform 49">
              <a:extLst>
                <a:ext uri="{FF2B5EF4-FFF2-40B4-BE49-F238E27FC236}">
                  <a16:creationId xmlns:a16="http://schemas.microsoft.com/office/drawing/2014/main" id="{4083B2C3-8F01-4391-BC46-4288BFB9C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120775"/>
              <a:ext cx="41275" cy="63500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44" name="Rectangle 50">
              <a:extLst>
                <a:ext uri="{FF2B5EF4-FFF2-40B4-BE49-F238E27FC236}">
                  <a16:creationId xmlns:a16="http://schemas.microsoft.com/office/drawing/2014/main" id="{3D095FA3-6C5E-4D84-9095-919DE2707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813" y="4676775"/>
              <a:ext cx="73183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Resetn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45" name="Rectangle 51">
              <a:extLst>
                <a:ext uri="{FF2B5EF4-FFF2-40B4-BE49-F238E27FC236}">
                  <a16:creationId xmlns:a16="http://schemas.microsoft.com/office/drawing/2014/main" id="{FF1BF2C2-6F2A-49EA-8660-DBD99AA98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326707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46" name="Rectangle 52">
              <a:extLst>
                <a:ext uri="{FF2B5EF4-FFF2-40B4-BE49-F238E27FC236}">
                  <a16:creationId xmlns:a16="http://schemas.microsoft.com/office/drawing/2014/main" id="{B546B0F2-A2ED-4C72-B094-987059B68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33639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47" name="Rectangle 53">
              <a:extLst>
                <a:ext uri="{FF2B5EF4-FFF2-40B4-BE49-F238E27FC236}">
                  <a16:creationId xmlns:a16="http://schemas.microsoft.com/office/drawing/2014/main" id="{D036BE31-0C6F-4CA8-BE7C-8E0DC9733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820738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48" name="Rectangle 54">
              <a:extLst>
                <a:ext uri="{FF2B5EF4-FFF2-40B4-BE49-F238E27FC236}">
                  <a16:creationId xmlns:a16="http://schemas.microsoft.com/office/drawing/2014/main" id="{9321D533-D587-43EC-AF3B-203AC08E9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915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49" name="Rectangle 55">
              <a:extLst>
                <a:ext uri="{FF2B5EF4-FFF2-40B4-BE49-F238E27FC236}">
                  <a16:creationId xmlns:a16="http://schemas.microsoft.com/office/drawing/2014/main" id="{5A86E606-6641-4969-8660-8A801EEE0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3289300"/>
              <a:ext cx="19208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50" name="Rectangle 56">
              <a:extLst>
                <a:ext uri="{FF2B5EF4-FFF2-40B4-BE49-F238E27FC236}">
                  <a16:creationId xmlns:a16="http://schemas.microsoft.com/office/drawing/2014/main" id="{04C0DE7E-EF38-49E0-82A3-A41536068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3384550"/>
              <a:ext cx="165100" cy="220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51" name="Rectangle 57">
              <a:extLst>
                <a:ext uri="{FF2B5EF4-FFF2-40B4-BE49-F238E27FC236}">
                  <a16:creationId xmlns:a16="http://schemas.microsoft.com/office/drawing/2014/main" id="{375A42ED-01D6-40C2-B6F9-193A074FB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865188"/>
              <a:ext cx="192087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52" name="Line 58">
              <a:extLst>
                <a:ext uri="{FF2B5EF4-FFF2-40B4-BE49-F238E27FC236}">
                  <a16:creationId xmlns:a16="http://schemas.microsoft.com/office/drawing/2014/main" id="{A9D4CFDA-46C5-4FAD-8D49-D5709442FD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62338" y="3592513"/>
              <a:ext cx="19875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53" name="Rectangle 59">
              <a:extLst>
                <a:ext uri="{FF2B5EF4-FFF2-40B4-BE49-F238E27FC236}">
                  <a16:creationId xmlns:a16="http://schemas.microsoft.com/office/drawing/2014/main" id="{71FE3493-3B9B-4099-A17E-59D604202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96043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54" name="Rectangle 60">
              <a:extLst>
                <a:ext uri="{FF2B5EF4-FFF2-40B4-BE49-F238E27FC236}">
                  <a16:creationId xmlns:a16="http://schemas.microsoft.com/office/drawing/2014/main" id="{090BB621-1C96-49BA-B250-49503EED1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" y="1042988"/>
              <a:ext cx="2349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55" name="Rectangle 61">
              <a:extLst>
                <a:ext uri="{FF2B5EF4-FFF2-40B4-BE49-F238E27FC236}">
                  <a16:creationId xmlns:a16="http://schemas.microsoft.com/office/drawing/2014/main" id="{625D73F6-8742-4236-8DB7-51FAE194C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4225" y="1193800"/>
              <a:ext cx="18573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56" name="Rectangle 62">
              <a:extLst>
                <a:ext uri="{FF2B5EF4-FFF2-40B4-BE49-F238E27FC236}">
                  <a16:creationId xmlns:a16="http://schemas.microsoft.com/office/drawing/2014/main" id="{CEC02FDA-5AA2-44C6-B39A-D2DDFB501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3292475"/>
              <a:ext cx="747712" cy="12001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57" name="Rectangle 63">
              <a:extLst>
                <a:ext uri="{FF2B5EF4-FFF2-40B4-BE49-F238E27FC236}">
                  <a16:creationId xmlns:a16="http://schemas.microsoft.com/office/drawing/2014/main" id="{42657EDD-E21C-4520-946F-43B3DA0E5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1651000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58" name="Rectangle 64">
              <a:extLst>
                <a:ext uri="{FF2B5EF4-FFF2-40B4-BE49-F238E27FC236}">
                  <a16:creationId xmlns:a16="http://schemas.microsoft.com/office/drawing/2014/main" id="{1C6776C3-B82A-4E2F-B2E0-D30F75885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348932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59" name="Rectangle 65">
              <a:extLst>
                <a:ext uri="{FF2B5EF4-FFF2-40B4-BE49-F238E27FC236}">
                  <a16:creationId xmlns:a16="http://schemas.microsoft.com/office/drawing/2014/main" id="{E29FFAAE-76BD-4C44-9AB6-5C270908D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34798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60" name="Line 66">
              <a:extLst>
                <a:ext uri="{FF2B5EF4-FFF2-40B4-BE49-F238E27FC236}">
                  <a16:creationId xmlns:a16="http://schemas.microsoft.com/office/drawing/2014/main" id="{7D16FAE2-B014-4F3B-A472-26647DCC3C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4084638"/>
              <a:ext cx="1063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61" name="Freeform 67">
              <a:extLst>
                <a:ext uri="{FF2B5EF4-FFF2-40B4-BE49-F238E27FC236}">
                  <a16:creationId xmlns:a16="http://schemas.microsoft.com/office/drawing/2014/main" id="{800384F8-A816-46C2-82E5-4BA1491AC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3806825"/>
              <a:ext cx="149225" cy="171450"/>
            </a:xfrm>
            <a:custGeom>
              <a:avLst/>
              <a:gdLst>
                <a:gd name="T0" fmla="*/ 0 w 94"/>
                <a:gd name="T1" fmla="*/ 2147483646 h 108"/>
                <a:gd name="T2" fmla="*/ 2147483646 w 94"/>
                <a:gd name="T3" fmla="*/ 2147483646 h 108"/>
                <a:gd name="T4" fmla="*/ 0 w 94"/>
                <a:gd name="T5" fmla="*/ 0 h 108"/>
                <a:gd name="T6" fmla="*/ 0 60000 65536"/>
                <a:gd name="T7" fmla="*/ 0 60000 65536"/>
                <a:gd name="T8" fmla="*/ 0 60000 65536"/>
                <a:gd name="T9" fmla="*/ 0 w 94"/>
                <a:gd name="T10" fmla="*/ 0 h 108"/>
                <a:gd name="T11" fmla="*/ 94 w 94"/>
                <a:gd name="T12" fmla="*/ 108 h 1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108">
                  <a:moveTo>
                    <a:pt x="0" y="108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62" name="Rectangle 68">
              <a:extLst>
                <a:ext uri="{FF2B5EF4-FFF2-40B4-BE49-F238E27FC236}">
                  <a16:creationId xmlns:a16="http://schemas.microsoft.com/office/drawing/2014/main" id="{FFBE56EE-4454-4155-84D2-EC1671441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4094163"/>
              <a:ext cx="2476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63" name="Freeform 69">
              <a:extLst>
                <a:ext uri="{FF2B5EF4-FFF2-40B4-BE49-F238E27FC236}">
                  <a16:creationId xmlns:a16="http://schemas.microsoft.com/office/drawing/2014/main" id="{3DF3ABBC-F63B-4620-88EE-CD8D81D02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1920875"/>
              <a:ext cx="3635375" cy="2271713"/>
            </a:xfrm>
            <a:custGeom>
              <a:avLst/>
              <a:gdLst>
                <a:gd name="T0" fmla="*/ 0 w 2290"/>
                <a:gd name="T1" fmla="*/ 0 h 1431"/>
                <a:gd name="T2" fmla="*/ 0 w 2290"/>
                <a:gd name="T3" fmla="*/ 2147483646 h 1431"/>
                <a:gd name="T4" fmla="*/ 2147483646 w 2290"/>
                <a:gd name="T5" fmla="*/ 2147483646 h 1431"/>
                <a:gd name="T6" fmla="*/ 2147483646 w 2290"/>
                <a:gd name="T7" fmla="*/ 2147483646 h 1431"/>
                <a:gd name="T8" fmla="*/ 2147483646 w 2290"/>
                <a:gd name="T9" fmla="*/ 2147483646 h 1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0"/>
                <a:gd name="T16" fmla="*/ 0 h 1431"/>
                <a:gd name="T17" fmla="*/ 2290 w 2290"/>
                <a:gd name="T18" fmla="*/ 1431 h 1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0" h="1431">
                  <a:moveTo>
                    <a:pt x="0" y="0"/>
                  </a:moveTo>
                  <a:lnTo>
                    <a:pt x="0" y="662"/>
                  </a:lnTo>
                  <a:lnTo>
                    <a:pt x="2290" y="662"/>
                  </a:lnTo>
                  <a:lnTo>
                    <a:pt x="2290" y="1431"/>
                  </a:lnTo>
                  <a:lnTo>
                    <a:pt x="1899" y="14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64" name="Freeform 70">
              <a:extLst>
                <a:ext uri="{FF2B5EF4-FFF2-40B4-BE49-F238E27FC236}">
                  <a16:creationId xmlns:a16="http://schemas.microsoft.com/office/drawing/2014/main" id="{2037E982-D3D7-4C12-8BF3-A288AEE41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225" y="1149350"/>
              <a:ext cx="4256088" cy="2292350"/>
            </a:xfrm>
            <a:custGeom>
              <a:avLst/>
              <a:gdLst>
                <a:gd name="T0" fmla="*/ 0 w 2681"/>
                <a:gd name="T1" fmla="*/ 2147483646 h 1444"/>
                <a:gd name="T2" fmla="*/ 0 w 2681"/>
                <a:gd name="T3" fmla="*/ 2147483646 h 1444"/>
                <a:gd name="T4" fmla="*/ 2147483646 w 2681"/>
                <a:gd name="T5" fmla="*/ 2147483646 h 1444"/>
                <a:gd name="T6" fmla="*/ 2147483646 w 2681"/>
                <a:gd name="T7" fmla="*/ 0 h 14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81"/>
                <a:gd name="T13" fmla="*/ 0 h 1444"/>
                <a:gd name="T14" fmla="*/ 2681 w 2681"/>
                <a:gd name="T15" fmla="*/ 1444 h 14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81" h="1444">
                  <a:moveTo>
                    <a:pt x="0" y="1444"/>
                  </a:moveTo>
                  <a:lnTo>
                    <a:pt x="0" y="770"/>
                  </a:lnTo>
                  <a:lnTo>
                    <a:pt x="2681" y="770"/>
                  </a:lnTo>
                  <a:lnTo>
                    <a:pt x="2681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65" name="Line 71">
              <a:extLst>
                <a:ext uri="{FF2B5EF4-FFF2-40B4-BE49-F238E27FC236}">
                  <a16:creationId xmlns:a16="http://schemas.microsoft.com/office/drawing/2014/main" id="{9D58F067-8CC7-4E36-8D70-4945E602C6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988" y="1149350"/>
              <a:ext cx="4406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66" name="Line 73">
              <a:extLst>
                <a:ext uri="{FF2B5EF4-FFF2-40B4-BE49-F238E27FC236}">
                  <a16:creationId xmlns:a16="http://schemas.microsoft.com/office/drawing/2014/main" id="{D918B13C-FF9B-4AC3-A3A7-99193BF9CE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663" y="1620838"/>
              <a:ext cx="300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67" name="Freeform 74">
              <a:extLst>
                <a:ext uri="{FF2B5EF4-FFF2-40B4-BE49-F238E27FC236}">
                  <a16:creationId xmlns:a16="http://schemas.microsoft.com/office/drawing/2014/main" id="{F1FA83EE-00C0-4D27-B4AE-08C06CDFF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0" y="1471613"/>
              <a:ext cx="300038" cy="300037"/>
            </a:xfrm>
            <a:custGeom>
              <a:avLst/>
              <a:gdLst>
                <a:gd name="T0" fmla="*/ 2147483646 w 189"/>
                <a:gd name="T1" fmla="*/ 2147483646 h 189"/>
                <a:gd name="T2" fmla="*/ 0 w 189"/>
                <a:gd name="T3" fmla="*/ 2147483646 h 189"/>
                <a:gd name="T4" fmla="*/ 0 w 189"/>
                <a:gd name="T5" fmla="*/ 0 h 189"/>
                <a:gd name="T6" fmla="*/ 0 60000 65536"/>
                <a:gd name="T7" fmla="*/ 0 60000 65536"/>
                <a:gd name="T8" fmla="*/ 0 60000 65536"/>
                <a:gd name="T9" fmla="*/ 0 w 189"/>
                <a:gd name="T10" fmla="*/ 0 h 189"/>
                <a:gd name="T11" fmla="*/ 189 w 189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189">
                  <a:moveTo>
                    <a:pt x="189" y="94"/>
                  </a:moveTo>
                  <a:lnTo>
                    <a:pt x="0" y="189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68" name="Oval 76">
              <a:extLst>
                <a:ext uri="{FF2B5EF4-FFF2-40B4-BE49-F238E27FC236}">
                  <a16:creationId xmlns:a16="http://schemas.microsoft.com/office/drawing/2014/main" id="{294FA360-6916-47BD-965E-6497828AE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325" y="1568450"/>
              <a:ext cx="96838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69" name="Line 77">
              <a:extLst>
                <a:ext uri="{FF2B5EF4-FFF2-40B4-BE49-F238E27FC236}">
                  <a16:creationId xmlns:a16="http://schemas.microsoft.com/office/drawing/2014/main" id="{C227FAC0-E215-4880-811B-95BFDF92D2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62163" y="1620838"/>
              <a:ext cx="14001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70" name="Freeform 78">
              <a:extLst>
                <a:ext uri="{FF2B5EF4-FFF2-40B4-BE49-F238E27FC236}">
                  <a16:creationId xmlns:a16="http://schemas.microsoft.com/office/drawing/2014/main" id="{BC763B15-CC12-4B95-BAA0-5AD469E77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188" y="1620838"/>
              <a:ext cx="3187700" cy="2571750"/>
            </a:xfrm>
            <a:custGeom>
              <a:avLst/>
              <a:gdLst>
                <a:gd name="T0" fmla="*/ 2147483646 w 2008"/>
                <a:gd name="T1" fmla="*/ 2147483646 h 1620"/>
                <a:gd name="T2" fmla="*/ 0 w 2008"/>
                <a:gd name="T3" fmla="*/ 2147483646 h 1620"/>
                <a:gd name="T4" fmla="*/ 0 w 2008"/>
                <a:gd name="T5" fmla="*/ 0 h 1620"/>
                <a:gd name="T6" fmla="*/ 0 60000 65536"/>
                <a:gd name="T7" fmla="*/ 0 60000 65536"/>
                <a:gd name="T8" fmla="*/ 0 60000 65536"/>
                <a:gd name="T9" fmla="*/ 0 w 2008"/>
                <a:gd name="T10" fmla="*/ 0 h 1620"/>
                <a:gd name="T11" fmla="*/ 2008 w 2008"/>
                <a:gd name="T12" fmla="*/ 1620 h 16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08" h="1620">
                  <a:moveTo>
                    <a:pt x="2008" y="1620"/>
                  </a:moveTo>
                  <a:lnTo>
                    <a:pt x="0" y="162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71" name="Freeform 79">
              <a:extLst>
                <a:ext uri="{FF2B5EF4-FFF2-40B4-BE49-F238E27FC236}">
                  <a16:creationId xmlns:a16="http://schemas.microsoft.com/office/drawing/2014/main" id="{1E6DD9F0-13A2-4C9D-B35F-F66941226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128713"/>
              <a:ext cx="65087" cy="63500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72" name="Freeform 80">
              <a:extLst>
                <a:ext uri="{FF2B5EF4-FFF2-40B4-BE49-F238E27FC236}">
                  <a16:creationId xmlns:a16="http://schemas.microsoft.com/office/drawing/2014/main" id="{C1EBAE2A-5A3E-4AAC-87F1-B7647936A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577975"/>
              <a:ext cx="65087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73" name="Freeform 81">
              <a:extLst>
                <a:ext uri="{FF2B5EF4-FFF2-40B4-BE49-F238E27FC236}">
                  <a16:creationId xmlns:a16="http://schemas.microsoft.com/office/drawing/2014/main" id="{5671D326-B135-4C33-B338-21CA7EDFA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550" y="1585913"/>
              <a:ext cx="42863" cy="65087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674" name="Rectangle 82">
              <a:extLst>
                <a:ext uri="{FF2B5EF4-FFF2-40B4-BE49-F238E27FC236}">
                  <a16:creationId xmlns:a16="http://schemas.microsoft.com/office/drawing/2014/main" id="{21392876-7D65-4F1E-9EB5-97B5D3422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4079875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75" name="Rectangle 83">
              <a:extLst>
                <a:ext uri="{FF2B5EF4-FFF2-40B4-BE49-F238E27FC236}">
                  <a16:creationId xmlns:a16="http://schemas.microsoft.com/office/drawing/2014/main" id="{5B2119F5-632A-44BC-9031-7D24AF3D6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4249738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76" name="Rectangle 84">
              <a:extLst>
                <a:ext uri="{FF2B5EF4-FFF2-40B4-BE49-F238E27FC236}">
                  <a16:creationId xmlns:a16="http://schemas.microsoft.com/office/drawing/2014/main" id="{41CA3FB0-335B-4051-9228-03ABFE40D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4344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77" name="Rectangle 85">
              <a:extLst>
                <a:ext uri="{FF2B5EF4-FFF2-40B4-BE49-F238E27FC236}">
                  <a16:creationId xmlns:a16="http://schemas.microsoft.com/office/drawing/2014/main" id="{FDEA4350-9B4A-491E-B702-FEE869FD2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1820863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78" name="Oval 87">
              <a:extLst>
                <a:ext uri="{FF2B5EF4-FFF2-40B4-BE49-F238E27FC236}">
                  <a16:creationId xmlns:a16="http://schemas.microsoft.com/office/drawing/2014/main" id="{1B0FF076-CC07-4CE8-9311-7F7A3D36F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2090738"/>
              <a:ext cx="98425" cy="96837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79" name="Oval 89">
              <a:extLst>
                <a:ext uri="{FF2B5EF4-FFF2-40B4-BE49-F238E27FC236}">
                  <a16:creationId xmlns:a16="http://schemas.microsoft.com/office/drawing/2014/main" id="{8AC2AA34-8966-4289-A2E1-1A0A9EFE1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4511675"/>
              <a:ext cx="98425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80" name="Rectangle 90">
              <a:extLst>
                <a:ext uri="{FF2B5EF4-FFF2-40B4-BE49-F238E27FC236}">
                  <a16:creationId xmlns:a16="http://schemas.microsoft.com/office/drawing/2014/main" id="{8B97C2F3-B587-4CF8-8E21-EB6F60555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19161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81" name="AutoShape 92">
              <a:extLst>
                <a:ext uri="{FF2B5EF4-FFF2-40B4-BE49-F238E27FC236}">
                  <a16:creationId xmlns:a16="http://schemas.microsoft.com/office/drawing/2014/main" id="{7F2793E7-AE48-42DD-947E-B342770B1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900" y="3355975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82" name="AutoShape 94">
              <a:extLst>
                <a:ext uri="{FF2B5EF4-FFF2-40B4-BE49-F238E27FC236}">
                  <a16:creationId xmlns:a16="http://schemas.microsoft.com/office/drawing/2014/main" id="{AAE6295E-B34D-445D-8559-5AE77A510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6800" y="1073150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683" name="Line 95">
              <a:extLst>
                <a:ext uri="{FF2B5EF4-FFF2-40B4-BE49-F238E27FC236}">
                  <a16:creationId xmlns:a16="http://schemas.microsoft.com/office/drawing/2014/main" id="{18A7D449-05A7-434A-A4D7-7F24B30C91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3700" y="1465263"/>
              <a:ext cx="300038" cy="1571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8611" name="Oval 76">
            <a:extLst>
              <a:ext uri="{FF2B5EF4-FFF2-40B4-BE49-F238E27FC236}">
                <a16:creationId xmlns:a16="http://schemas.microsoft.com/office/drawing/2014/main" id="{96658108-E01E-4014-804F-7D4DE40D79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8800" y="1736725"/>
            <a:ext cx="673100" cy="725488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8612" name="TextBox 77">
            <a:extLst>
              <a:ext uri="{FF2B5EF4-FFF2-40B4-BE49-F238E27FC236}">
                <a16:creationId xmlns:a16="http://schemas.microsoft.com/office/drawing/2014/main" id="{5BBE5D8E-5767-4902-A2E7-43BD339CF1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3550" y="2551113"/>
            <a:ext cx="8255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68613" name="Oval 78">
            <a:extLst>
              <a:ext uri="{FF2B5EF4-FFF2-40B4-BE49-F238E27FC236}">
                <a16:creationId xmlns:a16="http://schemas.microsoft.com/office/drawing/2014/main" id="{645781C0-82CC-4793-AB11-CEE37C3B9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413" y="1638300"/>
            <a:ext cx="673100" cy="725488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8614" name="TextBox 79">
            <a:extLst>
              <a:ext uri="{FF2B5EF4-FFF2-40B4-BE49-F238E27FC236}">
                <a16:creationId xmlns:a16="http://schemas.microsoft.com/office/drawing/2014/main" id="{D85A02BE-810D-4CEC-BA7F-D517D5011E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2527300"/>
            <a:ext cx="68421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input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62C1EB8F-14D5-4D19-BEEB-89398855EB2A}"/>
                  </a:ext>
                </a:extLst>
              </p14:cNvPr>
              <p14:cNvContentPartPr/>
              <p14:nvPr/>
            </p14:nvContentPartPr>
            <p14:xfrm>
              <a:off x="6189120" y="1887120"/>
              <a:ext cx="1216800" cy="24998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62C1EB8F-14D5-4D19-BEEB-89398855EB2A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179760" y="1877760"/>
                <a:ext cx="1235520" cy="25185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DD883D46-5E31-7842-8097-6BC60BE633D7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are the flip-flops?</a:t>
            </a:r>
          </a:p>
        </p:txBody>
      </p:sp>
      <p:grpSp>
        <p:nvGrpSpPr>
          <p:cNvPr id="69634" name="Group 6">
            <a:extLst>
              <a:ext uri="{FF2B5EF4-FFF2-40B4-BE49-F238E27FC236}">
                <a16:creationId xmlns:a16="http://schemas.microsoft.com/office/drawing/2014/main" id="{F88F7958-D462-4F39-A51E-63AF4A7721D3}"/>
              </a:ext>
            </a:extLst>
          </p:cNvPr>
          <p:cNvGrpSpPr>
            <a:grpSpLocks/>
          </p:cNvGrpSpPr>
          <p:nvPr/>
        </p:nvGrpSpPr>
        <p:grpSpPr bwMode="auto">
          <a:xfrm>
            <a:off x="800100" y="1598613"/>
            <a:ext cx="7789863" cy="4127500"/>
            <a:chOff x="800100" y="820738"/>
            <a:chExt cx="7789863" cy="4127500"/>
          </a:xfrm>
        </p:grpSpPr>
        <p:sp>
          <p:nvSpPr>
            <p:cNvPr id="69635" name="Freeform 9">
              <a:extLst>
                <a:ext uri="{FF2B5EF4-FFF2-40B4-BE49-F238E27FC236}">
                  <a16:creationId xmlns:a16="http://schemas.microsoft.com/office/drawing/2014/main" id="{4D55A129-092B-4928-9B5B-553CFB733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663" y="1149350"/>
              <a:ext cx="1198562" cy="2592388"/>
            </a:xfrm>
            <a:custGeom>
              <a:avLst/>
              <a:gdLst>
                <a:gd name="T0" fmla="*/ 0 w 755"/>
                <a:gd name="T1" fmla="*/ 0 h 1633"/>
                <a:gd name="T2" fmla="*/ 0 w 755"/>
                <a:gd name="T3" fmla="*/ 2147483646 h 1633"/>
                <a:gd name="T4" fmla="*/ 2147483646 w 755"/>
                <a:gd name="T5" fmla="*/ 2147483646 h 1633"/>
                <a:gd name="T6" fmla="*/ 0 60000 65536"/>
                <a:gd name="T7" fmla="*/ 0 60000 65536"/>
                <a:gd name="T8" fmla="*/ 0 60000 65536"/>
                <a:gd name="T9" fmla="*/ 0 w 755"/>
                <a:gd name="T10" fmla="*/ 0 h 1633"/>
                <a:gd name="T11" fmla="*/ 755 w 755"/>
                <a:gd name="T12" fmla="*/ 1633 h 16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55" h="1633">
                  <a:moveTo>
                    <a:pt x="0" y="0"/>
                  </a:moveTo>
                  <a:lnTo>
                    <a:pt x="0" y="1633"/>
                  </a:lnTo>
                  <a:lnTo>
                    <a:pt x="755" y="163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36" name="Freeform 10">
              <a:extLst>
                <a:ext uri="{FF2B5EF4-FFF2-40B4-BE49-F238E27FC236}">
                  <a16:creationId xmlns:a16="http://schemas.microsoft.com/office/drawing/2014/main" id="{C1D5FC9C-154C-4938-AD02-F6C61B7CB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8" y="4492625"/>
              <a:ext cx="1603375" cy="300038"/>
            </a:xfrm>
            <a:custGeom>
              <a:avLst/>
              <a:gdLst>
                <a:gd name="T0" fmla="*/ 0 w 1010"/>
                <a:gd name="T1" fmla="*/ 2147483646 h 189"/>
                <a:gd name="T2" fmla="*/ 2147483646 w 1010"/>
                <a:gd name="T3" fmla="*/ 2147483646 h 189"/>
                <a:gd name="T4" fmla="*/ 2147483646 w 1010"/>
                <a:gd name="T5" fmla="*/ 0 h 189"/>
                <a:gd name="T6" fmla="*/ 0 60000 65536"/>
                <a:gd name="T7" fmla="*/ 0 60000 65536"/>
                <a:gd name="T8" fmla="*/ 0 60000 65536"/>
                <a:gd name="T9" fmla="*/ 0 w 1010"/>
                <a:gd name="T10" fmla="*/ 0 h 189"/>
                <a:gd name="T11" fmla="*/ 1010 w 1010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0" h="189">
                  <a:moveTo>
                    <a:pt x="0" y="189"/>
                  </a:moveTo>
                  <a:lnTo>
                    <a:pt x="1010" y="189"/>
                  </a:lnTo>
                  <a:lnTo>
                    <a:pt x="101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37" name="Freeform 11">
              <a:extLst>
                <a:ext uri="{FF2B5EF4-FFF2-40B4-BE49-F238E27FC236}">
                  <a16:creationId xmlns:a16="http://schemas.microsoft.com/office/drawing/2014/main" id="{67B5A6D7-2A37-4E51-8FAA-8824FF170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138" y="2071688"/>
              <a:ext cx="1304925" cy="2720975"/>
            </a:xfrm>
            <a:custGeom>
              <a:avLst/>
              <a:gdLst>
                <a:gd name="T0" fmla="*/ 0 w 822"/>
                <a:gd name="T1" fmla="*/ 2147483646 h 1714"/>
                <a:gd name="T2" fmla="*/ 0 w 822"/>
                <a:gd name="T3" fmla="*/ 2147483646 h 1714"/>
                <a:gd name="T4" fmla="*/ 2147483646 w 822"/>
                <a:gd name="T5" fmla="*/ 2147483646 h 1714"/>
                <a:gd name="T6" fmla="*/ 2147483646 w 822"/>
                <a:gd name="T7" fmla="*/ 0 h 17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22"/>
                <a:gd name="T13" fmla="*/ 0 h 1714"/>
                <a:gd name="T14" fmla="*/ 822 w 822"/>
                <a:gd name="T15" fmla="*/ 1714 h 17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22" h="1714">
                  <a:moveTo>
                    <a:pt x="0" y="1714"/>
                  </a:moveTo>
                  <a:lnTo>
                    <a:pt x="0" y="378"/>
                  </a:lnTo>
                  <a:lnTo>
                    <a:pt x="822" y="378"/>
                  </a:lnTo>
                  <a:lnTo>
                    <a:pt x="82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38" name="Line 16">
              <a:extLst>
                <a:ext uri="{FF2B5EF4-FFF2-40B4-BE49-F238E27FC236}">
                  <a16:creationId xmlns:a16="http://schemas.microsoft.com/office/drawing/2014/main" id="{9F88A512-9569-4CF0-9FA1-93EA0824B4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441700"/>
              <a:ext cx="3206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39" name="Line 17">
              <a:extLst>
                <a:ext uri="{FF2B5EF4-FFF2-40B4-BE49-F238E27FC236}">
                  <a16:creationId xmlns:a16="http://schemas.microsoft.com/office/drawing/2014/main" id="{6D386609-F3E3-446B-A822-1FF501BF20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7417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40" name="Rectangle 19">
              <a:extLst>
                <a:ext uri="{FF2B5EF4-FFF2-40B4-BE49-F238E27FC236}">
                  <a16:creationId xmlns:a16="http://schemas.microsoft.com/office/drawing/2014/main" id="{85B15367-8B5F-477A-B007-A70D513CE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849313"/>
              <a:ext cx="747712" cy="122237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41" name="Rectangle 20">
              <a:extLst>
                <a:ext uri="{FF2B5EF4-FFF2-40B4-BE49-F238E27FC236}">
                  <a16:creationId xmlns:a16="http://schemas.microsoft.com/office/drawing/2014/main" id="{609D06CA-3397-4519-9C84-15E192856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1058863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42" name="Rectangle 21">
              <a:extLst>
                <a:ext uri="{FF2B5EF4-FFF2-40B4-BE49-F238E27FC236}">
                  <a16:creationId xmlns:a16="http://schemas.microsoft.com/office/drawing/2014/main" id="{9662B412-D092-49ED-91CC-5FDC9F356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1050925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43" name="Line 22">
              <a:extLst>
                <a:ext uri="{FF2B5EF4-FFF2-40B4-BE49-F238E27FC236}">
                  <a16:creationId xmlns:a16="http://schemas.microsoft.com/office/drawing/2014/main" id="{4589BC04-8370-4A62-B196-E27E3596BA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1663700"/>
              <a:ext cx="106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44" name="Freeform 23">
              <a:extLst>
                <a:ext uri="{FF2B5EF4-FFF2-40B4-BE49-F238E27FC236}">
                  <a16:creationId xmlns:a16="http://schemas.microsoft.com/office/drawing/2014/main" id="{A3F70C3E-EB45-40A8-A9EA-E9CA04CE3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1385888"/>
              <a:ext cx="149225" cy="149225"/>
            </a:xfrm>
            <a:custGeom>
              <a:avLst/>
              <a:gdLst>
                <a:gd name="T0" fmla="*/ 0 w 94"/>
                <a:gd name="T1" fmla="*/ 2147483646 h 94"/>
                <a:gd name="T2" fmla="*/ 2147483646 w 94"/>
                <a:gd name="T3" fmla="*/ 2147483646 h 94"/>
                <a:gd name="T4" fmla="*/ 0 w 94"/>
                <a:gd name="T5" fmla="*/ 0 h 94"/>
                <a:gd name="T6" fmla="*/ 0 60000 65536"/>
                <a:gd name="T7" fmla="*/ 0 60000 65536"/>
                <a:gd name="T8" fmla="*/ 0 60000 65536"/>
                <a:gd name="T9" fmla="*/ 0 w 94"/>
                <a:gd name="T10" fmla="*/ 0 h 94"/>
                <a:gd name="T11" fmla="*/ 94 w 94"/>
                <a:gd name="T12" fmla="*/ 94 h 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94">
                  <a:moveTo>
                    <a:pt x="0" y="94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45" name="Freeform 24">
              <a:extLst>
                <a:ext uri="{FF2B5EF4-FFF2-40B4-BE49-F238E27FC236}">
                  <a16:creationId xmlns:a16="http://schemas.microsoft.com/office/drawing/2014/main" id="{89AD6DCD-7217-4ACA-83D4-4B9C36484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3870325"/>
              <a:ext cx="63500" cy="42863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6"/>
                  </a:moveTo>
                  <a:cubicBezTo>
                    <a:pt x="0" y="1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16"/>
                    <a:pt x="60" y="16"/>
                  </a:cubicBezTo>
                  <a:cubicBezTo>
                    <a:pt x="60" y="29"/>
                    <a:pt x="49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24" y="40"/>
                    <a:pt x="24" y="40"/>
                  </a:cubicBezTo>
                  <a:cubicBezTo>
                    <a:pt x="11" y="40"/>
                    <a:pt x="0" y="29"/>
                    <a:pt x="0" y="1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46" name="Line 25">
              <a:extLst>
                <a:ext uri="{FF2B5EF4-FFF2-40B4-BE49-F238E27FC236}">
                  <a16:creationId xmlns:a16="http://schemas.microsoft.com/office/drawing/2014/main" id="{D4057078-F1F4-4619-BB53-516561A73A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0688" y="17716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47" name="Line 28">
              <a:extLst>
                <a:ext uri="{FF2B5EF4-FFF2-40B4-BE49-F238E27FC236}">
                  <a16:creationId xmlns:a16="http://schemas.microsoft.com/office/drawing/2014/main" id="{C5386160-A404-4BAE-A540-ECCD40D431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1920875"/>
              <a:ext cx="298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48" name="Line 29">
              <a:extLst>
                <a:ext uri="{FF2B5EF4-FFF2-40B4-BE49-F238E27FC236}">
                  <a16:creationId xmlns:a16="http://schemas.microsoft.com/office/drawing/2014/main" id="{DFA1982A-BD82-4329-B19E-41FB9FCE05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1771650"/>
              <a:ext cx="1508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49" name="Freeform 30">
              <a:extLst>
                <a:ext uri="{FF2B5EF4-FFF2-40B4-BE49-F238E27FC236}">
                  <a16:creationId xmlns:a16="http://schemas.microsoft.com/office/drawing/2014/main" id="{494C251B-DAD7-43C7-8604-5AF92EDB2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511300"/>
              <a:ext cx="638175" cy="254000"/>
            </a:xfrm>
            <a:custGeom>
              <a:avLst/>
              <a:gdLst>
                <a:gd name="T0" fmla="*/ 0 w 598"/>
                <a:gd name="T1" fmla="*/ 0 h 238"/>
                <a:gd name="T2" fmla="*/ 2147483646 w 598"/>
                <a:gd name="T3" fmla="*/ 2147483646 h 238"/>
                <a:gd name="T4" fmla="*/ 2147483646 w 598"/>
                <a:gd name="T5" fmla="*/ 2147483646 h 238"/>
                <a:gd name="T6" fmla="*/ 2147483646 w 598"/>
                <a:gd name="T7" fmla="*/ 2147483646 h 238"/>
                <a:gd name="T8" fmla="*/ 2147483646 w 598"/>
                <a:gd name="T9" fmla="*/ 2147483646 h 238"/>
                <a:gd name="T10" fmla="*/ 2147483646 w 598"/>
                <a:gd name="T11" fmla="*/ 2147483646 h 238"/>
                <a:gd name="T12" fmla="*/ 2147483646 w 598"/>
                <a:gd name="T13" fmla="*/ 2147483646 h 238"/>
                <a:gd name="T14" fmla="*/ 2147483646 w 598"/>
                <a:gd name="T15" fmla="*/ 2147483646 h 238"/>
                <a:gd name="T16" fmla="*/ 2147483646 w 598"/>
                <a:gd name="T17" fmla="*/ 2147483646 h 238"/>
                <a:gd name="T18" fmla="*/ 2147483646 w 598"/>
                <a:gd name="T19" fmla="*/ 2147483646 h 238"/>
                <a:gd name="T20" fmla="*/ 2147483646 w 598"/>
                <a:gd name="T21" fmla="*/ 2147483646 h 238"/>
                <a:gd name="T22" fmla="*/ 2147483646 w 598"/>
                <a:gd name="T23" fmla="*/ 2147483646 h 238"/>
                <a:gd name="T24" fmla="*/ 2147483646 w 598"/>
                <a:gd name="T25" fmla="*/ 2147483646 h 238"/>
                <a:gd name="T26" fmla="*/ 2147483646 w 598"/>
                <a:gd name="T27" fmla="*/ 2147483646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8"/>
                <a:gd name="T44" fmla="*/ 598 w 598"/>
                <a:gd name="T45" fmla="*/ 238 h 2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8">
                  <a:moveTo>
                    <a:pt x="0" y="0"/>
                  </a:moveTo>
                  <a:cubicBezTo>
                    <a:pt x="252" y="0"/>
                    <a:pt x="252" y="0"/>
                    <a:pt x="270" y="1"/>
                  </a:cubicBezTo>
                  <a:cubicBezTo>
                    <a:pt x="288" y="3"/>
                    <a:pt x="288" y="3"/>
                    <a:pt x="305" y="5"/>
                  </a:cubicBezTo>
                  <a:cubicBezTo>
                    <a:pt x="323" y="8"/>
                    <a:pt x="323" y="8"/>
                    <a:pt x="343" y="14"/>
                  </a:cubicBezTo>
                  <a:cubicBezTo>
                    <a:pt x="363" y="20"/>
                    <a:pt x="363" y="20"/>
                    <a:pt x="380" y="29"/>
                  </a:cubicBezTo>
                  <a:cubicBezTo>
                    <a:pt x="398" y="38"/>
                    <a:pt x="398" y="38"/>
                    <a:pt x="413" y="46"/>
                  </a:cubicBezTo>
                  <a:cubicBezTo>
                    <a:pt x="429" y="55"/>
                    <a:pt x="429" y="55"/>
                    <a:pt x="442" y="63"/>
                  </a:cubicBezTo>
                  <a:cubicBezTo>
                    <a:pt x="454" y="71"/>
                    <a:pt x="454" y="71"/>
                    <a:pt x="463" y="78"/>
                  </a:cubicBezTo>
                  <a:cubicBezTo>
                    <a:pt x="472" y="85"/>
                    <a:pt x="472" y="85"/>
                    <a:pt x="482" y="92"/>
                  </a:cubicBezTo>
                  <a:cubicBezTo>
                    <a:pt x="492" y="99"/>
                    <a:pt x="492" y="99"/>
                    <a:pt x="502" y="110"/>
                  </a:cubicBezTo>
                  <a:cubicBezTo>
                    <a:pt x="513" y="121"/>
                    <a:pt x="513" y="121"/>
                    <a:pt x="525" y="136"/>
                  </a:cubicBezTo>
                  <a:cubicBezTo>
                    <a:pt x="538" y="151"/>
                    <a:pt x="538" y="151"/>
                    <a:pt x="550" y="169"/>
                  </a:cubicBezTo>
                  <a:cubicBezTo>
                    <a:pt x="563" y="186"/>
                    <a:pt x="563" y="186"/>
                    <a:pt x="576" y="205"/>
                  </a:cubicBezTo>
                  <a:cubicBezTo>
                    <a:pt x="589" y="223"/>
                    <a:pt x="589" y="223"/>
                    <a:pt x="598" y="238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50" name="Freeform 31">
              <a:extLst>
                <a:ext uri="{FF2B5EF4-FFF2-40B4-BE49-F238E27FC236}">
                  <a16:creationId xmlns:a16="http://schemas.microsoft.com/office/drawing/2014/main" id="{9F446AEC-5D8B-497D-9ABD-6C80B2037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766888"/>
              <a:ext cx="638175" cy="254000"/>
            </a:xfrm>
            <a:custGeom>
              <a:avLst/>
              <a:gdLst>
                <a:gd name="T0" fmla="*/ 0 w 598"/>
                <a:gd name="T1" fmla="*/ 2147483646 h 237"/>
                <a:gd name="T2" fmla="*/ 2147483646 w 598"/>
                <a:gd name="T3" fmla="*/ 2147483646 h 237"/>
                <a:gd name="T4" fmla="*/ 2147483646 w 598"/>
                <a:gd name="T5" fmla="*/ 2147483646 h 237"/>
                <a:gd name="T6" fmla="*/ 2147483646 w 598"/>
                <a:gd name="T7" fmla="*/ 2147483646 h 237"/>
                <a:gd name="T8" fmla="*/ 2147483646 w 598"/>
                <a:gd name="T9" fmla="*/ 2147483646 h 237"/>
                <a:gd name="T10" fmla="*/ 2147483646 w 598"/>
                <a:gd name="T11" fmla="*/ 2147483646 h 237"/>
                <a:gd name="T12" fmla="*/ 2147483646 w 598"/>
                <a:gd name="T13" fmla="*/ 2147483646 h 237"/>
                <a:gd name="T14" fmla="*/ 2147483646 w 598"/>
                <a:gd name="T15" fmla="*/ 2147483646 h 237"/>
                <a:gd name="T16" fmla="*/ 2147483646 w 598"/>
                <a:gd name="T17" fmla="*/ 2147483646 h 237"/>
                <a:gd name="T18" fmla="*/ 2147483646 w 598"/>
                <a:gd name="T19" fmla="*/ 2147483646 h 237"/>
                <a:gd name="T20" fmla="*/ 2147483646 w 598"/>
                <a:gd name="T21" fmla="*/ 2147483646 h 237"/>
                <a:gd name="T22" fmla="*/ 2147483646 w 598"/>
                <a:gd name="T23" fmla="*/ 2147483646 h 237"/>
                <a:gd name="T24" fmla="*/ 2147483646 w 598"/>
                <a:gd name="T25" fmla="*/ 2147483646 h 237"/>
                <a:gd name="T26" fmla="*/ 2147483646 w 598"/>
                <a:gd name="T27" fmla="*/ 0 h 2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7"/>
                <a:gd name="T44" fmla="*/ 598 w 598"/>
                <a:gd name="T45" fmla="*/ 237 h 2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7">
                  <a:moveTo>
                    <a:pt x="0" y="237"/>
                  </a:moveTo>
                  <a:cubicBezTo>
                    <a:pt x="252" y="237"/>
                    <a:pt x="252" y="237"/>
                    <a:pt x="270" y="236"/>
                  </a:cubicBezTo>
                  <a:cubicBezTo>
                    <a:pt x="288" y="235"/>
                    <a:pt x="288" y="235"/>
                    <a:pt x="305" y="232"/>
                  </a:cubicBezTo>
                  <a:cubicBezTo>
                    <a:pt x="323" y="230"/>
                    <a:pt x="323" y="230"/>
                    <a:pt x="343" y="224"/>
                  </a:cubicBezTo>
                  <a:cubicBezTo>
                    <a:pt x="363" y="217"/>
                    <a:pt x="363" y="217"/>
                    <a:pt x="380" y="209"/>
                  </a:cubicBezTo>
                  <a:cubicBezTo>
                    <a:pt x="398" y="200"/>
                    <a:pt x="398" y="200"/>
                    <a:pt x="413" y="191"/>
                  </a:cubicBezTo>
                  <a:cubicBezTo>
                    <a:pt x="429" y="182"/>
                    <a:pt x="429" y="182"/>
                    <a:pt x="442" y="174"/>
                  </a:cubicBezTo>
                  <a:cubicBezTo>
                    <a:pt x="454" y="166"/>
                    <a:pt x="454" y="166"/>
                    <a:pt x="463" y="159"/>
                  </a:cubicBezTo>
                  <a:cubicBezTo>
                    <a:pt x="472" y="152"/>
                    <a:pt x="472" y="152"/>
                    <a:pt x="482" y="146"/>
                  </a:cubicBezTo>
                  <a:cubicBezTo>
                    <a:pt x="492" y="139"/>
                    <a:pt x="492" y="139"/>
                    <a:pt x="502" y="127"/>
                  </a:cubicBezTo>
                  <a:cubicBezTo>
                    <a:pt x="513" y="116"/>
                    <a:pt x="513" y="116"/>
                    <a:pt x="525" y="101"/>
                  </a:cubicBezTo>
                  <a:cubicBezTo>
                    <a:pt x="538" y="86"/>
                    <a:pt x="538" y="86"/>
                    <a:pt x="550" y="69"/>
                  </a:cubicBezTo>
                  <a:cubicBezTo>
                    <a:pt x="563" y="51"/>
                    <a:pt x="563" y="51"/>
                    <a:pt x="576" y="33"/>
                  </a:cubicBezTo>
                  <a:cubicBezTo>
                    <a:pt x="589" y="15"/>
                    <a:pt x="589" y="15"/>
                    <a:pt x="598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51" name="Freeform 32">
              <a:extLst>
                <a:ext uri="{FF2B5EF4-FFF2-40B4-BE49-F238E27FC236}">
                  <a16:creationId xmlns:a16="http://schemas.microsoft.com/office/drawing/2014/main" id="{499D2646-2FF9-411B-B08D-D805387C9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511300"/>
              <a:ext cx="74613" cy="255588"/>
            </a:xfrm>
            <a:custGeom>
              <a:avLst/>
              <a:gdLst>
                <a:gd name="T0" fmla="*/ 0 w 71"/>
                <a:gd name="T1" fmla="*/ 0 h 239"/>
                <a:gd name="T2" fmla="*/ 2147483646 w 71"/>
                <a:gd name="T3" fmla="*/ 2147483646 h 239"/>
                <a:gd name="T4" fmla="*/ 2147483646 w 71"/>
                <a:gd name="T5" fmla="*/ 2147483646 h 239"/>
                <a:gd name="T6" fmla="*/ 2147483646 w 71"/>
                <a:gd name="T7" fmla="*/ 2147483646 h 239"/>
                <a:gd name="T8" fmla="*/ 2147483646 w 71"/>
                <a:gd name="T9" fmla="*/ 2147483646 h 239"/>
                <a:gd name="T10" fmla="*/ 2147483646 w 71"/>
                <a:gd name="T11" fmla="*/ 2147483646 h 239"/>
                <a:gd name="T12" fmla="*/ 2147483646 w 71"/>
                <a:gd name="T13" fmla="*/ 2147483646 h 239"/>
                <a:gd name="T14" fmla="*/ 2147483646 w 71"/>
                <a:gd name="T15" fmla="*/ 214748364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9"/>
                <a:gd name="T26" fmla="*/ 71 w 71"/>
                <a:gd name="T27" fmla="*/ 239 h 2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9">
                  <a:moveTo>
                    <a:pt x="0" y="0"/>
                  </a:moveTo>
                  <a:cubicBezTo>
                    <a:pt x="16" y="29"/>
                    <a:pt x="16" y="29"/>
                    <a:pt x="23" y="44"/>
                  </a:cubicBezTo>
                  <a:cubicBezTo>
                    <a:pt x="29" y="59"/>
                    <a:pt x="29" y="59"/>
                    <a:pt x="36" y="77"/>
                  </a:cubicBezTo>
                  <a:cubicBezTo>
                    <a:pt x="43" y="95"/>
                    <a:pt x="43" y="95"/>
                    <a:pt x="48" y="113"/>
                  </a:cubicBezTo>
                  <a:cubicBezTo>
                    <a:pt x="54" y="131"/>
                    <a:pt x="54" y="131"/>
                    <a:pt x="59" y="150"/>
                  </a:cubicBezTo>
                  <a:cubicBezTo>
                    <a:pt x="65" y="168"/>
                    <a:pt x="65" y="168"/>
                    <a:pt x="66" y="183"/>
                  </a:cubicBezTo>
                  <a:cubicBezTo>
                    <a:pt x="68" y="199"/>
                    <a:pt x="68" y="199"/>
                    <a:pt x="69" y="208"/>
                  </a:cubicBezTo>
                  <a:cubicBezTo>
                    <a:pt x="71" y="218"/>
                    <a:pt x="71" y="218"/>
                    <a:pt x="70" y="239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52" name="Freeform 33">
              <a:extLst>
                <a:ext uri="{FF2B5EF4-FFF2-40B4-BE49-F238E27FC236}">
                  <a16:creationId xmlns:a16="http://schemas.microsoft.com/office/drawing/2014/main" id="{75724777-35EA-4580-8D3F-4E9ADE1FB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765300"/>
              <a:ext cx="74613" cy="255588"/>
            </a:xfrm>
            <a:custGeom>
              <a:avLst/>
              <a:gdLst>
                <a:gd name="T0" fmla="*/ 0 w 71"/>
                <a:gd name="T1" fmla="*/ 2147483646 h 238"/>
                <a:gd name="T2" fmla="*/ 2147483646 w 71"/>
                <a:gd name="T3" fmla="*/ 2147483646 h 238"/>
                <a:gd name="T4" fmla="*/ 2147483646 w 71"/>
                <a:gd name="T5" fmla="*/ 2147483646 h 238"/>
                <a:gd name="T6" fmla="*/ 2147483646 w 71"/>
                <a:gd name="T7" fmla="*/ 2147483646 h 238"/>
                <a:gd name="T8" fmla="*/ 2147483646 w 71"/>
                <a:gd name="T9" fmla="*/ 2147483646 h 238"/>
                <a:gd name="T10" fmla="*/ 2147483646 w 71"/>
                <a:gd name="T11" fmla="*/ 2147483646 h 238"/>
                <a:gd name="T12" fmla="*/ 2147483646 w 71"/>
                <a:gd name="T13" fmla="*/ 2147483646 h 238"/>
                <a:gd name="T14" fmla="*/ 2147483646 w 71"/>
                <a:gd name="T15" fmla="*/ 0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8"/>
                <a:gd name="T26" fmla="*/ 71 w 71"/>
                <a:gd name="T27" fmla="*/ 238 h 2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8">
                  <a:moveTo>
                    <a:pt x="0" y="238"/>
                  </a:moveTo>
                  <a:cubicBezTo>
                    <a:pt x="16" y="210"/>
                    <a:pt x="16" y="210"/>
                    <a:pt x="23" y="195"/>
                  </a:cubicBezTo>
                  <a:cubicBezTo>
                    <a:pt x="29" y="180"/>
                    <a:pt x="29" y="180"/>
                    <a:pt x="36" y="162"/>
                  </a:cubicBezTo>
                  <a:cubicBezTo>
                    <a:pt x="43" y="143"/>
                    <a:pt x="43" y="143"/>
                    <a:pt x="48" y="125"/>
                  </a:cubicBezTo>
                  <a:cubicBezTo>
                    <a:pt x="54" y="107"/>
                    <a:pt x="54" y="107"/>
                    <a:pt x="59" y="89"/>
                  </a:cubicBezTo>
                  <a:cubicBezTo>
                    <a:pt x="65" y="71"/>
                    <a:pt x="65" y="71"/>
                    <a:pt x="66" y="55"/>
                  </a:cubicBezTo>
                  <a:cubicBezTo>
                    <a:pt x="68" y="40"/>
                    <a:pt x="68" y="40"/>
                    <a:pt x="69" y="30"/>
                  </a:cubicBezTo>
                  <a:cubicBezTo>
                    <a:pt x="71" y="21"/>
                    <a:pt x="71" y="21"/>
                    <a:pt x="70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53" name="Line 34">
              <a:extLst>
                <a:ext uri="{FF2B5EF4-FFF2-40B4-BE49-F238E27FC236}">
                  <a16:creationId xmlns:a16="http://schemas.microsoft.com/office/drawing/2014/main" id="{17C28F5D-E0C6-4253-A901-088B69ABE1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0688" y="38925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54" name="Freeform 35">
              <a:extLst>
                <a:ext uri="{FF2B5EF4-FFF2-40B4-BE49-F238E27FC236}">
                  <a16:creationId xmlns:a16="http://schemas.microsoft.com/office/drawing/2014/main" id="{99684ABE-14EC-4D99-9257-397A3F333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813" y="1471613"/>
              <a:ext cx="600075" cy="2420937"/>
            </a:xfrm>
            <a:custGeom>
              <a:avLst/>
              <a:gdLst>
                <a:gd name="T0" fmla="*/ 0 w 378"/>
                <a:gd name="T1" fmla="*/ 2147483646 h 1525"/>
                <a:gd name="T2" fmla="*/ 0 w 378"/>
                <a:gd name="T3" fmla="*/ 0 h 1525"/>
                <a:gd name="T4" fmla="*/ 2147483646 w 378"/>
                <a:gd name="T5" fmla="*/ 0 h 1525"/>
                <a:gd name="T6" fmla="*/ 0 60000 65536"/>
                <a:gd name="T7" fmla="*/ 0 60000 65536"/>
                <a:gd name="T8" fmla="*/ 0 60000 65536"/>
                <a:gd name="T9" fmla="*/ 0 w 378"/>
                <a:gd name="T10" fmla="*/ 0 h 1525"/>
                <a:gd name="T11" fmla="*/ 378 w 378"/>
                <a:gd name="T12" fmla="*/ 1525 h 15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8" h="1525">
                  <a:moveTo>
                    <a:pt x="0" y="1525"/>
                  </a:moveTo>
                  <a:lnTo>
                    <a:pt x="0" y="0"/>
                  </a:lnTo>
                  <a:lnTo>
                    <a:pt x="3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55" name="Freeform 36">
              <a:extLst>
                <a:ext uri="{FF2B5EF4-FFF2-40B4-BE49-F238E27FC236}">
                  <a16:creationId xmlns:a16="http://schemas.microsoft.com/office/drawing/2014/main" id="{01ADFB77-A737-46BE-ABF2-8B0034AF8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625" y="4762500"/>
              <a:ext cx="63500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56" name="Line 42">
              <a:extLst>
                <a:ext uri="{FF2B5EF4-FFF2-40B4-BE49-F238E27FC236}">
                  <a16:creationId xmlns:a16="http://schemas.microsoft.com/office/drawing/2014/main" id="{471CC6E5-1544-4622-BD5D-11E1E822CD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18350" y="1471613"/>
              <a:ext cx="298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57" name="Line 43">
              <a:extLst>
                <a:ext uri="{FF2B5EF4-FFF2-40B4-BE49-F238E27FC236}">
                  <a16:creationId xmlns:a16="http://schemas.microsoft.com/office/drawing/2014/main" id="{5E2917F7-E7E1-4B3F-95B7-064AE1DD61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6875" y="1320800"/>
              <a:ext cx="1698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58" name="Line 44">
              <a:extLst>
                <a:ext uri="{FF2B5EF4-FFF2-40B4-BE49-F238E27FC236}">
                  <a16:creationId xmlns:a16="http://schemas.microsoft.com/office/drawing/2014/main" id="{2F0BB357-2FA5-4237-9BDC-2B68EBE2DF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7600" y="1136650"/>
              <a:ext cx="1219200" cy="12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59" name="Freeform 45">
              <a:extLst>
                <a:ext uri="{FF2B5EF4-FFF2-40B4-BE49-F238E27FC236}">
                  <a16:creationId xmlns:a16="http://schemas.microsoft.com/office/drawing/2014/main" id="{91223515-E85B-4B43-9217-48F34905F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7600" y="1471613"/>
              <a:ext cx="920750" cy="2120900"/>
            </a:xfrm>
            <a:custGeom>
              <a:avLst/>
              <a:gdLst>
                <a:gd name="T0" fmla="*/ 0 w 580"/>
                <a:gd name="T1" fmla="*/ 2147483646 h 1336"/>
                <a:gd name="T2" fmla="*/ 2147483646 w 580"/>
                <a:gd name="T3" fmla="*/ 2147483646 h 1336"/>
                <a:gd name="T4" fmla="*/ 2147483646 w 580"/>
                <a:gd name="T5" fmla="*/ 0 h 1336"/>
                <a:gd name="T6" fmla="*/ 0 60000 65536"/>
                <a:gd name="T7" fmla="*/ 0 60000 65536"/>
                <a:gd name="T8" fmla="*/ 0 60000 65536"/>
                <a:gd name="T9" fmla="*/ 0 w 580"/>
                <a:gd name="T10" fmla="*/ 0 h 1336"/>
                <a:gd name="T11" fmla="*/ 580 w 580"/>
                <a:gd name="T12" fmla="*/ 1336 h 1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0" h="1336">
                  <a:moveTo>
                    <a:pt x="0" y="1336"/>
                  </a:moveTo>
                  <a:lnTo>
                    <a:pt x="580" y="1336"/>
                  </a:lnTo>
                  <a:lnTo>
                    <a:pt x="58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60" name="Line 46">
              <a:extLst>
                <a:ext uri="{FF2B5EF4-FFF2-40B4-BE49-F238E27FC236}">
                  <a16:creationId xmlns:a16="http://schemas.microsoft.com/office/drawing/2014/main" id="{72F8A356-6D6C-4C69-8E6E-CB37FF95CB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86738" y="1320800"/>
              <a:ext cx="150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61" name="Rectangle 47">
              <a:extLst>
                <a:ext uri="{FF2B5EF4-FFF2-40B4-BE49-F238E27FC236}">
                  <a16:creationId xmlns:a16="http://schemas.microsoft.com/office/drawing/2014/main" id="{DC9D4DDB-8295-4EA5-8F60-A05457199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16637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62" name="Rectangle 48">
              <a:extLst>
                <a:ext uri="{FF2B5EF4-FFF2-40B4-BE49-F238E27FC236}">
                  <a16:creationId xmlns:a16="http://schemas.microsoft.com/office/drawing/2014/main" id="{A246E7B3-799E-4129-8106-74B8D4069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288" y="3786188"/>
              <a:ext cx="59690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Clock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63" name="Freeform 49">
              <a:extLst>
                <a:ext uri="{FF2B5EF4-FFF2-40B4-BE49-F238E27FC236}">
                  <a16:creationId xmlns:a16="http://schemas.microsoft.com/office/drawing/2014/main" id="{332B272A-7B78-4657-9DA6-61F258990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120775"/>
              <a:ext cx="41275" cy="63500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64" name="Rectangle 50">
              <a:extLst>
                <a:ext uri="{FF2B5EF4-FFF2-40B4-BE49-F238E27FC236}">
                  <a16:creationId xmlns:a16="http://schemas.microsoft.com/office/drawing/2014/main" id="{104F7321-2683-408E-AACF-39F237BAF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813" y="4676775"/>
              <a:ext cx="73183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Resetn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65" name="Rectangle 51">
              <a:extLst>
                <a:ext uri="{FF2B5EF4-FFF2-40B4-BE49-F238E27FC236}">
                  <a16:creationId xmlns:a16="http://schemas.microsoft.com/office/drawing/2014/main" id="{FC6DB8B5-4A01-4D98-99F2-B1364817E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326707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66" name="Rectangle 52">
              <a:extLst>
                <a:ext uri="{FF2B5EF4-FFF2-40B4-BE49-F238E27FC236}">
                  <a16:creationId xmlns:a16="http://schemas.microsoft.com/office/drawing/2014/main" id="{60915A68-C8BD-4A51-AD89-0CB102013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33639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67" name="Rectangle 53">
              <a:extLst>
                <a:ext uri="{FF2B5EF4-FFF2-40B4-BE49-F238E27FC236}">
                  <a16:creationId xmlns:a16="http://schemas.microsoft.com/office/drawing/2014/main" id="{FB2DE86B-EBD2-4C9A-B025-14CAFC1C3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820738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68" name="Rectangle 54">
              <a:extLst>
                <a:ext uri="{FF2B5EF4-FFF2-40B4-BE49-F238E27FC236}">
                  <a16:creationId xmlns:a16="http://schemas.microsoft.com/office/drawing/2014/main" id="{A5F765D7-C7B3-4DAA-8F54-1999341A0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915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69" name="Rectangle 55">
              <a:extLst>
                <a:ext uri="{FF2B5EF4-FFF2-40B4-BE49-F238E27FC236}">
                  <a16:creationId xmlns:a16="http://schemas.microsoft.com/office/drawing/2014/main" id="{BCD6421C-12E1-4B6B-A931-19BCF778C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3289300"/>
              <a:ext cx="19208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70" name="Rectangle 56">
              <a:extLst>
                <a:ext uri="{FF2B5EF4-FFF2-40B4-BE49-F238E27FC236}">
                  <a16:creationId xmlns:a16="http://schemas.microsoft.com/office/drawing/2014/main" id="{2B38A69E-875A-44F6-8D79-B26CBCAA7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3384550"/>
              <a:ext cx="165100" cy="220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71" name="Rectangle 57">
              <a:extLst>
                <a:ext uri="{FF2B5EF4-FFF2-40B4-BE49-F238E27FC236}">
                  <a16:creationId xmlns:a16="http://schemas.microsoft.com/office/drawing/2014/main" id="{2CBE3E0A-AB8A-4FC9-A2B8-AB702155B1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865188"/>
              <a:ext cx="192087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72" name="Line 58">
              <a:extLst>
                <a:ext uri="{FF2B5EF4-FFF2-40B4-BE49-F238E27FC236}">
                  <a16:creationId xmlns:a16="http://schemas.microsoft.com/office/drawing/2014/main" id="{C2D69A18-0472-4C8D-AC81-285E5A2023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62338" y="3592513"/>
              <a:ext cx="19875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73" name="Rectangle 59">
              <a:extLst>
                <a:ext uri="{FF2B5EF4-FFF2-40B4-BE49-F238E27FC236}">
                  <a16:creationId xmlns:a16="http://schemas.microsoft.com/office/drawing/2014/main" id="{87B4EA85-A2A1-435B-AD30-913DCE6AC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96043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74" name="Rectangle 60">
              <a:extLst>
                <a:ext uri="{FF2B5EF4-FFF2-40B4-BE49-F238E27FC236}">
                  <a16:creationId xmlns:a16="http://schemas.microsoft.com/office/drawing/2014/main" id="{E1209378-4145-4946-8B7F-F7B1F0B77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" y="1042988"/>
              <a:ext cx="2349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75" name="Rectangle 61">
              <a:extLst>
                <a:ext uri="{FF2B5EF4-FFF2-40B4-BE49-F238E27FC236}">
                  <a16:creationId xmlns:a16="http://schemas.microsoft.com/office/drawing/2014/main" id="{F17394A8-03FC-4F4A-83D0-D19BAF8E4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4225" y="1193800"/>
              <a:ext cx="18573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76" name="Rectangle 62">
              <a:extLst>
                <a:ext uri="{FF2B5EF4-FFF2-40B4-BE49-F238E27FC236}">
                  <a16:creationId xmlns:a16="http://schemas.microsoft.com/office/drawing/2014/main" id="{77264376-46D8-43AE-8663-446C2C582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3292475"/>
              <a:ext cx="747712" cy="12001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77" name="Rectangle 63">
              <a:extLst>
                <a:ext uri="{FF2B5EF4-FFF2-40B4-BE49-F238E27FC236}">
                  <a16:creationId xmlns:a16="http://schemas.microsoft.com/office/drawing/2014/main" id="{2C77538E-3B4A-4DF9-A8E1-B6FDF20E3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1651000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78" name="Rectangle 64">
              <a:extLst>
                <a:ext uri="{FF2B5EF4-FFF2-40B4-BE49-F238E27FC236}">
                  <a16:creationId xmlns:a16="http://schemas.microsoft.com/office/drawing/2014/main" id="{6692A807-8569-46C4-AC85-559F2E889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348932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79" name="Rectangle 65">
              <a:extLst>
                <a:ext uri="{FF2B5EF4-FFF2-40B4-BE49-F238E27FC236}">
                  <a16:creationId xmlns:a16="http://schemas.microsoft.com/office/drawing/2014/main" id="{795E8EA3-7649-44A4-B486-A9FCADC8E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34798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80" name="Line 66">
              <a:extLst>
                <a:ext uri="{FF2B5EF4-FFF2-40B4-BE49-F238E27FC236}">
                  <a16:creationId xmlns:a16="http://schemas.microsoft.com/office/drawing/2014/main" id="{47ABEE49-E101-422E-B16D-3AC1ECC364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4084638"/>
              <a:ext cx="1063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81" name="Freeform 67">
              <a:extLst>
                <a:ext uri="{FF2B5EF4-FFF2-40B4-BE49-F238E27FC236}">
                  <a16:creationId xmlns:a16="http://schemas.microsoft.com/office/drawing/2014/main" id="{9BF6DC87-E0F2-42FA-9AFD-0D362C58C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3806825"/>
              <a:ext cx="149225" cy="171450"/>
            </a:xfrm>
            <a:custGeom>
              <a:avLst/>
              <a:gdLst>
                <a:gd name="T0" fmla="*/ 0 w 94"/>
                <a:gd name="T1" fmla="*/ 2147483646 h 108"/>
                <a:gd name="T2" fmla="*/ 2147483646 w 94"/>
                <a:gd name="T3" fmla="*/ 2147483646 h 108"/>
                <a:gd name="T4" fmla="*/ 0 w 94"/>
                <a:gd name="T5" fmla="*/ 0 h 108"/>
                <a:gd name="T6" fmla="*/ 0 60000 65536"/>
                <a:gd name="T7" fmla="*/ 0 60000 65536"/>
                <a:gd name="T8" fmla="*/ 0 60000 65536"/>
                <a:gd name="T9" fmla="*/ 0 w 94"/>
                <a:gd name="T10" fmla="*/ 0 h 108"/>
                <a:gd name="T11" fmla="*/ 94 w 94"/>
                <a:gd name="T12" fmla="*/ 108 h 1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108">
                  <a:moveTo>
                    <a:pt x="0" y="108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82" name="Rectangle 68">
              <a:extLst>
                <a:ext uri="{FF2B5EF4-FFF2-40B4-BE49-F238E27FC236}">
                  <a16:creationId xmlns:a16="http://schemas.microsoft.com/office/drawing/2014/main" id="{323B3019-2402-44AD-B7D5-8EBDA7A0C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4094163"/>
              <a:ext cx="2476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83" name="Freeform 69">
              <a:extLst>
                <a:ext uri="{FF2B5EF4-FFF2-40B4-BE49-F238E27FC236}">
                  <a16:creationId xmlns:a16="http://schemas.microsoft.com/office/drawing/2014/main" id="{6076F68D-934E-4695-9B6B-0B6E0141C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1920875"/>
              <a:ext cx="3635375" cy="2271713"/>
            </a:xfrm>
            <a:custGeom>
              <a:avLst/>
              <a:gdLst>
                <a:gd name="T0" fmla="*/ 0 w 2290"/>
                <a:gd name="T1" fmla="*/ 0 h 1431"/>
                <a:gd name="T2" fmla="*/ 0 w 2290"/>
                <a:gd name="T3" fmla="*/ 2147483646 h 1431"/>
                <a:gd name="T4" fmla="*/ 2147483646 w 2290"/>
                <a:gd name="T5" fmla="*/ 2147483646 h 1431"/>
                <a:gd name="T6" fmla="*/ 2147483646 w 2290"/>
                <a:gd name="T7" fmla="*/ 2147483646 h 1431"/>
                <a:gd name="T8" fmla="*/ 2147483646 w 2290"/>
                <a:gd name="T9" fmla="*/ 2147483646 h 1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0"/>
                <a:gd name="T16" fmla="*/ 0 h 1431"/>
                <a:gd name="T17" fmla="*/ 2290 w 2290"/>
                <a:gd name="T18" fmla="*/ 1431 h 1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0" h="1431">
                  <a:moveTo>
                    <a:pt x="0" y="0"/>
                  </a:moveTo>
                  <a:lnTo>
                    <a:pt x="0" y="662"/>
                  </a:lnTo>
                  <a:lnTo>
                    <a:pt x="2290" y="662"/>
                  </a:lnTo>
                  <a:lnTo>
                    <a:pt x="2290" y="1431"/>
                  </a:lnTo>
                  <a:lnTo>
                    <a:pt x="1899" y="14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84" name="Freeform 70">
              <a:extLst>
                <a:ext uri="{FF2B5EF4-FFF2-40B4-BE49-F238E27FC236}">
                  <a16:creationId xmlns:a16="http://schemas.microsoft.com/office/drawing/2014/main" id="{95CEEAC5-F90A-4C02-AA39-7A06195C3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225" y="1149350"/>
              <a:ext cx="4256088" cy="2292350"/>
            </a:xfrm>
            <a:custGeom>
              <a:avLst/>
              <a:gdLst>
                <a:gd name="T0" fmla="*/ 0 w 2681"/>
                <a:gd name="T1" fmla="*/ 2147483646 h 1444"/>
                <a:gd name="T2" fmla="*/ 0 w 2681"/>
                <a:gd name="T3" fmla="*/ 2147483646 h 1444"/>
                <a:gd name="T4" fmla="*/ 2147483646 w 2681"/>
                <a:gd name="T5" fmla="*/ 2147483646 h 1444"/>
                <a:gd name="T6" fmla="*/ 2147483646 w 2681"/>
                <a:gd name="T7" fmla="*/ 0 h 14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81"/>
                <a:gd name="T13" fmla="*/ 0 h 1444"/>
                <a:gd name="T14" fmla="*/ 2681 w 2681"/>
                <a:gd name="T15" fmla="*/ 1444 h 14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81" h="1444">
                  <a:moveTo>
                    <a:pt x="0" y="1444"/>
                  </a:moveTo>
                  <a:lnTo>
                    <a:pt x="0" y="770"/>
                  </a:lnTo>
                  <a:lnTo>
                    <a:pt x="2681" y="770"/>
                  </a:lnTo>
                  <a:lnTo>
                    <a:pt x="2681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85" name="Line 71">
              <a:extLst>
                <a:ext uri="{FF2B5EF4-FFF2-40B4-BE49-F238E27FC236}">
                  <a16:creationId xmlns:a16="http://schemas.microsoft.com/office/drawing/2014/main" id="{9F1B1855-1F4A-45F8-B11F-175707DA9D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988" y="1149350"/>
              <a:ext cx="4406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86" name="Line 73">
              <a:extLst>
                <a:ext uri="{FF2B5EF4-FFF2-40B4-BE49-F238E27FC236}">
                  <a16:creationId xmlns:a16="http://schemas.microsoft.com/office/drawing/2014/main" id="{8B6AD8E8-A30D-42B9-BE7D-8E0314F261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663" y="1620838"/>
              <a:ext cx="300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87" name="Freeform 74">
              <a:extLst>
                <a:ext uri="{FF2B5EF4-FFF2-40B4-BE49-F238E27FC236}">
                  <a16:creationId xmlns:a16="http://schemas.microsoft.com/office/drawing/2014/main" id="{84AE99F5-4724-4458-A2EC-8DDDB6E4C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0" y="1471613"/>
              <a:ext cx="300038" cy="300037"/>
            </a:xfrm>
            <a:custGeom>
              <a:avLst/>
              <a:gdLst>
                <a:gd name="T0" fmla="*/ 2147483646 w 189"/>
                <a:gd name="T1" fmla="*/ 2147483646 h 189"/>
                <a:gd name="T2" fmla="*/ 0 w 189"/>
                <a:gd name="T3" fmla="*/ 2147483646 h 189"/>
                <a:gd name="T4" fmla="*/ 0 w 189"/>
                <a:gd name="T5" fmla="*/ 0 h 189"/>
                <a:gd name="T6" fmla="*/ 0 60000 65536"/>
                <a:gd name="T7" fmla="*/ 0 60000 65536"/>
                <a:gd name="T8" fmla="*/ 0 60000 65536"/>
                <a:gd name="T9" fmla="*/ 0 w 189"/>
                <a:gd name="T10" fmla="*/ 0 h 189"/>
                <a:gd name="T11" fmla="*/ 189 w 189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189">
                  <a:moveTo>
                    <a:pt x="189" y="94"/>
                  </a:moveTo>
                  <a:lnTo>
                    <a:pt x="0" y="189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88" name="Oval 76">
              <a:extLst>
                <a:ext uri="{FF2B5EF4-FFF2-40B4-BE49-F238E27FC236}">
                  <a16:creationId xmlns:a16="http://schemas.microsoft.com/office/drawing/2014/main" id="{A0CCE53B-CD6A-423A-A63B-665D52FDA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325" y="1568450"/>
              <a:ext cx="96838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89" name="Line 77">
              <a:extLst>
                <a:ext uri="{FF2B5EF4-FFF2-40B4-BE49-F238E27FC236}">
                  <a16:creationId xmlns:a16="http://schemas.microsoft.com/office/drawing/2014/main" id="{9ACE71BF-ABC5-4DEC-8638-73BF18C768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62163" y="1620838"/>
              <a:ext cx="14001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90" name="Freeform 78">
              <a:extLst>
                <a:ext uri="{FF2B5EF4-FFF2-40B4-BE49-F238E27FC236}">
                  <a16:creationId xmlns:a16="http://schemas.microsoft.com/office/drawing/2014/main" id="{F724195D-AF31-41E6-886D-8C9968279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188" y="1620838"/>
              <a:ext cx="3187700" cy="2571750"/>
            </a:xfrm>
            <a:custGeom>
              <a:avLst/>
              <a:gdLst>
                <a:gd name="T0" fmla="*/ 2147483646 w 2008"/>
                <a:gd name="T1" fmla="*/ 2147483646 h 1620"/>
                <a:gd name="T2" fmla="*/ 0 w 2008"/>
                <a:gd name="T3" fmla="*/ 2147483646 h 1620"/>
                <a:gd name="T4" fmla="*/ 0 w 2008"/>
                <a:gd name="T5" fmla="*/ 0 h 1620"/>
                <a:gd name="T6" fmla="*/ 0 60000 65536"/>
                <a:gd name="T7" fmla="*/ 0 60000 65536"/>
                <a:gd name="T8" fmla="*/ 0 60000 65536"/>
                <a:gd name="T9" fmla="*/ 0 w 2008"/>
                <a:gd name="T10" fmla="*/ 0 h 1620"/>
                <a:gd name="T11" fmla="*/ 2008 w 2008"/>
                <a:gd name="T12" fmla="*/ 1620 h 16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08" h="1620">
                  <a:moveTo>
                    <a:pt x="2008" y="1620"/>
                  </a:moveTo>
                  <a:lnTo>
                    <a:pt x="0" y="162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91" name="Freeform 79">
              <a:extLst>
                <a:ext uri="{FF2B5EF4-FFF2-40B4-BE49-F238E27FC236}">
                  <a16:creationId xmlns:a16="http://schemas.microsoft.com/office/drawing/2014/main" id="{0C26F5AB-85EF-4E80-98DF-525724616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128713"/>
              <a:ext cx="65087" cy="63500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92" name="Freeform 80">
              <a:extLst>
                <a:ext uri="{FF2B5EF4-FFF2-40B4-BE49-F238E27FC236}">
                  <a16:creationId xmlns:a16="http://schemas.microsoft.com/office/drawing/2014/main" id="{6600E070-6534-4A56-925E-FBBACE71C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577975"/>
              <a:ext cx="65087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93" name="Freeform 81">
              <a:extLst>
                <a:ext uri="{FF2B5EF4-FFF2-40B4-BE49-F238E27FC236}">
                  <a16:creationId xmlns:a16="http://schemas.microsoft.com/office/drawing/2014/main" id="{67F42CE2-FDDA-46DC-A9B3-654E66CFF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550" y="1585913"/>
              <a:ext cx="42863" cy="65087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694" name="Rectangle 82">
              <a:extLst>
                <a:ext uri="{FF2B5EF4-FFF2-40B4-BE49-F238E27FC236}">
                  <a16:creationId xmlns:a16="http://schemas.microsoft.com/office/drawing/2014/main" id="{BEF3EAD1-E3A4-49E8-9612-2E7EA48AA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4079875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95" name="Rectangle 83">
              <a:extLst>
                <a:ext uri="{FF2B5EF4-FFF2-40B4-BE49-F238E27FC236}">
                  <a16:creationId xmlns:a16="http://schemas.microsoft.com/office/drawing/2014/main" id="{10373B32-763A-4ACD-89BE-1198B2DA3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4249738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96" name="Rectangle 84">
              <a:extLst>
                <a:ext uri="{FF2B5EF4-FFF2-40B4-BE49-F238E27FC236}">
                  <a16:creationId xmlns:a16="http://schemas.microsoft.com/office/drawing/2014/main" id="{79C3C910-F355-4CC3-9C92-E484F7053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4344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97" name="Rectangle 85">
              <a:extLst>
                <a:ext uri="{FF2B5EF4-FFF2-40B4-BE49-F238E27FC236}">
                  <a16:creationId xmlns:a16="http://schemas.microsoft.com/office/drawing/2014/main" id="{BF93B5A0-B876-4EB3-9DCA-44E6B7837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1820863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98" name="Oval 87">
              <a:extLst>
                <a:ext uri="{FF2B5EF4-FFF2-40B4-BE49-F238E27FC236}">
                  <a16:creationId xmlns:a16="http://schemas.microsoft.com/office/drawing/2014/main" id="{65294054-4585-4EB1-8D66-F480FDA01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2090738"/>
              <a:ext cx="98425" cy="96837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699" name="Oval 89">
              <a:extLst>
                <a:ext uri="{FF2B5EF4-FFF2-40B4-BE49-F238E27FC236}">
                  <a16:creationId xmlns:a16="http://schemas.microsoft.com/office/drawing/2014/main" id="{13527CCA-9326-4DF9-A8B7-CF53B4145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4511675"/>
              <a:ext cx="98425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700" name="Rectangle 90">
              <a:extLst>
                <a:ext uri="{FF2B5EF4-FFF2-40B4-BE49-F238E27FC236}">
                  <a16:creationId xmlns:a16="http://schemas.microsoft.com/office/drawing/2014/main" id="{5DED135B-2291-4BD1-A0EF-037E418AD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19161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701" name="AutoShape 92">
              <a:extLst>
                <a:ext uri="{FF2B5EF4-FFF2-40B4-BE49-F238E27FC236}">
                  <a16:creationId xmlns:a16="http://schemas.microsoft.com/office/drawing/2014/main" id="{E94E3DE8-16F6-4B6A-892F-96B39B38E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900" y="3355975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702" name="AutoShape 94">
              <a:extLst>
                <a:ext uri="{FF2B5EF4-FFF2-40B4-BE49-F238E27FC236}">
                  <a16:creationId xmlns:a16="http://schemas.microsoft.com/office/drawing/2014/main" id="{5C8EFF0B-ED52-4FEB-A184-02D619E57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6800" y="1073150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703" name="Line 95">
              <a:extLst>
                <a:ext uri="{FF2B5EF4-FFF2-40B4-BE49-F238E27FC236}">
                  <a16:creationId xmlns:a16="http://schemas.microsoft.com/office/drawing/2014/main" id="{558F9629-6D47-4C98-B82D-2C4FE8DAD5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3700" y="1465263"/>
              <a:ext cx="300038" cy="1571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304E07A8-ED11-CC4E-BB18-33533C4F2AE7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are the flip-flops?</a:t>
            </a:r>
          </a:p>
        </p:txBody>
      </p:sp>
      <p:grpSp>
        <p:nvGrpSpPr>
          <p:cNvPr id="70658" name="Group 6">
            <a:extLst>
              <a:ext uri="{FF2B5EF4-FFF2-40B4-BE49-F238E27FC236}">
                <a16:creationId xmlns:a16="http://schemas.microsoft.com/office/drawing/2014/main" id="{415DE30A-3969-4044-9CF4-AEFC81527D63}"/>
              </a:ext>
            </a:extLst>
          </p:cNvPr>
          <p:cNvGrpSpPr>
            <a:grpSpLocks/>
          </p:cNvGrpSpPr>
          <p:nvPr/>
        </p:nvGrpSpPr>
        <p:grpSpPr bwMode="auto">
          <a:xfrm>
            <a:off x="800100" y="1598613"/>
            <a:ext cx="7789863" cy="4127500"/>
            <a:chOff x="800100" y="820738"/>
            <a:chExt cx="7789863" cy="4127500"/>
          </a:xfrm>
        </p:grpSpPr>
        <p:sp>
          <p:nvSpPr>
            <p:cNvPr id="70661" name="Freeform 9">
              <a:extLst>
                <a:ext uri="{FF2B5EF4-FFF2-40B4-BE49-F238E27FC236}">
                  <a16:creationId xmlns:a16="http://schemas.microsoft.com/office/drawing/2014/main" id="{2415F3CF-73BA-4FC4-A619-B43DC8531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663" y="1149350"/>
              <a:ext cx="1198562" cy="2592388"/>
            </a:xfrm>
            <a:custGeom>
              <a:avLst/>
              <a:gdLst>
                <a:gd name="T0" fmla="*/ 0 w 755"/>
                <a:gd name="T1" fmla="*/ 0 h 1633"/>
                <a:gd name="T2" fmla="*/ 0 w 755"/>
                <a:gd name="T3" fmla="*/ 2147483646 h 1633"/>
                <a:gd name="T4" fmla="*/ 2147483646 w 755"/>
                <a:gd name="T5" fmla="*/ 2147483646 h 1633"/>
                <a:gd name="T6" fmla="*/ 0 60000 65536"/>
                <a:gd name="T7" fmla="*/ 0 60000 65536"/>
                <a:gd name="T8" fmla="*/ 0 60000 65536"/>
                <a:gd name="T9" fmla="*/ 0 w 755"/>
                <a:gd name="T10" fmla="*/ 0 h 1633"/>
                <a:gd name="T11" fmla="*/ 755 w 755"/>
                <a:gd name="T12" fmla="*/ 1633 h 16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55" h="1633">
                  <a:moveTo>
                    <a:pt x="0" y="0"/>
                  </a:moveTo>
                  <a:lnTo>
                    <a:pt x="0" y="1633"/>
                  </a:lnTo>
                  <a:lnTo>
                    <a:pt x="755" y="163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62" name="Freeform 10">
              <a:extLst>
                <a:ext uri="{FF2B5EF4-FFF2-40B4-BE49-F238E27FC236}">
                  <a16:creationId xmlns:a16="http://schemas.microsoft.com/office/drawing/2014/main" id="{2C1BA35D-C0E9-4597-9206-CFBB10A4C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8" y="4492625"/>
              <a:ext cx="1603375" cy="300038"/>
            </a:xfrm>
            <a:custGeom>
              <a:avLst/>
              <a:gdLst>
                <a:gd name="T0" fmla="*/ 0 w 1010"/>
                <a:gd name="T1" fmla="*/ 2147483646 h 189"/>
                <a:gd name="T2" fmla="*/ 2147483646 w 1010"/>
                <a:gd name="T3" fmla="*/ 2147483646 h 189"/>
                <a:gd name="T4" fmla="*/ 2147483646 w 1010"/>
                <a:gd name="T5" fmla="*/ 0 h 189"/>
                <a:gd name="T6" fmla="*/ 0 60000 65536"/>
                <a:gd name="T7" fmla="*/ 0 60000 65536"/>
                <a:gd name="T8" fmla="*/ 0 60000 65536"/>
                <a:gd name="T9" fmla="*/ 0 w 1010"/>
                <a:gd name="T10" fmla="*/ 0 h 189"/>
                <a:gd name="T11" fmla="*/ 1010 w 1010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0" h="189">
                  <a:moveTo>
                    <a:pt x="0" y="189"/>
                  </a:moveTo>
                  <a:lnTo>
                    <a:pt x="1010" y="189"/>
                  </a:lnTo>
                  <a:lnTo>
                    <a:pt x="101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63" name="Freeform 11">
              <a:extLst>
                <a:ext uri="{FF2B5EF4-FFF2-40B4-BE49-F238E27FC236}">
                  <a16:creationId xmlns:a16="http://schemas.microsoft.com/office/drawing/2014/main" id="{98CA5699-3628-42A1-974B-BE2399302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138" y="2071688"/>
              <a:ext cx="1304925" cy="2720975"/>
            </a:xfrm>
            <a:custGeom>
              <a:avLst/>
              <a:gdLst>
                <a:gd name="T0" fmla="*/ 0 w 822"/>
                <a:gd name="T1" fmla="*/ 2147483646 h 1714"/>
                <a:gd name="T2" fmla="*/ 0 w 822"/>
                <a:gd name="T3" fmla="*/ 2147483646 h 1714"/>
                <a:gd name="T4" fmla="*/ 2147483646 w 822"/>
                <a:gd name="T5" fmla="*/ 2147483646 h 1714"/>
                <a:gd name="T6" fmla="*/ 2147483646 w 822"/>
                <a:gd name="T7" fmla="*/ 0 h 17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22"/>
                <a:gd name="T13" fmla="*/ 0 h 1714"/>
                <a:gd name="T14" fmla="*/ 822 w 822"/>
                <a:gd name="T15" fmla="*/ 1714 h 17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22" h="1714">
                  <a:moveTo>
                    <a:pt x="0" y="1714"/>
                  </a:moveTo>
                  <a:lnTo>
                    <a:pt x="0" y="378"/>
                  </a:lnTo>
                  <a:lnTo>
                    <a:pt x="822" y="378"/>
                  </a:lnTo>
                  <a:lnTo>
                    <a:pt x="82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64" name="Line 16">
              <a:extLst>
                <a:ext uri="{FF2B5EF4-FFF2-40B4-BE49-F238E27FC236}">
                  <a16:creationId xmlns:a16="http://schemas.microsoft.com/office/drawing/2014/main" id="{61DB2F2D-0C6B-43E5-B501-54A70EE998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441700"/>
              <a:ext cx="3206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65" name="Line 17">
              <a:extLst>
                <a:ext uri="{FF2B5EF4-FFF2-40B4-BE49-F238E27FC236}">
                  <a16:creationId xmlns:a16="http://schemas.microsoft.com/office/drawing/2014/main" id="{D80625F4-327F-4AD0-9F31-F2F59468B1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7417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66" name="Rectangle 19">
              <a:extLst>
                <a:ext uri="{FF2B5EF4-FFF2-40B4-BE49-F238E27FC236}">
                  <a16:creationId xmlns:a16="http://schemas.microsoft.com/office/drawing/2014/main" id="{7A258A2C-311B-42ED-BADB-510EC494E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849313"/>
              <a:ext cx="747712" cy="122237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667" name="Rectangle 20">
              <a:extLst>
                <a:ext uri="{FF2B5EF4-FFF2-40B4-BE49-F238E27FC236}">
                  <a16:creationId xmlns:a16="http://schemas.microsoft.com/office/drawing/2014/main" id="{0870C3A9-AE38-4B18-975A-A10F1CA8E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1058863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668" name="Rectangle 21">
              <a:extLst>
                <a:ext uri="{FF2B5EF4-FFF2-40B4-BE49-F238E27FC236}">
                  <a16:creationId xmlns:a16="http://schemas.microsoft.com/office/drawing/2014/main" id="{2863D64F-20A1-41DE-8E6F-CE66BC46D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1050925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669" name="Line 22">
              <a:extLst>
                <a:ext uri="{FF2B5EF4-FFF2-40B4-BE49-F238E27FC236}">
                  <a16:creationId xmlns:a16="http://schemas.microsoft.com/office/drawing/2014/main" id="{D48D0C8E-0C51-457A-8B36-48CA836636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1663700"/>
              <a:ext cx="106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70" name="Freeform 23">
              <a:extLst>
                <a:ext uri="{FF2B5EF4-FFF2-40B4-BE49-F238E27FC236}">
                  <a16:creationId xmlns:a16="http://schemas.microsoft.com/office/drawing/2014/main" id="{BE7BC005-5FC0-45DB-85E6-2609E94EA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1385888"/>
              <a:ext cx="149225" cy="149225"/>
            </a:xfrm>
            <a:custGeom>
              <a:avLst/>
              <a:gdLst>
                <a:gd name="T0" fmla="*/ 0 w 94"/>
                <a:gd name="T1" fmla="*/ 2147483646 h 94"/>
                <a:gd name="T2" fmla="*/ 2147483646 w 94"/>
                <a:gd name="T3" fmla="*/ 2147483646 h 94"/>
                <a:gd name="T4" fmla="*/ 0 w 94"/>
                <a:gd name="T5" fmla="*/ 0 h 94"/>
                <a:gd name="T6" fmla="*/ 0 60000 65536"/>
                <a:gd name="T7" fmla="*/ 0 60000 65536"/>
                <a:gd name="T8" fmla="*/ 0 60000 65536"/>
                <a:gd name="T9" fmla="*/ 0 w 94"/>
                <a:gd name="T10" fmla="*/ 0 h 94"/>
                <a:gd name="T11" fmla="*/ 94 w 94"/>
                <a:gd name="T12" fmla="*/ 94 h 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94">
                  <a:moveTo>
                    <a:pt x="0" y="94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71" name="Freeform 24">
              <a:extLst>
                <a:ext uri="{FF2B5EF4-FFF2-40B4-BE49-F238E27FC236}">
                  <a16:creationId xmlns:a16="http://schemas.microsoft.com/office/drawing/2014/main" id="{B0542AD1-60AE-4D4B-A4FB-16A25B049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3870325"/>
              <a:ext cx="63500" cy="42863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6"/>
                  </a:moveTo>
                  <a:cubicBezTo>
                    <a:pt x="0" y="1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16"/>
                    <a:pt x="60" y="16"/>
                  </a:cubicBezTo>
                  <a:cubicBezTo>
                    <a:pt x="60" y="29"/>
                    <a:pt x="49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24" y="40"/>
                    <a:pt x="24" y="40"/>
                  </a:cubicBezTo>
                  <a:cubicBezTo>
                    <a:pt x="11" y="40"/>
                    <a:pt x="0" y="29"/>
                    <a:pt x="0" y="1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72" name="Line 25">
              <a:extLst>
                <a:ext uri="{FF2B5EF4-FFF2-40B4-BE49-F238E27FC236}">
                  <a16:creationId xmlns:a16="http://schemas.microsoft.com/office/drawing/2014/main" id="{69A81126-8226-40D0-9324-3882E47351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0688" y="17716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73" name="Line 28">
              <a:extLst>
                <a:ext uri="{FF2B5EF4-FFF2-40B4-BE49-F238E27FC236}">
                  <a16:creationId xmlns:a16="http://schemas.microsoft.com/office/drawing/2014/main" id="{D7404231-1084-4961-BC5A-6A88310C02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1920875"/>
              <a:ext cx="298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74" name="Line 29">
              <a:extLst>
                <a:ext uri="{FF2B5EF4-FFF2-40B4-BE49-F238E27FC236}">
                  <a16:creationId xmlns:a16="http://schemas.microsoft.com/office/drawing/2014/main" id="{0FFDA037-0988-4E0E-9F31-84EE01CED6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1771650"/>
              <a:ext cx="1508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75" name="Freeform 30">
              <a:extLst>
                <a:ext uri="{FF2B5EF4-FFF2-40B4-BE49-F238E27FC236}">
                  <a16:creationId xmlns:a16="http://schemas.microsoft.com/office/drawing/2014/main" id="{53AD5E69-C424-4F2E-836A-FAC669B21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511300"/>
              <a:ext cx="638175" cy="254000"/>
            </a:xfrm>
            <a:custGeom>
              <a:avLst/>
              <a:gdLst>
                <a:gd name="T0" fmla="*/ 0 w 598"/>
                <a:gd name="T1" fmla="*/ 0 h 238"/>
                <a:gd name="T2" fmla="*/ 2147483646 w 598"/>
                <a:gd name="T3" fmla="*/ 2147483646 h 238"/>
                <a:gd name="T4" fmla="*/ 2147483646 w 598"/>
                <a:gd name="T5" fmla="*/ 2147483646 h 238"/>
                <a:gd name="T6" fmla="*/ 2147483646 w 598"/>
                <a:gd name="T7" fmla="*/ 2147483646 h 238"/>
                <a:gd name="T8" fmla="*/ 2147483646 w 598"/>
                <a:gd name="T9" fmla="*/ 2147483646 h 238"/>
                <a:gd name="T10" fmla="*/ 2147483646 w 598"/>
                <a:gd name="T11" fmla="*/ 2147483646 h 238"/>
                <a:gd name="T12" fmla="*/ 2147483646 w 598"/>
                <a:gd name="T13" fmla="*/ 2147483646 h 238"/>
                <a:gd name="T14" fmla="*/ 2147483646 w 598"/>
                <a:gd name="T15" fmla="*/ 2147483646 h 238"/>
                <a:gd name="T16" fmla="*/ 2147483646 w 598"/>
                <a:gd name="T17" fmla="*/ 2147483646 h 238"/>
                <a:gd name="T18" fmla="*/ 2147483646 w 598"/>
                <a:gd name="T19" fmla="*/ 2147483646 h 238"/>
                <a:gd name="T20" fmla="*/ 2147483646 w 598"/>
                <a:gd name="T21" fmla="*/ 2147483646 h 238"/>
                <a:gd name="T22" fmla="*/ 2147483646 w 598"/>
                <a:gd name="T23" fmla="*/ 2147483646 h 238"/>
                <a:gd name="T24" fmla="*/ 2147483646 w 598"/>
                <a:gd name="T25" fmla="*/ 2147483646 h 238"/>
                <a:gd name="T26" fmla="*/ 2147483646 w 598"/>
                <a:gd name="T27" fmla="*/ 2147483646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8"/>
                <a:gd name="T44" fmla="*/ 598 w 598"/>
                <a:gd name="T45" fmla="*/ 238 h 2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8">
                  <a:moveTo>
                    <a:pt x="0" y="0"/>
                  </a:moveTo>
                  <a:cubicBezTo>
                    <a:pt x="252" y="0"/>
                    <a:pt x="252" y="0"/>
                    <a:pt x="270" y="1"/>
                  </a:cubicBezTo>
                  <a:cubicBezTo>
                    <a:pt x="288" y="3"/>
                    <a:pt x="288" y="3"/>
                    <a:pt x="305" y="5"/>
                  </a:cubicBezTo>
                  <a:cubicBezTo>
                    <a:pt x="323" y="8"/>
                    <a:pt x="323" y="8"/>
                    <a:pt x="343" y="14"/>
                  </a:cubicBezTo>
                  <a:cubicBezTo>
                    <a:pt x="363" y="20"/>
                    <a:pt x="363" y="20"/>
                    <a:pt x="380" y="29"/>
                  </a:cubicBezTo>
                  <a:cubicBezTo>
                    <a:pt x="398" y="38"/>
                    <a:pt x="398" y="38"/>
                    <a:pt x="413" y="46"/>
                  </a:cubicBezTo>
                  <a:cubicBezTo>
                    <a:pt x="429" y="55"/>
                    <a:pt x="429" y="55"/>
                    <a:pt x="442" y="63"/>
                  </a:cubicBezTo>
                  <a:cubicBezTo>
                    <a:pt x="454" y="71"/>
                    <a:pt x="454" y="71"/>
                    <a:pt x="463" y="78"/>
                  </a:cubicBezTo>
                  <a:cubicBezTo>
                    <a:pt x="472" y="85"/>
                    <a:pt x="472" y="85"/>
                    <a:pt x="482" y="92"/>
                  </a:cubicBezTo>
                  <a:cubicBezTo>
                    <a:pt x="492" y="99"/>
                    <a:pt x="492" y="99"/>
                    <a:pt x="502" y="110"/>
                  </a:cubicBezTo>
                  <a:cubicBezTo>
                    <a:pt x="513" y="121"/>
                    <a:pt x="513" y="121"/>
                    <a:pt x="525" y="136"/>
                  </a:cubicBezTo>
                  <a:cubicBezTo>
                    <a:pt x="538" y="151"/>
                    <a:pt x="538" y="151"/>
                    <a:pt x="550" y="169"/>
                  </a:cubicBezTo>
                  <a:cubicBezTo>
                    <a:pt x="563" y="186"/>
                    <a:pt x="563" y="186"/>
                    <a:pt x="576" y="205"/>
                  </a:cubicBezTo>
                  <a:cubicBezTo>
                    <a:pt x="589" y="223"/>
                    <a:pt x="589" y="223"/>
                    <a:pt x="598" y="238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76" name="Freeform 31">
              <a:extLst>
                <a:ext uri="{FF2B5EF4-FFF2-40B4-BE49-F238E27FC236}">
                  <a16:creationId xmlns:a16="http://schemas.microsoft.com/office/drawing/2014/main" id="{34167E47-50AD-4FD6-803B-1444AEF0C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766888"/>
              <a:ext cx="638175" cy="254000"/>
            </a:xfrm>
            <a:custGeom>
              <a:avLst/>
              <a:gdLst>
                <a:gd name="T0" fmla="*/ 0 w 598"/>
                <a:gd name="T1" fmla="*/ 2147483646 h 237"/>
                <a:gd name="T2" fmla="*/ 2147483646 w 598"/>
                <a:gd name="T3" fmla="*/ 2147483646 h 237"/>
                <a:gd name="T4" fmla="*/ 2147483646 w 598"/>
                <a:gd name="T5" fmla="*/ 2147483646 h 237"/>
                <a:gd name="T6" fmla="*/ 2147483646 w 598"/>
                <a:gd name="T7" fmla="*/ 2147483646 h 237"/>
                <a:gd name="T8" fmla="*/ 2147483646 w 598"/>
                <a:gd name="T9" fmla="*/ 2147483646 h 237"/>
                <a:gd name="T10" fmla="*/ 2147483646 w 598"/>
                <a:gd name="T11" fmla="*/ 2147483646 h 237"/>
                <a:gd name="T12" fmla="*/ 2147483646 w 598"/>
                <a:gd name="T13" fmla="*/ 2147483646 h 237"/>
                <a:gd name="T14" fmla="*/ 2147483646 w 598"/>
                <a:gd name="T15" fmla="*/ 2147483646 h 237"/>
                <a:gd name="T16" fmla="*/ 2147483646 w 598"/>
                <a:gd name="T17" fmla="*/ 2147483646 h 237"/>
                <a:gd name="T18" fmla="*/ 2147483646 w 598"/>
                <a:gd name="T19" fmla="*/ 2147483646 h 237"/>
                <a:gd name="T20" fmla="*/ 2147483646 w 598"/>
                <a:gd name="T21" fmla="*/ 2147483646 h 237"/>
                <a:gd name="T22" fmla="*/ 2147483646 w 598"/>
                <a:gd name="T23" fmla="*/ 2147483646 h 237"/>
                <a:gd name="T24" fmla="*/ 2147483646 w 598"/>
                <a:gd name="T25" fmla="*/ 2147483646 h 237"/>
                <a:gd name="T26" fmla="*/ 2147483646 w 598"/>
                <a:gd name="T27" fmla="*/ 0 h 2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7"/>
                <a:gd name="T44" fmla="*/ 598 w 598"/>
                <a:gd name="T45" fmla="*/ 237 h 2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7">
                  <a:moveTo>
                    <a:pt x="0" y="237"/>
                  </a:moveTo>
                  <a:cubicBezTo>
                    <a:pt x="252" y="237"/>
                    <a:pt x="252" y="237"/>
                    <a:pt x="270" y="236"/>
                  </a:cubicBezTo>
                  <a:cubicBezTo>
                    <a:pt x="288" y="235"/>
                    <a:pt x="288" y="235"/>
                    <a:pt x="305" y="232"/>
                  </a:cubicBezTo>
                  <a:cubicBezTo>
                    <a:pt x="323" y="230"/>
                    <a:pt x="323" y="230"/>
                    <a:pt x="343" y="224"/>
                  </a:cubicBezTo>
                  <a:cubicBezTo>
                    <a:pt x="363" y="217"/>
                    <a:pt x="363" y="217"/>
                    <a:pt x="380" y="209"/>
                  </a:cubicBezTo>
                  <a:cubicBezTo>
                    <a:pt x="398" y="200"/>
                    <a:pt x="398" y="200"/>
                    <a:pt x="413" y="191"/>
                  </a:cubicBezTo>
                  <a:cubicBezTo>
                    <a:pt x="429" y="182"/>
                    <a:pt x="429" y="182"/>
                    <a:pt x="442" y="174"/>
                  </a:cubicBezTo>
                  <a:cubicBezTo>
                    <a:pt x="454" y="166"/>
                    <a:pt x="454" y="166"/>
                    <a:pt x="463" y="159"/>
                  </a:cubicBezTo>
                  <a:cubicBezTo>
                    <a:pt x="472" y="152"/>
                    <a:pt x="472" y="152"/>
                    <a:pt x="482" y="146"/>
                  </a:cubicBezTo>
                  <a:cubicBezTo>
                    <a:pt x="492" y="139"/>
                    <a:pt x="492" y="139"/>
                    <a:pt x="502" y="127"/>
                  </a:cubicBezTo>
                  <a:cubicBezTo>
                    <a:pt x="513" y="116"/>
                    <a:pt x="513" y="116"/>
                    <a:pt x="525" y="101"/>
                  </a:cubicBezTo>
                  <a:cubicBezTo>
                    <a:pt x="538" y="86"/>
                    <a:pt x="538" y="86"/>
                    <a:pt x="550" y="69"/>
                  </a:cubicBezTo>
                  <a:cubicBezTo>
                    <a:pt x="563" y="51"/>
                    <a:pt x="563" y="51"/>
                    <a:pt x="576" y="33"/>
                  </a:cubicBezTo>
                  <a:cubicBezTo>
                    <a:pt x="589" y="15"/>
                    <a:pt x="589" y="15"/>
                    <a:pt x="598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77" name="Freeform 32">
              <a:extLst>
                <a:ext uri="{FF2B5EF4-FFF2-40B4-BE49-F238E27FC236}">
                  <a16:creationId xmlns:a16="http://schemas.microsoft.com/office/drawing/2014/main" id="{AC91FA30-F376-4C18-AF17-F0E594E65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511300"/>
              <a:ext cx="74613" cy="255588"/>
            </a:xfrm>
            <a:custGeom>
              <a:avLst/>
              <a:gdLst>
                <a:gd name="T0" fmla="*/ 0 w 71"/>
                <a:gd name="T1" fmla="*/ 0 h 239"/>
                <a:gd name="T2" fmla="*/ 2147483646 w 71"/>
                <a:gd name="T3" fmla="*/ 2147483646 h 239"/>
                <a:gd name="T4" fmla="*/ 2147483646 w 71"/>
                <a:gd name="T5" fmla="*/ 2147483646 h 239"/>
                <a:gd name="T6" fmla="*/ 2147483646 w 71"/>
                <a:gd name="T7" fmla="*/ 2147483646 h 239"/>
                <a:gd name="T8" fmla="*/ 2147483646 w 71"/>
                <a:gd name="T9" fmla="*/ 2147483646 h 239"/>
                <a:gd name="T10" fmla="*/ 2147483646 w 71"/>
                <a:gd name="T11" fmla="*/ 2147483646 h 239"/>
                <a:gd name="T12" fmla="*/ 2147483646 w 71"/>
                <a:gd name="T13" fmla="*/ 2147483646 h 239"/>
                <a:gd name="T14" fmla="*/ 2147483646 w 71"/>
                <a:gd name="T15" fmla="*/ 214748364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9"/>
                <a:gd name="T26" fmla="*/ 71 w 71"/>
                <a:gd name="T27" fmla="*/ 239 h 2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9">
                  <a:moveTo>
                    <a:pt x="0" y="0"/>
                  </a:moveTo>
                  <a:cubicBezTo>
                    <a:pt x="16" y="29"/>
                    <a:pt x="16" y="29"/>
                    <a:pt x="23" y="44"/>
                  </a:cubicBezTo>
                  <a:cubicBezTo>
                    <a:pt x="29" y="59"/>
                    <a:pt x="29" y="59"/>
                    <a:pt x="36" y="77"/>
                  </a:cubicBezTo>
                  <a:cubicBezTo>
                    <a:pt x="43" y="95"/>
                    <a:pt x="43" y="95"/>
                    <a:pt x="48" y="113"/>
                  </a:cubicBezTo>
                  <a:cubicBezTo>
                    <a:pt x="54" y="131"/>
                    <a:pt x="54" y="131"/>
                    <a:pt x="59" y="150"/>
                  </a:cubicBezTo>
                  <a:cubicBezTo>
                    <a:pt x="65" y="168"/>
                    <a:pt x="65" y="168"/>
                    <a:pt x="66" y="183"/>
                  </a:cubicBezTo>
                  <a:cubicBezTo>
                    <a:pt x="68" y="199"/>
                    <a:pt x="68" y="199"/>
                    <a:pt x="69" y="208"/>
                  </a:cubicBezTo>
                  <a:cubicBezTo>
                    <a:pt x="71" y="218"/>
                    <a:pt x="71" y="218"/>
                    <a:pt x="70" y="239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78" name="Freeform 33">
              <a:extLst>
                <a:ext uri="{FF2B5EF4-FFF2-40B4-BE49-F238E27FC236}">
                  <a16:creationId xmlns:a16="http://schemas.microsoft.com/office/drawing/2014/main" id="{BC84F3A4-AAD4-44CA-97B8-FAEB594F4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765300"/>
              <a:ext cx="74613" cy="255588"/>
            </a:xfrm>
            <a:custGeom>
              <a:avLst/>
              <a:gdLst>
                <a:gd name="T0" fmla="*/ 0 w 71"/>
                <a:gd name="T1" fmla="*/ 2147483646 h 238"/>
                <a:gd name="T2" fmla="*/ 2147483646 w 71"/>
                <a:gd name="T3" fmla="*/ 2147483646 h 238"/>
                <a:gd name="T4" fmla="*/ 2147483646 w 71"/>
                <a:gd name="T5" fmla="*/ 2147483646 h 238"/>
                <a:gd name="T6" fmla="*/ 2147483646 w 71"/>
                <a:gd name="T7" fmla="*/ 2147483646 h 238"/>
                <a:gd name="T8" fmla="*/ 2147483646 w 71"/>
                <a:gd name="T9" fmla="*/ 2147483646 h 238"/>
                <a:gd name="T10" fmla="*/ 2147483646 w 71"/>
                <a:gd name="T11" fmla="*/ 2147483646 h 238"/>
                <a:gd name="T12" fmla="*/ 2147483646 w 71"/>
                <a:gd name="T13" fmla="*/ 2147483646 h 238"/>
                <a:gd name="T14" fmla="*/ 2147483646 w 71"/>
                <a:gd name="T15" fmla="*/ 0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8"/>
                <a:gd name="T26" fmla="*/ 71 w 71"/>
                <a:gd name="T27" fmla="*/ 238 h 2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8">
                  <a:moveTo>
                    <a:pt x="0" y="238"/>
                  </a:moveTo>
                  <a:cubicBezTo>
                    <a:pt x="16" y="210"/>
                    <a:pt x="16" y="210"/>
                    <a:pt x="23" y="195"/>
                  </a:cubicBezTo>
                  <a:cubicBezTo>
                    <a:pt x="29" y="180"/>
                    <a:pt x="29" y="180"/>
                    <a:pt x="36" y="162"/>
                  </a:cubicBezTo>
                  <a:cubicBezTo>
                    <a:pt x="43" y="143"/>
                    <a:pt x="43" y="143"/>
                    <a:pt x="48" y="125"/>
                  </a:cubicBezTo>
                  <a:cubicBezTo>
                    <a:pt x="54" y="107"/>
                    <a:pt x="54" y="107"/>
                    <a:pt x="59" y="89"/>
                  </a:cubicBezTo>
                  <a:cubicBezTo>
                    <a:pt x="65" y="71"/>
                    <a:pt x="65" y="71"/>
                    <a:pt x="66" y="55"/>
                  </a:cubicBezTo>
                  <a:cubicBezTo>
                    <a:pt x="68" y="40"/>
                    <a:pt x="68" y="40"/>
                    <a:pt x="69" y="30"/>
                  </a:cubicBezTo>
                  <a:cubicBezTo>
                    <a:pt x="71" y="21"/>
                    <a:pt x="71" y="21"/>
                    <a:pt x="70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79" name="Line 34">
              <a:extLst>
                <a:ext uri="{FF2B5EF4-FFF2-40B4-BE49-F238E27FC236}">
                  <a16:creationId xmlns:a16="http://schemas.microsoft.com/office/drawing/2014/main" id="{9E62469F-E0EC-42D1-A0E2-57566C7F00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0688" y="38925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80" name="Freeform 35">
              <a:extLst>
                <a:ext uri="{FF2B5EF4-FFF2-40B4-BE49-F238E27FC236}">
                  <a16:creationId xmlns:a16="http://schemas.microsoft.com/office/drawing/2014/main" id="{609E9044-EAEC-45EC-BCDD-FB1AB61E4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813" y="1471613"/>
              <a:ext cx="600075" cy="2420937"/>
            </a:xfrm>
            <a:custGeom>
              <a:avLst/>
              <a:gdLst>
                <a:gd name="T0" fmla="*/ 0 w 378"/>
                <a:gd name="T1" fmla="*/ 2147483646 h 1525"/>
                <a:gd name="T2" fmla="*/ 0 w 378"/>
                <a:gd name="T3" fmla="*/ 0 h 1525"/>
                <a:gd name="T4" fmla="*/ 2147483646 w 378"/>
                <a:gd name="T5" fmla="*/ 0 h 1525"/>
                <a:gd name="T6" fmla="*/ 0 60000 65536"/>
                <a:gd name="T7" fmla="*/ 0 60000 65536"/>
                <a:gd name="T8" fmla="*/ 0 60000 65536"/>
                <a:gd name="T9" fmla="*/ 0 w 378"/>
                <a:gd name="T10" fmla="*/ 0 h 1525"/>
                <a:gd name="T11" fmla="*/ 378 w 378"/>
                <a:gd name="T12" fmla="*/ 1525 h 15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8" h="1525">
                  <a:moveTo>
                    <a:pt x="0" y="1525"/>
                  </a:moveTo>
                  <a:lnTo>
                    <a:pt x="0" y="0"/>
                  </a:lnTo>
                  <a:lnTo>
                    <a:pt x="3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81" name="Freeform 36">
              <a:extLst>
                <a:ext uri="{FF2B5EF4-FFF2-40B4-BE49-F238E27FC236}">
                  <a16:creationId xmlns:a16="http://schemas.microsoft.com/office/drawing/2014/main" id="{A36C2B12-DA7B-49CF-B628-2F48BB370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625" y="4762500"/>
              <a:ext cx="63500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82" name="Line 42">
              <a:extLst>
                <a:ext uri="{FF2B5EF4-FFF2-40B4-BE49-F238E27FC236}">
                  <a16:creationId xmlns:a16="http://schemas.microsoft.com/office/drawing/2014/main" id="{BDAD8F22-AD39-47DF-9E6C-D8A68EAFED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18350" y="1471613"/>
              <a:ext cx="298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83" name="Line 43">
              <a:extLst>
                <a:ext uri="{FF2B5EF4-FFF2-40B4-BE49-F238E27FC236}">
                  <a16:creationId xmlns:a16="http://schemas.microsoft.com/office/drawing/2014/main" id="{0AE3826A-BE13-4090-ADCB-E46832C502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6875" y="1320800"/>
              <a:ext cx="1698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84" name="Line 44">
              <a:extLst>
                <a:ext uri="{FF2B5EF4-FFF2-40B4-BE49-F238E27FC236}">
                  <a16:creationId xmlns:a16="http://schemas.microsoft.com/office/drawing/2014/main" id="{E7B87C73-D187-4EFB-80A4-D1233CD636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7600" y="1136650"/>
              <a:ext cx="1219200" cy="12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85" name="Freeform 45">
              <a:extLst>
                <a:ext uri="{FF2B5EF4-FFF2-40B4-BE49-F238E27FC236}">
                  <a16:creationId xmlns:a16="http://schemas.microsoft.com/office/drawing/2014/main" id="{C65A34FC-5375-4680-88BB-32D506717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7600" y="1471613"/>
              <a:ext cx="920750" cy="2120900"/>
            </a:xfrm>
            <a:custGeom>
              <a:avLst/>
              <a:gdLst>
                <a:gd name="T0" fmla="*/ 0 w 580"/>
                <a:gd name="T1" fmla="*/ 2147483646 h 1336"/>
                <a:gd name="T2" fmla="*/ 2147483646 w 580"/>
                <a:gd name="T3" fmla="*/ 2147483646 h 1336"/>
                <a:gd name="T4" fmla="*/ 2147483646 w 580"/>
                <a:gd name="T5" fmla="*/ 0 h 1336"/>
                <a:gd name="T6" fmla="*/ 0 60000 65536"/>
                <a:gd name="T7" fmla="*/ 0 60000 65536"/>
                <a:gd name="T8" fmla="*/ 0 60000 65536"/>
                <a:gd name="T9" fmla="*/ 0 w 580"/>
                <a:gd name="T10" fmla="*/ 0 h 1336"/>
                <a:gd name="T11" fmla="*/ 580 w 580"/>
                <a:gd name="T12" fmla="*/ 1336 h 1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0" h="1336">
                  <a:moveTo>
                    <a:pt x="0" y="1336"/>
                  </a:moveTo>
                  <a:lnTo>
                    <a:pt x="580" y="1336"/>
                  </a:lnTo>
                  <a:lnTo>
                    <a:pt x="58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86" name="Line 46">
              <a:extLst>
                <a:ext uri="{FF2B5EF4-FFF2-40B4-BE49-F238E27FC236}">
                  <a16:creationId xmlns:a16="http://schemas.microsoft.com/office/drawing/2014/main" id="{C5A5FD32-52E5-4CE8-B2B3-C1C222F14C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86738" y="1320800"/>
              <a:ext cx="150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87" name="Rectangle 47">
              <a:extLst>
                <a:ext uri="{FF2B5EF4-FFF2-40B4-BE49-F238E27FC236}">
                  <a16:creationId xmlns:a16="http://schemas.microsoft.com/office/drawing/2014/main" id="{5A5A7C6D-88F6-4DF4-AD01-57FFBEBC5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16637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688" name="Rectangle 48">
              <a:extLst>
                <a:ext uri="{FF2B5EF4-FFF2-40B4-BE49-F238E27FC236}">
                  <a16:creationId xmlns:a16="http://schemas.microsoft.com/office/drawing/2014/main" id="{C086A06E-5CE5-46A0-82DE-F3177FD4D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288" y="3786188"/>
              <a:ext cx="59690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Clock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689" name="Freeform 49">
              <a:extLst>
                <a:ext uri="{FF2B5EF4-FFF2-40B4-BE49-F238E27FC236}">
                  <a16:creationId xmlns:a16="http://schemas.microsoft.com/office/drawing/2014/main" id="{858666F8-E418-45C1-BA68-C125F940E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120775"/>
              <a:ext cx="41275" cy="63500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90" name="Rectangle 50">
              <a:extLst>
                <a:ext uri="{FF2B5EF4-FFF2-40B4-BE49-F238E27FC236}">
                  <a16:creationId xmlns:a16="http://schemas.microsoft.com/office/drawing/2014/main" id="{D08C9F39-0227-4D76-8EF0-32C840CD5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813" y="4676775"/>
              <a:ext cx="73183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Resetn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691" name="Rectangle 51">
              <a:extLst>
                <a:ext uri="{FF2B5EF4-FFF2-40B4-BE49-F238E27FC236}">
                  <a16:creationId xmlns:a16="http://schemas.microsoft.com/office/drawing/2014/main" id="{C4DFC5D8-363F-4955-B949-70C8B4625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326707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692" name="Rectangle 52">
              <a:extLst>
                <a:ext uri="{FF2B5EF4-FFF2-40B4-BE49-F238E27FC236}">
                  <a16:creationId xmlns:a16="http://schemas.microsoft.com/office/drawing/2014/main" id="{ACD29E6F-E1B6-421E-A151-54936945D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33639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693" name="Rectangle 53">
              <a:extLst>
                <a:ext uri="{FF2B5EF4-FFF2-40B4-BE49-F238E27FC236}">
                  <a16:creationId xmlns:a16="http://schemas.microsoft.com/office/drawing/2014/main" id="{98CB7302-673A-485C-9A68-1865F8E63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820738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694" name="Rectangle 54">
              <a:extLst>
                <a:ext uri="{FF2B5EF4-FFF2-40B4-BE49-F238E27FC236}">
                  <a16:creationId xmlns:a16="http://schemas.microsoft.com/office/drawing/2014/main" id="{5411163F-C4F4-4CB8-A1C2-93BEFF9B8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915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695" name="Rectangle 55">
              <a:extLst>
                <a:ext uri="{FF2B5EF4-FFF2-40B4-BE49-F238E27FC236}">
                  <a16:creationId xmlns:a16="http://schemas.microsoft.com/office/drawing/2014/main" id="{A33E1A5F-25C1-405E-98A0-56BD3D524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3289300"/>
              <a:ext cx="19208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696" name="Rectangle 56">
              <a:extLst>
                <a:ext uri="{FF2B5EF4-FFF2-40B4-BE49-F238E27FC236}">
                  <a16:creationId xmlns:a16="http://schemas.microsoft.com/office/drawing/2014/main" id="{EF2A56CF-B167-4AA3-82F0-443350FB2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3384550"/>
              <a:ext cx="165100" cy="220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697" name="Rectangle 57">
              <a:extLst>
                <a:ext uri="{FF2B5EF4-FFF2-40B4-BE49-F238E27FC236}">
                  <a16:creationId xmlns:a16="http://schemas.microsoft.com/office/drawing/2014/main" id="{CBF0DB66-562B-4A77-B609-FB794864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865188"/>
              <a:ext cx="192087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698" name="Line 58">
              <a:extLst>
                <a:ext uri="{FF2B5EF4-FFF2-40B4-BE49-F238E27FC236}">
                  <a16:creationId xmlns:a16="http://schemas.microsoft.com/office/drawing/2014/main" id="{DB5FBC2F-99FD-4CE4-825C-9591EF4D48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62338" y="3592513"/>
              <a:ext cx="19875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699" name="Rectangle 59">
              <a:extLst>
                <a:ext uri="{FF2B5EF4-FFF2-40B4-BE49-F238E27FC236}">
                  <a16:creationId xmlns:a16="http://schemas.microsoft.com/office/drawing/2014/main" id="{B2A04A81-7FD7-44EA-84DE-CA8A094CB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96043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700" name="Rectangle 60">
              <a:extLst>
                <a:ext uri="{FF2B5EF4-FFF2-40B4-BE49-F238E27FC236}">
                  <a16:creationId xmlns:a16="http://schemas.microsoft.com/office/drawing/2014/main" id="{B4F8EEE4-FAB2-4504-B1E1-59AD8D12C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" y="1042988"/>
              <a:ext cx="2349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701" name="Rectangle 61">
              <a:extLst>
                <a:ext uri="{FF2B5EF4-FFF2-40B4-BE49-F238E27FC236}">
                  <a16:creationId xmlns:a16="http://schemas.microsoft.com/office/drawing/2014/main" id="{56B85840-655B-45A8-BF48-89CC0117B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4225" y="1193800"/>
              <a:ext cx="18573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702" name="Rectangle 62">
              <a:extLst>
                <a:ext uri="{FF2B5EF4-FFF2-40B4-BE49-F238E27FC236}">
                  <a16:creationId xmlns:a16="http://schemas.microsoft.com/office/drawing/2014/main" id="{FBAFD803-C2DA-494E-83EB-7BB1EEBD1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3292475"/>
              <a:ext cx="747712" cy="12001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703" name="Rectangle 63">
              <a:extLst>
                <a:ext uri="{FF2B5EF4-FFF2-40B4-BE49-F238E27FC236}">
                  <a16:creationId xmlns:a16="http://schemas.microsoft.com/office/drawing/2014/main" id="{9DCCD3B1-7B4E-4E2F-A293-E78277533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1651000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704" name="Rectangle 64">
              <a:extLst>
                <a:ext uri="{FF2B5EF4-FFF2-40B4-BE49-F238E27FC236}">
                  <a16:creationId xmlns:a16="http://schemas.microsoft.com/office/drawing/2014/main" id="{5EEEC820-D5B8-4320-A21B-3719B659F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348932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705" name="Rectangle 65">
              <a:extLst>
                <a:ext uri="{FF2B5EF4-FFF2-40B4-BE49-F238E27FC236}">
                  <a16:creationId xmlns:a16="http://schemas.microsoft.com/office/drawing/2014/main" id="{A17E22F6-9014-40EB-AE7F-4CE3C4E31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34798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706" name="Line 66">
              <a:extLst>
                <a:ext uri="{FF2B5EF4-FFF2-40B4-BE49-F238E27FC236}">
                  <a16:creationId xmlns:a16="http://schemas.microsoft.com/office/drawing/2014/main" id="{D6B95439-506F-4BD0-8E5E-D91FFDB2C7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4084638"/>
              <a:ext cx="1063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07" name="Freeform 67">
              <a:extLst>
                <a:ext uri="{FF2B5EF4-FFF2-40B4-BE49-F238E27FC236}">
                  <a16:creationId xmlns:a16="http://schemas.microsoft.com/office/drawing/2014/main" id="{4FEE8212-B3DE-4E54-844C-0ED14EEE2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3806825"/>
              <a:ext cx="149225" cy="171450"/>
            </a:xfrm>
            <a:custGeom>
              <a:avLst/>
              <a:gdLst>
                <a:gd name="T0" fmla="*/ 0 w 94"/>
                <a:gd name="T1" fmla="*/ 2147483646 h 108"/>
                <a:gd name="T2" fmla="*/ 2147483646 w 94"/>
                <a:gd name="T3" fmla="*/ 2147483646 h 108"/>
                <a:gd name="T4" fmla="*/ 0 w 94"/>
                <a:gd name="T5" fmla="*/ 0 h 108"/>
                <a:gd name="T6" fmla="*/ 0 60000 65536"/>
                <a:gd name="T7" fmla="*/ 0 60000 65536"/>
                <a:gd name="T8" fmla="*/ 0 60000 65536"/>
                <a:gd name="T9" fmla="*/ 0 w 94"/>
                <a:gd name="T10" fmla="*/ 0 h 108"/>
                <a:gd name="T11" fmla="*/ 94 w 94"/>
                <a:gd name="T12" fmla="*/ 108 h 1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108">
                  <a:moveTo>
                    <a:pt x="0" y="108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08" name="Rectangle 68">
              <a:extLst>
                <a:ext uri="{FF2B5EF4-FFF2-40B4-BE49-F238E27FC236}">
                  <a16:creationId xmlns:a16="http://schemas.microsoft.com/office/drawing/2014/main" id="{934268AA-D2B0-41D6-858D-64D0ECCDD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4094163"/>
              <a:ext cx="2476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709" name="Freeform 69">
              <a:extLst>
                <a:ext uri="{FF2B5EF4-FFF2-40B4-BE49-F238E27FC236}">
                  <a16:creationId xmlns:a16="http://schemas.microsoft.com/office/drawing/2014/main" id="{1869E02E-F613-4319-BEB7-1293EBBB6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1920875"/>
              <a:ext cx="3635375" cy="2271713"/>
            </a:xfrm>
            <a:custGeom>
              <a:avLst/>
              <a:gdLst>
                <a:gd name="T0" fmla="*/ 0 w 2290"/>
                <a:gd name="T1" fmla="*/ 0 h 1431"/>
                <a:gd name="T2" fmla="*/ 0 w 2290"/>
                <a:gd name="T3" fmla="*/ 2147483646 h 1431"/>
                <a:gd name="T4" fmla="*/ 2147483646 w 2290"/>
                <a:gd name="T5" fmla="*/ 2147483646 h 1431"/>
                <a:gd name="T6" fmla="*/ 2147483646 w 2290"/>
                <a:gd name="T7" fmla="*/ 2147483646 h 1431"/>
                <a:gd name="T8" fmla="*/ 2147483646 w 2290"/>
                <a:gd name="T9" fmla="*/ 2147483646 h 1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0"/>
                <a:gd name="T16" fmla="*/ 0 h 1431"/>
                <a:gd name="T17" fmla="*/ 2290 w 2290"/>
                <a:gd name="T18" fmla="*/ 1431 h 1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0" h="1431">
                  <a:moveTo>
                    <a:pt x="0" y="0"/>
                  </a:moveTo>
                  <a:lnTo>
                    <a:pt x="0" y="662"/>
                  </a:lnTo>
                  <a:lnTo>
                    <a:pt x="2290" y="662"/>
                  </a:lnTo>
                  <a:lnTo>
                    <a:pt x="2290" y="1431"/>
                  </a:lnTo>
                  <a:lnTo>
                    <a:pt x="1899" y="14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10" name="Freeform 70">
              <a:extLst>
                <a:ext uri="{FF2B5EF4-FFF2-40B4-BE49-F238E27FC236}">
                  <a16:creationId xmlns:a16="http://schemas.microsoft.com/office/drawing/2014/main" id="{AA3336AE-79F2-44C8-9349-A25B90A27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225" y="1149350"/>
              <a:ext cx="4256088" cy="2292350"/>
            </a:xfrm>
            <a:custGeom>
              <a:avLst/>
              <a:gdLst>
                <a:gd name="T0" fmla="*/ 0 w 2681"/>
                <a:gd name="T1" fmla="*/ 2147483646 h 1444"/>
                <a:gd name="T2" fmla="*/ 0 w 2681"/>
                <a:gd name="T3" fmla="*/ 2147483646 h 1444"/>
                <a:gd name="T4" fmla="*/ 2147483646 w 2681"/>
                <a:gd name="T5" fmla="*/ 2147483646 h 1444"/>
                <a:gd name="T6" fmla="*/ 2147483646 w 2681"/>
                <a:gd name="T7" fmla="*/ 0 h 14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81"/>
                <a:gd name="T13" fmla="*/ 0 h 1444"/>
                <a:gd name="T14" fmla="*/ 2681 w 2681"/>
                <a:gd name="T15" fmla="*/ 1444 h 14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81" h="1444">
                  <a:moveTo>
                    <a:pt x="0" y="1444"/>
                  </a:moveTo>
                  <a:lnTo>
                    <a:pt x="0" y="770"/>
                  </a:lnTo>
                  <a:lnTo>
                    <a:pt x="2681" y="770"/>
                  </a:lnTo>
                  <a:lnTo>
                    <a:pt x="2681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11" name="Line 71">
              <a:extLst>
                <a:ext uri="{FF2B5EF4-FFF2-40B4-BE49-F238E27FC236}">
                  <a16:creationId xmlns:a16="http://schemas.microsoft.com/office/drawing/2014/main" id="{DA7B2740-9DB3-4506-B892-6D7F245D53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988" y="1149350"/>
              <a:ext cx="4406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12" name="Line 73">
              <a:extLst>
                <a:ext uri="{FF2B5EF4-FFF2-40B4-BE49-F238E27FC236}">
                  <a16:creationId xmlns:a16="http://schemas.microsoft.com/office/drawing/2014/main" id="{33E1D9E8-190A-40C4-A1AE-A11D5F7E3F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663" y="1620838"/>
              <a:ext cx="300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13" name="Freeform 74">
              <a:extLst>
                <a:ext uri="{FF2B5EF4-FFF2-40B4-BE49-F238E27FC236}">
                  <a16:creationId xmlns:a16="http://schemas.microsoft.com/office/drawing/2014/main" id="{6F12F88A-3A40-499D-B344-25D89EE25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0" y="1471613"/>
              <a:ext cx="300038" cy="300037"/>
            </a:xfrm>
            <a:custGeom>
              <a:avLst/>
              <a:gdLst>
                <a:gd name="T0" fmla="*/ 2147483646 w 189"/>
                <a:gd name="T1" fmla="*/ 2147483646 h 189"/>
                <a:gd name="T2" fmla="*/ 0 w 189"/>
                <a:gd name="T3" fmla="*/ 2147483646 h 189"/>
                <a:gd name="T4" fmla="*/ 0 w 189"/>
                <a:gd name="T5" fmla="*/ 0 h 189"/>
                <a:gd name="T6" fmla="*/ 0 60000 65536"/>
                <a:gd name="T7" fmla="*/ 0 60000 65536"/>
                <a:gd name="T8" fmla="*/ 0 60000 65536"/>
                <a:gd name="T9" fmla="*/ 0 w 189"/>
                <a:gd name="T10" fmla="*/ 0 h 189"/>
                <a:gd name="T11" fmla="*/ 189 w 189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189">
                  <a:moveTo>
                    <a:pt x="189" y="94"/>
                  </a:moveTo>
                  <a:lnTo>
                    <a:pt x="0" y="189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14" name="Oval 76">
              <a:extLst>
                <a:ext uri="{FF2B5EF4-FFF2-40B4-BE49-F238E27FC236}">
                  <a16:creationId xmlns:a16="http://schemas.microsoft.com/office/drawing/2014/main" id="{5825961F-A448-4747-91EC-F612C11B2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325" y="1568450"/>
              <a:ext cx="96838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715" name="Line 77">
              <a:extLst>
                <a:ext uri="{FF2B5EF4-FFF2-40B4-BE49-F238E27FC236}">
                  <a16:creationId xmlns:a16="http://schemas.microsoft.com/office/drawing/2014/main" id="{1D316654-7475-4B7E-90F4-4823619C7E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62163" y="1620838"/>
              <a:ext cx="14001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16" name="Freeform 78">
              <a:extLst>
                <a:ext uri="{FF2B5EF4-FFF2-40B4-BE49-F238E27FC236}">
                  <a16:creationId xmlns:a16="http://schemas.microsoft.com/office/drawing/2014/main" id="{154B6AC6-F816-4AC4-A4CC-75A37DED5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188" y="1620838"/>
              <a:ext cx="3187700" cy="2571750"/>
            </a:xfrm>
            <a:custGeom>
              <a:avLst/>
              <a:gdLst>
                <a:gd name="T0" fmla="*/ 2147483646 w 2008"/>
                <a:gd name="T1" fmla="*/ 2147483646 h 1620"/>
                <a:gd name="T2" fmla="*/ 0 w 2008"/>
                <a:gd name="T3" fmla="*/ 2147483646 h 1620"/>
                <a:gd name="T4" fmla="*/ 0 w 2008"/>
                <a:gd name="T5" fmla="*/ 0 h 1620"/>
                <a:gd name="T6" fmla="*/ 0 60000 65536"/>
                <a:gd name="T7" fmla="*/ 0 60000 65536"/>
                <a:gd name="T8" fmla="*/ 0 60000 65536"/>
                <a:gd name="T9" fmla="*/ 0 w 2008"/>
                <a:gd name="T10" fmla="*/ 0 h 1620"/>
                <a:gd name="T11" fmla="*/ 2008 w 2008"/>
                <a:gd name="T12" fmla="*/ 1620 h 16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08" h="1620">
                  <a:moveTo>
                    <a:pt x="2008" y="1620"/>
                  </a:moveTo>
                  <a:lnTo>
                    <a:pt x="0" y="162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17" name="Freeform 79">
              <a:extLst>
                <a:ext uri="{FF2B5EF4-FFF2-40B4-BE49-F238E27FC236}">
                  <a16:creationId xmlns:a16="http://schemas.microsoft.com/office/drawing/2014/main" id="{74DE3418-53C7-48D2-B0C8-031D1D1B0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128713"/>
              <a:ext cx="65087" cy="63500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18" name="Freeform 80">
              <a:extLst>
                <a:ext uri="{FF2B5EF4-FFF2-40B4-BE49-F238E27FC236}">
                  <a16:creationId xmlns:a16="http://schemas.microsoft.com/office/drawing/2014/main" id="{365646C0-DE88-4BB1-8FAB-CD4CEE65D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577975"/>
              <a:ext cx="65087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19" name="Freeform 81">
              <a:extLst>
                <a:ext uri="{FF2B5EF4-FFF2-40B4-BE49-F238E27FC236}">
                  <a16:creationId xmlns:a16="http://schemas.microsoft.com/office/drawing/2014/main" id="{D69A862D-C7AF-486C-9D42-D32D83760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550" y="1585913"/>
              <a:ext cx="42863" cy="65087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720" name="Rectangle 82">
              <a:extLst>
                <a:ext uri="{FF2B5EF4-FFF2-40B4-BE49-F238E27FC236}">
                  <a16:creationId xmlns:a16="http://schemas.microsoft.com/office/drawing/2014/main" id="{E1A263B4-7FEE-4A72-A794-5FC5DAE43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4079875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721" name="Rectangle 83">
              <a:extLst>
                <a:ext uri="{FF2B5EF4-FFF2-40B4-BE49-F238E27FC236}">
                  <a16:creationId xmlns:a16="http://schemas.microsoft.com/office/drawing/2014/main" id="{53737205-AD2E-44FE-8737-391694DEC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4249738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722" name="Rectangle 84">
              <a:extLst>
                <a:ext uri="{FF2B5EF4-FFF2-40B4-BE49-F238E27FC236}">
                  <a16:creationId xmlns:a16="http://schemas.microsoft.com/office/drawing/2014/main" id="{020A5E83-17B1-467E-BA0F-46CE05F81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4344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723" name="Rectangle 85">
              <a:extLst>
                <a:ext uri="{FF2B5EF4-FFF2-40B4-BE49-F238E27FC236}">
                  <a16:creationId xmlns:a16="http://schemas.microsoft.com/office/drawing/2014/main" id="{ECC6AB35-446D-4493-9859-DD1681A0F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1820863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724" name="Oval 87">
              <a:extLst>
                <a:ext uri="{FF2B5EF4-FFF2-40B4-BE49-F238E27FC236}">
                  <a16:creationId xmlns:a16="http://schemas.microsoft.com/office/drawing/2014/main" id="{980F0BAF-A936-45DF-AEC9-DF1C6CC67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2090738"/>
              <a:ext cx="98425" cy="96837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725" name="Oval 89">
              <a:extLst>
                <a:ext uri="{FF2B5EF4-FFF2-40B4-BE49-F238E27FC236}">
                  <a16:creationId xmlns:a16="http://schemas.microsoft.com/office/drawing/2014/main" id="{CE0139D0-95A6-4204-B01B-41F1FA9C4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4511675"/>
              <a:ext cx="98425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726" name="Rectangle 90">
              <a:extLst>
                <a:ext uri="{FF2B5EF4-FFF2-40B4-BE49-F238E27FC236}">
                  <a16:creationId xmlns:a16="http://schemas.microsoft.com/office/drawing/2014/main" id="{6A4A3194-EB84-49CA-AE0C-26291D49B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19161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727" name="AutoShape 92">
              <a:extLst>
                <a:ext uri="{FF2B5EF4-FFF2-40B4-BE49-F238E27FC236}">
                  <a16:creationId xmlns:a16="http://schemas.microsoft.com/office/drawing/2014/main" id="{2792ED43-EEDC-4648-8F73-597BA4D43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900" y="3355975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728" name="AutoShape 94">
              <a:extLst>
                <a:ext uri="{FF2B5EF4-FFF2-40B4-BE49-F238E27FC236}">
                  <a16:creationId xmlns:a16="http://schemas.microsoft.com/office/drawing/2014/main" id="{361354AF-C557-4A54-9BF7-89B90E7C2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6800" y="1073150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729" name="Line 95">
              <a:extLst>
                <a:ext uri="{FF2B5EF4-FFF2-40B4-BE49-F238E27FC236}">
                  <a16:creationId xmlns:a16="http://schemas.microsoft.com/office/drawing/2014/main" id="{38BD0E30-11CB-4695-8C46-2A5EA35F43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3700" y="1465263"/>
              <a:ext cx="300038" cy="1571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70659" name="Oval 76">
            <a:extLst>
              <a:ext uri="{FF2B5EF4-FFF2-40B4-BE49-F238E27FC236}">
                <a16:creationId xmlns:a16="http://schemas.microsoft.com/office/drawing/2014/main" id="{6742B2AF-9527-4F8E-B968-BBD79E6DD4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1349375"/>
            <a:ext cx="1295400" cy="1951038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0660" name="Oval 77">
            <a:extLst>
              <a:ext uri="{FF2B5EF4-FFF2-40B4-BE49-F238E27FC236}">
                <a16:creationId xmlns:a16="http://schemas.microsoft.com/office/drawing/2014/main" id="{7A34AA9F-C9B0-4E96-9182-87BBB27C5D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3640138"/>
            <a:ext cx="1295400" cy="1952625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73300101-26A5-EB49-866B-D063C8364A3D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are the outputs of the flip-flops?</a:t>
            </a:r>
          </a:p>
        </p:txBody>
      </p:sp>
      <p:grpSp>
        <p:nvGrpSpPr>
          <p:cNvPr id="71682" name="Group 6">
            <a:extLst>
              <a:ext uri="{FF2B5EF4-FFF2-40B4-BE49-F238E27FC236}">
                <a16:creationId xmlns:a16="http://schemas.microsoft.com/office/drawing/2014/main" id="{273E2C84-6C76-4D7D-AFF8-72CFAEC935A9}"/>
              </a:ext>
            </a:extLst>
          </p:cNvPr>
          <p:cNvGrpSpPr>
            <a:grpSpLocks/>
          </p:cNvGrpSpPr>
          <p:nvPr/>
        </p:nvGrpSpPr>
        <p:grpSpPr bwMode="auto">
          <a:xfrm>
            <a:off x="800100" y="1598613"/>
            <a:ext cx="7789863" cy="4127500"/>
            <a:chOff x="800100" y="820738"/>
            <a:chExt cx="7789863" cy="4127500"/>
          </a:xfrm>
        </p:grpSpPr>
        <p:sp>
          <p:nvSpPr>
            <p:cNvPr id="71683" name="Freeform 9">
              <a:extLst>
                <a:ext uri="{FF2B5EF4-FFF2-40B4-BE49-F238E27FC236}">
                  <a16:creationId xmlns:a16="http://schemas.microsoft.com/office/drawing/2014/main" id="{E22393FD-6B01-4884-93B0-41B3D729C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663" y="1149350"/>
              <a:ext cx="1198562" cy="2592388"/>
            </a:xfrm>
            <a:custGeom>
              <a:avLst/>
              <a:gdLst>
                <a:gd name="T0" fmla="*/ 0 w 755"/>
                <a:gd name="T1" fmla="*/ 0 h 1633"/>
                <a:gd name="T2" fmla="*/ 0 w 755"/>
                <a:gd name="T3" fmla="*/ 2147483646 h 1633"/>
                <a:gd name="T4" fmla="*/ 2147483646 w 755"/>
                <a:gd name="T5" fmla="*/ 2147483646 h 1633"/>
                <a:gd name="T6" fmla="*/ 0 60000 65536"/>
                <a:gd name="T7" fmla="*/ 0 60000 65536"/>
                <a:gd name="T8" fmla="*/ 0 60000 65536"/>
                <a:gd name="T9" fmla="*/ 0 w 755"/>
                <a:gd name="T10" fmla="*/ 0 h 1633"/>
                <a:gd name="T11" fmla="*/ 755 w 755"/>
                <a:gd name="T12" fmla="*/ 1633 h 16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55" h="1633">
                  <a:moveTo>
                    <a:pt x="0" y="0"/>
                  </a:moveTo>
                  <a:lnTo>
                    <a:pt x="0" y="1633"/>
                  </a:lnTo>
                  <a:lnTo>
                    <a:pt x="755" y="163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684" name="Freeform 10">
              <a:extLst>
                <a:ext uri="{FF2B5EF4-FFF2-40B4-BE49-F238E27FC236}">
                  <a16:creationId xmlns:a16="http://schemas.microsoft.com/office/drawing/2014/main" id="{19405FAF-8D03-456B-86CE-6D5A2F0E5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8" y="4492625"/>
              <a:ext cx="1603375" cy="300038"/>
            </a:xfrm>
            <a:custGeom>
              <a:avLst/>
              <a:gdLst>
                <a:gd name="T0" fmla="*/ 0 w 1010"/>
                <a:gd name="T1" fmla="*/ 2147483646 h 189"/>
                <a:gd name="T2" fmla="*/ 2147483646 w 1010"/>
                <a:gd name="T3" fmla="*/ 2147483646 h 189"/>
                <a:gd name="T4" fmla="*/ 2147483646 w 1010"/>
                <a:gd name="T5" fmla="*/ 0 h 189"/>
                <a:gd name="T6" fmla="*/ 0 60000 65536"/>
                <a:gd name="T7" fmla="*/ 0 60000 65536"/>
                <a:gd name="T8" fmla="*/ 0 60000 65536"/>
                <a:gd name="T9" fmla="*/ 0 w 1010"/>
                <a:gd name="T10" fmla="*/ 0 h 189"/>
                <a:gd name="T11" fmla="*/ 1010 w 1010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0" h="189">
                  <a:moveTo>
                    <a:pt x="0" y="189"/>
                  </a:moveTo>
                  <a:lnTo>
                    <a:pt x="1010" y="189"/>
                  </a:lnTo>
                  <a:lnTo>
                    <a:pt x="101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685" name="Freeform 11">
              <a:extLst>
                <a:ext uri="{FF2B5EF4-FFF2-40B4-BE49-F238E27FC236}">
                  <a16:creationId xmlns:a16="http://schemas.microsoft.com/office/drawing/2014/main" id="{FA6C11A6-7190-4FF4-AB3D-D0DC76848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138" y="2071688"/>
              <a:ext cx="1304925" cy="2720975"/>
            </a:xfrm>
            <a:custGeom>
              <a:avLst/>
              <a:gdLst>
                <a:gd name="T0" fmla="*/ 0 w 822"/>
                <a:gd name="T1" fmla="*/ 2147483646 h 1714"/>
                <a:gd name="T2" fmla="*/ 0 w 822"/>
                <a:gd name="T3" fmla="*/ 2147483646 h 1714"/>
                <a:gd name="T4" fmla="*/ 2147483646 w 822"/>
                <a:gd name="T5" fmla="*/ 2147483646 h 1714"/>
                <a:gd name="T6" fmla="*/ 2147483646 w 822"/>
                <a:gd name="T7" fmla="*/ 0 h 17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22"/>
                <a:gd name="T13" fmla="*/ 0 h 1714"/>
                <a:gd name="T14" fmla="*/ 822 w 822"/>
                <a:gd name="T15" fmla="*/ 1714 h 17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22" h="1714">
                  <a:moveTo>
                    <a:pt x="0" y="1714"/>
                  </a:moveTo>
                  <a:lnTo>
                    <a:pt x="0" y="378"/>
                  </a:lnTo>
                  <a:lnTo>
                    <a:pt x="822" y="378"/>
                  </a:lnTo>
                  <a:lnTo>
                    <a:pt x="82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686" name="Line 16">
              <a:extLst>
                <a:ext uri="{FF2B5EF4-FFF2-40B4-BE49-F238E27FC236}">
                  <a16:creationId xmlns:a16="http://schemas.microsoft.com/office/drawing/2014/main" id="{4E6A9752-5932-4135-B80D-34514F2C5E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441700"/>
              <a:ext cx="3206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687" name="Line 17">
              <a:extLst>
                <a:ext uri="{FF2B5EF4-FFF2-40B4-BE49-F238E27FC236}">
                  <a16:creationId xmlns:a16="http://schemas.microsoft.com/office/drawing/2014/main" id="{8F838BCF-C771-425E-97D2-589C7F997B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7417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688" name="Rectangle 19">
              <a:extLst>
                <a:ext uri="{FF2B5EF4-FFF2-40B4-BE49-F238E27FC236}">
                  <a16:creationId xmlns:a16="http://schemas.microsoft.com/office/drawing/2014/main" id="{2EBC2694-9282-4501-96D6-164C622B4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849313"/>
              <a:ext cx="747712" cy="122237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689" name="Rectangle 20">
              <a:extLst>
                <a:ext uri="{FF2B5EF4-FFF2-40B4-BE49-F238E27FC236}">
                  <a16:creationId xmlns:a16="http://schemas.microsoft.com/office/drawing/2014/main" id="{D7F67487-7489-4C2E-A5E1-D782D0654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1058863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690" name="Rectangle 21">
              <a:extLst>
                <a:ext uri="{FF2B5EF4-FFF2-40B4-BE49-F238E27FC236}">
                  <a16:creationId xmlns:a16="http://schemas.microsoft.com/office/drawing/2014/main" id="{DCE2FF08-B853-4DFC-84FE-49B2BF482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1050925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691" name="Line 22">
              <a:extLst>
                <a:ext uri="{FF2B5EF4-FFF2-40B4-BE49-F238E27FC236}">
                  <a16:creationId xmlns:a16="http://schemas.microsoft.com/office/drawing/2014/main" id="{494BC6C5-FF9E-4DB2-AF13-4056C5A24D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1663700"/>
              <a:ext cx="106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692" name="Freeform 23">
              <a:extLst>
                <a:ext uri="{FF2B5EF4-FFF2-40B4-BE49-F238E27FC236}">
                  <a16:creationId xmlns:a16="http://schemas.microsoft.com/office/drawing/2014/main" id="{098FBDCD-07A5-4B47-82BD-514E82FF2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1385888"/>
              <a:ext cx="149225" cy="149225"/>
            </a:xfrm>
            <a:custGeom>
              <a:avLst/>
              <a:gdLst>
                <a:gd name="T0" fmla="*/ 0 w 94"/>
                <a:gd name="T1" fmla="*/ 2147483646 h 94"/>
                <a:gd name="T2" fmla="*/ 2147483646 w 94"/>
                <a:gd name="T3" fmla="*/ 2147483646 h 94"/>
                <a:gd name="T4" fmla="*/ 0 w 94"/>
                <a:gd name="T5" fmla="*/ 0 h 94"/>
                <a:gd name="T6" fmla="*/ 0 60000 65536"/>
                <a:gd name="T7" fmla="*/ 0 60000 65536"/>
                <a:gd name="T8" fmla="*/ 0 60000 65536"/>
                <a:gd name="T9" fmla="*/ 0 w 94"/>
                <a:gd name="T10" fmla="*/ 0 h 94"/>
                <a:gd name="T11" fmla="*/ 94 w 94"/>
                <a:gd name="T12" fmla="*/ 94 h 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94">
                  <a:moveTo>
                    <a:pt x="0" y="94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693" name="Freeform 24">
              <a:extLst>
                <a:ext uri="{FF2B5EF4-FFF2-40B4-BE49-F238E27FC236}">
                  <a16:creationId xmlns:a16="http://schemas.microsoft.com/office/drawing/2014/main" id="{342249A8-3441-4E65-A5A5-3D6A24F0A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3870325"/>
              <a:ext cx="63500" cy="42863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6"/>
                  </a:moveTo>
                  <a:cubicBezTo>
                    <a:pt x="0" y="1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16"/>
                    <a:pt x="60" y="16"/>
                  </a:cubicBezTo>
                  <a:cubicBezTo>
                    <a:pt x="60" y="29"/>
                    <a:pt x="49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24" y="40"/>
                    <a:pt x="24" y="40"/>
                  </a:cubicBezTo>
                  <a:cubicBezTo>
                    <a:pt x="11" y="40"/>
                    <a:pt x="0" y="29"/>
                    <a:pt x="0" y="1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694" name="Line 25">
              <a:extLst>
                <a:ext uri="{FF2B5EF4-FFF2-40B4-BE49-F238E27FC236}">
                  <a16:creationId xmlns:a16="http://schemas.microsoft.com/office/drawing/2014/main" id="{FBAB8D3C-8E03-4727-8827-0648AF2DA1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0688" y="17716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695" name="Line 28">
              <a:extLst>
                <a:ext uri="{FF2B5EF4-FFF2-40B4-BE49-F238E27FC236}">
                  <a16:creationId xmlns:a16="http://schemas.microsoft.com/office/drawing/2014/main" id="{148698B5-FE2A-4A3D-9244-140B3E18C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1920875"/>
              <a:ext cx="298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696" name="Line 29">
              <a:extLst>
                <a:ext uri="{FF2B5EF4-FFF2-40B4-BE49-F238E27FC236}">
                  <a16:creationId xmlns:a16="http://schemas.microsoft.com/office/drawing/2014/main" id="{36D7D092-5AE0-4E53-901A-92F66FA9D5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1771650"/>
              <a:ext cx="1508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697" name="Freeform 30">
              <a:extLst>
                <a:ext uri="{FF2B5EF4-FFF2-40B4-BE49-F238E27FC236}">
                  <a16:creationId xmlns:a16="http://schemas.microsoft.com/office/drawing/2014/main" id="{D1189EEB-D721-4417-9F58-800B60577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511300"/>
              <a:ext cx="638175" cy="254000"/>
            </a:xfrm>
            <a:custGeom>
              <a:avLst/>
              <a:gdLst>
                <a:gd name="T0" fmla="*/ 0 w 598"/>
                <a:gd name="T1" fmla="*/ 0 h 238"/>
                <a:gd name="T2" fmla="*/ 2147483646 w 598"/>
                <a:gd name="T3" fmla="*/ 2147483646 h 238"/>
                <a:gd name="T4" fmla="*/ 2147483646 w 598"/>
                <a:gd name="T5" fmla="*/ 2147483646 h 238"/>
                <a:gd name="T6" fmla="*/ 2147483646 w 598"/>
                <a:gd name="T7" fmla="*/ 2147483646 h 238"/>
                <a:gd name="T8" fmla="*/ 2147483646 w 598"/>
                <a:gd name="T9" fmla="*/ 2147483646 h 238"/>
                <a:gd name="T10" fmla="*/ 2147483646 w 598"/>
                <a:gd name="T11" fmla="*/ 2147483646 h 238"/>
                <a:gd name="T12" fmla="*/ 2147483646 w 598"/>
                <a:gd name="T13" fmla="*/ 2147483646 h 238"/>
                <a:gd name="T14" fmla="*/ 2147483646 w 598"/>
                <a:gd name="T15" fmla="*/ 2147483646 h 238"/>
                <a:gd name="T16" fmla="*/ 2147483646 w 598"/>
                <a:gd name="T17" fmla="*/ 2147483646 h 238"/>
                <a:gd name="T18" fmla="*/ 2147483646 w 598"/>
                <a:gd name="T19" fmla="*/ 2147483646 h 238"/>
                <a:gd name="T20" fmla="*/ 2147483646 w 598"/>
                <a:gd name="T21" fmla="*/ 2147483646 h 238"/>
                <a:gd name="T22" fmla="*/ 2147483646 w 598"/>
                <a:gd name="T23" fmla="*/ 2147483646 h 238"/>
                <a:gd name="T24" fmla="*/ 2147483646 w 598"/>
                <a:gd name="T25" fmla="*/ 2147483646 h 238"/>
                <a:gd name="T26" fmla="*/ 2147483646 w 598"/>
                <a:gd name="T27" fmla="*/ 2147483646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8"/>
                <a:gd name="T44" fmla="*/ 598 w 598"/>
                <a:gd name="T45" fmla="*/ 238 h 2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8">
                  <a:moveTo>
                    <a:pt x="0" y="0"/>
                  </a:moveTo>
                  <a:cubicBezTo>
                    <a:pt x="252" y="0"/>
                    <a:pt x="252" y="0"/>
                    <a:pt x="270" y="1"/>
                  </a:cubicBezTo>
                  <a:cubicBezTo>
                    <a:pt x="288" y="3"/>
                    <a:pt x="288" y="3"/>
                    <a:pt x="305" y="5"/>
                  </a:cubicBezTo>
                  <a:cubicBezTo>
                    <a:pt x="323" y="8"/>
                    <a:pt x="323" y="8"/>
                    <a:pt x="343" y="14"/>
                  </a:cubicBezTo>
                  <a:cubicBezTo>
                    <a:pt x="363" y="20"/>
                    <a:pt x="363" y="20"/>
                    <a:pt x="380" y="29"/>
                  </a:cubicBezTo>
                  <a:cubicBezTo>
                    <a:pt x="398" y="38"/>
                    <a:pt x="398" y="38"/>
                    <a:pt x="413" y="46"/>
                  </a:cubicBezTo>
                  <a:cubicBezTo>
                    <a:pt x="429" y="55"/>
                    <a:pt x="429" y="55"/>
                    <a:pt x="442" y="63"/>
                  </a:cubicBezTo>
                  <a:cubicBezTo>
                    <a:pt x="454" y="71"/>
                    <a:pt x="454" y="71"/>
                    <a:pt x="463" y="78"/>
                  </a:cubicBezTo>
                  <a:cubicBezTo>
                    <a:pt x="472" y="85"/>
                    <a:pt x="472" y="85"/>
                    <a:pt x="482" y="92"/>
                  </a:cubicBezTo>
                  <a:cubicBezTo>
                    <a:pt x="492" y="99"/>
                    <a:pt x="492" y="99"/>
                    <a:pt x="502" y="110"/>
                  </a:cubicBezTo>
                  <a:cubicBezTo>
                    <a:pt x="513" y="121"/>
                    <a:pt x="513" y="121"/>
                    <a:pt x="525" y="136"/>
                  </a:cubicBezTo>
                  <a:cubicBezTo>
                    <a:pt x="538" y="151"/>
                    <a:pt x="538" y="151"/>
                    <a:pt x="550" y="169"/>
                  </a:cubicBezTo>
                  <a:cubicBezTo>
                    <a:pt x="563" y="186"/>
                    <a:pt x="563" y="186"/>
                    <a:pt x="576" y="205"/>
                  </a:cubicBezTo>
                  <a:cubicBezTo>
                    <a:pt x="589" y="223"/>
                    <a:pt x="589" y="223"/>
                    <a:pt x="598" y="238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698" name="Freeform 31">
              <a:extLst>
                <a:ext uri="{FF2B5EF4-FFF2-40B4-BE49-F238E27FC236}">
                  <a16:creationId xmlns:a16="http://schemas.microsoft.com/office/drawing/2014/main" id="{DF239089-ED70-434C-A027-988E6D0E1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766888"/>
              <a:ext cx="638175" cy="254000"/>
            </a:xfrm>
            <a:custGeom>
              <a:avLst/>
              <a:gdLst>
                <a:gd name="T0" fmla="*/ 0 w 598"/>
                <a:gd name="T1" fmla="*/ 2147483646 h 237"/>
                <a:gd name="T2" fmla="*/ 2147483646 w 598"/>
                <a:gd name="T3" fmla="*/ 2147483646 h 237"/>
                <a:gd name="T4" fmla="*/ 2147483646 w 598"/>
                <a:gd name="T5" fmla="*/ 2147483646 h 237"/>
                <a:gd name="T6" fmla="*/ 2147483646 w 598"/>
                <a:gd name="T7" fmla="*/ 2147483646 h 237"/>
                <a:gd name="T8" fmla="*/ 2147483646 w 598"/>
                <a:gd name="T9" fmla="*/ 2147483646 h 237"/>
                <a:gd name="T10" fmla="*/ 2147483646 w 598"/>
                <a:gd name="T11" fmla="*/ 2147483646 h 237"/>
                <a:gd name="T12" fmla="*/ 2147483646 w 598"/>
                <a:gd name="T13" fmla="*/ 2147483646 h 237"/>
                <a:gd name="T14" fmla="*/ 2147483646 w 598"/>
                <a:gd name="T15" fmla="*/ 2147483646 h 237"/>
                <a:gd name="T16" fmla="*/ 2147483646 w 598"/>
                <a:gd name="T17" fmla="*/ 2147483646 h 237"/>
                <a:gd name="T18" fmla="*/ 2147483646 w 598"/>
                <a:gd name="T19" fmla="*/ 2147483646 h 237"/>
                <a:gd name="T20" fmla="*/ 2147483646 w 598"/>
                <a:gd name="T21" fmla="*/ 2147483646 h 237"/>
                <a:gd name="T22" fmla="*/ 2147483646 w 598"/>
                <a:gd name="T23" fmla="*/ 2147483646 h 237"/>
                <a:gd name="T24" fmla="*/ 2147483646 w 598"/>
                <a:gd name="T25" fmla="*/ 2147483646 h 237"/>
                <a:gd name="T26" fmla="*/ 2147483646 w 598"/>
                <a:gd name="T27" fmla="*/ 0 h 2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7"/>
                <a:gd name="T44" fmla="*/ 598 w 598"/>
                <a:gd name="T45" fmla="*/ 237 h 2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7">
                  <a:moveTo>
                    <a:pt x="0" y="237"/>
                  </a:moveTo>
                  <a:cubicBezTo>
                    <a:pt x="252" y="237"/>
                    <a:pt x="252" y="237"/>
                    <a:pt x="270" y="236"/>
                  </a:cubicBezTo>
                  <a:cubicBezTo>
                    <a:pt x="288" y="235"/>
                    <a:pt x="288" y="235"/>
                    <a:pt x="305" y="232"/>
                  </a:cubicBezTo>
                  <a:cubicBezTo>
                    <a:pt x="323" y="230"/>
                    <a:pt x="323" y="230"/>
                    <a:pt x="343" y="224"/>
                  </a:cubicBezTo>
                  <a:cubicBezTo>
                    <a:pt x="363" y="217"/>
                    <a:pt x="363" y="217"/>
                    <a:pt x="380" y="209"/>
                  </a:cubicBezTo>
                  <a:cubicBezTo>
                    <a:pt x="398" y="200"/>
                    <a:pt x="398" y="200"/>
                    <a:pt x="413" y="191"/>
                  </a:cubicBezTo>
                  <a:cubicBezTo>
                    <a:pt x="429" y="182"/>
                    <a:pt x="429" y="182"/>
                    <a:pt x="442" y="174"/>
                  </a:cubicBezTo>
                  <a:cubicBezTo>
                    <a:pt x="454" y="166"/>
                    <a:pt x="454" y="166"/>
                    <a:pt x="463" y="159"/>
                  </a:cubicBezTo>
                  <a:cubicBezTo>
                    <a:pt x="472" y="152"/>
                    <a:pt x="472" y="152"/>
                    <a:pt x="482" y="146"/>
                  </a:cubicBezTo>
                  <a:cubicBezTo>
                    <a:pt x="492" y="139"/>
                    <a:pt x="492" y="139"/>
                    <a:pt x="502" y="127"/>
                  </a:cubicBezTo>
                  <a:cubicBezTo>
                    <a:pt x="513" y="116"/>
                    <a:pt x="513" y="116"/>
                    <a:pt x="525" y="101"/>
                  </a:cubicBezTo>
                  <a:cubicBezTo>
                    <a:pt x="538" y="86"/>
                    <a:pt x="538" y="86"/>
                    <a:pt x="550" y="69"/>
                  </a:cubicBezTo>
                  <a:cubicBezTo>
                    <a:pt x="563" y="51"/>
                    <a:pt x="563" y="51"/>
                    <a:pt x="576" y="33"/>
                  </a:cubicBezTo>
                  <a:cubicBezTo>
                    <a:pt x="589" y="15"/>
                    <a:pt x="589" y="15"/>
                    <a:pt x="598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699" name="Freeform 32">
              <a:extLst>
                <a:ext uri="{FF2B5EF4-FFF2-40B4-BE49-F238E27FC236}">
                  <a16:creationId xmlns:a16="http://schemas.microsoft.com/office/drawing/2014/main" id="{376CCB83-2067-48F4-9006-A2FF34768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511300"/>
              <a:ext cx="74613" cy="255588"/>
            </a:xfrm>
            <a:custGeom>
              <a:avLst/>
              <a:gdLst>
                <a:gd name="T0" fmla="*/ 0 w 71"/>
                <a:gd name="T1" fmla="*/ 0 h 239"/>
                <a:gd name="T2" fmla="*/ 2147483646 w 71"/>
                <a:gd name="T3" fmla="*/ 2147483646 h 239"/>
                <a:gd name="T4" fmla="*/ 2147483646 w 71"/>
                <a:gd name="T5" fmla="*/ 2147483646 h 239"/>
                <a:gd name="T6" fmla="*/ 2147483646 w 71"/>
                <a:gd name="T7" fmla="*/ 2147483646 h 239"/>
                <a:gd name="T8" fmla="*/ 2147483646 w 71"/>
                <a:gd name="T9" fmla="*/ 2147483646 h 239"/>
                <a:gd name="T10" fmla="*/ 2147483646 w 71"/>
                <a:gd name="T11" fmla="*/ 2147483646 h 239"/>
                <a:gd name="T12" fmla="*/ 2147483646 w 71"/>
                <a:gd name="T13" fmla="*/ 2147483646 h 239"/>
                <a:gd name="T14" fmla="*/ 2147483646 w 71"/>
                <a:gd name="T15" fmla="*/ 214748364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9"/>
                <a:gd name="T26" fmla="*/ 71 w 71"/>
                <a:gd name="T27" fmla="*/ 239 h 2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9">
                  <a:moveTo>
                    <a:pt x="0" y="0"/>
                  </a:moveTo>
                  <a:cubicBezTo>
                    <a:pt x="16" y="29"/>
                    <a:pt x="16" y="29"/>
                    <a:pt x="23" y="44"/>
                  </a:cubicBezTo>
                  <a:cubicBezTo>
                    <a:pt x="29" y="59"/>
                    <a:pt x="29" y="59"/>
                    <a:pt x="36" y="77"/>
                  </a:cubicBezTo>
                  <a:cubicBezTo>
                    <a:pt x="43" y="95"/>
                    <a:pt x="43" y="95"/>
                    <a:pt x="48" y="113"/>
                  </a:cubicBezTo>
                  <a:cubicBezTo>
                    <a:pt x="54" y="131"/>
                    <a:pt x="54" y="131"/>
                    <a:pt x="59" y="150"/>
                  </a:cubicBezTo>
                  <a:cubicBezTo>
                    <a:pt x="65" y="168"/>
                    <a:pt x="65" y="168"/>
                    <a:pt x="66" y="183"/>
                  </a:cubicBezTo>
                  <a:cubicBezTo>
                    <a:pt x="68" y="199"/>
                    <a:pt x="68" y="199"/>
                    <a:pt x="69" y="208"/>
                  </a:cubicBezTo>
                  <a:cubicBezTo>
                    <a:pt x="71" y="218"/>
                    <a:pt x="71" y="218"/>
                    <a:pt x="70" y="239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00" name="Freeform 33">
              <a:extLst>
                <a:ext uri="{FF2B5EF4-FFF2-40B4-BE49-F238E27FC236}">
                  <a16:creationId xmlns:a16="http://schemas.microsoft.com/office/drawing/2014/main" id="{12FFC733-47B0-4B8F-A724-070BB649C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765300"/>
              <a:ext cx="74613" cy="255588"/>
            </a:xfrm>
            <a:custGeom>
              <a:avLst/>
              <a:gdLst>
                <a:gd name="T0" fmla="*/ 0 w 71"/>
                <a:gd name="T1" fmla="*/ 2147483646 h 238"/>
                <a:gd name="T2" fmla="*/ 2147483646 w 71"/>
                <a:gd name="T3" fmla="*/ 2147483646 h 238"/>
                <a:gd name="T4" fmla="*/ 2147483646 w 71"/>
                <a:gd name="T5" fmla="*/ 2147483646 h 238"/>
                <a:gd name="T6" fmla="*/ 2147483646 w 71"/>
                <a:gd name="T7" fmla="*/ 2147483646 h 238"/>
                <a:gd name="T8" fmla="*/ 2147483646 w 71"/>
                <a:gd name="T9" fmla="*/ 2147483646 h 238"/>
                <a:gd name="T10" fmla="*/ 2147483646 w 71"/>
                <a:gd name="T11" fmla="*/ 2147483646 h 238"/>
                <a:gd name="T12" fmla="*/ 2147483646 w 71"/>
                <a:gd name="T13" fmla="*/ 2147483646 h 238"/>
                <a:gd name="T14" fmla="*/ 2147483646 w 71"/>
                <a:gd name="T15" fmla="*/ 0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8"/>
                <a:gd name="T26" fmla="*/ 71 w 71"/>
                <a:gd name="T27" fmla="*/ 238 h 2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8">
                  <a:moveTo>
                    <a:pt x="0" y="238"/>
                  </a:moveTo>
                  <a:cubicBezTo>
                    <a:pt x="16" y="210"/>
                    <a:pt x="16" y="210"/>
                    <a:pt x="23" y="195"/>
                  </a:cubicBezTo>
                  <a:cubicBezTo>
                    <a:pt x="29" y="180"/>
                    <a:pt x="29" y="180"/>
                    <a:pt x="36" y="162"/>
                  </a:cubicBezTo>
                  <a:cubicBezTo>
                    <a:pt x="43" y="143"/>
                    <a:pt x="43" y="143"/>
                    <a:pt x="48" y="125"/>
                  </a:cubicBezTo>
                  <a:cubicBezTo>
                    <a:pt x="54" y="107"/>
                    <a:pt x="54" y="107"/>
                    <a:pt x="59" y="89"/>
                  </a:cubicBezTo>
                  <a:cubicBezTo>
                    <a:pt x="65" y="71"/>
                    <a:pt x="65" y="71"/>
                    <a:pt x="66" y="55"/>
                  </a:cubicBezTo>
                  <a:cubicBezTo>
                    <a:pt x="68" y="40"/>
                    <a:pt x="68" y="40"/>
                    <a:pt x="69" y="30"/>
                  </a:cubicBezTo>
                  <a:cubicBezTo>
                    <a:pt x="71" y="21"/>
                    <a:pt x="71" y="21"/>
                    <a:pt x="70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01" name="Line 34">
              <a:extLst>
                <a:ext uri="{FF2B5EF4-FFF2-40B4-BE49-F238E27FC236}">
                  <a16:creationId xmlns:a16="http://schemas.microsoft.com/office/drawing/2014/main" id="{1FE817B0-79BE-447E-91A3-169A8B75CC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0688" y="38925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02" name="Freeform 35">
              <a:extLst>
                <a:ext uri="{FF2B5EF4-FFF2-40B4-BE49-F238E27FC236}">
                  <a16:creationId xmlns:a16="http://schemas.microsoft.com/office/drawing/2014/main" id="{27C06C7C-D98D-4E96-8A2C-99E05F654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813" y="1471613"/>
              <a:ext cx="600075" cy="2420937"/>
            </a:xfrm>
            <a:custGeom>
              <a:avLst/>
              <a:gdLst>
                <a:gd name="T0" fmla="*/ 0 w 378"/>
                <a:gd name="T1" fmla="*/ 2147483646 h 1525"/>
                <a:gd name="T2" fmla="*/ 0 w 378"/>
                <a:gd name="T3" fmla="*/ 0 h 1525"/>
                <a:gd name="T4" fmla="*/ 2147483646 w 378"/>
                <a:gd name="T5" fmla="*/ 0 h 1525"/>
                <a:gd name="T6" fmla="*/ 0 60000 65536"/>
                <a:gd name="T7" fmla="*/ 0 60000 65536"/>
                <a:gd name="T8" fmla="*/ 0 60000 65536"/>
                <a:gd name="T9" fmla="*/ 0 w 378"/>
                <a:gd name="T10" fmla="*/ 0 h 1525"/>
                <a:gd name="T11" fmla="*/ 378 w 378"/>
                <a:gd name="T12" fmla="*/ 1525 h 15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8" h="1525">
                  <a:moveTo>
                    <a:pt x="0" y="1525"/>
                  </a:moveTo>
                  <a:lnTo>
                    <a:pt x="0" y="0"/>
                  </a:lnTo>
                  <a:lnTo>
                    <a:pt x="3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03" name="Freeform 36">
              <a:extLst>
                <a:ext uri="{FF2B5EF4-FFF2-40B4-BE49-F238E27FC236}">
                  <a16:creationId xmlns:a16="http://schemas.microsoft.com/office/drawing/2014/main" id="{F89BFD84-9747-4833-9662-0B0EB5024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625" y="4762500"/>
              <a:ext cx="63500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04" name="Line 42">
              <a:extLst>
                <a:ext uri="{FF2B5EF4-FFF2-40B4-BE49-F238E27FC236}">
                  <a16:creationId xmlns:a16="http://schemas.microsoft.com/office/drawing/2014/main" id="{1F892D33-FD8A-4132-ADBD-BE51BEE29D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18350" y="1471613"/>
              <a:ext cx="298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05" name="Line 43">
              <a:extLst>
                <a:ext uri="{FF2B5EF4-FFF2-40B4-BE49-F238E27FC236}">
                  <a16:creationId xmlns:a16="http://schemas.microsoft.com/office/drawing/2014/main" id="{062F08FB-C6BC-486F-8481-B1B6F5EA2E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6875" y="1320800"/>
              <a:ext cx="1698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06" name="Line 44">
              <a:extLst>
                <a:ext uri="{FF2B5EF4-FFF2-40B4-BE49-F238E27FC236}">
                  <a16:creationId xmlns:a16="http://schemas.microsoft.com/office/drawing/2014/main" id="{9F878EC7-DE84-40B1-B4E1-918F4A22DA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7600" y="1136650"/>
              <a:ext cx="1219200" cy="12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07" name="Freeform 45">
              <a:extLst>
                <a:ext uri="{FF2B5EF4-FFF2-40B4-BE49-F238E27FC236}">
                  <a16:creationId xmlns:a16="http://schemas.microsoft.com/office/drawing/2014/main" id="{ECCE9960-F989-41E8-96FA-7E63A347E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7600" y="1471613"/>
              <a:ext cx="920750" cy="2120900"/>
            </a:xfrm>
            <a:custGeom>
              <a:avLst/>
              <a:gdLst>
                <a:gd name="T0" fmla="*/ 0 w 580"/>
                <a:gd name="T1" fmla="*/ 2147483646 h 1336"/>
                <a:gd name="T2" fmla="*/ 2147483646 w 580"/>
                <a:gd name="T3" fmla="*/ 2147483646 h 1336"/>
                <a:gd name="T4" fmla="*/ 2147483646 w 580"/>
                <a:gd name="T5" fmla="*/ 0 h 1336"/>
                <a:gd name="T6" fmla="*/ 0 60000 65536"/>
                <a:gd name="T7" fmla="*/ 0 60000 65536"/>
                <a:gd name="T8" fmla="*/ 0 60000 65536"/>
                <a:gd name="T9" fmla="*/ 0 w 580"/>
                <a:gd name="T10" fmla="*/ 0 h 1336"/>
                <a:gd name="T11" fmla="*/ 580 w 580"/>
                <a:gd name="T12" fmla="*/ 1336 h 1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0" h="1336">
                  <a:moveTo>
                    <a:pt x="0" y="1336"/>
                  </a:moveTo>
                  <a:lnTo>
                    <a:pt x="580" y="1336"/>
                  </a:lnTo>
                  <a:lnTo>
                    <a:pt x="58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08" name="Line 46">
              <a:extLst>
                <a:ext uri="{FF2B5EF4-FFF2-40B4-BE49-F238E27FC236}">
                  <a16:creationId xmlns:a16="http://schemas.microsoft.com/office/drawing/2014/main" id="{DF8B99E6-1C70-417C-B96C-6895C99A6A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86738" y="1320800"/>
              <a:ext cx="150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09" name="Rectangle 47">
              <a:extLst>
                <a:ext uri="{FF2B5EF4-FFF2-40B4-BE49-F238E27FC236}">
                  <a16:creationId xmlns:a16="http://schemas.microsoft.com/office/drawing/2014/main" id="{95B54A56-F46B-4C34-81A1-645F2CDBE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16637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10" name="Rectangle 48">
              <a:extLst>
                <a:ext uri="{FF2B5EF4-FFF2-40B4-BE49-F238E27FC236}">
                  <a16:creationId xmlns:a16="http://schemas.microsoft.com/office/drawing/2014/main" id="{B571ED07-3C24-4633-AFAD-0CC88A9B8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288" y="3786188"/>
              <a:ext cx="59690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Clock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11" name="Freeform 49">
              <a:extLst>
                <a:ext uri="{FF2B5EF4-FFF2-40B4-BE49-F238E27FC236}">
                  <a16:creationId xmlns:a16="http://schemas.microsoft.com/office/drawing/2014/main" id="{BE860667-9375-4156-A74B-FE15AC869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120775"/>
              <a:ext cx="41275" cy="63500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12" name="Rectangle 50">
              <a:extLst>
                <a:ext uri="{FF2B5EF4-FFF2-40B4-BE49-F238E27FC236}">
                  <a16:creationId xmlns:a16="http://schemas.microsoft.com/office/drawing/2014/main" id="{85CBE5B2-674C-473A-8851-5D11A52D0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813" y="4676775"/>
              <a:ext cx="73183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Resetn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13" name="Rectangle 51">
              <a:extLst>
                <a:ext uri="{FF2B5EF4-FFF2-40B4-BE49-F238E27FC236}">
                  <a16:creationId xmlns:a16="http://schemas.microsoft.com/office/drawing/2014/main" id="{BB0D5741-DE7F-427A-9F82-8913FABCC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326707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14" name="Rectangle 52">
              <a:extLst>
                <a:ext uri="{FF2B5EF4-FFF2-40B4-BE49-F238E27FC236}">
                  <a16:creationId xmlns:a16="http://schemas.microsoft.com/office/drawing/2014/main" id="{D1ACE2D6-28CC-44E6-BB49-792F0938C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33639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15" name="Rectangle 53">
              <a:extLst>
                <a:ext uri="{FF2B5EF4-FFF2-40B4-BE49-F238E27FC236}">
                  <a16:creationId xmlns:a16="http://schemas.microsoft.com/office/drawing/2014/main" id="{02EE55F5-ED0F-4855-AE16-640C5B197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820738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16" name="Rectangle 54">
              <a:extLst>
                <a:ext uri="{FF2B5EF4-FFF2-40B4-BE49-F238E27FC236}">
                  <a16:creationId xmlns:a16="http://schemas.microsoft.com/office/drawing/2014/main" id="{8D7140FB-59CF-4701-83D8-C0C4CBDBE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915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17" name="Rectangle 55">
              <a:extLst>
                <a:ext uri="{FF2B5EF4-FFF2-40B4-BE49-F238E27FC236}">
                  <a16:creationId xmlns:a16="http://schemas.microsoft.com/office/drawing/2014/main" id="{E291D8B7-A784-47CD-B73E-46F9683A7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3289300"/>
              <a:ext cx="19208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18" name="Rectangle 56">
              <a:extLst>
                <a:ext uri="{FF2B5EF4-FFF2-40B4-BE49-F238E27FC236}">
                  <a16:creationId xmlns:a16="http://schemas.microsoft.com/office/drawing/2014/main" id="{62BF9F94-57D9-4A68-8E27-9A1A2FF1D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3384550"/>
              <a:ext cx="165100" cy="220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19" name="Rectangle 57">
              <a:extLst>
                <a:ext uri="{FF2B5EF4-FFF2-40B4-BE49-F238E27FC236}">
                  <a16:creationId xmlns:a16="http://schemas.microsoft.com/office/drawing/2014/main" id="{E13C8709-DE9D-48FE-8E26-B1DBD67A8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865188"/>
              <a:ext cx="192087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20" name="Line 58">
              <a:extLst>
                <a:ext uri="{FF2B5EF4-FFF2-40B4-BE49-F238E27FC236}">
                  <a16:creationId xmlns:a16="http://schemas.microsoft.com/office/drawing/2014/main" id="{63C096BF-DCB6-43E3-945C-FD3D7413F9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62338" y="3592513"/>
              <a:ext cx="19875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21" name="Rectangle 59">
              <a:extLst>
                <a:ext uri="{FF2B5EF4-FFF2-40B4-BE49-F238E27FC236}">
                  <a16:creationId xmlns:a16="http://schemas.microsoft.com/office/drawing/2014/main" id="{20B02066-33E7-4B41-8B7B-DD64F6AF7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96043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22" name="Rectangle 60">
              <a:extLst>
                <a:ext uri="{FF2B5EF4-FFF2-40B4-BE49-F238E27FC236}">
                  <a16:creationId xmlns:a16="http://schemas.microsoft.com/office/drawing/2014/main" id="{5BBABE70-3304-4715-9EEC-3C44F7DFE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" y="1042988"/>
              <a:ext cx="2349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23" name="Rectangle 61">
              <a:extLst>
                <a:ext uri="{FF2B5EF4-FFF2-40B4-BE49-F238E27FC236}">
                  <a16:creationId xmlns:a16="http://schemas.microsoft.com/office/drawing/2014/main" id="{4238B2C6-2DC4-44AF-BA0B-A025D78B8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4225" y="1193800"/>
              <a:ext cx="18573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24" name="Rectangle 62">
              <a:extLst>
                <a:ext uri="{FF2B5EF4-FFF2-40B4-BE49-F238E27FC236}">
                  <a16:creationId xmlns:a16="http://schemas.microsoft.com/office/drawing/2014/main" id="{34EE8616-FEA9-4736-AB12-51BA9D63E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3292475"/>
              <a:ext cx="747712" cy="12001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25" name="Rectangle 63">
              <a:extLst>
                <a:ext uri="{FF2B5EF4-FFF2-40B4-BE49-F238E27FC236}">
                  <a16:creationId xmlns:a16="http://schemas.microsoft.com/office/drawing/2014/main" id="{9A0E13C8-4C68-40E9-BC08-E834B976E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1651000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26" name="Rectangle 64">
              <a:extLst>
                <a:ext uri="{FF2B5EF4-FFF2-40B4-BE49-F238E27FC236}">
                  <a16:creationId xmlns:a16="http://schemas.microsoft.com/office/drawing/2014/main" id="{0AAD2746-9BEA-476A-9B4B-A8D5F30D4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348932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27" name="Rectangle 65">
              <a:extLst>
                <a:ext uri="{FF2B5EF4-FFF2-40B4-BE49-F238E27FC236}">
                  <a16:creationId xmlns:a16="http://schemas.microsoft.com/office/drawing/2014/main" id="{44803781-503E-4F94-BE7F-ABA190C5D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34798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28" name="Line 66">
              <a:extLst>
                <a:ext uri="{FF2B5EF4-FFF2-40B4-BE49-F238E27FC236}">
                  <a16:creationId xmlns:a16="http://schemas.microsoft.com/office/drawing/2014/main" id="{907575FA-F87A-4CD5-BDA5-B8F609D0C6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4084638"/>
              <a:ext cx="1063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29" name="Freeform 67">
              <a:extLst>
                <a:ext uri="{FF2B5EF4-FFF2-40B4-BE49-F238E27FC236}">
                  <a16:creationId xmlns:a16="http://schemas.microsoft.com/office/drawing/2014/main" id="{FD5885DD-E97B-441E-B485-1D3D84D5A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3806825"/>
              <a:ext cx="149225" cy="171450"/>
            </a:xfrm>
            <a:custGeom>
              <a:avLst/>
              <a:gdLst>
                <a:gd name="T0" fmla="*/ 0 w 94"/>
                <a:gd name="T1" fmla="*/ 2147483646 h 108"/>
                <a:gd name="T2" fmla="*/ 2147483646 w 94"/>
                <a:gd name="T3" fmla="*/ 2147483646 h 108"/>
                <a:gd name="T4" fmla="*/ 0 w 94"/>
                <a:gd name="T5" fmla="*/ 0 h 108"/>
                <a:gd name="T6" fmla="*/ 0 60000 65536"/>
                <a:gd name="T7" fmla="*/ 0 60000 65536"/>
                <a:gd name="T8" fmla="*/ 0 60000 65536"/>
                <a:gd name="T9" fmla="*/ 0 w 94"/>
                <a:gd name="T10" fmla="*/ 0 h 108"/>
                <a:gd name="T11" fmla="*/ 94 w 94"/>
                <a:gd name="T12" fmla="*/ 108 h 1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108">
                  <a:moveTo>
                    <a:pt x="0" y="108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30" name="Rectangle 68">
              <a:extLst>
                <a:ext uri="{FF2B5EF4-FFF2-40B4-BE49-F238E27FC236}">
                  <a16:creationId xmlns:a16="http://schemas.microsoft.com/office/drawing/2014/main" id="{9BF00DC3-2D5E-4538-ADD4-6BBD5D0AB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4094163"/>
              <a:ext cx="2476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31" name="Freeform 69">
              <a:extLst>
                <a:ext uri="{FF2B5EF4-FFF2-40B4-BE49-F238E27FC236}">
                  <a16:creationId xmlns:a16="http://schemas.microsoft.com/office/drawing/2014/main" id="{E866D5DF-27AC-418A-8866-15958BA45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1920875"/>
              <a:ext cx="3635375" cy="2271713"/>
            </a:xfrm>
            <a:custGeom>
              <a:avLst/>
              <a:gdLst>
                <a:gd name="T0" fmla="*/ 0 w 2290"/>
                <a:gd name="T1" fmla="*/ 0 h 1431"/>
                <a:gd name="T2" fmla="*/ 0 w 2290"/>
                <a:gd name="T3" fmla="*/ 2147483646 h 1431"/>
                <a:gd name="T4" fmla="*/ 2147483646 w 2290"/>
                <a:gd name="T5" fmla="*/ 2147483646 h 1431"/>
                <a:gd name="T6" fmla="*/ 2147483646 w 2290"/>
                <a:gd name="T7" fmla="*/ 2147483646 h 1431"/>
                <a:gd name="T8" fmla="*/ 2147483646 w 2290"/>
                <a:gd name="T9" fmla="*/ 2147483646 h 1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0"/>
                <a:gd name="T16" fmla="*/ 0 h 1431"/>
                <a:gd name="T17" fmla="*/ 2290 w 2290"/>
                <a:gd name="T18" fmla="*/ 1431 h 1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0" h="1431">
                  <a:moveTo>
                    <a:pt x="0" y="0"/>
                  </a:moveTo>
                  <a:lnTo>
                    <a:pt x="0" y="662"/>
                  </a:lnTo>
                  <a:lnTo>
                    <a:pt x="2290" y="662"/>
                  </a:lnTo>
                  <a:lnTo>
                    <a:pt x="2290" y="1431"/>
                  </a:lnTo>
                  <a:lnTo>
                    <a:pt x="1899" y="14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32" name="Freeform 70">
              <a:extLst>
                <a:ext uri="{FF2B5EF4-FFF2-40B4-BE49-F238E27FC236}">
                  <a16:creationId xmlns:a16="http://schemas.microsoft.com/office/drawing/2014/main" id="{E86B53C5-6573-4B2F-AA29-A94A1653A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225" y="1149350"/>
              <a:ext cx="4256088" cy="2292350"/>
            </a:xfrm>
            <a:custGeom>
              <a:avLst/>
              <a:gdLst>
                <a:gd name="T0" fmla="*/ 0 w 2681"/>
                <a:gd name="T1" fmla="*/ 2147483646 h 1444"/>
                <a:gd name="T2" fmla="*/ 0 w 2681"/>
                <a:gd name="T3" fmla="*/ 2147483646 h 1444"/>
                <a:gd name="T4" fmla="*/ 2147483646 w 2681"/>
                <a:gd name="T5" fmla="*/ 2147483646 h 1444"/>
                <a:gd name="T6" fmla="*/ 2147483646 w 2681"/>
                <a:gd name="T7" fmla="*/ 0 h 14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81"/>
                <a:gd name="T13" fmla="*/ 0 h 1444"/>
                <a:gd name="T14" fmla="*/ 2681 w 2681"/>
                <a:gd name="T15" fmla="*/ 1444 h 14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81" h="1444">
                  <a:moveTo>
                    <a:pt x="0" y="1444"/>
                  </a:moveTo>
                  <a:lnTo>
                    <a:pt x="0" y="770"/>
                  </a:lnTo>
                  <a:lnTo>
                    <a:pt x="2681" y="770"/>
                  </a:lnTo>
                  <a:lnTo>
                    <a:pt x="2681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33" name="Line 71">
              <a:extLst>
                <a:ext uri="{FF2B5EF4-FFF2-40B4-BE49-F238E27FC236}">
                  <a16:creationId xmlns:a16="http://schemas.microsoft.com/office/drawing/2014/main" id="{CBBF789E-0686-450B-8021-E1AB397349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988" y="1149350"/>
              <a:ext cx="4406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34" name="Line 73">
              <a:extLst>
                <a:ext uri="{FF2B5EF4-FFF2-40B4-BE49-F238E27FC236}">
                  <a16:creationId xmlns:a16="http://schemas.microsoft.com/office/drawing/2014/main" id="{25575260-4013-4989-97A0-0DA0BDB385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663" y="1620838"/>
              <a:ext cx="300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35" name="Freeform 74">
              <a:extLst>
                <a:ext uri="{FF2B5EF4-FFF2-40B4-BE49-F238E27FC236}">
                  <a16:creationId xmlns:a16="http://schemas.microsoft.com/office/drawing/2014/main" id="{A9B41EFB-1D69-4F70-9EC3-91D971AA7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0" y="1471613"/>
              <a:ext cx="300038" cy="300037"/>
            </a:xfrm>
            <a:custGeom>
              <a:avLst/>
              <a:gdLst>
                <a:gd name="T0" fmla="*/ 2147483646 w 189"/>
                <a:gd name="T1" fmla="*/ 2147483646 h 189"/>
                <a:gd name="T2" fmla="*/ 0 w 189"/>
                <a:gd name="T3" fmla="*/ 2147483646 h 189"/>
                <a:gd name="T4" fmla="*/ 0 w 189"/>
                <a:gd name="T5" fmla="*/ 0 h 189"/>
                <a:gd name="T6" fmla="*/ 0 60000 65536"/>
                <a:gd name="T7" fmla="*/ 0 60000 65536"/>
                <a:gd name="T8" fmla="*/ 0 60000 65536"/>
                <a:gd name="T9" fmla="*/ 0 w 189"/>
                <a:gd name="T10" fmla="*/ 0 h 189"/>
                <a:gd name="T11" fmla="*/ 189 w 189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189">
                  <a:moveTo>
                    <a:pt x="189" y="94"/>
                  </a:moveTo>
                  <a:lnTo>
                    <a:pt x="0" y="189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36" name="Oval 76">
              <a:extLst>
                <a:ext uri="{FF2B5EF4-FFF2-40B4-BE49-F238E27FC236}">
                  <a16:creationId xmlns:a16="http://schemas.microsoft.com/office/drawing/2014/main" id="{AD352E19-40E5-419C-A6B6-038B06AB2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325" y="1568450"/>
              <a:ext cx="96838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37" name="Line 77">
              <a:extLst>
                <a:ext uri="{FF2B5EF4-FFF2-40B4-BE49-F238E27FC236}">
                  <a16:creationId xmlns:a16="http://schemas.microsoft.com/office/drawing/2014/main" id="{EBA08D68-0937-47ED-8C08-D1C3943F48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62163" y="1620838"/>
              <a:ext cx="14001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38" name="Freeform 78">
              <a:extLst>
                <a:ext uri="{FF2B5EF4-FFF2-40B4-BE49-F238E27FC236}">
                  <a16:creationId xmlns:a16="http://schemas.microsoft.com/office/drawing/2014/main" id="{17C0BB9A-50F0-417E-9DE2-FE46EF596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188" y="1620838"/>
              <a:ext cx="3187700" cy="2571750"/>
            </a:xfrm>
            <a:custGeom>
              <a:avLst/>
              <a:gdLst>
                <a:gd name="T0" fmla="*/ 2147483646 w 2008"/>
                <a:gd name="T1" fmla="*/ 2147483646 h 1620"/>
                <a:gd name="T2" fmla="*/ 0 w 2008"/>
                <a:gd name="T3" fmla="*/ 2147483646 h 1620"/>
                <a:gd name="T4" fmla="*/ 0 w 2008"/>
                <a:gd name="T5" fmla="*/ 0 h 1620"/>
                <a:gd name="T6" fmla="*/ 0 60000 65536"/>
                <a:gd name="T7" fmla="*/ 0 60000 65536"/>
                <a:gd name="T8" fmla="*/ 0 60000 65536"/>
                <a:gd name="T9" fmla="*/ 0 w 2008"/>
                <a:gd name="T10" fmla="*/ 0 h 1620"/>
                <a:gd name="T11" fmla="*/ 2008 w 2008"/>
                <a:gd name="T12" fmla="*/ 1620 h 16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08" h="1620">
                  <a:moveTo>
                    <a:pt x="2008" y="1620"/>
                  </a:moveTo>
                  <a:lnTo>
                    <a:pt x="0" y="162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39" name="Freeform 79">
              <a:extLst>
                <a:ext uri="{FF2B5EF4-FFF2-40B4-BE49-F238E27FC236}">
                  <a16:creationId xmlns:a16="http://schemas.microsoft.com/office/drawing/2014/main" id="{072C1A33-04FD-48F4-950B-69DF7F54E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128713"/>
              <a:ext cx="65087" cy="63500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40" name="Freeform 80">
              <a:extLst>
                <a:ext uri="{FF2B5EF4-FFF2-40B4-BE49-F238E27FC236}">
                  <a16:creationId xmlns:a16="http://schemas.microsoft.com/office/drawing/2014/main" id="{CF4022E6-EE50-4F8C-A207-2C822685A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577975"/>
              <a:ext cx="65087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41" name="Freeform 81">
              <a:extLst>
                <a:ext uri="{FF2B5EF4-FFF2-40B4-BE49-F238E27FC236}">
                  <a16:creationId xmlns:a16="http://schemas.microsoft.com/office/drawing/2014/main" id="{2DBE2453-2392-4B00-9120-9EB63AFC7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550" y="1585913"/>
              <a:ext cx="42863" cy="65087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742" name="Rectangle 82">
              <a:extLst>
                <a:ext uri="{FF2B5EF4-FFF2-40B4-BE49-F238E27FC236}">
                  <a16:creationId xmlns:a16="http://schemas.microsoft.com/office/drawing/2014/main" id="{2AA7CA79-D4F8-47FB-A5A1-C788C35B8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4079875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43" name="Rectangle 83">
              <a:extLst>
                <a:ext uri="{FF2B5EF4-FFF2-40B4-BE49-F238E27FC236}">
                  <a16:creationId xmlns:a16="http://schemas.microsoft.com/office/drawing/2014/main" id="{3193478B-53B1-47F4-B113-56036848D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4249738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44" name="Rectangle 84">
              <a:extLst>
                <a:ext uri="{FF2B5EF4-FFF2-40B4-BE49-F238E27FC236}">
                  <a16:creationId xmlns:a16="http://schemas.microsoft.com/office/drawing/2014/main" id="{A780715E-BE27-449C-8A62-219C6202F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4344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45" name="Rectangle 85">
              <a:extLst>
                <a:ext uri="{FF2B5EF4-FFF2-40B4-BE49-F238E27FC236}">
                  <a16:creationId xmlns:a16="http://schemas.microsoft.com/office/drawing/2014/main" id="{774F0B54-2EA2-4D1D-8C21-B1D504B55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1820863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46" name="Oval 87">
              <a:extLst>
                <a:ext uri="{FF2B5EF4-FFF2-40B4-BE49-F238E27FC236}">
                  <a16:creationId xmlns:a16="http://schemas.microsoft.com/office/drawing/2014/main" id="{A2F332CD-9D2C-4D23-96C6-608729299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2090738"/>
              <a:ext cx="98425" cy="96837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47" name="Oval 89">
              <a:extLst>
                <a:ext uri="{FF2B5EF4-FFF2-40B4-BE49-F238E27FC236}">
                  <a16:creationId xmlns:a16="http://schemas.microsoft.com/office/drawing/2014/main" id="{39C15326-F122-4596-ABBE-3A77D0667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4511675"/>
              <a:ext cx="98425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48" name="Rectangle 90">
              <a:extLst>
                <a:ext uri="{FF2B5EF4-FFF2-40B4-BE49-F238E27FC236}">
                  <a16:creationId xmlns:a16="http://schemas.microsoft.com/office/drawing/2014/main" id="{8A95E95C-1380-422A-BD6D-783A80E91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19161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49" name="AutoShape 92">
              <a:extLst>
                <a:ext uri="{FF2B5EF4-FFF2-40B4-BE49-F238E27FC236}">
                  <a16:creationId xmlns:a16="http://schemas.microsoft.com/office/drawing/2014/main" id="{37D47053-12A5-4FB1-B697-628E8C440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900" y="3355975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50" name="AutoShape 94">
              <a:extLst>
                <a:ext uri="{FF2B5EF4-FFF2-40B4-BE49-F238E27FC236}">
                  <a16:creationId xmlns:a16="http://schemas.microsoft.com/office/drawing/2014/main" id="{FC2D9FE2-69C8-47CC-95E9-E69BDBD44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6800" y="1073150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751" name="Line 95">
              <a:extLst>
                <a:ext uri="{FF2B5EF4-FFF2-40B4-BE49-F238E27FC236}">
                  <a16:creationId xmlns:a16="http://schemas.microsoft.com/office/drawing/2014/main" id="{D9BEC7E0-3A57-4676-B4A1-60B86EF367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3700" y="1465263"/>
              <a:ext cx="300038" cy="1571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46CD8D48-EBA8-0E45-9D0D-2619E35C4B28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are the outputs of the flip-flops?</a:t>
            </a:r>
          </a:p>
        </p:txBody>
      </p:sp>
      <p:grpSp>
        <p:nvGrpSpPr>
          <p:cNvPr id="72706" name="Group 6">
            <a:extLst>
              <a:ext uri="{FF2B5EF4-FFF2-40B4-BE49-F238E27FC236}">
                <a16:creationId xmlns:a16="http://schemas.microsoft.com/office/drawing/2014/main" id="{F7054A0E-3F1D-4E6F-B553-DD9614992656}"/>
              </a:ext>
            </a:extLst>
          </p:cNvPr>
          <p:cNvGrpSpPr>
            <a:grpSpLocks/>
          </p:cNvGrpSpPr>
          <p:nvPr/>
        </p:nvGrpSpPr>
        <p:grpSpPr bwMode="auto">
          <a:xfrm>
            <a:off x="800100" y="1598613"/>
            <a:ext cx="7789863" cy="4127500"/>
            <a:chOff x="800100" y="820738"/>
            <a:chExt cx="7789863" cy="4127500"/>
          </a:xfrm>
        </p:grpSpPr>
        <p:sp>
          <p:nvSpPr>
            <p:cNvPr id="72709" name="Freeform 9">
              <a:extLst>
                <a:ext uri="{FF2B5EF4-FFF2-40B4-BE49-F238E27FC236}">
                  <a16:creationId xmlns:a16="http://schemas.microsoft.com/office/drawing/2014/main" id="{A00E6EE2-49E7-40AF-A828-6044D4E9F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663" y="1149350"/>
              <a:ext cx="1198562" cy="2592388"/>
            </a:xfrm>
            <a:custGeom>
              <a:avLst/>
              <a:gdLst>
                <a:gd name="T0" fmla="*/ 0 w 755"/>
                <a:gd name="T1" fmla="*/ 0 h 1633"/>
                <a:gd name="T2" fmla="*/ 0 w 755"/>
                <a:gd name="T3" fmla="*/ 2147483646 h 1633"/>
                <a:gd name="T4" fmla="*/ 2147483646 w 755"/>
                <a:gd name="T5" fmla="*/ 2147483646 h 1633"/>
                <a:gd name="T6" fmla="*/ 0 60000 65536"/>
                <a:gd name="T7" fmla="*/ 0 60000 65536"/>
                <a:gd name="T8" fmla="*/ 0 60000 65536"/>
                <a:gd name="T9" fmla="*/ 0 w 755"/>
                <a:gd name="T10" fmla="*/ 0 h 1633"/>
                <a:gd name="T11" fmla="*/ 755 w 755"/>
                <a:gd name="T12" fmla="*/ 1633 h 16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55" h="1633">
                  <a:moveTo>
                    <a:pt x="0" y="0"/>
                  </a:moveTo>
                  <a:lnTo>
                    <a:pt x="0" y="1633"/>
                  </a:lnTo>
                  <a:lnTo>
                    <a:pt x="755" y="163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10" name="Freeform 10">
              <a:extLst>
                <a:ext uri="{FF2B5EF4-FFF2-40B4-BE49-F238E27FC236}">
                  <a16:creationId xmlns:a16="http://schemas.microsoft.com/office/drawing/2014/main" id="{DAECFFC0-041F-42DA-B3A6-3ADAC4509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8" y="4492625"/>
              <a:ext cx="1603375" cy="300038"/>
            </a:xfrm>
            <a:custGeom>
              <a:avLst/>
              <a:gdLst>
                <a:gd name="T0" fmla="*/ 0 w 1010"/>
                <a:gd name="T1" fmla="*/ 2147483646 h 189"/>
                <a:gd name="T2" fmla="*/ 2147483646 w 1010"/>
                <a:gd name="T3" fmla="*/ 2147483646 h 189"/>
                <a:gd name="T4" fmla="*/ 2147483646 w 1010"/>
                <a:gd name="T5" fmla="*/ 0 h 189"/>
                <a:gd name="T6" fmla="*/ 0 60000 65536"/>
                <a:gd name="T7" fmla="*/ 0 60000 65536"/>
                <a:gd name="T8" fmla="*/ 0 60000 65536"/>
                <a:gd name="T9" fmla="*/ 0 w 1010"/>
                <a:gd name="T10" fmla="*/ 0 h 189"/>
                <a:gd name="T11" fmla="*/ 1010 w 1010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0" h="189">
                  <a:moveTo>
                    <a:pt x="0" y="189"/>
                  </a:moveTo>
                  <a:lnTo>
                    <a:pt x="1010" y="189"/>
                  </a:lnTo>
                  <a:lnTo>
                    <a:pt x="101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11" name="Freeform 11">
              <a:extLst>
                <a:ext uri="{FF2B5EF4-FFF2-40B4-BE49-F238E27FC236}">
                  <a16:creationId xmlns:a16="http://schemas.microsoft.com/office/drawing/2014/main" id="{EF3E3696-1071-4BEA-9AAF-DD3C26235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138" y="2071688"/>
              <a:ext cx="1304925" cy="2720975"/>
            </a:xfrm>
            <a:custGeom>
              <a:avLst/>
              <a:gdLst>
                <a:gd name="T0" fmla="*/ 0 w 822"/>
                <a:gd name="T1" fmla="*/ 2147483646 h 1714"/>
                <a:gd name="T2" fmla="*/ 0 w 822"/>
                <a:gd name="T3" fmla="*/ 2147483646 h 1714"/>
                <a:gd name="T4" fmla="*/ 2147483646 w 822"/>
                <a:gd name="T5" fmla="*/ 2147483646 h 1714"/>
                <a:gd name="T6" fmla="*/ 2147483646 w 822"/>
                <a:gd name="T7" fmla="*/ 0 h 17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22"/>
                <a:gd name="T13" fmla="*/ 0 h 1714"/>
                <a:gd name="T14" fmla="*/ 822 w 822"/>
                <a:gd name="T15" fmla="*/ 1714 h 17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22" h="1714">
                  <a:moveTo>
                    <a:pt x="0" y="1714"/>
                  </a:moveTo>
                  <a:lnTo>
                    <a:pt x="0" y="378"/>
                  </a:lnTo>
                  <a:lnTo>
                    <a:pt x="822" y="378"/>
                  </a:lnTo>
                  <a:lnTo>
                    <a:pt x="82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12" name="Line 16">
              <a:extLst>
                <a:ext uri="{FF2B5EF4-FFF2-40B4-BE49-F238E27FC236}">
                  <a16:creationId xmlns:a16="http://schemas.microsoft.com/office/drawing/2014/main" id="{68CDBD68-7E22-4C15-8CB0-96B07C7024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441700"/>
              <a:ext cx="3206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13" name="Line 17">
              <a:extLst>
                <a:ext uri="{FF2B5EF4-FFF2-40B4-BE49-F238E27FC236}">
                  <a16:creationId xmlns:a16="http://schemas.microsoft.com/office/drawing/2014/main" id="{841275D7-E219-4D28-BEFB-E41E3CFCDE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7417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14" name="Rectangle 19">
              <a:extLst>
                <a:ext uri="{FF2B5EF4-FFF2-40B4-BE49-F238E27FC236}">
                  <a16:creationId xmlns:a16="http://schemas.microsoft.com/office/drawing/2014/main" id="{5A4D8398-A753-4B82-A405-3341FFAD9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849313"/>
              <a:ext cx="747712" cy="122237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15" name="Rectangle 20">
              <a:extLst>
                <a:ext uri="{FF2B5EF4-FFF2-40B4-BE49-F238E27FC236}">
                  <a16:creationId xmlns:a16="http://schemas.microsoft.com/office/drawing/2014/main" id="{F5782A0C-58DF-4A2C-860A-CD86BF7A7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1058863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16" name="Rectangle 21">
              <a:extLst>
                <a:ext uri="{FF2B5EF4-FFF2-40B4-BE49-F238E27FC236}">
                  <a16:creationId xmlns:a16="http://schemas.microsoft.com/office/drawing/2014/main" id="{6DC5E5EF-54DA-426D-98FA-412CCEC99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1050925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17" name="Line 22">
              <a:extLst>
                <a:ext uri="{FF2B5EF4-FFF2-40B4-BE49-F238E27FC236}">
                  <a16:creationId xmlns:a16="http://schemas.microsoft.com/office/drawing/2014/main" id="{19C0687F-BD37-4D9E-B0B1-3BA9320197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1663700"/>
              <a:ext cx="106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18" name="Freeform 23">
              <a:extLst>
                <a:ext uri="{FF2B5EF4-FFF2-40B4-BE49-F238E27FC236}">
                  <a16:creationId xmlns:a16="http://schemas.microsoft.com/office/drawing/2014/main" id="{28305E41-8FF0-4BC9-BE6C-40E867C9F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1385888"/>
              <a:ext cx="149225" cy="149225"/>
            </a:xfrm>
            <a:custGeom>
              <a:avLst/>
              <a:gdLst>
                <a:gd name="T0" fmla="*/ 0 w 94"/>
                <a:gd name="T1" fmla="*/ 2147483646 h 94"/>
                <a:gd name="T2" fmla="*/ 2147483646 w 94"/>
                <a:gd name="T3" fmla="*/ 2147483646 h 94"/>
                <a:gd name="T4" fmla="*/ 0 w 94"/>
                <a:gd name="T5" fmla="*/ 0 h 94"/>
                <a:gd name="T6" fmla="*/ 0 60000 65536"/>
                <a:gd name="T7" fmla="*/ 0 60000 65536"/>
                <a:gd name="T8" fmla="*/ 0 60000 65536"/>
                <a:gd name="T9" fmla="*/ 0 w 94"/>
                <a:gd name="T10" fmla="*/ 0 h 94"/>
                <a:gd name="T11" fmla="*/ 94 w 94"/>
                <a:gd name="T12" fmla="*/ 94 h 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94">
                  <a:moveTo>
                    <a:pt x="0" y="94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19" name="Freeform 24">
              <a:extLst>
                <a:ext uri="{FF2B5EF4-FFF2-40B4-BE49-F238E27FC236}">
                  <a16:creationId xmlns:a16="http://schemas.microsoft.com/office/drawing/2014/main" id="{2A696A55-E4BF-4540-9972-AF65E6422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3870325"/>
              <a:ext cx="63500" cy="42863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6"/>
                  </a:moveTo>
                  <a:cubicBezTo>
                    <a:pt x="0" y="1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16"/>
                    <a:pt x="60" y="16"/>
                  </a:cubicBezTo>
                  <a:cubicBezTo>
                    <a:pt x="60" y="29"/>
                    <a:pt x="49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24" y="40"/>
                    <a:pt x="24" y="40"/>
                  </a:cubicBezTo>
                  <a:cubicBezTo>
                    <a:pt x="11" y="40"/>
                    <a:pt x="0" y="29"/>
                    <a:pt x="0" y="1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0" name="Line 25">
              <a:extLst>
                <a:ext uri="{FF2B5EF4-FFF2-40B4-BE49-F238E27FC236}">
                  <a16:creationId xmlns:a16="http://schemas.microsoft.com/office/drawing/2014/main" id="{188194B1-E10B-4582-A983-1933F5FEF4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0688" y="17716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1" name="Line 28">
              <a:extLst>
                <a:ext uri="{FF2B5EF4-FFF2-40B4-BE49-F238E27FC236}">
                  <a16:creationId xmlns:a16="http://schemas.microsoft.com/office/drawing/2014/main" id="{82152B6D-ACCC-4B92-B123-DE4C0143B3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1920875"/>
              <a:ext cx="298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2" name="Line 29">
              <a:extLst>
                <a:ext uri="{FF2B5EF4-FFF2-40B4-BE49-F238E27FC236}">
                  <a16:creationId xmlns:a16="http://schemas.microsoft.com/office/drawing/2014/main" id="{C905D4B1-DD75-4ACB-9EAF-8F38E97492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1771650"/>
              <a:ext cx="1508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3" name="Freeform 30">
              <a:extLst>
                <a:ext uri="{FF2B5EF4-FFF2-40B4-BE49-F238E27FC236}">
                  <a16:creationId xmlns:a16="http://schemas.microsoft.com/office/drawing/2014/main" id="{9D352B36-C4D0-46E4-9200-405363694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511300"/>
              <a:ext cx="638175" cy="254000"/>
            </a:xfrm>
            <a:custGeom>
              <a:avLst/>
              <a:gdLst>
                <a:gd name="T0" fmla="*/ 0 w 598"/>
                <a:gd name="T1" fmla="*/ 0 h 238"/>
                <a:gd name="T2" fmla="*/ 2147483646 w 598"/>
                <a:gd name="T3" fmla="*/ 2147483646 h 238"/>
                <a:gd name="T4" fmla="*/ 2147483646 w 598"/>
                <a:gd name="T5" fmla="*/ 2147483646 h 238"/>
                <a:gd name="T6" fmla="*/ 2147483646 w 598"/>
                <a:gd name="T7" fmla="*/ 2147483646 h 238"/>
                <a:gd name="T8" fmla="*/ 2147483646 w 598"/>
                <a:gd name="T9" fmla="*/ 2147483646 h 238"/>
                <a:gd name="T10" fmla="*/ 2147483646 w 598"/>
                <a:gd name="T11" fmla="*/ 2147483646 h 238"/>
                <a:gd name="T12" fmla="*/ 2147483646 w 598"/>
                <a:gd name="T13" fmla="*/ 2147483646 h 238"/>
                <a:gd name="T14" fmla="*/ 2147483646 w 598"/>
                <a:gd name="T15" fmla="*/ 2147483646 h 238"/>
                <a:gd name="T16" fmla="*/ 2147483646 w 598"/>
                <a:gd name="T17" fmla="*/ 2147483646 h 238"/>
                <a:gd name="T18" fmla="*/ 2147483646 w 598"/>
                <a:gd name="T19" fmla="*/ 2147483646 h 238"/>
                <a:gd name="T20" fmla="*/ 2147483646 w 598"/>
                <a:gd name="T21" fmla="*/ 2147483646 h 238"/>
                <a:gd name="T22" fmla="*/ 2147483646 w 598"/>
                <a:gd name="T23" fmla="*/ 2147483646 h 238"/>
                <a:gd name="T24" fmla="*/ 2147483646 w 598"/>
                <a:gd name="T25" fmla="*/ 2147483646 h 238"/>
                <a:gd name="T26" fmla="*/ 2147483646 w 598"/>
                <a:gd name="T27" fmla="*/ 2147483646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8"/>
                <a:gd name="T44" fmla="*/ 598 w 598"/>
                <a:gd name="T45" fmla="*/ 238 h 2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8">
                  <a:moveTo>
                    <a:pt x="0" y="0"/>
                  </a:moveTo>
                  <a:cubicBezTo>
                    <a:pt x="252" y="0"/>
                    <a:pt x="252" y="0"/>
                    <a:pt x="270" y="1"/>
                  </a:cubicBezTo>
                  <a:cubicBezTo>
                    <a:pt x="288" y="3"/>
                    <a:pt x="288" y="3"/>
                    <a:pt x="305" y="5"/>
                  </a:cubicBezTo>
                  <a:cubicBezTo>
                    <a:pt x="323" y="8"/>
                    <a:pt x="323" y="8"/>
                    <a:pt x="343" y="14"/>
                  </a:cubicBezTo>
                  <a:cubicBezTo>
                    <a:pt x="363" y="20"/>
                    <a:pt x="363" y="20"/>
                    <a:pt x="380" y="29"/>
                  </a:cubicBezTo>
                  <a:cubicBezTo>
                    <a:pt x="398" y="38"/>
                    <a:pt x="398" y="38"/>
                    <a:pt x="413" y="46"/>
                  </a:cubicBezTo>
                  <a:cubicBezTo>
                    <a:pt x="429" y="55"/>
                    <a:pt x="429" y="55"/>
                    <a:pt x="442" y="63"/>
                  </a:cubicBezTo>
                  <a:cubicBezTo>
                    <a:pt x="454" y="71"/>
                    <a:pt x="454" y="71"/>
                    <a:pt x="463" y="78"/>
                  </a:cubicBezTo>
                  <a:cubicBezTo>
                    <a:pt x="472" y="85"/>
                    <a:pt x="472" y="85"/>
                    <a:pt x="482" y="92"/>
                  </a:cubicBezTo>
                  <a:cubicBezTo>
                    <a:pt x="492" y="99"/>
                    <a:pt x="492" y="99"/>
                    <a:pt x="502" y="110"/>
                  </a:cubicBezTo>
                  <a:cubicBezTo>
                    <a:pt x="513" y="121"/>
                    <a:pt x="513" y="121"/>
                    <a:pt x="525" y="136"/>
                  </a:cubicBezTo>
                  <a:cubicBezTo>
                    <a:pt x="538" y="151"/>
                    <a:pt x="538" y="151"/>
                    <a:pt x="550" y="169"/>
                  </a:cubicBezTo>
                  <a:cubicBezTo>
                    <a:pt x="563" y="186"/>
                    <a:pt x="563" y="186"/>
                    <a:pt x="576" y="205"/>
                  </a:cubicBezTo>
                  <a:cubicBezTo>
                    <a:pt x="589" y="223"/>
                    <a:pt x="589" y="223"/>
                    <a:pt x="598" y="238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4" name="Freeform 31">
              <a:extLst>
                <a:ext uri="{FF2B5EF4-FFF2-40B4-BE49-F238E27FC236}">
                  <a16:creationId xmlns:a16="http://schemas.microsoft.com/office/drawing/2014/main" id="{8A9832F8-3663-4186-AC34-2272024B1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766888"/>
              <a:ext cx="638175" cy="254000"/>
            </a:xfrm>
            <a:custGeom>
              <a:avLst/>
              <a:gdLst>
                <a:gd name="T0" fmla="*/ 0 w 598"/>
                <a:gd name="T1" fmla="*/ 2147483646 h 237"/>
                <a:gd name="T2" fmla="*/ 2147483646 w 598"/>
                <a:gd name="T3" fmla="*/ 2147483646 h 237"/>
                <a:gd name="T4" fmla="*/ 2147483646 w 598"/>
                <a:gd name="T5" fmla="*/ 2147483646 h 237"/>
                <a:gd name="T6" fmla="*/ 2147483646 w 598"/>
                <a:gd name="T7" fmla="*/ 2147483646 h 237"/>
                <a:gd name="T8" fmla="*/ 2147483646 w 598"/>
                <a:gd name="T9" fmla="*/ 2147483646 h 237"/>
                <a:gd name="T10" fmla="*/ 2147483646 w 598"/>
                <a:gd name="T11" fmla="*/ 2147483646 h 237"/>
                <a:gd name="T12" fmla="*/ 2147483646 w 598"/>
                <a:gd name="T13" fmla="*/ 2147483646 h 237"/>
                <a:gd name="T14" fmla="*/ 2147483646 w 598"/>
                <a:gd name="T15" fmla="*/ 2147483646 h 237"/>
                <a:gd name="T16" fmla="*/ 2147483646 w 598"/>
                <a:gd name="T17" fmla="*/ 2147483646 h 237"/>
                <a:gd name="T18" fmla="*/ 2147483646 w 598"/>
                <a:gd name="T19" fmla="*/ 2147483646 h 237"/>
                <a:gd name="T20" fmla="*/ 2147483646 w 598"/>
                <a:gd name="T21" fmla="*/ 2147483646 h 237"/>
                <a:gd name="T22" fmla="*/ 2147483646 w 598"/>
                <a:gd name="T23" fmla="*/ 2147483646 h 237"/>
                <a:gd name="T24" fmla="*/ 2147483646 w 598"/>
                <a:gd name="T25" fmla="*/ 2147483646 h 237"/>
                <a:gd name="T26" fmla="*/ 2147483646 w 598"/>
                <a:gd name="T27" fmla="*/ 0 h 2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7"/>
                <a:gd name="T44" fmla="*/ 598 w 598"/>
                <a:gd name="T45" fmla="*/ 237 h 2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7">
                  <a:moveTo>
                    <a:pt x="0" y="237"/>
                  </a:moveTo>
                  <a:cubicBezTo>
                    <a:pt x="252" y="237"/>
                    <a:pt x="252" y="237"/>
                    <a:pt x="270" y="236"/>
                  </a:cubicBezTo>
                  <a:cubicBezTo>
                    <a:pt x="288" y="235"/>
                    <a:pt x="288" y="235"/>
                    <a:pt x="305" y="232"/>
                  </a:cubicBezTo>
                  <a:cubicBezTo>
                    <a:pt x="323" y="230"/>
                    <a:pt x="323" y="230"/>
                    <a:pt x="343" y="224"/>
                  </a:cubicBezTo>
                  <a:cubicBezTo>
                    <a:pt x="363" y="217"/>
                    <a:pt x="363" y="217"/>
                    <a:pt x="380" y="209"/>
                  </a:cubicBezTo>
                  <a:cubicBezTo>
                    <a:pt x="398" y="200"/>
                    <a:pt x="398" y="200"/>
                    <a:pt x="413" y="191"/>
                  </a:cubicBezTo>
                  <a:cubicBezTo>
                    <a:pt x="429" y="182"/>
                    <a:pt x="429" y="182"/>
                    <a:pt x="442" y="174"/>
                  </a:cubicBezTo>
                  <a:cubicBezTo>
                    <a:pt x="454" y="166"/>
                    <a:pt x="454" y="166"/>
                    <a:pt x="463" y="159"/>
                  </a:cubicBezTo>
                  <a:cubicBezTo>
                    <a:pt x="472" y="152"/>
                    <a:pt x="472" y="152"/>
                    <a:pt x="482" y="146"/>
                  </a:cubicBezTo>
                  <a:cubicBezTo>
                    <a:pt x="492" y="139"/>
                    <a:pt x="492" y="139"/>
                    <a:pt x="502" y="127"/>
                  </a:cubicBezTo>
                  <a:cubicBezTo>
                    <a:pt x="513" y="116"/>
                    <a:pt x="513" y="116"/>
                    <a:pt x="525" y="101"/>
                  </a:cubicBezTo>
                  <a:cubicBezTo>
                    <a:pt x="538" y="86"/>
                    <a:pt x="538" y="86"/>
                    <a:pt x="550" y="69"/>
                  </a:cubicBezTo>
                  <a:cubicBezTo>
                    <a:pt x="563" y="51"/>
                    <a:pt x="563" y="51"/>
                    <a:pt x="576" y="33"/>
                  </a:cubicBezTo>
                  <a:cubicBezTo>
                    <a:pt x="589" y="15"/>
                    <a:pt x="589" y="15"/>
                    <a:pt x="598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5" name="Freeform 32">
              <a:extLst>
                <a:ext uri="{FF2B5EF4-FFF2-40B4-BE49-F238E27FC236}">
                  <a16:creationId xmlns:a16="http://schemas.microsoft.com/office/drawing/2014/main" id="{63FA891E-2B4E-42EB-98EA-F6B5A8637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511300"/>
              <a:ext cx="74613" cy="255588"/>
            </a:xfrm>
            <a:custGeom>
              <a:avLst/>
              <a:gdLst>
                <a:gd name="T0" fmla="*/ 0 w 71"/>
                <a:gd name="T1" fmla="*/ 0 h 239"/>
                <a:gd name="T2" fmla="*/ 2147483646 w 71"/>
                <a:gd name="T3" fmla="*/ 2147483646 h 239"/>
                <a:gd name="T4" fmla="*/ 2147483646 w 71"/>
                <a:gd name="T5" fmla="*/ 2147483646 h 239"/>
                <a:gd name="T6" fmla="*/ 2147483646 w 71"/>
                <a:gd name="T7" fmla="*/ 2147483646 h 239"/>
                <a:gd name="T8" fmla="*/ 2147483646 w 71"/>
                <a:gd name="T9" fmla="*/ 2147483646 h 239"/>
                <a:gd name="T10" fmla="*/ 2147483646 w 71"/>
                <a:gd name="T11" fmla="*/ 2147483646 h 239"/>
                <a:gd name="T12" fmla="*/ 2147483646 w 71"/>
                <a:gd name="T13" fmla="*/ 2147483646 h 239"/>
                <a:gd name="T14" fmla="*/ 2147483646 w 71"/>
                <a:gd name="T15" fmla="*/ 214748364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9"/>
                <a:gd name="T26" fmla="*/ 71 w 71"/>
                <a:gd name="T27" fmla="*/ 239 h 2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9">
                  <a:moveTo>
                    <a:pt x="0" y="0"/>
                  </a:moveTo>
                  <a:cubicBezTo>
                    <a:pt x="16" y="29"/>
                    <a:pt x="16" y="29"/>
                    <a:pt x="23" y="44"/>
                  </a:cubicBezTo>
                  <a:cubicBezTo>
                    <a:pt x="29" y="59"/>
                    <a:pt x="29" y="59"/>
                    <a:pt x="36" y="77"/>
                  </a:cubicBezTo>
                  <a:cubicBezTo>
                    <a:pt x="43" y="95"/>
                    <a:pt x="43" y="95"/>
                    <a:pt x="48" y="113"/>
                  </a:cubicBezTo>
                  <a:cubicBezTo>
                    <a:pt x="54" y="131"/>
                    <a:pt x="54" y="131"/>
                    <a:pt x="59" y="150"/>
                  </a:cubicBezTo>
                  <a:cubicBezTo>
                    <a:pt x="65" y="168"/>
                    <a:pt x="65" y="168"/>
                    <a:pt x="66" y="183"/>
                  </a:cubicBezTo>
                  <a:cubicBezTo>
                    <a:pt x="68" y="199"/>
                    <a:pt x="68" y="199"/>
                    <a:pt x="69" y="208"/>
                  </a:cubicBezTo>
                  <a:cubicBezTo>
                    <a:pt x="71" y="218"/>
                    <a:pt x="71" y="218"/>
                    <a:pt x="70" y="239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6" name="Freeform 33">
              <a:extLst>
                <a:ext uri="{FF2B5EF4-FFF2-40B4-BE49-F238E27FC236}">
                  <a16:creationId xmlns:a16="http://schemas.microsoft.com/office/drawing/2014/main" id="{2308A41B-B4DF-40F8-9248-63552FE84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765300"/>
              <a:ext cx="74613" cy="255588"/>
            </a:xfrm>
            <a:custGeom>
              <a:avLst/>
              <a:gdLst>
                <a:gd name="T0" fmla="*/ 0 w 71"/>
                <a:gd name="T1" fmla="*/ 2147483646 h 238"/>
                <a:gd name="T2" fmla="*/ 2147483646 w 71"/>
                <a:gd name="T3" fmla="*/ 2147483646 h 238"/>
                <a:gd name="T4" fmla="*/ 2147483646 w 71"/>
                <a:gd name="T5" fmla="*/ 2147483646 h 238"/>
                <a:gd name="T6" fmla="*/ 2147483646 w 71"/>
                <a:gd name="T7" fmla="*/ 2147483646 h 238"/>
                <a:gd name="T8" fmla="*/ 2147483646 w 71"/>
                <a:gd name="T9" fmla="*/ 2147483646 h 238"/>
                <a:gd name="T10" fmla="*/ 2147483646 w 71"/>
                <a:gd name="T11" fmla="*/ 2147483646 h 238"/>
                <a:gd name="T12" fmla="*/ 2147483646 w 71"/>
                <a:gd name="T13" fmla="*/ 2147483646 h 238"/>
                <a:gd name="T14" fmla="*/ 2147483646 w 71"/>
                <a:gd name="T15" fmla="*/ 0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8"/>
                <a:gd name="T26" fmla="*/ 71 w 71"/>
                <a:gd name="T27" fmla="*/ 238 h 2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8">
                  <a:moveTo>
                    <a:pt x="0" y="238"/>
                  </a:moveTo>
                  <a:cubicBezTo>
                    <a:pt x="16" y="210"/>
                    <a:pt x="16" y="210"/>
                    <a:pt x="23" y="195"/>
                  </a:cubicBezTo>
                  <a:cubicBezTo>
                    <a:pt x="29" y="180"/>
                    <a:pt x="29" y="180"/>
                    <a:pt x="36" y="162"/>
                  </a:cubicBezTo>
                  <a:cubicBezTo>
                    <a:pt x="43" y="143"/>
                    <a:pt x="43" y="143"/>
                    <a:pt x="48" y="125"/>
                  </a:cubicBezTo>
                  <a:cubicBezTo>
                    <a:pt x="54" y="107"/>
                    <a:pt x="54" y="107"/>
                    <a:pt x="59" y="89"/>
                  </a:cubicBezTo>
                  <a:cubicBezTo>
                    <a:pt x="65" y="71"/>
                    <a:pt x="65" y="71"/>
                    <a:pt x="66" y="55"/>
                  </a:cubicBezTo>
                  <a:cubicBezTo>
                    <a:pt x="68" y="40"/>
                    <a:pt x="68" y="40"/>
                    <a:pt x="69" y="30"/>
                  </a:cubicBezTo>
                  <a:cubicBezTo>
                    <a:pt x="71" y="21"/>
                    <a:pt x="71" y="21"/>
                    <a:pt x="70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7" name="Line 34">
              <a:extLst>
                <a:ext uri="{FF2B5EF4-FFF2-40B4-BE49-F238E27FC236}">
                  <a16:creationId xmlns:a16="http://schemas.microsoft.com/office/drawing/2014/main" id="{EECA93B0-0C2B-447A-8022-8080455B80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0688" y="38925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8" name="Freeform 35">
              <a:extLst>
                <a:ext uri="{FF2B5EF4-FFF2-40B4-BE49-F238E27FC236}">
                  <a16:creationId xmlns:a16="http://schemas.microsoft.com/office/drawing/2014/main" id="{E17C75FD-1913-4DCB-9FB7-DBA66F804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813" y="1471613"/>
              <a:ext cx="600075" cy="2420937"/>
            </a:xfrm>
            <a:custGeom>
              <a:avLst/>
              <a:gdLst>
                <a:gd name="T0" fmla="*/ 0 w 378"/>
                <a:gd name="T1" fmla="*/ 2147483646 h 1525"/>
                <a:gd name="T2" fmla="*/ 0 w 378"/>
                <a:gd name="T3" fmla="*/ 0 h 1525"/>
                <a:gd name="T4" fmla="*/ 2147483646 w 378"/>
                <a:gd name="T5" fmla="*/ 0 h 1525"/>
                <a:gd name="T6" fmla="*/ 0 60000 65536"/>
                <a:gd name="T7" fmla="*/ 0 60000 65536"/>
                <a:gd name="T8" fmla="*/ 0 60000 65536"/>
                <a:gd name="T9" fmla="*/ 0 w 378"/>
                <a:gd name="T10" fmla="*/ 0 h 1525"/>
                <a:gd name="T11" fmla="*/ 378 w 378"/>
                <a:gd name="T12" fmla="*/ 1525 h 15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8" h="1525">
                  <a:moveTo>
                    <a:pt x="0" y="1525"/>
                  </a:moveTo>
                  <a:lnTo>
                    <a:pt x="0" y="0"/>
                  </a:lnTo>
                  <a:lnTo>
                    <a:pt x="3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9" name="Freeform 36">
              <a:extLst>
                <a:ext uri="{FF2B5EF4-FFF2-40B4-BE49-F238E27FC236}">
                  <a16:creationId xmlns:a16="http://schemas.microsoft.com/office/drawing/2014/main" id="{07F657FD-DC36-4742-9074-C26889B92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625" y="4762500"/>
              <a:ext cx="63500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30" name="Line 42">
              <a:extLst>
                <a:ext uri="{FF2B5EF4-FFF2-40B4-BE49-F238E27FC236}">
                  <a16:creationId xmlns:a16="http://schemas.microsoft.com/office/drawing/2014/main" id="{765B345F-EE47-4B60-B2EF-F814D879B7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18350" y="1471613"/>
              <a:ext cx="298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31" name="Line 43">
              <a:extLst>
                <a:ext uri="{FF2B5EF4-FFF2-40B4-BE49-F238E27FC236}">
                  <a16:creationId xmlns:a16="http://schemas.microsoft.com/office/drawing/2014/main" id="{42CAE260-A4F4-4578-9521-5E520E2F48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6875" y="1320800"/>
              <a:ext cx="1698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32" name="Line 44">
              <a:extLst>
                <a:ext uri="{FF2B5EF4-FFF2-40B4-BE49-F238E27FC236}">
                  <a16:creationId xmlns:a16="http://schemas.microsoft.com/office/drawing/2014/main" id="{65603329-7A15-448D-A85C-8858E6E817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7600" y="1136650"/>
              <a:ext cx="1219200" cy="12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33" name="Freeform 45">
              <a:extLst>
                <a:ext uri="{FF2B5EF4-FFF2-40B4-BE49-F238E27FC236}">
                  <a16:creationId xmlns:a16="http://schemas.microsoft.com/office/drawing/2014/main" id="{9329CEF7-2BDB-4C65-A05C-7293082C6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7600" y="1471613"/>
              <a:ext cx="920750" cy="2120900"/>
            </a:xfrm>
            <a:custGeom>
              <a:avLst/>
              <a:gdLst>
                <a:gd name="T0" fmla="*/ 0 w 580"/>
                <a:gd name="T1" fmla="*/ 2147483646 h 1336"/>
                <a:gd name="T2" fmla="*/ 2147483646 w 580"/>
                <a:gd name="T3" fmla="*/ 2147483646 h 1336"/>
                <a:gd name="T4" fmla="*/ 2147483646 w 580"/>
                <a:gd name="T5" fmla="*/ 0 h 1336"/>
                <a:gd name="T6" fmla="*/ 0 60000 65536"/>
                <a:gd name="T7" fmla="*/ 0 60000 65536"/>
                <a:gd name="T8" fmla="*/ 0 60000 65536"/>
                <a:gd name="T9" fmla="*/ 0 w 580"/>
                <a:gd name="T10" fmla="*/ 0 h 1336"/>
                <a:gd name="T11" fmla="*/ 580 w 580"/>
                <a:gd name="T12" fmla="*/ 1336 h 1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0" h="1336">
                  <a:moveTo>
                    <a:pt x="0" y="1336"/>
                  </a:moveTo>
                  <a:lnTo>
                    <a:pt x="580" y="1336"/>
                  </a:lnTo>
                  <a:lnTo>
                    <a:pt x="58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34" name="Line 46">
              <a:extLst>
                <a:ext uri="{FF2B5EF4-FFF2-40B4-BE49-F238E27FC236}">
                  <a16:creationId xmlns:a16="http://schemas.microsoft.com/office/drawing/2014/main" id="{75C53032-47AF-44B4-9A07-E6B2D17642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86738" y="1320800"/>
              <a:ext cx="150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35" name="Rectangle 47">
              <a:extLst>
                <a:ext uri="{FF2B5EF4-FFF2-40B4-BE49-F238E27FC236}">
                  <a16:creationId xmlns:a16="http://schemas.microsoft.com/office/drawing/2014/main" id="{01007CAA-92D6-4C4B-9077-7276F1801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16637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36" name="Rectangle 48">
              <a:extLst>
                <a:ext uri="{FF2B5EF4-FFF2-40B4-BE49-F238E27FC236}">
                  <a16:creationId xmlns:a16="http://schemas.microsoft.com/office/drawing/2014/main" id="{D51D18BE-7EC8-4CA4-9EDC-2B40116FC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288" y="3786188"/>
              <a:ext cx="59690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Clock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37" name="Freeform 49">
              <a:extLst>
                <a:ext uri="{FF2B5EF4-FFF2-40B4-BE49-F238E27FC236}">
                  <a16:creationId xmlns:a16="http://schemas.microsoft.com/office/drawing/2014/main" id="{45A52954-58C4-4073-998D-12B1D4AED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120775"/>
              <a:ext cx="41275" cy="63500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38" name="Rectangle 50">
              <a:extLst>
                <a:ext uri="{FF2B5EF4-FFF2-40B4-BE49-F238E27FC236}">
                  <a16:creationId xmlns:a16="http://schemas.microsoft.com/office/drawing/2014/main" id="{3420300F-5A3E-460E-AA7D-5ECD9AB81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813" y="4676775"/>
              <a:ext cx="73183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Resetn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39" name="Rectangle 51">
              <a:extLst>
                <a:ext uri="{FF2B5EF4-FFF2-40B4-BE49-F238E27FC236}">
                  <a16:creationId xmlns:a16="http://schemas.microsoft.com/office/drawing/2014/main" id="{E5657FB0-EEA6-4D26-A0A5-8D7C7D9A7C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326707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40" name="Rectangle 52">
              <a:extLst>
                <a:ext uri="{FF2B5EF4-FFF2-40B4-BE49-F238E27FC236}">
                  <a16:creationId xmlns:a16="http://schemas.microsoft.com/office/drawing/2014/main" id="{B4DCD49A-45C9-4C3E-B0EA-BF3193AD7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33639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41" name="Rectangle 53">
              <a:extLst>
                <a:ext uri="{FF2B5EF4-FFF2-40B4-BE49-F238E27FC236}">
                  <a16:creationId xmlns:a16="http://schemas.microsoft.com/office/drawing/2014/main" id="{5E89DCC6-4F1B-4FEE-B522-7639E9CD3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820738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42" name="Rectangle 54">
              <a:extLst>
                <a:ext uri="{FF2B5EF4-FFF2-40B4-BE49-F238E27FC236}">
                  <a16:creationId xmlns:a16="http://schemas.microsoft.com/office/drawing/2014/main" id="{D5B92E94-F057-42DF-8862-1B25C9ED0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915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43" name="Rectangle 55">
              <a:extLst>
                <a:ext uri="{FF2B5EF4-FFF2-40B4-BE49-F238E27FC236}">
                  <a16:creationId xmlns:a16="http://schemas.microsoft.com/office/drawing/2014/main" id="{83F9883A-A619-460F-B4F0-1C98AAFC5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3289300"/>
              <a:ext cx="19208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44" name="Rectangle 56">
              <a:extLst>
                <a:ext uri="{FF2B5EF4-FFF2-40B4-BE49-F238E27FC236}">
                  <a16:creationId xmlns:a16="http://schemas.microsoft.com/office/drawing/2014/main" id="{6208432A-C773-418D-AAB6-5CF661253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3384550"/>
              <a:ext cx="165100" cy="220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45" name="Rectangle 57">
              <a:extLst>
                <a:ext uri="{FF2B5EF4-FFF2-40B4-BE49-F238E27FC236}">
                  <a16:creationId xmlns:a16="http://schemas.microsoft.com/office/drawing/2014/main" id="{0289684F-10BF-460F-A686-F613DE531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865188"/>
              <a:ext cx="192087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46" name="Line 58">
              <a:extLst>
                <a:ext uri="{FF2B5EF4-FFF2-40B4-BE49-F238E27FC236}">
                  <a16:creationId xmlns:a16="http://schemas.microsoft.com/office/drawing/2014/main" id="{EC8CD56F-881E-432C-85CD-66E4979917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62338" y="3592513"/>
              <a:ext cx="19875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47" name="Rectangle 59">
              <a:extLst>
                <a:ext uri="{FF2B5EF4-FFF2-40B4-BE49-F238E27FC236}">
                  <a16:creationId xmlns:a16="http://schemas.microsoft.com/office/drawing/2014/main" id="{15E03657-DD31-4AE4-A61F-ECDE232CA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96043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48" name="Rectangle 60">
              <a:extLst>
                <a:ext uri="{FF2B5EF4-FFF2-40B4-BE49-F238E27FC236}">
                  <a16:creationId xmlns:a16="http://schemas.microsoft.com/office/drawing/2014/main" id="{047F7759-E075-47E5-AB77-F893A02B1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" y="1042988"/>
              <a:ext cx="2349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49" name="Rectangle 61">
              <a:extLst>
                <a:ext uri="{FF2B5EF4-FFF2-40B4-BE49-F238E27FC236}">
                  <a16:creationId xmlns:a16="http://schemas.microsoft.com/office/drawing/2014/main" id="{5B1D39BA-7B9E-4CE7-89D9-83941BE46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4225" y="1193800"/>
              <a:ext cx="18573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50" name="Rectangle 62">
              <a:extLst>
                <a:ext uri="{FF2B5EF4-FFF2-40B4-BE49-F238E27FC236}">
                  <a16:creationId xmlns:a16="http://schemas.microsoft.com/office/drawing/2014/main" id="{CF6E0494-CC42-42E8-A3C3-A2DBFE776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3292475"/>
              <a:ext cx="747712" cy="12001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51" name="Rectangle 63">
              <a:extLst>
                <a:ext uri="{FF2B5EF4-FFF2-40B4-BE49-F238E27FC236}">
                  <a16:creationId xmlns:a16="http://schemas.microsoft.com/office/drawing/2014/main" id="{0837D8CC-8210-498A-869D-D4765A575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1651000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52" name="Rectangle 64">
              <a:extLst>
                <a:ext uri="{FF2B5EF4-FFF2-40B4-BE49-F238E27FC236}">
                  <a16:creationId xmlns:a16="http://schemas.microsoft.com/office/drawing/2014/main" id="{1225F748-20B8-43CB-BB4D-6C22CFA82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348932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53" name="Rectangle 65">
              <a:extLst>
                <a:ext uri="{FF2B5EF4-FFF2-40B4-BE49-F238E27FC236}">
                  <a16:creationId xmlns:a16="http://schemas.microsoft.com/office/drawing/2014/main" id="{0528110E-5766-492B-956A-A1460851D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34798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54" name="Line 66">
              <a:extLst>
                <a:ext uri="{FF2B5EF4-FFF2-40B4-BE49-F238E27FC236}">
                  <a16:creationId xmlns:a16="http://schemas.microsoft.com/office/drawing/2014/main" id="{C3110FA4-81D4-4743-9627-46CEB92AF1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4084638"/>
              <a:ext cx="1063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55" name="Freeform 67">
              <a:extLst>
                <a:ext uri="{FF2B5EF4-FFF2-40B4-BE49-F238E27FC236}">
                  <a16:creationId xmlns:a16="http://schemas.microsoft.com/office/drawing/2014/main" id="{FB545A35-DFDB-4F5E-A7A2-CD44C1C53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3806825"/>
              <a:ext cx="149225" cy="171450"/>
            </a:xfrm>
            <a:custGeom>
              <a:avLst/>
              <a:gdLst>
                <a:gd name="T0" fmla="*/ 0 w 94"/>
                <a:gd name="T1" fmla="*/ 2147483646 h 108"/>
                <a:gd name="T2" fmla="*/ 2147483646 w 94"/>
                <a:gd name="T3" fmla="*/ 2147483646 h 108"/>
                <a:gd name="T4" fmla="*/ 0 w 94"/>
                <a:gd name="T5" fmla="*/ 0 h 108"/>
                <a:gd name="T6" fmla="*/ 0 60000 65536"/>
                <a:gd name="T7" fmla="*/ 0 60000 65536"/>
                <a:gd name="T8" fmla="*/ 0 60000 65536"/>
                <a:gd name="T9" fmla="*/ 0 w 94"/>
                <a:gd name="T10" fmla="*/ 0 h 108"/>
                <a:gd name="T11" fmla="*/ 94 w 94"/>
                <a:gd name="T12" fmla="*/ 108 h 1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108">
                  <a:moveTo>
                    <a:pt x="0" y="108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56" name="Rectangle 68">
              <a:extLst>
                <a:ext uri="{FF2B5EF4-FFF2-40B4-BE49-F238E27FC236}">
                  <a16:creationId xmlns:a16="http://schemas.microsoft.com/office/drawing/2014/main" id="{4B8D8948-BA68-4AA9-A739-23DFF04A7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4094163"/>
              <a:ext cx="2476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57" name="Freeform 69">
              <a:extLst>
                <a:ext uri="{FF2B5EF4-FFF2-40B4-BE49-F238E27FC236}">
                  <a16:creationId xmlns:a16="http://schemas.microsoft.com/office/drawing/2014/main" id="{479906AA-7951-4374-A972-36BB910EE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1920875"/>
              <a:ext cx="3635375" cy="2271713"/>
            </a:xfrm>
            <a:custGeom>
              <a:avLst/>
              <a:gdLst>
                <a:gd name="T0" fmla="*/ 0 w 2290"/>
                <a:gd name="T1" fmla="*/ 0 h 1431"/>
                <a:gd name="T2" fmla="*/ 0 w 2290"/>
                <a:gd name="T3" fmla="*/ 2147483646 h 1431"/>
                <a:gd name="T4" fmla="*/ 2147483646 w 2290"/>
                <a:gd name="T5" fmla="*/ 2147483646 h 1431"/>
                <a:gd name="T6" fmla="*/ 2147483646 w 2290"/>
                <a:gd name="T7" fmla="*/ 2147483646 h 1431"/>
                <a:gd name="T8" fmla="*/ 2147483646 w 2290"/>
                <a:gd name="T9" fmla="*/ 2147483646 h 1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0"/>
                <a:gd name="T16" fmla="*/ 0 h 1431"/>
                <a:gd name="T17" fmla="*/ 2290 w 2290"/>
                <a:gd name="T18" fmla="*/ 1431 h 1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0" h="1431">
                  <a:moveTo>
                    <a:pt x="0" y="0"/>
                  </a:moveTo>
                  <a:lnTo>
                    <a:pt x="0" y="662"/>
                  </a:lnTo>
                  <a:lnTo>
                    <a:pt x="2290" y="662"/>
                  </a:lnTo>
                  <a:lnTo>
                    <a:pt x="2290" y="1431"/>
                  </a:lnTo>
                  <a:lnTo>
                    <a:pt x="1899" y="14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58" name="Freeform 70">
              <a:extLst>
                <a:ext uri="{FF2B5EF4-FFF2-40B4-BE49-F238E27FC236}">
                  <a16:creationId xmlns:a16="http://schemas.microsoft.com/office/drawing/2014/main" id="{033AD626-CD1C-4BFA-9483-A84F1E863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225" y="1149350"/>
              <a:ext cx="4256088" cy="2292350"/>
            </a:xfrm>
            <a:custGeom>
              <a:avLst/>
              <a:gdLst>
                <a:gd name="T0" fmla="*/ 0 w 2681"/>
                <a:gd name="T1" fmla="*/ 2147483646 h 1444"/>
                <a:gd name="T2" fmla="*/ 0 w 2681"/>
                <a:gd name="T3" fmla="*/ 2147483646 h 1444"/>
                <a:gd name="T4" fmla="*/ 2147483646 w 2681"/>
                <a:gd name="T5" fmla="*/ 2147483646 h 1444"/>
                <a:gd name="T6" fmla="*/ 2147483646 w 2681"/>
                <a:gd name="T7" fmla="*/ 0 h 14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81"/>
                <a:gd name="T13" fmla="*/ 0 h 1444"/>
                <a:gd name="T14" fmla="*/ 2681 w 2681"/>
                <a:gd name="T15" fmla="*/ 1444 h 14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81" h="1444">
                  <a:moveTo>
                    <a:pt x="0" y="1444"/>
                  </a:moveTo>
                  <a:lnTo>
                    <a:pt x="0" y="770"/>
                  </a:lnTo>
                  <a:lnTo>
                    <a:pt x="2681" y="770"/>
                  </a:lnTo>
                  <a:lnTo>
                    <a:pt x="2681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59" name="Line 71">
              <a:extLst>
                <a:ext uri="{FF2B5EF4-FFF2-40B4-BE49-F238E27FC236}">
                  <a16:creationId xmlns:a16="http://schemas.microsoft.com/office/drawing/2014/main" id="{27E7FE3F-8C7E-4998-81BC-0F65BC6858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988" y="1149350"/>
              <a:ext cx="4406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60" name="Line 73">
              <a:extLst>
                <a:ext uri="{FF2B5EF4-FFF2-40B4-BE49-F238E27FC236}">
                  <a16:creationId xmlns:a16="http://schemas.microsoft.com/office/drawing/2014/main" id="{F1EC332C-9835-4505-A649-43FBF2D8CA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663" y="1620838"/>
              <a:ext cx="300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61" name="Freeform 74">
              <a:extLst>
                <a:ext uri="{FF2B5EF4-FFF2-40B4-BE49-F238E27FC236}">
                  <a16:creationId xmlns:a16="http://schemas.microsoft.com/office/drawing/2014/main" id="{2736FBC2-E5D8-4D06-8153-4205656D8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0" y="1471613"/>
              <a:ext cx="300038" cy="300037"/>
            </a:xfrm>
            <a:custGeom>
              <a:avLst/>
              <a:gdLst>
                <a:gd name="T0" fmla="*/ 2147483646 w 189"/>
                <a:gd name="T1" fmla="*/ 2147483646 h 189"/>
                <a:gd name="T2" fmla="*/ 0 w 189"/>
                <a:gd name="T3" fmla="*/ 2147483646 h 189"/>
                <a:gd name="T4" fmla="*/ 0 w 189"/>
                <a:gd name="T5" fmla="*/ 0 h 189"/>
                <a:gd name="T6" fmla="*/ 0 60000 65536"/>
                <a:gd name="T7" fmla="*/ 0 60000 65536"/>
                <a:gd name="T8" fmla="*/ 0 60000 65536"/>
                <a:gd name="T9" fmla="*/ 0 w 189"/>
                <a:gd name="T10" fmla="*/ 0 h 189"/>
                <a:gd name="T11" fmla="*/ 189 w 189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189">
                  <a:moveTo>
                    <a:pt x="189" y="94"/>
                  </a:moveTo>
                  <a:lnTo>
                    <a:pt x="0" y="189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62" name="Oval 76">
              <a:extLst>
                <a:ext uri="{FF2B5EF4-FFF2-40B4-BE49-F238E27FC236}">
                  <a16:creationId xmlns:a16="http://schemas.microsoft.com/office/drawing/2014/main" id="{48C60B3D-CD90-47FB-B7F7-EF4EAFEF0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325" y="1568450"/>
              <a:ext cx="96838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63" name="Line 77">
              <a:extLst>
                <a:ext uri="{FF2B5EF4-FFF2-40B4-BE49-F238E27FC236}">
                  <a16:creationId xmlns:a16="http://schemas.microsoft.com/office/drawing/2014/main" id="{2CB68402-DB6E-4E4F-9198-49CB433B5A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62163" y="1620838"/>
              <a:ext cx="14001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64" name="Freeform 78">
              <a:extLst>
                <a:ext uri="{FF2B5EF4-FFF2-40B4-BE49-F238E27FC236}">
                  <a16:creationId xmlns:a16="http://schemas.microsoft.com/office/drawing/2014/main" id="{2E6B7930-11C2-4AE3-8BD2-DD723E61F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188" y="1620838"/>
              <a:ext cx="3187700" cy="2571750"/>
            </a:xfrm>
            <a:custGeom>
              <a:avLst/>
              <a:gdLst>
                <a:gd name="T0" fmla="*/ 2147483646 w 2008"/>
                <a:gd name="T1" fmla="*/ 2147483646 h 1620"/>
                <a:gd name="T2" fmla="*/ 0 w 2008"/>
                <a:gd name="T3" fmla="*/ 2147483646 h 1620"/>
                <a:gd name="T4" fmla="*/ 0 w 2008"/>
                <a:gd name="T5" fmla="*/ 0 h 1620"/>
                <a:gd name="T6" fmla="*/ 0 60000 65536"/>
                <a:gd name="T7" fmla="*/ 0 60000 65536"/>
                <a:gd name="T8" fmla="*/ 0 60000 65536"/>
                <a:gd name="T9" fmla="*/ 0 w 2008"/>
                <a:gd name="T10" fmla="*/ 0 h 1620"/>
                <a:gd name="T11" fmla="*/ 2008 w 2008"/>
                <a:gd name="T12" fmla="*/ 1620 h 16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08" h="1620">
                  <a:moveTo>
                    <a:pt x="2008" y="1620"/>
                  </a:moveTo>
                  <a:lnTo>
                    <a:pt x="0" y="162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65" name="Freeform 79">
              <a:extLst>
                <a:ext uri="{FF2B5EF4-FFF2-40B4-BE49-F238E27FC236}">
                  <a16:creationId xmlns:a16="http://schemas.microsoft.com/office/drawing/2014/main" id="{724E1285-5B56-40CD-8D61-EB89CFFAE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128713"/>
              <a:ext cx="65087" cy="63500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66" name="Freeform 80">
              <a:extLst>
                <a:ext uri="{FF2B5EF4-FFF2-40B4-BE49-F238E27FC236}">
                  <a16:creationId xmlns:a16="http://schemas.microsoft.com/office/drawing/2014/main" id="{DDC81789-CD14-408D-B5FD-5CF90F131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577975"/>
              <a:ext cx="65087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67" name="Freeform 81">
              <a:extLst>
                <a:ext uri="{FF2B5EF4-FFF2-40B4-BE49-F238E27FC236}">
                  <a16:creationId xmlns:a16="http://schemas.microsoft.com/office/drawing/2014/main" id="{47382BB8-F0E1-4081-ADD8-E6940B831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550" y="1585913"/>
              <a:ext cx="42863" cy="65087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68" name="Rectangle 82">
              <a:extLst>
                <a:ext uri="{FF2B5EF4-FFF2-40B4-BE49-F238E27FC236}">
                  <a16:creationId xmlns:a16="http://schemas.microsoft.com/office/drawing/2014/main" id="{6874C47A-F982-4A7D-8139-05FCED252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4079875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69" name="Rectangle 83">
              <a:extLst>
                <a:ext uri="{FF2B5EF4-FFF2-40B4-BE49-F238E27FC236}">
                  <a16:creationId xmlns:a16="http://schemas.microsoft.com/office/drawing/2014/main" id="{FF96D677-966C-45CD-899F-15265B116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4249738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70" name="Rectangle 84">
              <a:extLst>
                <a:ext uri="{FF2B5EF4-FFF2-40B4-BE49-F238E27FC236}">
                  <a16:creationId xmlns:a16="http://schemas.microsoft.com/office/drawing/2014/main" id="{9C3F0101-CC6E-494C-8659-F5155F309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4344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71" name="Rectangle 85">
              <a:extLst>
                <a:ext uri="{FF2B5EF4-FFF2-40B4-BE49-F238E27FC236}">
                  <a16:creationId xmlns:a16="http://schemas.microsoft.com/office/drawing/2014/main" id="{ADCC4972-4D0B-407C-A64E-A3E43029A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1820863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72" name="Oval 87">
              <a:extLst>
                <a:ext uri="{FF2B5EF4-FFF2-40B4-BE49-F238E27FC236}">
                  <a16:creationId xmlns:a16="http://schemas.microsoft.com/office/drawing/2014/main" id="{DCAE9762-D864-47D1-83F8-67828AC9E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2090738"/>
              <a:ext cx="98425" cy="96837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73" name="Oval 89">
              <a:extLst>
                <a:ext uri="{FF2B5EF4-FFF2-40B4-BE49-F238E27FC236}">
                  <a16:creationId xmlns:a16="http://schemas.microsoft.com/office/drawing/2014/main" id="{502B3398-489E-4BD5-8A21-5B411CC07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4511675"/>
              <a:ext cx="98425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74" name="Rectangle 90">
              <a:extLst>
                <a:ext uri="{FF2B5EF4-FFF2-40B4-BE49-F238E27FC236}">
                  <a16:creationId xmlns:a16="http://schemas.microsoft.com/office/drawing/2014/main" id="{3D7DAE2B-293A-43EE-91D2-BED2AB7AC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19161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75" name="AutoShape 92">
              <a:extLst>
                <a:ext uri="{FF2B5EF4-FFF2-40B4-BE49-F238E27FC236}">
                  <a16:creationId xmlns:a16="http://schemas.microsoft.com/office/drawing/2014/main" id="{E4937F37-DC79-4211-81DC-A80AC614F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900" y="3355975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76" name="AutoShape 94">
              <a:extLst>
                <a:ext uri="{FF2B5EF4-FFF2-40B4-BE49-F238E27FC236}">
                  <a16:creationId xmlns:a16="http://schemas.microsoft.com/office/drawing/2014/main" id="{E8747767-EA8B-4DB9-A202-7C5868F33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6800" y="1073150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777" name="Line 95">
              <a:extLst>
                <a:ext uri="{FF2B5EF4-FFF2-40B4-BE49-F238E27FC236}">
                  <a16:creationId xmlns:a16="http://schemas.microsoft.com/office/drawing/2014/main" id="{FB7F6C00-5E3F-42E7-96F6-8AD201ECC9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3700" y="1465263"/>
              <a:ext cx="300038" cy="1571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cxnSp>
        <p:nvCxnSpPr>
          <p:cNvPr id="72707" name="Straight Connector 76">
            <a:extLst>
              <a:ext uri="{FF2B5EF4-FFF2-40B4-BE49-F238E27FC236}">
                <a16:creationId xmlns:a16="http://schemas.microsoft.com/office/drawing/2014/main" id="{F084C462-4C62-4537-87CB-099D44F296F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218238" y="1931988"/>
            <a:ext cx="1198562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708" name="Straight Connector 77">
            <a:extLst>
              <a:ext uri="{FF2B5EF4-FFF2-40B4-BE49-F238E27FC236}">
                <a16:creationId xmlns:a16="http://schemas.microsoft.com/office/drawing/2014/main" id="{4AE01449-F084-4E3C-A6D6-48C046C60A1C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199188" y="4362450"/>
            <a:ext cx="919162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DABEE05A-C4BD-D04D-813F-5020AB9A1B4F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These are the present-state variables</a:t>
            </a:r>
          </a:p>
        </p:txBody>
      </p:sp>
      <p:grpSp>
        <p:nvGrpSpPr>
          <p:cNvPr id="73730" name="Group 6">
            <a:extLst>
              <a:ext uri="{FF2B5EF4-FFF2-40B4-BE49-F238E27FC236}">
                <a16:creationId xmlns:a16="http://schemas.microsoft.com/office/drawing/2014/main" id="{C0E3DE56-9874-4BD0-ADE8-95C90AF1CEB0}"/>
              </a:ext>
            </a:extLst>
          </p:cNvPr>
          <p:cNvGrpSpPr>
            <a:grpSpLocks/>
          </p:cNvGrpSpPr>
          <p:nvPr/>
        </p:nvGrpSpPr>
        <p:grpSpPr bwMode="auto">
          <a:xfrm>
            <a:off x="800100" y="1598613"/>
            <a:ext cx="7789863" cy="4127500"/>
            <a:chOff x="800100" y="820738"/>
            <a:chExt cx="7789863" cy="4127500"/>
          </a:xfrm>
        </p:grpSpPr>
        <p:sp>
          <p:nvSpPr>
            <p:cNvPr id="73733" name="Freeform 9">
              <a:extLst>
                <a:ext uri="{FF2B5EF4-FFF2-40B4-BE49-F238E27FC236}">
                  <a16:creationId xmlns:a16="http://schemas.microsoft.com/office/drawing/2014/main" id="{8D09FA5A-1E80-4107-A6F1-64D2F9748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663" y="1149350"/>
              <a:ext cx="1198562" cy="2592388"/>
            </a:xfrm>
            <a:custGeom>
              <a:avLst/>
              <a:gdLst>
                <a:gd name="T0" fmla="*/ 0 w 755"/>
                <a:gd name="T1" fmla="*/ 0 h 1633"/>
                <a:gd name="T2" fmla="*/ 0 w 755"/>
                <a:gd name="T3" fmla="*/ 2147483646 h 1633"/>
                <a:gd name="T4" fmla="*/ 2147483646 w 755"/>
                <a:gd name="T5" fmla="*/ 2147483646 h 1633"/>
                <a:gd name="T6" fmla="*/ 0 60000 65536"/>
                <a:gd name="T7" fmla="*/ 0 60000 65536"/>
                <a:gd name="T8" fmla="*/ 0 60000 65536"/>
                <a:gd name="T9" fmla="*/ 0 w 755"/>
                <a:gd name="T10" fmla="*/ 0 h 1633"/>
                <a:gd name="T11" fmla="*/ 755 w 755"/>
                <a:gd name="T12" fmla="*/ 1633 h 16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55" h="1633">
                  <a:moveTo>
                    <a:pt x="0" y="0"/>
                  </a:moveTo>
                  <a:lnTo>
                    <a:pt x="0" y="1633"/>
                  </a:lnTo>
                  <a:lnTo>
                    <a:pt x="755" y="163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34" name="Freeform 10">
              <a:extLst>
                <a:ext uri="{FF2B5EF4-FFF2-40B4-BE49-F238E27FC236}">
                  <a16:creationId xmlns:a16="http://schemas.microsoft.com/office/drawing/2014/main" id="{C990F4CF-5329-4D59-A3EC-3E9AB347B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8" y="4492625"/>
              <a:ext cx="1603375" cy="300038"/>
            </a:xfrm>
            <a:custGeom>
              <a:avLst/>
              <a:gdLst>
                <a:gd name="T0" fmla="*/ 0 w 1010"/>
                <a:gd name="T1" fmla="*/ 2147483646 h 189"/>
                <a:gd name="T2" fmla="*/ 2147483646 w 1010"/>
                <a:gd name="T3" fmla="*/ 2147483646 h 189"/>
                <a:gd name="T4" fmla="*/ 2147483646 w 1010"/>
                <a:gd name="T5" fmla="*/ 0 h 189"/>
                <a:gd name="T6" fmla="*/ 0 60000 65536"/>
                <a:gd name="T7" fmla="*/ 0 60000 65536"/>
                <a:gd name="T8" fmla="*/ 0 60000 65536"/>
                <a:gd name="T9" fmla="*/ 0 w 1010"/>
                <a:gd name="T10" fmla="*/ 0 h 189"/>
                <a:gd name="T11" fmla="*/ 1010 w 1010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0" h="189">
                  <a:moveTo>
                    <a:pt x="0" y="189"/>
                  </a:moveTo>
                  <a:lnTo>
                    <a:pt x="1010" y="189"/>
                  </a:lnTo>
                  <a:lnTo>
                    <a:pt x="101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35" name="Freeform 11">
              <a:extLst>
                <a:ext uri="{FF2B5EF4-FFF2-40B4-BE49-F238E27FC236}">
                  <a16:creationId xmlns:a16="http://schemas.microsoft.com/office/drawing/2014/main" id="{0F41B8A5-7925-454E-9459-6257A9A1B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138" y="2071688"/>
              <a:ext cx="1304925" cy="2720975"/>
            </a:xfrm>
            <a:custGeom>
              <a:avLst/>
              <a:gdLst>
                <a:gd name="T0" fmla="*/ 0 w 822"/>
                <a:gd name="T1" fmla="*/ 2147483646 h 1714"/>
                <a:gd name="T2" fmla="*/ 0 w 822"/>
                <a:gd name="T3" fmla="*/ 2147483646 h 1714"/>
                <a:gd name="T4" fmla="*/ 2147483646 w 822"/>
                <a:gd name="T5" fmla="*/ 2147483646 h 1714"/>
                <a:gd name="T6" fmla="*/ 2147483646 w 822"/>
                <a:gd name="T7" fmla="*/ 0 h 17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22"/>
                <a:gd name="T13" fmla="*/ 0 h 1714"/>
                <a:gd name="T14" fmla="*/ 822 w 822"/>
                <a:gd name="T15" fmla="*/ 1714 h 17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22" h="1714">
                  <a:moveTo>
                    <a:pt x="0" y="1714"/>
                  </a:moveTo>
                  <a:lnTo>
                    <a:pt x="0" y="378"/>
                  </a:lnTo>
                  <a:lnTo>
                    <a:pt x="822" y="378"/>
                  </a:lnTo>
                  <a:lnTo>
                    <a:pt x="82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36" name="Line 16">
              <a:extLst>
                <a:ext uri="{FF2B5EF4-FFF2-40B4-BE49-F238E27FC236}">
                  <a16:creationId xmlns:a16="http://schemas.microsoft.com/office/drawing/2014/main" id="{4751CD9A-62DF-4E6C-B967-3C51631089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441700"/>
              <a:ext cx="3206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37" name="Line 17">
              <a:extLst>
                <a:ext uri="{FF2B5EF4-FFF2-40B4-BE49-F238E27FC236}">
                  <a16:creationId xmlns:a16="http://schemas.microsoft.com/office/drawing/2014/main" id="{A74ADE2C-7978-4714-8FCE-736DAAD65C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7417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38" name="Rectangle 19">
              <a:extLst>
                <a:ext uri="{FF2B5EF4-FFF2-40B4-BE49-F238E27FC236}">
                  <a16:creationId xmlns:a16="http://schemas.microsoft.com/office/drawing/2014/main" id="{E8116733-D3FC-40B5-B36C-C5CE1B34C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849313"/>
              <a:ext cx="747712" cy="122237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39" name="Rectangle 20">
              <a:extLst>
                <a:ext uri="{FF2B5EF4-FFF2-40B4-BE49-F238E27FC236}">
                  <a16:creationId xmlns:a16="http://schemas.microsoft.com/office/drawing/2014/main" id="{B8736FCF-EFDE-4727-B736-F2FA9463D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1058863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40" name="Rectangle 21">
              <a:extLst>
                <a:ext uri="{FF2B5EF4-FFF2-40B4-BE49-F238E27FC236}">
                  <a16:creationId xmlns:a16="http://schemas.microsoft.com/office/drawing/2014/main" id="{EBB51CC4-D021-4ADE-BA17-B17B32E91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1050925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41" name="Line 22">
              <a:extLst>
                <a:ext uri="{FF2B5EF4-FFF2-40B4-BE49-F238E27FC236}">
                  <a16:creationId xmlns:a16="http://schemas.microsoft.com/office/drawing/2014/main" id="{B699AA54-60E0-45F5-A984-F7601ABBA2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1663700"/>
              <a:ext cx="106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42" name="Freeform 23">
              <a:extLst>
                <a:ext uri="{FF2B5EF4-FFF2-40B4-BE49-F238E27FC236}">
                  <a16:creationId xmlns:a16="http://schemas.microsoft.com/office/drawing/2014/main" id="{E59DFA06-6FD7-42F8-88A8-936C52DDE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1385888"/>
              <a:ext cx="149225" cy="149225"/>
            </a:xfrm>
            <a:custGeom>
              <a:avLst/>
              <a:gdLst>
                <a:gd name="T0" fmla="*/ 0 w 94"/>
                <a:gd name="T1" fmla="*/ 2147483646 h 94"/>
                <a:gd name="T2" fmla="*/ 2147483646 w 94"/>
                <a:gd name="T3" fmla="*/ 2147483646 h 94"/>
                <a:gd name="T4" fmla="*/ 0 w 94"/>
                <a:gd name="T5" fmla="*/ 0 h 94"/>
                <a:gd name="T6" fmla="*/ 0 60000 65536"/>
                <a:gd name="T7" fmla="*/ 0 60000 65536"/>
                <a:gd name="T8" fmla="*/ 0 60000 65536"/>
                <a:gd name="T9" fmla="*/ 0 w 94"/>
                <a:gd name="T10" fmla="*/ 0 h 94"/>
                <a:gd name="T11" fmla="*/ 94 w 94"/>
                <a:gd name="T12" fmla="*/ 94 h 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94">
                  <a:moveTo>
                    <a:pt x="0" y="94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43" name="Freeform 24">
              <a:extLst>
                <a:ext uri="{FF2B5EF4-FFF2-40B4-BE49-F238E27FC236}">
                  <a16:creationId xmlns:a16="http://schemas.microsoft.com/office/drawing/2014/main" id="{0D6009E9-65C4-40FD-805E-3257BF1F8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3870325"/>
              <a:ext cx="63500" cy="42863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6"/>
                  </a:moveTo>
                  <a:cubicBezTo>
                    <a:pt x="0" y="1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16"/>
                    <a:pt x="60" y="16"/>
                  </a:cubicBezTo>
                  <a:cubicBezTo>
                    <a:pt x="60" y="29"/>
                    <a:pt x="49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24" y="40"/>
                    <a:pt x="24" y="40"/>
                  </a:cubicBezTo>
                  <a:cubicBezTo>
                    <a:pt x="11" y="40"/>
                    <a:pt x="0" y="29"/>
                    <a:pt x="0" y="1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44" name="Line 25">
              <a:extLst>
                <a:ext uri="{FF2B5EF4-FFF2-40B4-BE49-F238E27FC236}">
                  <a16:creationId xmlns:a16="http://schemas.microsoft.com/office/drawing/2014/main" id="{BED031B7-2B99-4D70-B63C-50014E315C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0688" y="17716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45" name="Line 28">
              <a:extLst>
                <a:ext uri="{FF2B5EF4-FFF2-40B4-BE49-F238E27FC236}">
                  <a16:creationId xmlns:a16="http://schemas.microsoft.com/office/drawing/2014/main" id="{5AF43B32-11C0-4411-A847-B32216D307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1920875"/>
              <a:ext cx="298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46" name="Line 29">
              <a:extLst>
                <a:ext uri="{FF2B5EF4-FFF2-40B4-BE49-F238E27FC236}">
                  <a16:creationId xmlns:a16="http://schemas.microsoft.com/office/drawing/2014/main" id="{4B6C310C-2999-4DAF-B472-026A637D0A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1771650"/>
              <a:ext cx="1508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47" name="Freeform 30">
              <a:extLst>
                <a:ext uri="{FF2B5EF4-FFF2-40B4-BE49-F238E27FC236}">
                  <a16:creationId xmlns:a16="http://schemas.microsoft.com/office/drawing/2014/main" id="{55E1E732-5CFD-495D-8613-37132A4DE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511300"/>
              <a:ext cx="638175" cy="254000"/>
            </a:xfrm>
            <a:custGeom>
              <a:avLst/>
              <a:gdLst>
                <a:gd name="T0" fmla="*/ 0 w 598"/>
                <a:gd name="T1" fmla="*/ 0 h 238"/>
                <a:gd name="T2" fmla="*/ 2147483646 w 598"/>
                <a:gd name="T3" fmla="*/ 2147483646 h 238"/>
                <a:gd name="T4" fmla="*/ 2147483646 w 598"/>
                <a:gd name="T5" fmla="*/ 2147483646 h 238"/>
                <a:gd name="T6" fmla="*/ 2147483646 w 598"/>
                <a:gd name="T7" fmla="*/ 2147483646 h 238"/>
                <a:gd name="T8" fmla="*/ 2147483646 w 598"/>
                <a:gd name="T9" fmla="*/ 2147483646 h 238"/>
                <a:gd name="T10" fmla="*/ 2147483646 w 598"/>
                <a:gd name="T11" fmla="*/ 2147483646 h 238"/>
                <a:gd name="T12" fmla="*/ 2147483646 w 598"/>
                <a:gd name="T13" fmla="*/ 2147483646 h 238"/>
                <a:gd name="T14" fmla="*/ 2147483646 w 598"/>
                <a:gd name="T15" fmla="*/ 2147483646 h 238"/>
                <a:gd name="T16" fmla="*/ 2147483646 w 598"/>
                <a:gd name="T17" fmla="*/ 2147483646 h 238"/>
                <a:gd name="T18" fmla="*/ 2147483646 w 598"/>
                <a:gd name="T19" fmla="*/ 2147483646 h 238"/>
                <a:gd name="T20" fmla="*/ 2147483646 w 598"/>
                <a:gd name="T21" fmla="*/ 2147483646 h 238"/>
                <a:gd name="T22" fmla="*/ 2147483646 w 598"/>
                <a:gd name="T23" fmla="*/ 2147483646 h 238"/>
                <a:gd name="T24" fmla="*/ 2147483646 w 598"/>
                <a:gd name="T25" fmla="*/ 2147483646 h 238"/>
                <a:gd name="T26" fmla="*/ 2147483646 w 598"/>
                <a:gd name="T27" fmla="*/ 2147483646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8"/>
                <a:gd name="T44" fmla="*/ 598 w 598"/>
                <a:gd name="T45" fmla="*/ 238 h 2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8">
                  <a:moveTo>
                    <a:pt x="0" y="0"/>
                  </a:moveTo>
                  <a:cubicBezTo>
                    <a:pt x="252" y="0"/>
                    <a:pt x="252" y="0"/>
                    <a:pt x="270" y="1"/>
                  </a:cubicBezTo>
                  <a:cubicBezTo>
                    <a:pt x="288" y="3"/>
                    <a:pt x="288" y="3"/>
                    <a:pt x="305" y="5"/>
                  </a:cubicBezTo>
                  <a:cubicBezTo>
                    <a:pt x="323" y="8"/>
                    <a:pt x="323" y="8"/>
                    <a:pt x="343" y="14"/>
                  </a:cubicBezTo>
                  <a:cubicBezTo>
                    <a:pt x="363" y="20"/>
                    <a:pt x="363" y="20"/>
                    <a:pt x="380" y="29"/>
                  </a:cubicBezTo>
                  <a:cubicBezTo>
                    <a:pt x="398" y="38"/>
                    <a:pt x="398" y="38"/>
                    <a:pt x="413" y="46"/>
                  </a:cubicBezTo>
                  <a:cubicBezTo>
                    <a:pt x="429" y="55"/>
                    <a:pt x="429" y="55"/>
                    <a:pt x="442" y="63"/>
                  </a:cubicBezTo>
                  <a:cubicBezTo>
                    <a:pt x="454" y="71"/>
                    <a:pt x="454" y="71"/>
                    <a:pt x="463" y="78"/>
                  </a:cubicBezTo>
                  <a:cubicBezTo>
                    <a:pt x="472" y="85"/>
                    <a:pt x="472" y="85"/>
                    <a:pt x="482" y="92"/>
                  </a:cubicBezTo>
                  <a:cubicBezTo>
                    <a:pt x="492" y="99"/>
                    <a:pt x="492" y="99"/>
                    <a:pt x="502" y="110"/>
                  </a:cubicBezTo>
                  <a:cubicBezTo>
                    <a:pt x="513" y="121"/>
                    <a:pt x="513" y="121"/>
                    <a:pt x="525" y="136"/>
                  </a:cubicBezTo>
                  <a:cubicBezTo>
                    <a:pt x="538" y="151"/>
                    <a:pt x="538" y="151"/>
                    <a:pt x="550" y="169"/>
                  </a:cubicBezTo>
                  <a:cubicBezTo>
                    <a:pt x="563" y="186"/>
                    <a:pt x="563" y="186"/>
                    <a:pt x="576" y="205"/>
                  </a:cubicBezTo>
                  <a:cubicBezTo>
                    <a:pt x="589" y="223"/>
                    <a:pt x="589" y="223"/>
                    <a:pt x="598" y="238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48" name="Freeform 31">
              <a:extLst>
                <a:ext uri="{FF2B5EF4-FFF2-40B4-BE49-F238E27FC236}">
                  <a16:creationId xmlns:a16="http://schemas.microsoft.com/office/drawing/2014/main" id="{6157AA1E-89AC-4AC8-9421-2E4DCD89B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766888"/>
              <a:ext cx="638175" cy="254000"/>
            </a:xfrm>
            <a:custGeom>
              <a:avLst/>
              <a:gdLst>
                <a:gd name="T0" fmla="*/ 0 w 598"/>
                <a:gd name="T1" fmla="*/ 2147483646 h 237"/>
                <a:gd name="T2" fmla="*/ 2147483646 w 598"/>
                <a:gd name="T3" fmla="*/ 2147483646 h 237"/>
                <a:gd name="T4" fmla="*/ 2147483646 w 598"/>
                <a:gd name="T5" fmla="*/ 2147483646 h 237"/>
                <a:gd name="T6" fmla="*/ 2147483646 w 598"/>
                <a:gd name="T7" fmla="*/ 2147483646 h 237"/>
                <a:gd name="T8" fmla="*/ 2147483646 w 598"/>
                <a:gd name="T9" fmla="*/ 2147483646 h 237"/>
                <a:gd name="T10" fmla="*/ 2147483646 w 598"/>
                <a:gd name="T11" fmla="*/ 2147483646 h 237"/>
                <a:gd name="T12" fmla="*/ 2147483646 w 598"/>
                <a:gd name="T13" fmla="*/ 2147483646 h 237"/>
                <a:gd name="T14" fmla="*/ 2147483646 w 598"/>
                <a:gd name="T15" fmla="*/ 2147483646 h 237"/>
                <a:gd name="T16" fmla="*/ 2147483646 w 598"/>
                <a:gd name="T17" fmla="*/ 2147483646 h 237"/>
                <a:gd name="T18" fmla="*/ 2147483646 w 598"/>
                <a:gd name="T19" fmla="*/ 2147483646 h 237"/>
                <a:gd name="T20" fmla="*/ 2147483646 w 598"/>
                <a:gd name="T21" fmla="*/ 2147483646 h 237"/>
                <a:gd name="T22" fmla="*/ 2147483646 w 598"/>
                <a:gd name="T23" fmla="*/ 2147483646 h 237"/>
                <a:gd name="T24" fmla="*/ 2147483646 w 598"/>
                <a:gd name="T25" fmla="*/ 2147483646 h 237"/>
                <a:gd name="T26" fmla="*/ 2147483646 w 598"/>
                <a:gd name="T27" fmla="*/ 0 h 2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7"/>
                <a:gd name="T44" fmla="*/ 598 w 598"/>
                <a:gd name="T45" fmla="*/ 237 h 2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7">
                  <a:moveTo>
                    <a:pt x="0" y="237"/>
                  </a:moveTo>
                  <a:cubicBezTo>
                    <a:pt x="252" y="237"/>
                    <a:pt x="252" y="237"/>
                    <a:pt x="270" y="236"/>
                  </a:cubicBezTo>
                  <a:cubicBezTo>
                    <a:pt x="288" y="235"/>
                    <a:pt x="288" y="235"/>
                    <a:pt x="305" y="232"/>
                  </a:cubicBezTo>
                  <a:cubicBezTo>
                    <a:pt x="323" y="230"/>
                    <a:pt x="323" y="230"/>
                    <a:pt x="343" y="224"/>
                  </a:cubicBezTo>
                  <a:cubicBezTo>
                    <a:pt x="363" y="217"/>
                    <a:pt x="363" y="217"/>
                    <a:pt x="380" y="209"/>
                  </a:cubicBezTo>
                  <a:cubicBezTo>
                    <a:pt x="398" y="200"/>
                    <a:pt x="398" y="200"/>
                    <a:pt x="413" y="191"/>
                  </a:cubicBezTo>
                  <a:cubicBezTo>
                    <a:pt x="429" y="182"/>
                    <a:pt x="429" y="182"/>
                    <a:pt x="442" y="174"/>
                  </a:cubicBezTo>
                  <a:cubicBezTo>
                    <a:pt x="454" y="166"/>
                    <a:pt x="454" y="166"/>
                    <a:pt x="463" y="159"/>
                  </a:cubicBezTo>
                  <a:cubicBezTo>
                    <a:pt x="472" y="152"/>
                    <a:pt x="472" y="152"/>
                    <a:pt x="482" y="146"/>
                  </a:cubicBezTo>
                  <a:cubicBezTo>
                    <a:pt x="492" y="139"/>
                    <a:pt x="492" y="139"/>
                    <a:pt x="502" y="127"/>
                  </a:cubicBezTo>
                  <a:cubicBezTo>
                    <a:pt x="513" y="116"/>
                    <a:pt x="513" y="116"/>
                    <a:pt x="525" y="101"/>
                  </a:cubicBezTo>
                  <a:cubicBezTo>
                    <a:pt x="538" y="86"/>
                    <a:pt x="538" y="86"/>
                    <a:pt x="550" y="69"/>
                  </a:cubicBezTo>
                  <a:cubicBezTo>
                    <a:pt x="563" y="51"/>
                    <a:pt x="563" y="51"/>
                    <a:pt x="576" y="33"/>
                  </a:cubicBezTo>
                  <a:cubicBezTo>
                    <a:pt x="589" y="15"/>
                    <a:pt x="589" y="15"/>
                    <a:pt x="598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49" name="Freeform 32">
              <a:extLst>
                <a:ext uri="{FF2B5EF4-FFF2-40B4-BE49-F238E27FC236}">
                  <a16:creationId xmlns:a16="http://schemas.microsoft.com/office/drawing/2014/main" id="{7D5F148F-60DA-42B2-A56D-145517522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511300"/>
              <a:ext cx="74613" cy="255588"/>
            </a:xfrm>
            <a:custGeom>
              <a:avLst/>
              <a:gdLst>
                <a:gd name="T0" fmla="*/ 0 w 71"/>
                <a:gd name="T1" fmla="*/ 0 h 239"/>
                <a:gd name="T2" fmla="*/ 2147483646 w 71"/>
                <a:gd name="T3" fmla="*/ 2147483646 h 239"/>
                <a:gd name="T4" fmla="*/ 2147483646 w 71"/>
                <a:gd name="T5" fmla="*/ 2147483646 h 239"/>
                <a:gd name="T6" fmla="*/ 2147483646 w 71"/>
                <a:gd name="T7" fmla="*/ 2147483646 h 239"/>
                <a:gd name="T8" fmla="*/ 2147483646 w 71"/>
                <a:gd name="T9" fmla="*/ 2147483646 h 239"/>
                <a:gd name="T10" fmla="*/ 2147483646 w 71"/>
                <a:gd name="T11" fmla="*/ 2147483646 h 239"/>
                <a:gd name="T12" fmla="*/ 2147483646 w 71"/>
                <a:gd name="T13" fmla="*/ 2147483646 h 239"/>
                <a:gd name="T14" fmla="*/ 2147483646 w 71"/>
                <a:gd name="T15" fmla="*/ 214748364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9"/>
                <a:gd name="T26" fmla="*/ 71 w 71"/>
                <a:gd name="T27" fmla="*/ 239 h 2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9">
                  <a:moveTo>
                    <a:pt x="0" y="0"/>
                  </a:moveTo>
                  <a:cubicBezTo>
                    <a:pt x="16" y="29"/>
                    <a:pt x="16" y="29"/>
                    <a:pt x="23" y="44"/>
                  </a:cubicBezTo>
                  <a:cubicBezTo>
                    <a:pt x="29" y="59"/>
                    <a:pt x="29" y="59"/>
                    <a:pt x="36" y="77"/>
                  </a:cubicBezTo>
                  <a:cubicBezTo>
                    <a:pt x="43" y="95"/>
                    <a:pt x="43" y="95"/>
                    <a:pt x="48" y="113"/>
                  </a:cubicBezTo>
                  <a:cubicBezTo>
                    <a:pt x="54" y="131"/>
                    <a:pt x="54" y="131"/>
                    <a:pt x="59" y="150"/>
                  </a:cubicBezTo>
                  <a:cubicBezTo>
                    <a:pt x="65" y="168"/>
                    <a:pt x="65" y="168"/>
                    <a:pt x="66" y="183"/>
                  </a:cubicBezTo>
                  <a:cubicBezTo>
                    <a:pt x="68" y="199"/>
                    <a:pt x="68" y="199"/>
                    <a:pt x="69" y="208"/>
                  </a:cubicBezTo>
                  <a:cubicBezTo>
                    <a:pt x="71" y="218"/>
                    <a:pt x="71" y="218"/>
                    <a:pt x="70" y="239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50" name="Freeform 33">
              <a:extLst>
                <a:ext uri="{FF2B5EF4-FFF2-40B4-BE49-F238E27FC236}">
                  <a16:creationId xmlns:a16="http://schemas.microsoft.com/office/drawing/2014/main" id="{ED877BCC-2A98-4434-8848-4CA1E1EC6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765300"/>
              <a:ext cx="74613" cy="255588"/>
            </a:xfrm>
            <a:custGeom>
              <a:avLst/>
              <a:gdLst>
                <a:gd name="T0" fmla="*/ 0 w 71"/>
                <a:gd name="T1" fmla="*/ 2147483646 h 238"/>
                <a:gd name="T2" fmla="*/ 2147483646 w 71"/>
                <a:gd name="T3" fmla="*/ 2147483646 h 238"/>
                <a:gd name="T4" fmla="*/ 2147483646 w 71"/>
                <a:gd name="T5" fmla="*/ 2147483646 h 238"/>
                <a:gd name="T6" fmla="*/ 2147483646 w 71"/>
                <a:gd name="T7" fmla="*/ 2147483646 h 238"/>
                <a:gd name="T8" fmla="*/ 2147483646 w 71"/>
                <a:gd name="T9" fmla="*/ 2147483646 h 238"/>
                <a:gd name="T10" fmla="*/ 2147483646 w 71"/>
                <a:gd name="T11" fmla="*/ 2147483646 h 238"/>
                <a:gd name="T12" fmla="*/ 2147483646 w 71"/>
                <a:gd name="T13" fmla="*/ 2147483646 h 238"/>
                <a:gd name="T14" fmla="*/ 2147483646 w 71"/>
                <a:gd name="T15" fmla="*/ 0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8"/>
                <a:gd name="T26" fmla="*/ 71 w 71"/>
                <a:gd name="T27" fmla="*/ 238 h 2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8">
                  <a:moveTo>
                    <a:pt x="0" y="238"/>
                  </a:moveTo>
                  <a:cubicBezTo>
                    <a:pt x="16" y="210"/>
                    <a:pt x="16" y="210"/>
                    <a:pt x="23" y="195"/>
                  </a:cubicBezTo>
                  <a:cubicBezTo>
                    <a:pt x="29" y="180"/>
                    <a:pt x="29" y="180"/>
                    <a:pt x="36" y="162"/>
                  </a:cubicBezTo>
                  <a:cubicBezTo>
                    <a:pt x="43" y="143"/>
                    <a:pt x="43" y="143"/>
                    <a:pt x="48" y="125"/>
                  </a:cubicBezTo>
                  <a:cubicBezTo>
                    <a:pt x="54" y="107"/>
                    <a:pt x="54" y="107"/>
                    <a:pt x="59" y="89"/>
                  </a:cubicBezTo>
                  <a:cubicBezTo>
                    <a:pt x="65" y="71"/>
                    <a:pt x="65" y="71"/>
                    <a:pt x="66" y="55"/>
                  </a:cubicBezTo>
                  <a:cubicBezTo>
                    <a:pt x="68" y="40"/>
                    <a:pt x="68" y="40"/>
                    <a:pt x="69" y="30"/>
                  </a:cubicBezTo>
                  <a:cubicBezTo>
                    <a:pt x="71" y="21"/>
                    <a:pt x="71" y="21"/>
                    <a:pt x="70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51" name="Line 34">
              <a:extLst>
                <a:ext uri="{FF2B5EF4-FFF2-40B4-BE49-F238E27FC236}">
                  <a16:creationId xmlns:a16="http://schemas.microsoft.com/office/drawing/2014/main" id="{B45A04CB-3A29-4742-924B-F73D1F3806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0688" y="38925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52" name="Freeform 35">
              <a:extLst>
                <a:ext uri="{FF2B5EF4-FFF2-40B4-BE49-F238E27FC236}">
                  <a16:creationId xmlns:a16="http://schemas.microsoft.com/office/drawing/2014/main" id="{D76ACEC9-7541-4572-A971-4CE080160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813" y="1471613"/>
              <a:ext cx="600075" cy="2420937"/>
            </a:xfrm>
            <a:custGeom>
              <a:avLst/>
              <a:gdLst>
                <a:gd name="T0" fmla="*/ 0 w 378"/>
                <a:gd name="T1" fmla="*/ 2147483646 h 1525"/>
                <a:gd name="T2" fmla="*/ 0 w 378"/>
                <a:gd name="T3" fmla="*/ 0 h 1525"/>
                <a:gd name="T4" fmla="*/ 2147483646 w 378"/>
                <a:gd name="T5" fmla="*/ 0 h 1525"/>
                <a:gd name="T6" fmla="*/ 0 60000 65536"/>
                <a:gd name="T7" fmla="*/ 0 60000 65536"/>
                <a:gd name="T8" fmla="*/ 0 60000 65536"/>
                <a:gd name="T9" fmla="*/ 0 w 378"/>
                <a:gd name="T10" fmla="*/ 0 h 1525"/>
                <a:gd name="T11" fmla="*/ 378 w 378"/>
                <a:gd name="T12" fmla="*/ 1525 h 15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8" h="1525">
                  <a:moveTo>
                    <a:pt x="0" y="1525"/>
                  </a:moveTo>
                  <a:lnTo>
                    <a:pt x="0" y="0"/>
                  </a:lnTo>
                  <a:lnTo>
                    <a:pt x="3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53" name="Freeform 36">
              <a:extLst>
                <a:ext uri="{FF2B5EF4-FFF2-40B4-BE49-F238E27FC236}">
                  <a16:creationId xmlns:a16="http://schemas.microsoft.com/office/drawing/2014/main" id="{6BC146AB-837D-4562-AAA2-CFD1571B2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625" y="4762500"/>
              <a:ext cx="63500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54" name="Line 42">
              <a:extLst>
                <a:ext uri="{FF2B5EF4-FFF2-40B4-BE49-F238E27FC236}">
                  <a16:creationId xmlns:a16="http://schemas.microsoft.com/office/drawing/2014/main" id="{CBB8CD97-A71B-451F-BBC4-1E4241830E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18350" y="1471613"/>
              <a:ext cx="298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55" name="Line 43">
              <a:extLst>
                <a:ext uri="{FF2B5EF4-FFF2-40B4-BE49-F238E27FC236}">
                  <a16:creationId xmlns:a16="http://schemas.microsoft.com/office/drawing/2014/main" id="{42D24498-BF66-45CE-85B7-FCD6985B27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6875" y="1320800"/>
              <a:ext cx="1698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56" name="Line 44">
              <a:extLst>
                <a:ext uri="{FF2B5EF4-FFF2-40B4-BE49-F238E27FC236}">
                  <a16:creationId xmlns:a16="http://schemas.microsoft.com/office/drawing/2014/main" id="{BB21CCD5-8209-4D70-8DBA-696772CF51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7600" y="1136650"/>
              <a:ext cx="1219200" cy="12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57" name="Freeform 45">
              <a:extLst>
                <a:ext uri="{FF2B5EF4-FFF2-40B4-BE49-F238E27FC236}">
                  <a16:creationId xmlns:a16="http://schemas.microsoft.com/office/drawing/2014/main" id="{BEC575D5-8F2A-4E78-ABDE-1FC72D2E4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7600" y="1471613"/>
              <a:ext cx="920750" cy="2120900"/>
            </a:xfrm>
            <a:custGeom>
              <a:avLst/>
              <a:gdLst>
                <a:gd name="T0" fmla="*/ 0 w 580"/>
                <a:gd name="T1" fmla="*/ 2147483646 h 1336"/>
                <a:gd name="T2" fmla="*/ 2147483646 w 580"/>
                <a:gd name="T3" fmla="*/ 2147483646 h 1336"/>
                <a:gd name="T4" fmla="*/ 2147483646 w 580"/>
                <a:gd name="T5" fmla="*/ 0 h 1336"/>
                <a:gd name="T6" fmla="*/ 0 60000 65536"/>
                <a:gd name="T7" fmla="*/ 0 60000 65536"/>
                <a:gd name="T8" fmla="*/ 0 60000 65536"/>
                <a:gd name="T9" fmla="*/ 0 w 580"/>
                <a:gd name="T10" fmla="*/ 0 h 1336"/>
                <a:gd name="T11" fmla="*/ 580 w 580"/>
                <a:gd name="T12" fmla="*/ 1336 h 1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0" h="1336">
                  <a:moveTo>
                    <a:pt x="0" y="1336"/>
                  </a:moveTo>
                  <a:lnTo>
                    <a:pt x="580" y="1336"/>
                  </a:lnTo>
                  <a:lnTo>
                    <a:pt x="58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58" name="Line 46">
              <a:extLst>
                <a:ext uri="{FF2B5EF4-FFF2-40B4-BE49-F238E27FC236}">
                  <a16:creationId xmlns:a16="http://schemas.microsoft.com/office/drawing/2014/main" id="{EC654710-2460-49F8-B74B-0876412D02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86738" y="1320800"/>
              <a:ext cx="150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59" name="Rectangle 47">
              <a:extLst>
                <a:ext uri="{FF2B5EF4-FFF2-40B4-BE49-F238E27FC236}">
                  <a16:creationId xmlns:a16="http://schemas.microsoft.com/office/drawing/2014/main" id="{AC70F466-7AF1-46D1-97A4-560A4DB77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16637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60" name="Rectangle 48">
              <a:extLst>
                <a:ext uri="{FF2B5EF4-FFF2-40B4-BE49-F238E27FC236}">
                  <a16:creationId xmlns:a16="http://schemas.microsoft.com/office/drawing/2014/main" id="{20AD42B9-DDB1-4FC8-9288-212DE0264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288" y="3786188"/>
              <a:ext cx="59690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Clock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61" name="Freeform 49">
              <a:extLst>
                <a:ext uri="{FF2B5EF4-FFF2-40B4-BE49-F238E27FC236}">
                  <a16:creationId xmlns:a16="http://schemas.microsoft.com/office/drawing/2014/main" id="{8CCACAF6-045B-49CB-AC29-7E7A75DE0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120775"/>
              <a:ext cx="41275" cy="63500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62" name="Rectangle 50">
              <a:extLst>
                <a:ext uri="{FF2B5EF4-FFF2-40B4-BE49-F238E27FC236}">
                  <a16:creationId xmlns:a16="http://schemas.microsoft.com/office/drawing/2014/main" id="{85314EB9-895E-4EE1-BEF9-264833787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813" y="4676775"/>
              <a:ext cx="73183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Resetn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63" name="Rectangle 51">
              <a:extLst>
                <a:ext uri="{FF2B5EF4-FFF2-40B4-BE49-F238E27FC236}">
                  <a16:creationId xmlns:a16="http://schemas.microsoft.com/office/drawing/2014/main" id="{084D77D9-2600-4B9C-B7C5-84A678C22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326707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64" name="Rectangle 52">
              <a:extLst>
                <a:ext uri="{FF2B5EF4-FFF2-40B4-BE49-F238E27FC236}">
                  <a16:creationId xmlns:a16="http://schemas.microsoft.com/office/drawing/2014/main" id="{9773A9E2-9AFB-40C0-B2C5-E173C4601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33639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65" name="Rectangle 53">
              <a:extLst>
                <a:ext uri="{FF2B5EF4-FFF2-40B4-BE49-F238E27FC236}">
                  <a16:creationId xmlns:a16="http://schemas.microsoft.com/office/drawing/2014/main" id="{56BD396E-2F1B-43BD-B252-CCEFDF3D7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820738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66" name="Rectangle 54">
              <a:extLst>
                <a:ext uri="{FF2B5EF4-FFF2-40B4-BE49-F238E27FC236}">
                  <a16:creationId xmlns:a16="http://schemas.microsoft.com/office/drawing/2014/main" id="{7C63855B-572C-4E6D-BF39-C818B6A1E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915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67" name="Rectangle 55">
              <a:extLst>
                <a:ext uri="{FF2B5EF4-FFF2-40B4-BE49-F238E27FC236}">
                  <a16:creationId xmlns:a16="http://schemas.microsoft.com/office/drawing/2014/main" id="{5A510DE3-60B6-4EEA-887C-666F923B7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3289300"/>
              <a:ext cx="19208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68" name="Rectangle 56">
              <a:extLst>
                <a:ext uri="{FF2B5EF4-FFF2-40B4-BE49-F238E27FC236}">
                  <a16:creationId xmlns:a16="http://schemas.microsoft.com/office/drawing/2014/main" id="{6F625F4E-4555-4423-96E7-71D94DEDB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3384550"/>
              <a:ext cx="165100" cy="220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69" name="Rectangle 57">
              <a:extLst>
                <a:ext uri="{FF2B5EF4-FFF2-40B4-BE49-F238E27FC236}">
                  <a16:creationId xmlns:a16="http://schemas.microsoft.com/office/drawing/2014/main" id="{4A0D8E6B-A6F9-44DF-A2BC-ACDA11274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865188"/>
              <a:ext cx="192087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70" name="Line 58">
              <a:extLst>
                <a:ext uri="{FF2B5EF4-FFF2-40B4-BE49-F238E27FC236}">
                  <a16:creationId xmlns:a16="http://schemas.microsoft.com/office/drawing/2014/main" id="{DE748D41-3450-438C-A31B-EFF89544D3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62338" y="3592513"/>
              <a:ext cx="19875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71" name="Rectangle 59">
              <a:extLst>
                <a:ext uri="{FF2B5EF4-FFF2-40B4-BE49-F238E27FC236}">
                  <a16:creationId xmlns:a16="http://schemas.microsoft.com/office/drawing/2014/main" id="{87EAD1F5-C036-4106-84D0-8D6B74DD7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96043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72" name="Rectangle 60">
              <a:extLst>
                <a:ext uri="{FF2B5EF4-FFF2-40B4-BE49-F238E27FC236}">
                  <a16:creationId xmlns:a16="http://schemas.microsoft.com/office/drawing/2014/main" id="{A4152A8E-90DB-4A59-A851-D9E8335E9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" y="1042988"/>
              <a:ext cx="2349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73" name="Rectangle 61">
              <a:extLst>
                <a:ext uri="{FF2B5EF4-FFF2-40B4-BE49-F238E27FC236}">
                  <a16:creationId xmlns:a16="http://schemas.microsoft.com/office/drawing/2014/main" id="{2F5D0963-5B35-4A2F-85A6-B45CBDE89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4225" y="1193800"/>
              <a:ext cx="18573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74" name="Rectangle 62">
              <a:extLst>
                <a:ext uri="{FF2B5EF4-FFF2-40B4-BE49-F238E27FC236}">
                  <a16:creationId xmlns:a16="http://schemas.microsoft.com/office/drawing/2014/main" id="{ECFA014E-E82C-42F2-9E61-01B2AEA0C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3292475"/>
              <a:ext cx="747712" cy="12001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75" name="Rectangle 63">
              <a:extLst>
                <a:ext uri="{FF2B5EF4-FFF2-40B4-BE49-F238E27FC236}">
                  <a16:creationId xmlns:a16="http://schemas.microsoft.com/office/drawing/2014/main" id="{84F143CA-48FA-4957-A530-8185F5934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1651000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76" name="Rectangle 64">
              <a:extLst>
                <a:ext uri="{FF2B5EF4-FFF2-40B4-BE49-F238E27FC236}">
                  <a16:creationId xmlns:a16="http://schemas.microsoft.com/office/drawing/2014/main" id="{29BA11DD-E7F5-44D1-B630-EBF355E2D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348932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77" name="Rectangle 65">
              <a:extLst>
                <a:ext uri="{FF2B5EF4-FFF2-40B4-BE49-F238E27FC236}">
                  <a16:creationId xmlns:a16="http://schemas.microsoft.com/office/drawing/2014/main" id="{D53786E7-29F6-443F-9FAC-7FDAAFE23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34798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78" name="Line 66">
              <a:extLst>
                <a:ext uri="{FF2B5EF4-FFF2-40B4-BE49-F238E27FC236}">
                  <a16:creationId xmlns:a16="http://schemas.microsoft.com/office/drawing/2014/main" id="{A3FB9FF7-045B-4899-9C02-0257CD17A9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4084638"/>
              <a:ext cx="1063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79" name="Freeform 67">
              <a:extLst>
                <a:ext uri="{FF2B5EF4-FFF2-40B4-BE49-F238E27FC236}">
                  <a16:creationId xmlns:a16="http://schemas.microsoft.com/office/drawing/2014/main" id="{79684DC3-BA09-4086-9F1E-6D7629E83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3806825"/>
              <a:ext cx="149225" cy="171450"/>
            </a:xfrm>
            <a:custGeom>
              <a:avLst/>
              <a:gdLst>
                <a:gd name="T0" fmla="*/ 0 w 94"/>
                <a:gd name="T1" fmla="*/ 2147483646 h 108"/>
                <a:gd name="T2" fmla="*/ 2147483646 w 94"/>
                <a:gd name="T3" fmla="*/ 2147483646 h 108"/>
                <a:gd name="T4" fmla="*/ 0 w 94"/>
                <a:gd name="T5" fmla="*/ 0 h 108"/>
                <a:gd name="T6" fmla="*/ 0 60000 65536"/>
                <a:gd name="T7" fmla="*/ 0 60000 65536"/>
                <a:gd name="T8" fmla="*/ 0 60000 65536"/>
                <a:gd name="T9" fmla="*/ 0 w 94"/>
                <a:gd name="T10" fmla="*/ 0 h 108"/>
                <a:gd name="T11" fmla="*/ 94 w 94"/>
                <a:gd name="T12" fmla="*/ 108 h 1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108">
                  <a:moveTo>
                    <a:pt x="0" y="108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80" name="Rectangle 68">
              <a:extLst>
                <a:ext uri="{FF2B5EF4-FFF2-40B4-BE49-F238E27FC236}">
                  <a16:creationId xmlns:a16="http://schemas.microsoft.com/office/drawing/2014/main" id="{9E41CD3D-451C-4C8F-A341-886658C48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4094163"/>
              <a:ext cx="2476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81" name="Freeform 69">
              <a:extLst>
                <a:ext uri="{FF2B5EF4-FFF2-40B4-BE49-F238E27FC236}">
                  <a16:creationId xmlns:a16="http://schemas.microsoft.com/office/drawing/2014/main" id="{053A24F8-36D9-4FCE-A24F-2DDBEAD2B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1920875"/>
              <a:ext cx="3635375" cy="2271713"/>
            </a:xfrm>
            <a:custGeom>
              <a:avLst/>
              <a:gdLst>
                <a:gd name="T0" fmla="*/ 0 w 2290"/>
                <a:gd name="T1" fmla="*/ 0 h 1431"/>
                <a:gd name="T2" fmla="*/ 0 w 2290"/>
                <a:gd name="T3" fmla="*/ 2147483646 h 1431"/>
                <a:gd name="T4" fmla="*/ 2147483646 w 2290"/>
                <a:gd name="T5" fmla="*/ 2147483646 h 1431"/>
                <a:gd name="T6" fmla="*/ 2147483646 w 2290"/>
                <a:gd name="T7" fmla="*/ 2147483646 h 1431"/>
                <a:gd name="T8" fmla="*/ 2147483646 w 2290"/>
                <a:gd name="T9" fmla="*/ 2147483646 h 1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0"/>
                <a:gd name="T16" fmla="*/ 0 h 1431"/>
                <a:gd name="T17" fmla="*/ 2290 w 2290"/>
                <a:gd name="T18" fmla="*/ 1431 h 1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0" h="1431">
                  <a:moveTo>
                    <a:pt x="0" y="0"/>
                  </a:moveTo>
                  <a:lnTo>
                    <a:pt x="0" y="662"/>
                  </a:lnTo>
                  <a:lnTo>
                    <a:pt x="2290" y="662"/>
                  </a:lnTo>
                  <a:lnTo>
                    <a:pt x="2290" y="1431"/>
                  </a:lnTo>
                  <a:lnTo>
                    <a:pt x="1899" y="14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82" name="Freeform 70">
              <a:extLst>
                <a:ext uri="{FF2B5EF4-FFF2-40B4-BE49-F238E27FC236}">
                  <a16:creationId xmlns:a16="http://schemas.microsoft.com/office/drawing/2014/main" id="{23F8E3BC-2F9B-4E6A-BE1E-FFDBAFEBF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225" y="1149350"/>
              <a:ext cx="4256088" cy="2292350"/>
            </a:xfrm>
            <a:custGeom>
              <a:avLst/>
              <a:gdLst>
                <a:gd name="T0" fmla="*/ 0 w 2681"/>
                <a:gd name="T1" fmla="*/ 2147483646 h 1444"/>
                <a:gd name="T2" fmla="*/ 0 w 2681"/>
                <a:gd name="T3" fmla="*/ 2147483646 h 1444"/>
                <a:gd name="T4" fmla="*/ 2147483646 w 2681"/>
                <a:gd name="T5" fmla="*/ 2147483646 h 1444"/>
                <a:gd name="T6" fmla="*/ 2147483646 w 2681"/>
                <a:gd name="T7" fmla="*/ 0 h 14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81"/>
                <a:gd name="T13" fmla="*/ 0 h 1444"/>
                <a:gd name="T14" fmla="*/ 2681 w 2681"/>
                <a:gd name="T15" fmla="*/ 1444 h 14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81" h="1444">
                  <a:moveTo>
                    <a:pt x="0" y="1444"/>
                  </a:moveTo>
                  <a:lnTo>
                    <a:pt x="0" y="770"/>
                  </a:lnTo>
                  <a:lnTo>
                    <a:pt x="2681" y="770"/>
                  </a:lnTo>
                  <a:lnTo>
                    <a:pt x="2681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83" name="Line 71">
              <a:extLst>
                <a:ext uri="{FF2B5EF4-FFF2-40B4-BE49-F238E27FC236}">
                  <a16:creationId xmlns:a16="http://schemas.microsoft.com/office/drawing/2014/main" id="{825D1233-5634-4433-8D4E-060BAC2FEC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988" y="1149350"/>
              <a:ext cx="4406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84" name="Line 73">
              <a:extLst>
                <a:ext uri="{FF2B5EF4-FFF2-40B4-BE49-F238E27FC236}">
                  <a16:creationId xmlns:a16="http://schemas.microsoft.com/office/drawing/2014/main" id="{05E7AC3D-596B-4E51-B71B-44572E83F0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663" y="1620838"/>
              <a:ext cx="300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85" name="Freeform 74">
              <a:extLst>
                <a:ext uri="{FF2B5EF4-FFF2-40B4-BE49-F238E27FC236}">
                  <a16:creationId xmlns:a16="http://schemas.microsoft.com/office/drawing/2014/main" id="{6C94F21D-4010-49A4-B3ED-8A64A307D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0" y="1471613"/>
              <a:ext cx="300038" cy="300037"/>
            </a:xfrm>
            <a:custGeom>
              <a:avLst/>
              <a:gdLst>
                <a:gd name="T0" fmla="*/ 2147483646 w 189"/>
                <a:gd name="T1" fmla="*/ 2147483646 h 189"/>
                <a:gd name="T2" fmla="*/ 0 w 189"/>
                <a:gd name="T3" fmla="*/ 2147483646 h 189"/>
                <a:gd name="T4" fmla="*/ 0 w 189"/>
                <a:gd name="T5" fmla="*/ 0 h 189"/>
                <a:gd name="T6" fmla="*/ 0 60000 65536"/>
                <a:gd name="T7" fmla="*/ 0 60000 65536"/>
                <a:gd name="T8" fmla="*/ 0 60000 65536"/>
                <a:gd name="T9" fmla="*/ 0 w 189"/>
                <a:gd name="T10" fmla="*/ 0 h 189"/>
                <a:gd name="T11" fmla="*/ 189 w 189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189">
                  <a:moveTo>
                    <a:pt x="189" y="94"/>
                  </a:moveTo>
                  <a:lnTo>
                    <a:pt x="0" y="189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86" name="Oval 76">
              <a:extLst>
                <a:ext uri="{FF2B5EF4-FFF2-40B4-BE49-F238E27FC236}">
                  <a16:creationId xmlns:a16="http://schemas.microsoft.com/office/drawing/2014/main" id="{711A0445-10C0-41E2-80C9-1E0877092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325" y="1568450"/>
              <a:ext cx="96838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87" name="Line 77">
              <a:extLst>
                <a:ext uri="{FF2B5EF4-FFF2-40B4-BE49-F238E27FC236}">
                  <a16:creationId xmlns:a16="http://schemas.microsoft.com/office/drawing/2014/main" id="{07E92347-CF49-4022-B50A-A266A187F7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62163" y="1620838"/>
              <a:ext cx="14001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88" name="Freeform 78">
              <a:extLst>
                <a:ext uri="{FF2B5EF4-FFF2-40B4-BE49-F238E27FC236}">
                  <a16:creationId xmlns:a16="http://schemas.microsoft.com/office/drawing/2014/main" id="{6EB60799-E6B5-4ADB-9A5A-1D60D3044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188" y="1620838"/>
              <a:ext cx="3187700" cy="2571750"/>
            </a:xfrm>
            <a:custGeom>
              <a:avLst/>
              <a:gdLst>
                <a:gd name="T0" fmla="*/ 2147483646 w 2008"/>
                <a:gd name="T1" fmla="*/ 2147483646 h 1620"/>
                <a:gd name="T2" fmla="*/ 0 w 2008"/>
                <a:gd name="T3" fmla="*/ 2147483646 h 1620"/>
                <a:gd name="T4" fmla="*/ 0 w 2008"/>
                <a:gd name="T5" fmla="*/ 0 h 1620"/>
                <a:gd name="T6" fmla="*/ 0 60000 65536"/>
                <a:gd name="T7" fmla="*/ 0 60000 65536"/>
                <a:gd name="T8" fmla="*/ 0 60000 65536"/>
                <a:gd name="T9" fmla="*/ 0 w 2008"/>
                <a:gd name="T10" fmla="*/ 0 h 1620"/>
                <a:gd name="T11" fmla="*/ 2008 w 2008"/>
                <a:gd name="T12" fmla="*/ 1620 h 16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08" h="1620">
                  <a:moveTo>
                    <a:pt x="2008" y="1620"/>
                  </a:moveTo>
                  <a:lnTo>
                    <a:pt x="0" y="162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89" name="Freeform 79">
              <a:extLst>
                <a:ext uri="{FF2B5EF4-FFF2-40B4-BE49-F238E27FC236}">
                  <a16:creationId xmlns:a16="http://schemas.microsoft.com/office/drawing/2014/main" id="{AC9EFBF6-3357-4E9B-BC59-158A26A20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128713"/>
              <a:ext cx="65087" cy="63500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90" name="Freeform 80">
              <a:extLst>
                <a:ext uri="{FF2B5EF4-FFF2-40B4-BE49-F238E27FC236}">
                  <a16:creationId xmlns:a16="http://schemas.microsoft.com/office/drawing/2014/main" id="{665924FE-263B-434F-B141-08597B6F3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577975"/>
              <a:ext cx="65087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91" name="Freeform 81">
              <a:extLst>
                <a:ext uri="{FF2B5EF4-FFF2-40B4-BE49-F238E27FC236}">
                  <a16:creationId xmlns:a16="http://schemas.microsoft.com/office/drawing/2014/main" id="{8ACBA1BC-963C-417F-95F4-1AD6438E6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550" y="1585913"/>
              <a:ext cx="42863" cy="65087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792" name="Rectangle 82">
              <a:extLst>
                <a:ext uri="{FF2B5EF4-FFF2-40B4-BE49-F238E27FC236}">
                  <a16:creationId xmlns:a16="http://schemas.microsoft.com/office/drawing/2014/main" id="{0B1F974A-2CB8-4990-A57D-B4AB4013C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4079875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93" name="Rectangle 83">
              <a:extLst>
                <a:ext uri="{FF2B5EF4-FFF2-40B4-BE49-F238E27FC236}">
                  <a16:creationId xmlns:a16="http://schemas.microsoft.com/office/drawing/2014/main" id="{82FE32AF-5E93-4ECF-93D2-0F72626AD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4249738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94" name="Rectangle 84">
              <a:extLst>
                <a:ext uri="{FF2B5EF4-FFF2-40B4-BE49-F238E27FC236}">
                  <a16:creationId xmlns:a16="http://schemas.microsoft.com/office/drawing/2014/main" id="{1511784D-77AB-40CF-BD9F-0B569984F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4344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95" name="Rectangle 85">
              <a:extLst>
                <a:ext uri="{FF2B5EF4-FFF2-40B4-BE49-F238E27FC236}">
                  <a16:creationId xmlns:a16="http://schemas.microsoft.com/office/drawing/2014/main" id="{61EB880B-06FD-454A-AC3C-05BDD4C04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1820863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96" name="Oval 87">
              <a:extLst>
                <a:ext uri="{FF2B5EF4-FFF2-40B4-BE49-F238E27FC236}">
                  <a16:creationId xmlns:a16="http://schemas.microsoft.com/office/drawing/2014/main" id="{FEAA1764-F903-4242-B99D-AEBCD1F29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2090738"/>
              <a:ext cx="98425" cy="96837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97" name="Oval 89">
              <a:extLst>
                <a:ext uri="{FF2B5EF4-FFF2-40B4-BE49-F238E27FC236}">
                  <a16:creationId xmlns:a16="http://schemas.microsoft.com/office/drawing/2014/main" id="{64ECB4AA-9725-4A38-8BD6-E34A92F48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4511675"/>
              <a:ext cx="98425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98" name="Rectangle 90">
              <a:extLst>
                <a:ext uri="{FF2B5EF4-FFF2-40B4-BE49-F238E27FC236}">
                  <a16:creationId xmlns:a16="http://schemas.microsoft.com/office/drawing/2014/main" id="{49E2654A-6A1E-4885-A1CC-0B386AA51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19161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799" name="AutoShape 92">
              <a:extLst>
                <a:ext uri="{FF2B5EF4-FFF2-40B4-BE49-F238E27FC236}">
                  <a16:creationId xmlns:a16="http://schemas.microsoft.com/office/drawing/2014/main" id="{B3F1489A-4856-4230-9C43-EF75D5B8D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900" y="3355975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800" name="AutoShape 94">
              <a:extLst>
                <a:ext uri="{FF2B5EF4-FFF2-40B4-BE49-F238E27FC236}">
                  <a16:creationId xmlns:a16="http://schemas.microsoft.com/office/drawing/2014/main" id="{3201F6C0-A3AC-4DC3-8656-C47ACA572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6800" y="1073150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801" name="Line 95">
              <a:extLst>
                <a:ext uri="{FF2B5EF4-FFF2-40B4-BE49-F238E27FC236}">
                  <a16:creationId xmlns:a16="http://schemas.microsoft.com/office/drawing/2014/main" id="{0DD23CD6-F88F-417B-8EDE-5CEA17DB4B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3700" y="1465263"/>
              <a:ext cx="300038" cy="1571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73731" name="Oval 78">
            <a:extLst>
              <a:ext uri="{FF2B5EF4-FFF2-40B4-BE49-F238E27FC236}">
                <a16:creationId xmlns:a16="http://schemas.microsoft.com/office/drawing/2014/main" id="{387B74ED-95BA-4BF2-9731-35358C8BE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4750" y="1385888"/>
            <a:ext cx="517525" cy="5397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3732" name="Oval 79">
            <a:extLst>
              <a:ext uri="{FF2B5EF4-FFF2-40B4-BE49-F238E27FC236}">
                <a16:creationId xmlns:a16="http://schemas.microsoft.com/office/drawing/2014/main" id="{A323DB5A-24F5-4A9A-8D78-714C6EF73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833813"/>
            <a:ext cx="517525" cy="5397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AE2FE5CF-6252-2043-BE94-0CACA09597ED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are the inputs of the flip-flops?</a:t>
            </a:r>
          </a:p>
        </p:txBody>
      </p:sp>
      <p:grpSp>
        <p:nvGrpSpPr>
          <p:cNvPr id="74754" name="Group 6">
            <a:extLst>
              <a:ext uri="{FF2B5EF4-FFF2-40B4-BE49-F238E27FC236}">
                <a16:creationId xmlns:a16="http://schemas.microsoft.com/office/drawing/2014/main" id="{53510BF1-E77D-4068-9B5C-8A412B625C95}"/>
              </a:ext>
            </a:extLst>
          </p:cNvPr>
          <p:cNvGrpSpPr>
            <a:grpSpLocks/>
          </p:cNvGrpSpPr>
          <p:nvPr/>
        </p:nvGrpSpPr>
        <p:grpSpPr bwMode="auto">
          <a:xfrm>
            <a:off x="800100" y="1598613"/>
            <a:ext cx="7789863" cy="4127500"/>
            <a:chOff x="800100" y="820738"/>
            <a:chExt cx="7789863" cy="4127500"/>
          </a:xfrm>
        </p:grpSpPr>
        <p:sp>
          <p:nvSpPr>
            <p:cNvPr id="74755" name="Freeform 9">
              <a:extLst>
                <a:ext uri="{FF2B5EF4-FFF2-40B4-BE49-F238E27FC236}">
                  <a16:creationId xmlns:a16="http://schemas.microsoft.com/office/drawing/2014/main" id="{88D2E553-ABE6-4661-9064-0496A0810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663" y="1149350"/>
              <a:ext cx="1198562" cy="2592388"/>
            </a:xfrm>
            <a:custGeom>
              <a:avLst/>
              <a:gdLst>
                <a:gd name="T0" fmla="*/ 0 w 755"/>
                <a:gd name="T1" fmla="*/ 0 h 1633"/>
                <a:gd name="T2" fmla="*/ 0 w 755"/>
                <a:gd name="T3" fmla="*/ 2147483646 h 1633"/>
                <a:gd name="T4" fmla="*/ 2147483646 w 755"/>
                <a:gd name="T5" fmla="*/ 2147483646 h 1633"/>
                <a:gd name="T6" fmla="*/ 0 60000 65536"/>
                <a:gd name="T7" fmla="*/ 0 60000 65536"/>
                <a:gd name="T8" fmla="*/ 0 60000 65536"/>
                <a:gd name="T9" fmla="*/ 0 w 755"/>
                <a:gd name="T10" fmla="*/ 0 h 1633"/>
                <a:gd name="T11" fmla="*/ 755 w 755"/>
                <a:gd name="T12" fmla="*/ 1633 h 16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55" h="1633">
                  <a:moveTo>
                    <a:pt x="0" y="0"/>
                  </a:moveTo>
                  <a:lnTo>
                    <a:pt x="0" y="1633"/>
                  </a:lnTo>
                  <a:lnTo>
                    <a:pt x="755" y="163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56" name="Freeform 10">
              <a:extLst>
                <a:ext uri="{FF2B5EF4-FFF2-40B4-BE49-F238E27FC236}">
                  <a16:creationId xmlns:a16="http://schemas.microsoft.com/office/drawing/2014/main" id="{9129F2AB-CF14-4305-BDD4-307099BB4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8" y="4492625"/>
              <a:ext cx="1603375" cy="300038"/>
            </a:xfrm>
            <a:custGeom>
              <a:avLst/>
              <a:gdLst>
                <a:gd name="T0" fmla="*/ 0 w 1010"/>
                <a:gd name="T1" fmla="*/ 2147483646 h 189"/>
                <a:gd name="T2" fmla="*/ 2147483646 w 1010"/>
                <a:gd name="T3" fmla="*/ 2147483646 h 189"/>
                <a:gd name="T4" fmla="*/ 2147483646 w 1010"/>
                <a:gd name="T5" fmla="*/ 0 h 189"/>
                <a:gd name="T6" fmla="*/ 0 60000 65536"/>
                <a:gd name="T7" fmla="*/ 0 60000 65536"/>
                <a:gd name="T8" fmla="*/ 0 60000 65536"/>
                <a:gd name="T9" fmla="*/ 0 w 1010"/>
                <a:gd name="T10" fmla="*/ 0 h 189"/>
                <a:gd name="T11" fmla="*/ 1010 w 1010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0" h="189">
                  <a:moveTo>
                    <a:pt x="0" y="189"/>
                  </a:moveTo>
                  <a:lnTo>
                    <a:pt x="1010" y="189"/>
                  </a:lnTo>
                  <a:lnTo>
                    <a:pt x="101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57" name="Freeform 11">
              <a:extLst>
                <a:ext uri="{FF2B5EF4-FFF2-40B4-BE49-F238E27FC236}">
                  <a16:creationId xmlns:a16="http://schemas.microsoft.com/office/drawing/2014/main" id="{12E9400A-D38F-4FB6-8A60-FC1440D81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138" y="2071688"/>
              <a:ext cx="1304925" cy="2720975"/>
            </a:xfrm>
            <a:custGeom>
              <a:avLst/>
              <a:gdLst>
                <a:gd name="T0" fmla="*/ 0 w 822"/>
                <a:gd name="T1" fmla="*/ 2147483646 h 1714"/>
                <a:gd name="T2" fmla="*/ 0 w 822"/>
                <a:gd name="T3" fmla="*/ 2147483646 h 1714"/>
                <a:gd name="T4" fmla="*/ 2147483646 w 822"/>
                <a:gd name="T5" fmla="*/ 2147483646 h 1714"/>
                <a:gd name="T6" fmla="*/ 2147483646 w 822"/>
                <a:gd name="T7" fmla="*/ 0 h 17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22"/>
                <a:gd name="T13" fmla="*/ 0 h 1714"/>
                <a:gd name="T14" fmla="*/ 822 w 822"/>
                <a:gd name="T15" fmla="*/ 1714 h 17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22" h="1714">
                  <a:moveTo>
                    <a:pt x="0" y="1714"/>
                  </a:moveTo>
                  <a:lnTo>
                    <a:pt x="0" y="378"/>
                  </a:lnTo>
                  <a:lnTo>
                    <a:pt x="822" y="378"/>
                  </a:lnTo>
                  <a:lnTo>
                    <a:pt x="82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58" name="Line 16">
              <a:extLst>
                <a:ext uri="{FF2B5EF4-FFF2-40B4-BE49-F238E27FC236}">
                  <a16:creationId xmlns:a16="http://schemas.microsoft.com/office/drawing/2014/main" id="{F28D2211-5818-4F70-BD0E-73370A303A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441700"/>
              <a:ext cx="3206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59" name="Line 17">
              <a:extLst>
                <a:ext uri="{FF2B5EF4-FFF2-40B4-BE49-F238E27FC236}">
                  <a16:creationId xmlns:a16="http://schemas.microsoft.com/office/drawing/2014/main" id="{C2644B3C-BDB7-4430-8C42-20D188EEB5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7417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60" name="Rectangle 19">
              <a:extLst>
                <a:ext uri="{FF2B5EF4-FFF2-40B4-BE49-F238E27FC236}">
                  <a16:creationId xmlns:a16="http://schemas.microsoft.com/office/drawing/2014/main" id="{B2E81B84-A922-4A4D-8A8A-582733A54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849313"/>
              <a:ext cx="747712" cy="122237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61" name="Rectangle 20">
              <a:extLst>
                <a:ext uri="{FF2B5EF4-FFF2-40B4-BE49-F238E27FC236}">
                  <a16:creationId xmlns:a16="http://schemas.microsoft.com/office/drawing/2014/main" id="{B5D30CA1-6EAC-49DA-8D2C-E32F25196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1058863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62" name="Rectangle 21">
              <a:extLst>
                <a:ext uri="{FF2B5EF4-FFF2-40B4-BE49-F238E27FC236}">
                  <a16:creationId xmlns:a16="http://schemas.microsoft.com/office/drawing/2014/main" id="{089BA716-6598-4EEF-9843-F75213706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1050925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63" name="Line 22">
              <a:extLst>
                <a:ext uri="{FF2B5EF4-FFF2-40B4-BE49-F238E27FC236}">
                  <a16:creationId xmlns:a16="http://schemas.microsoft.com/office/drawing/2014/main" id="{3752BFF5-BDB7-41FE-ADF9-304CF35CAF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1663700"/>
              <a:ext cx="106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64" name="Freeform 23">
              <a:extLst>
                <a:ext uri="{FF2B5EF4-FFF2-40B4-BE49-F238E27FC236}">
                  <a16:creationId xmlns:a16="http://schemas.microsoft.com/office/drawing/2014/main" id="{C47E8BA1-441B-4E07-92DB-2E063A78B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1385888"/>
              <a:ext cx="149225" cy="149225"/>
            </a:xfrm>
            <a:custGeom>
              <a:avLst/>
              <a:gdLst>
                <a:gd name="T0" fmla="*/ 0 w 94"/>
                <a:gd name="T1" fmla="*/ 2147483646 h 94"/>
                <a:gd name="T2" fmla="*/ 2147483646 w 94"/>
                <a:gd name="T3" fmla="*/ 2147483646 h 94"/>
                <a:gd name="T4" fmla="*/ 0 w 94"/>
                <a:gd name="T5" fmla="*/ 0 h 94"/>
                <a:gd name="T6" fmla="*/ 0 60000 65536"/>
                <a:gd name="T7" fmla="*/ 0 60000 65536"/>
                <a:gd name="T8" fmla="*/ 0 60000 65536"/>
                <a:gd name="T9" fmla="*/ 0 w 94"/>
                <a:gd name="T10" fmla="*/ 0 h 94"/>
                <a:gd name="T11" fmla="*/ 94 w 94"/>
                <a:gd name="T12" fmla="*/ 94 h 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94">
                  <a:moveTo>
                    <a:pt x="0" y="94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65" name="Freeform 24">
              <a:extLst>
                <a:ext uri="{FF2B5EF4-FFF2-40B4-BE49-F238E27FC236}">
                  <a16:creationId xmlns:a16="http://schemas.microsoft.com/office/drawing/2014/main" id="{6B911162-562E-4F98-9A9D-856F333A0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3870325"/>
              <a:ext cx="63500" cy="42863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6"/>
                  </a:moveTo>
                  <a:cubicBezTo>
                    <a:pt x="0" y="1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16"/>
                    <a:pt x="60" y="16"/>
                  </a:cubicBezTo>
                  <a:cubicBezTo>
                    <a:pt x="60" y="29"/>
                    <a:pt x="49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24" y="40"/>
                    <a:pt x="24" y="40"/>
                  </a:cubicBezTo>
                  <a:cubicBezTo>
                    <a:pt x="11" y="40"/>
                    <a:pt x="0" y="29"/>
                    <a:pt x="0" y="1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66" name="Line 25">
              <a:extLst>
                <a:ext uri="{FF2B5EF4-FFF2-40B4-BE49-F238E27FC236}">
                  <a16:creationId xmlns:a16="http://schemas.microsoft.com/office/drawing/2014/main" id="{FE9B408A-3B3F-4139-AA68-5CE58F7E96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0688" y="17716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67" name="Line 28">
              <a:extLst>
                <a:ext uri="{FF2B5EF4-FFF2-40B4-BE49-F238E27FC236}">
                  <a16:creationId xmlns:a16="http://schemas.microsoft.com/office/drawing/2014/main" id="{26A52BEB-1DB4-43E1-A74D-E8EC3470C0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1920875"/>
              <a:ext cx="298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68" name="Line 29">
              <a:extLst>
                <a:ext uri="{FF2B5EF4-FFF2-40B4-BE49-F238E27FC236}">
                  <a16:creationId xmlns:a16="http://schemas.microsoft.com/office/drawing/2014/main" id="{B4610916-3E6E-48BB-9A05-3A3FA6DFB6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1771650"/>
              <a:ext cx="1508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69" name="Freeform 30">
              <a:extLst>
                <a:ext uri="{FF2B5EF4-FFF2-40B4-BE49-F238E27FC236}">
                  <a16:creationId xmlns:a16="http://schemas.microsoft.com/office/drawing/2014/main" id="{B0CC4BAC-47BB-4EC9-A34A-2C3011B1F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511300"/>
              <a:ext cx="638175" cy="254000"/>
            </a:xfrm>
            <a:custGeom>
              <a:avLst/>
              <a:gdLst>
                <a:gd name="T0" fmla="*/ 0 w 598"/>
                <a:gd name="T1" fmla="*/ 0 h 238"/>
                <a:gd name="T2" fmla="*/ 2147483646 w 598"/>
                <a:gd name="T3" fmla="*/ 2147483646 h 238"/>
                <a:gd name="T4" fmla="*/ 2147483646 w 598"/>
                <a:gd name="T5" fmla="*/ 2147483646 h 238"/>
                <a:gd name="T6" fmla="*/ 2147483646 w 598"/>
                <a:gd name="T7" fmla="*/ 2147483646 h 238"/>
                <a:gd name="T8" fmla="*/ 2147483646 w 598"/>
                <a:gd name="T9" fmla="*/ 2147483646 h 238"/>
                <a:gd name="T10" fmla="*/ 2147483646 w 598"/>
                <a:gd name="T11" fmla="*/ 2147483646 h 238"/>
                <a:gd name="T12" fmla="*/ 2147483646 w 598"/>
                <a:gd name="T13" fmla="*/ 2147483646 h 238"/>
                <a:gd name="T14" fmla="*/ 2147483646 w 598"/>
                <a:gd name="T15" fmla="*/ 2147483646 h 238"/>
                <a:gd name="T16" fmla="*/ 2147483646 w 598"/>
                <a:gd name="T17" fmla="*/ 2147483646 h 238"/>
                <a:gd name="T18" fmla="*/ 2147483646 w 598"/>
                <a:gd name="T19" fmla="*/ 2147483646 h 238"/>
                <a:gd name="T20" fmla="*/ 2147483646 w 598"/>
                <a:gd name="T21" fmla="*/ 2147483646 h 238"/>
                <a:gd name="T22" fmla="*/ 2147483646 w 598"/>
                <a:gd name="T23" fmla="*/ 2147483646 h 238"/>
                <a:gd name="T24" fmla="*/ 2147483646 w 598"/>
                <a:gd name="T25" fmla="*/ 2147483646 h 238"/>
                <a:gd name="T26" fmla="*/ 2147483646 w 598"/>
                <a:gd name="T27" fmla="*/ 2147483646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8"/>
                <a:gd name="T44" fmla="*/ 598 w 598"/>
                <a:gd name="T45" fmla="*/ 238 h 2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8">
                  <a:moveTo>
                    <a:pt x="0" y="0"/>
                  </a:moveTo>
                  <a:cubicBezTo>
                    <a:pt x="252" y="0"/>
                    <a:pt x="252" y="0"/>
                    <a:pt x="270" y="1"/>
                  </a:cubicBezTo>
                  <a:cubicBezTo>
                    <a:pt x="288" y="3"/>
                    <a:pt x="288" y="3"/>
                    <a:pt x="305" y="5"/>
                  </a:cubicBezTo>
                  <a:cubicBezTo>
                    <a:pt x="323" y="8"/>
                    <a:pt x="323" y="8"/>
                    <a:pt x="343" y="14"/>
                  </a:cubicBezTo>
                  <a:cubicBezTo>
                    <a:pt x="363" y="20"/>
                    <a:pt x="363" y="20"/>
                    <a:pt x="380" y="29"/>
                  </a:cubicBezTo>
                  <a:cubicBezTo>
                    <a:pt x="398" y="38"/>
                    <a:pt x="398" y="38"/>
                    <a:pt x="413" y="46"/>
                  </a:cubicBezTo>
                  <a:cubicBezTo>
                    <a:pt x="429" y="55"/>
                    <a:pt x="429" y="55"/>
                    <a:pt x="442" y="63"/>
                  </a:cubicBezTo>
                  <a:cubicBezTo>
                    <a:pt x="454" y="71"/>
                    <a:pt x="454" y="71"/>
                    <a:pt x="463" y="78"/>
                  </a:cubicBezTo>
                  <a:cubicBezTo>
                    <a:pt x="472" y="85"/>
                    <a:pt x="472" y="85"/>
                    <a:pt x="482" y="92"/>
                  </a:cubicBezTo>
                  <a:cubicBezTo>
                    <a:pt x="492" y="99"/>
                    <a:pt x="492" y="99"/>
                    <a:pt x="502" y="110"/>
                  </a:cubicBezTo>
                  <a:cubicBezTo>
                    <a:pt x="513" y="121"/>
                    <a:pt x="513" y="121"/>
                    <a:pt x="525" y="136"/>
                  </a:cubicBezTo>
                  <a:cubicBezTo>
                    <a:pt x="538" y="151"/>
                    <a:pt x="538" y="151"/>
                    <a:pt x="550" y="169"/>
                  </a:cubicBezTo>
                  <a:cubicBezTo>
                    <a:pt x="563" y="186"/>
                    <a:pt x="563" y="186"/>
                    <a:pt x="576" y="205"/>
                  </a:cubicBezTo>
                  <a:cubicBezTo>
                    <a:pt x="589" y="223"/>
                    <a:pt x="589" y="223"/>
                    <a:pt x="598" y="238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70" name="Freeform 31">
              <a:extLst>
                <a:ext uri="{FF2B5EF4-FFF2-40B4-BE49-F238E27FC236}">
                  <a16:creationId xmlns:a16="http://schemas.microsoft.com/office/drawing/2014/main" id="{8DB25CEE-69A1-4430-A6C8-053D3F3BC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766888"/>
              <a:ext cx="638175" cy="254000"/>
            </a:xfrm>
            <a:custGeom>
              <a:avLst/>
              <a:gdLst>
                <a:gd name="T0" fmla="*/ 0 w 598"/>
                <a:gd name="T1" fmla="*/ 2147483646 h 237"/>
                <a:gd name="T2" fmla="*/ 2147483646 w 598"/>
                <a:gd name="T3" fmla="*/ 2147483646 h 237"/>
                <a:gd name="T4" fmla="*/ 2147483646 w 598"/>
                <a:gd name="T5" fmla="*/ 2147483646 h 237"/>
                <a:gd name="T6" fmla="*/ 2147483646 w 598"/>
                <a:gd name="T7" fmla="*/ 2147483646 h 237"/>
                <a:gd name="T8" fmla="*/ 2147483646 w 598"/>
                <a:gd name="T9" fmla="*/ 2147483646 h 237"/>
                <a:gd name="T10" fmla="*/ 2147483646 w 598"/>
                <a:gd name="T11" fmla="*/ 2147483646 h 237"/>
                <a:gd name="T12" fmla="*/ 2147483646 w 598"/>
                <a:gd name="T13" fmla="*/ 2147483646 h 237"/>
                <a:gd name="T14" fmla="*/ 2147483646 w 598"/>
                <a:gd name="T15" fmla="*/ 2147483646 h 237"/>
                <a:gd name="T16" fmla="*/ 2147483646 w 598"/>
                <a:gd name="T17" fmla="*/ 2147483646 h 237"/>
                <a:gd name="T18" fmla="*/ 2147483646 w 598"/>
                <a:gd name="T19" fmla="*/ 2147483646 h 237"/>
                <a:gd name="T20" fmla="*/ 2147483646 w 598"/>
                <a:gd name="T21" fmla="*/ 2147483646 h 237"/>
                <a:gd name="T22" fmla="*/ 2147483646 w 598"/>
                <a:gd name="T23" fmla="*/ 2147483646 h 237"/>
                <a:gd name="T24" fmla="*/ 2147483646 w 598"/>
                <a:gd name="T25" fmla="*/ 2147483646 h 237"/>
                <a:gd name="T26" fmla="*/ 2147483646 w 598"/>
                <a:gd name="T27" fmla="*/ 0 h 2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7"/>
                <a:gd name="T44" fmla="*/ 598 w 598"/>
                <a:gd name="T45" fmla="*/ 237 h 2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7">
                  <a:moveTo>
                    <a:pt x="0" y="237"/>
                  </a:moveTo>
                  <a:cubicBezTo>
                    <a:pt x="252" y="237"/>
                    <a:pt x="252" y="237"/>
                    <a:pt x="270" y="236"/>
                  </a:cubicBezTo>
                  <a:cubicBezTo>
                    <a:pt x="288" y="235"/>
                    <a:pt x="288" y="235"/>
                    <a:pt x="305" y="232"/>
                  </a:cubicBezTo>
                  <a:cubicBezTo>
                    <a:pt x="323" y="230"/>
                    <a:pt x="323" y="230"/>
                    <a:pt x="343" y="224"/>
                  </a:cubicBezTo>
                  <a:cubicBezTo>
                    <a:pt x="363" y="217"/>
                    <a:pt x="363" y="217"/>
                    <a:pt x="380" y="209"/>
                  </a:cubicBezTo>
                  <a:cubicBezTo>
                    <a:pt x="398" y="200"/>
                    <a:pt x="398" y="200"/>
                    <a:pt x="413" y="191"/>
                  </a:cubicBezTo>
                  <a:cubicBezTo>
                    <a:pt x="429" y="182"/>
                    <a:pt x="429" y="182"/>
                    <a:pt x="442" y="174"/>
                  </a:cubicBezTo>
                  <a:cubicBezTo>
                    <a:pt x="454" y="166"/>
                    <a:pt x="454" y="166"/>
                    <a:pt x="463" y="159"/>
                  </a:cubicBezTo>
                  <a:cubicBezTo>
                    <a:pt x="472" y="152"/>
                    <a:pt x="472" y="152"/>
                    <a:pt x="482" y="146"/>
                  </a:cubicBezTo>
                  <a:cubicBezTo>
                    <a:pt x="492" y="139"/>
                    <a:pt x="492" y="139"/>
                    <a:pt x="502" y="127"/>
                  </a:cubicBezTo>
                  <a:cubicBezTo>
                    <a:pt x="513" y="116"/>
                    <a:pt x="513" y="116"/>
                    <a:pt x="525" y="101"/>
                  </a:cubicBezTo>
                  <a:cubicBezTo>
                    <a:pt x="538" y="86"/>
                    <a:pt x="538" y="86"/>
                    <a:pt x="550" y="69"/>
                  </a:cubicBezTo>
                  <a:cubicBezTo>
                    <a:pt x="563" y="51"/>
                    <a:pt x="563" y="51"/>
                    <a:pt x="576" y="33"/>
                  </a:cubicBezTo>
                  <a:cubicBezTo>
                    <a:pt x="589" y="15"/>
                    <a:pt x="589" y="15"/>
                    <a:pt x="598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71" name="Freeform 32">
              <a:extLst>
                <a:ext uri="{FF2B5EF4-FFF2-40B4-BE49-F238E27FC236}">
                  <a16:creationId xmlns:a16="http://schemas.microsoft.com/office/drawing/2014/main" id="{7F25FD95-A3AB-413F-9C96-23F23464C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511300"/>
              <a:ext cx="74613" cy="255588"/>
            </a:xfrm>
            <a:custGeom>
              <a:avLst/>
              <a:gdLst>
                <a:gd name="T0" fmla="*/ 0 w 71"/>
                <a:gd name="T1" fmla="*/ 0 h 239"/>
                <a:gd name="T2" fmla="*/ 2147483646 w 71"/>
                <a:gd name="T3" fmla="*/ 2147483646 h 239"/>
                <a:gd name="T4" fmla="*/ 2147483646 w 71"/>
                <a:gd name="T5" fmla="*/ 2147483646 h 239"/>
                <a:gd name="T6" fmla="*/ 2147483646 w 71"/>
                <a:gd name="T7" fmla="*/ 2147483646 h 239"/>
                <a:gd name="T8" fmla="*/ 2147483646 w 71"/>
                <a:gd name="T9" fmla="*/ 2147483646 h 239"/>
                <a:gd name="T10" fmla="*/ 2147483646 w 71"/>
                <a:gd name="T11" fmla="*/ 2147483646 h 239"/>
                <a:gd name="T12" fmla="*/ 2147483646 w 71"/>
                <a:gd name="T13" fmla="*/ 2147483646 h 239"/>
                <a:gd name="T14" fmla="*/ 2147483646 w 71"/>
                <a:gd name="T15" fmla="*/ 214748364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9"/>
                <a:gd name="T26" fmla="*/ 71 w 71"/>
                <a:gd name="T27" fmla="*/ 239 h 2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9">
                  <a:moveTo>
                    <a:pt x="0" y="0"/>
                  </a:moveTo>
                  <a:cubicBezTo>
                    <a:pt x="16" y="29"/>
                    <a:pt x="16" y="29"/>
                    <a:pt x="23" y="44"/>
                  </a:cubicBezTo>
                  <a:cubicBezTo>
                    <a:pt x="29" y="59"/>
                    <a:pt x="29" y="59"/>
                    <a:pt x="36" y="77"/>
                  </a:cubicBezTo>
                  <a:cubicBezTo>
                    <a:pt x="43" y="95"/>
                    <a:pt x="43" y="95"/>
                    <a:pt x="48" y="113"/>
                  </a:cubicBezTo>
                  <a:cubicBezTo>
                    <a:pt x="54" y="131"/>
                    <a:pt x="54" y="131"/>
                    <a:pt x="59" y="150"/>
                  </a:cubicBezTo>
                  <a:cubicBezTo>
                    <a:pt x="65" y="168"/>
                    <a:pt x="65" y="168"/>
                    <a:pt x="66" y="183"/>
                  </a:cubicBezTo>
                  <a:cubicBezTo>
                    <a:pt x="68" y="199"/>
                    <a:pt x="68" y="199"/>
                    <a:pt x="69" y="208"/>
                  </a:cubicBezTo>
                  <a:cubicBezTo>
                    <a:pt x="71" y="218"/>
                    <a:pt x="71" y="218"/>
                    <a:pt x="70" y="239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72" name="Freeform 33">
              <a:extLst>
                <a:ext uri="{FF2B5EF4-FFF2-40B4-BE49-F238E27FC236}">
                  <a16:creationId xmlns:a16="http://schemas.microsoft.com/office/drawing/2014/main" id="{64B9B3AA-C691-46EB-BB9B-88D1A5E46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765300"/>
              <a:ext cx="74613" cy="255588"/>
            </a:xfrm>
            <a:custGeom>
              <a:avLst/>
              <a:gdLst>
                <a:gd name="T0" fmla="*/ 0 w 71"/>
                <a:gd name="T1" fmla="*/ 2147483646 h 238"/>
                <a:gd name="T2" fmla="*/ 2147483646 w 71"/>
                <a:gd name="T3" fmla="*/ 2147483646 h 238"/>
                <a:gd name="T4" fmla="*/ 2147483646 w 71"/>
                <a:gd name="T5" fmla="*/ 2147483646 h 238"/>
                <a:gd name="T6" fmla="*/ 2147483646 w 71"/>
                <a:gd name="T7" fmla="*/ 2147483646 h 238"/>
                <a:gd name="T8" fmla="*/ 2147483646 w 71"/>
                <a:gd name="T9" fmla="*/ 2147483646 h 238"/>
                <a:gd name="T10" fmla="*/ 2147483646 w 71"/>
                <a:gd name="T11" fmla="*/ 2147483646 h 238"/>
                <a:gd name="T12" fmla="*/ 2147483646 w 71"/>
                <a:gd name="T13" fmla="*/ 2147483646 h 238"/>
                <a:gd name="T14" fmla="*/ 2147483646 w 71"/>
                <a:gd name="T15" fmla="*/ 0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8"/>
                <a:gd name="T26" fmla="*/ 71 w 71"/>
                <a:gd name="T27" fmla="*/ 238 h 2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8">
                  <a:moveTo>
                    <a:pt x="0" y="238"/>
                  </a:moveTo>
                  <a:cubicBezTo>
                    <a:pt x="16" y="210"/>
                    <a:pt x="16" y="210"/>
                    <a:pt x="23" y="195"/>
                  </a:cubicBezTo>
                  <a:cubicBezTo>
                    <a:pt x="29" y="180"/>
                    <a:pt x="29" y="180"/>
                    <a:pt x="36" y="162"/>
                  </a:cubicBezTo>
                  <a:cubicBezTo>
                    <a:pt x="43" y="143"/>
                    <a:pt x="43" y="143"/>
                    <a:pt x="48" y="125"/>
                  </a:cubicBezTo>
                  <a:cubicBezTo>
                    <a:pt x="54" y="107"/>
                    <a:pt x="54" y="107"/>
                    <a:pt x="59" y="89"/>
                  </a:cubicBezTo>
                  <a:cubicBezTo>
                    <a:pt x="65" y="71"/>
                    <a:pt x="65" y="71"/>
                    <a:pt x="66" y="55"/>
                  </a:cubicBezTo>
                  <a:cubicBezTo>
                    <a:pt x="68" y="40"/>
                    <a:pt x="68" y="40"/>
                    <a:pt x="69" y="30"/>
                  </a:cubicBezTo>
                  <a:cubicBezTo>
                    <a:pt x="71" y="21"/>
                    <a:pt x="71" y="21"/>
                    <a:pt x="70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73" name="Line 34">
              <a:extLst>
                <a:ext uri="{FF2B5EF4-FFF2-40B4-BE49-F238E27FC236}">
                  <a16:creationId xmlns:a16="http://schemas.microsoft.com/office/drawing/2014/main" id="{9CF55D22-8A4C-46CF-AE9A-9D7C216575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0688" y="38925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74" name="Freeform 35">
              <a:extLst>
                <a:ext uri="{FF2B5EF4-FFF2-40B4-BE49-F238E27FC236}">
                  <a16:creationId xmlns:a16="http://schemas.microsoft.com/office/drawing/2014/main" id="{35C65888-EBFD-4931-A0BF-70F1E8A6B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813" y="1471613"/>
              <a:ext cx="600075" cy="2420937"/>
            </a:xfrm>
            <a:custGeom>
              <a:avLst/>
              <a:gdLst>
                <a:gd name="T0" fmla="*/ 0 w 378"/>
                <a:gd name="T1" fmla="*/ 2147483646 h 1525"/>
                <a:gd name="T2" fmla="*/ 0 w 378"/>
                <a:gd name="T3" fmla="*/ 0 h 1525"/>
                <a:gd name="T4" fmla="*/ 2147483646 w 378"/>
                <a:gd name="T5" fmla="*/ 0 h 1525"/>
                <a:gd name="T6" fmla="*/ 0 60000 65536"/>
                <a:gd name="T7" fmla="*/ 0 60000 65536"/>
                <a:gd name="T8" fmla="*/ 0 60000 65536"/>
                <a:gd name="T9" fmla="*/ 0 w 378"/>
                <a:gd name="T10" fmla="*/ 0 h 1525"/>
                <a:gd name="T11" fmla="*/ 378 w 378"/>
                <a:gd name="T12" fmla="*/ 1525 h 15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8" h="1525">
                  <a:moveTo>
                    <a:pt x="0" y="1525"/>
                  </a:moveTo>
                  <a:lnTo>
                    <a:pt x="0" y="0"/>
                  </a:lnTo>
                  <a:lnTo>
                    <a:pt x="3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75" name="Freeform 36">
              <a:extLst>
                <a:ext uri="{FF2B5EF4-FFF2-40B4-BE49-F238E27FC236}">
                  <a16:creationId xmlns:a16="http://schemas.microsoft.com/office/drawing/2014/main" id="{F67CBB2D-65A9-4C37-A294-E5476E93F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625" y="4762500"/>
              <a:ext cx="63500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76" name="Line 42">
              <a:extLst>
                <a:ext uri="{FF2B5EF4-FFF2-40B4-BE49-F238E27FC236}">
                  <a16:creationId xmlns:a16="http://schemas.microsoft.com/office/drawing/2014/main" id="{A8D9557D-976D-4FB1-9D1D-7D9DA81BA3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18350" y="1471613"/>
              <a:ext cx="298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77" name="Line 43">
              <a:extLst>
                <a:ext uri="{FF2B5EF4-FFF2-40B4-BE49-F238E27FC236}">
                  <a16:creationId xmlns:a16="http://schemas.microsoft.com/office/drawing/2014/main" id="{0565C1DA-C5F9-491B-BF34-369EDA2B9E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6875" y="1320800"/>
              <a:ext cx="1698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78" name="Line 44">
              <a:extLst>
                <a:ext uri="{FF2B5EF4-FFF2-40B4-BE49-F238E27FC236}">
                  <a16:creationId xmlns:a16="http://schemas.microsoft.com/office/drawing/2014/main" id="{56F9E9E6-792A-48F3-AE47-3AF079935C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7600" y="1136650"/>
              <a:ext cx="1219200" cy="12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79" name="Freeform 45">
              <a:extLst>
                <a:ext uri="{FF2B5EF4-FFF2-40B4-BE49-F238E27FC236}">
                  <a16:creationId xmlns:a16="http://schemas.microsoft.com/office/drawing/2014/main" id="{E7B14930-4A02-4C67-9E3F-E4374BF57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7600" y="1471613"/>
              <a:ext cx="920750" cy="2120900"/>
            </a:xfrm>
            <a:custGeom>
              <a:avLst/>
              <a:gdLst>
                <a:gd name="T0" fmla="*/ 0 w 580"/>
                <a:gd name="T1" fmla="*/ 2147483646 h 1336"/>
                <a:gd name="T2" fmla="*/ 2147483646 w 580"/>
                <a:gd name="T3" fmla="*/ 2147483646 h 1336"/>
                <a:gd name="T4" fmla="*/ 2147483646 w 580"/>
                <a:gd name="T5" fmla="*/ 0 h 1336"/>
                <a:gd name="T6" fmla="*/ 0 60000 65536"/>
                <a:gd name="T7" fmla="*/ 0 60000 65536"/>
                <a:gd name="T8" fmla="*/ 0 60000 65536"/>
                <a:gd name="T9" fmla="*/ 0 w 580"/>
                <a:gd name="T10" fmla="*/ 0 h 1336"/>
                <a:gd name="T11" fmla="*/ 580 w 580"/>
                <a:gd name="T12" fmla="*/ 1336 h 1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0" h="1336">
                  <a:moveTo>
                    <a:pt x="0" y="1336"/>
                  </a:moveTo>
                  <a:lnTo>
                    <a:pt x="580" y="1336"/>
                  </a:lnTo>
                  <a:lnTo>
                    <a:pt x="58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80" name="Line 46">
              <a:extLst>
                <a:ext uri="{FF2B5EF4-FFF2-40B4-BE49-F238E27FC236}">
                  <a16:creationId xmlns:a16="http://schemas.microsoft.com/office/drawing/2014/main" id="{58F9D390-53EA-46AA-952B-0676C1B46B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86738" y="1320800"/>
              <a:ext cx="150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81" name="Rectangle 47">
              <a:extLst>
                <a:ext uri="{FF2B5EF4-FFF2-40B4-BE49-F238E27FC236}">
                  <a16:creationId xmlns:a16="http://schemas.microsoft.com/office/drawing/2014/main" id="{BE1E6BA8-E63B-4CF3-AF09-09F14CE25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16637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82" name="Rectangle 48">
              <a:extLst>
                <a:ext uri="{FF2B5EF4-FFF2-40B4-BE49-F238E27FC236}">
                  <a16:creationId xmlns:a16="http://schemas.microsoft.com/office/drawing/2014/main" id="{FA34E720-B620-44D9-97F6-72B79D13E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288" y="3786188"/>
              <a:ext cx="59690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Clock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83" name="Freeform 49">
              <a:extLst>
                <a:ext uri="{FF2B5EF4-FFF2-40B4-BE49-F238E27FC236}">
                  <a16:creationId xmlns:a16="http://schemas.microsoft.com/office/drawing/2014/main" id="{B6249AC3-F2EF-4DCD-B45B-BD4AB47DD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120775"/>
              <a:ext cx="41275" cy="63500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84" name="Rectangle 50">
              <a:extLst>
                <a:ext uri="{FF2B5EF4-FFF2-40B4-BE49-F238E27FC236}">
                  <a16:creationId xmlns:a16="http://schemas.microsoft.com/office/drawing/2014/main" id="{D1C0C046-8F6C-4977-8663-023828511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813" y="4676775"/>
              <a:ext cx="73183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Resetn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85" name="Rectangle 51">
              <a:extLst>
                <a:ext uri="{FF2B5EF4-FFF2-40B4-BE49-F238E27FC236}">
                  <a16:creationId xmlns:a16="http://schemas.microsoft.com/office/drawing/2014/main" id="{155C9263-D90D-4DEC-9D62-40736518A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326707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86" name="Rectangle 52">
              <a:extLst>
                <a:ext uri="{FF2B5EF4-FFF2-40B4-BE49-F238E27FC236}">
                  <a16:creationId xmlns:a16="http://schemas.microsoft.com/office/drawing/2014/main" id="{FEA0B649-8401-4790-8294-AAE032F3B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33639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87" name="Rectangle 53">
              <a:extLst>
                <a:ext uri="{FF2B5EF4-FFF2-40B4-BE49-F238E27FC236}">
                  <a16:creationId xmlns:a16="http://schemas.microsoft.com/office/drawing/2014/main" id="{DA64838B-1253-456E-837A-90A369701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820738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88" name="Rectangle 54">
              <a:extLst>
                <a:ext uri="{FF2B5EF4-FFF2-40B4-BE49-F238E27FC236}">
                  <a16:creationId xmlns:a16="http://schemas.microsoft.com/office/drawing/2014/main" id="{7C450D5F-18AA-4DAD-A1FF-D208AE42E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915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89" name="Rectangle 55">
              <a:extLst>
                <a:ext uri="{FF2B5EF4-FFF2-40B4-BE49-F238E27FC236}">
                  <a16:creationId xmlns:a16="http://schemas.microsoft.com/office/drawing/2014/main" id="{115B17EC-864D-47EE-918B-349A2DD6C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3289300"/>
              <a:ext cx="19208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90" name="Rectangle 56">
              <a:extLst>
                <a:ext uri="{FF2B5EF4-FFF2-40B4-BE49-F238E27FC236}">
                  <a16:creationId xmlns:a16="http://schemas.microsoft.com/office/drawing/2014/main" id="{BC729028-94D0-41A1-80A4-DC369B67D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3384550"/>
              <a:ext cx="165100" cy="220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91" name="Rectangle 57">
              <a:extLst>
                <a:ext uri="{FF2B5EF4-FFF2-40B4-BE49-F238E27FC236}">
                  <a16:creationId xmlns:a16="http://schemas.microsoft.com/office/drawing/2014/main" id="{C5758FA6-0CD4-4C27-BC45-817A4E806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865188"/>
              <a:ext cx="192087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92" name="Line 58">
              <a:extLst>
                <a:ext uri="{FF2B5EF4-FFF2-40B4-BE49-F238E27FC236}">
                  <a16:creationId xmlns:a16="http://schemas.microsoft.com/office/drawing/2014/main" id="{586623AA-745C-471F-B97B-A31D1F1319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62338" y="3592513"/>
              <a:ext cx="19875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793" name="Rectangle 59">
              <a:extLst>
                <a:ext uri="{FF2B5EF4-FFF2-40B4-BE49-F238E27FC236}">
                  <a16:creationId xmlns:a16="http://schemas.microsoft.com/office/drawing/2014/main" id="{00E9519E-0C16-4A26-8F4F-9A4FF8878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96043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94" name="Rectangle 60">
              <a:extLst>
                <a:ext uri="{FF2B5EF4-FFF2-40B4-BE49-F238E27FC236}">
                  <a16:creationId xmlns:a16="http://schemas.microsoft.com/office/drawing/2014/main" id="{48BE364F-1195-4840-B4CE-C63AC83FA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" y="1042988"/>
              <a:ext cx="2349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95" name="Rectangle 61">
              <a:extLst>
                <a:ext uri="{FF2B5EF4-FFF2-40B4-BE49-F238E27FC236}">
                  <a16:creationId xmlns:a16="http://schemas.microsoft.com/office/drawing/2014/main" id="{F6FCBB95-8491-41F1-AC5E-902BCF629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4225" y="1193800"/>
              <a:ext cx="18573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96" name="Rectangle 62">
              <a:extLst>
                <a:ext uri="{FF2B5EF4-FFF2-40B4-BE49-F238E27FC236}">
                  <a16:creationId xmlns:a16="http://schemas.microsoft.com/office/drawing/2014/main" id="{462265FF-5210-4876-A771-C71E05AEC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3292475"/>
              <a:ext cx="747712" cy="12001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97" name="Rectangle 63">
              <a:extLst>
                <a:ext uri="{FF2B5EF4-FFF2-40B4-BE49-F238E27FC236}">
                  <a16:creationId xmlns:a16="http://schemas.microsoft.com/office/drawing/2014/main" id="{D6A748B8-EA7C-4DA6-A8EB-6225AE6A6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1651000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98" name="Rectangle 64">
              <a:extLst>
                <a:ext uri="{FF2B5EF4-FFF2-40B4-BE49-F238E27FC236}">
                  <a16:creationId xmlns:a16="http://schemas.microsoft.com/office/drawing/2014/main" id="{4C023330-0E92-4573-B654-6A3DAF871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348932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799" name="Rectangle 65">
              <a:extLst>
                <a:ext uri="{FF2B5EF4-FFF2-40B4-BE49-F238E27FC236}">
                  <a16:creationId xmlns:a16="http://schemas.microsoft.com/office/drawing/2014/main" id="{7DCA978B-0FC2-4C65-9C50-C22023BA5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34798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800" name="Line 66">
              <a:extLst>
                <a:ext uri="{FF2B5EF4-FFF2-40B4-BE49-F238E27FC236}">
                  <a16:creationId xmlns:a16="http://schemas.microsoft.com/office/drawing/2014/main" id="{8A035C03-5F04-49DB-825A-A0D64F8295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4084638"/>
              <a:ext cx="1063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801" name="Freeform 67">
              <a:extLst>
                <a:ext uri="{FF2B5EF4-FFF2-40B4-BE49-F238E27FC236}">
                  <a16:creationId xmlns:a16="http://schemas.microsoft.com/office/drawing/2014/main" id="{6B3C90A0-4071-4AB2-BB3D-99A3547BD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3806825"/>
              <a:ext cx="149225" cy="171450"/>
            </a:xfrm>
            <a:custGeom>
              <a:avLst/>
              <a:gdLst>
                <a:gd name="T0" fmla="*/ 0 w 94"/>
                <a:gd name="T1" fmla="*/ 2147483646 h 108"/>
                <a:gd name="T2" fmla="*/ 2147483646 w 94"/>
                <a:gd name="T3" fmla="*/ 2147483646 h 108"/>
                <a:gd name="T4" fmla="*/ 0 w 94"/>
                <a:gd name="T5" fmla="*/ 0 h 108"/>
                <a:gd name="T6" fmla="*/ 0 60000 65536"/>
                <a:gd name="T7" fmla="*/ 0 60000 65536"/>
                <a:gd name="T8" fmla="*/ 0 60000 65536"/>
                <a:gd name="T9" fmla="*/ 0 w 94"/>
                <a:gd name="T10" fmla="*/ 0 h 108"/>
                <a:gd name="T11" fmla="*/ 94 w 94"/>
                <a:gd name="T12" fmla="*/ 108 h 1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108">
                  <a:moveTo>
                    <a:pt x="0" y="108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802" name="Rectangle 68">
              <a:extLst>
                <a:ext uri="{FF2B5EF4-FFF2-40B4-BE49-F238E27FC236}">
                  <a16:creationId xmlns:a16="http://schemas.microsoft.com/office/drawing/2014/main" id="{D2B80197-92EA-48DA-92B7-7059BB9BD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4094163"/>
              <a:ext cx="2476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803" name="Freeform 69">
              <a:extLst>
                <a:ext uri="{FF2B5EF4-FFF2-40B4-BE49-F238E27FC236}">
                  <a16:creationId xmlns:a16="http://schemas.microsoft.com/office/drawing/2014/main" id="{BFD9EF31-61EC-4D05-A661-1E43F1A2B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1920875"/>
              <a:ext cx="3635375" cy="2271713"/>
            </a:xfrm>
            <a:custGeom>
              <a:avLst/>
              <a:gdLst>
                <a:gd name="T0" fmla="*/ 0 w 2290"/>
                <a:gd name="T1" fmla="*/ 0 h 1431"/>
                <a:gd name="T2" fmla="*/ 0 w 2290"/>
                <a:gd name="T3" fmla="*/ 2147483646 h 1431"/>
                <a:gd name="T4" fmla="*/ 2147483646 w 2290"/>
                <a:gd name="T5" fmla="*/ 2147483646 h 1431"/>
                <a:gd name="T6" fmla="*/ 2147483646 w 2290"/>
                <a:gd name="T7" fmla="*/ 2147483646 h 1431"/>
                <a:gd name="T8" fmla="*/ 2147483646 w 2290"/>
                <a:gd name="T9" fmla="*/ 2147483646 h 1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0"/>
                <a:gd name="T16" fmla="*/ 0 h 1431"/>
                <a:gd name="T17" fmla="*/ 2290 w 2290"/>
                <a:gd name="T18" fmla="*/ 1431 h 1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0" h="1431">
                  <a:moveTo>
                    <a:pt x="0" y="0"/>
                  </a:moveTo>
                  <a:lnTo>
                    <a:pt x="0" y="662"/>
                  </a:lnTo>
                  <a:lnTo>
                    <a:pt x="2290" y="662"/>
                  </a:lnTo>
                  <a:lnTo>
                    <a:pt x="2290" y="1431"/>
                  </a:lnTo>
                  <a:lnTo>
                    <a:pt x="1899" y="14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804" name="Freeform 70">
              <a:extLst>
                <a:ext uri="{FF2B5EF4-FFF2-40B4-BE49-F238E27FC236}">
                  <a16:creationId xmlns:a16="http://schemas.microsoft.com/office/drawing/2014/main" id="{84C55575-C650-45E0-A8C0-650CCBE1C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225" y="1149350"/>
              <a:ext cx="4256088" cy="2292350"/>
            </a:xfrm>
            <a:custGeom>
              <a:avLst/>
              <a:gdLst>
                <a:gd name="T0" fmla="*/ 0 w 2681"/>
                <a:gd name="T1" fmla="*/ 2147483646 h 1444"/>
                <a:gd name="T2" fmla="*/ 0 w 2681"/>
                <a:gd name="T3" fmla="*/ 2147483646 h 1444"/>
                <a:gd name="T4" fmla="*/ 2147483646 w 2681"/>
                <a:gd name="T5" fmla="*/ 2147483646 h 1444"/>
                <a:gd name="T6" fmla="*/ 2147483646 w 2681"/>
                <a:gd name="T7" fmla="*/ 0 h 14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81"/>
                <a:gd name="T13" fmla="*/ 0 h 1444"/>
                <a:gd name="T14" fmla="*/ 2681 w 2681"/>
                <a:gd name="T15" fmla="*/ 1444 h 14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81" h="1444">
                  <a:moveTo>
                    <a:pt x="0" y="1444"/>
                  </a:moveTo>
                  <a:lnTo>
                    <a:pt x="0" y="770"/>
                  </a:lnTo>
                  <a:lnTo>
                    <a:pt x="2681" y="770"/>
                  </a:lnTo>
                  <a:lnTo>
                    <a:pt x="2681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805" name="Line 71">
              <a:extLst>
                <a:ext uri="{FF2B5EF4-FFF2-40B4-BE49-F238E27FC236}">
                  <a16:creationId xmlns:a16="http://schemas.microsoft.com/office/drawing/2014/main" id="{4C23562E-0AEF-49EA-AFC7-C730439EB5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988" y="1149350"/>
              <a:ext cx="4406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806" name="Line 73">
              <a:extLst>
                <a:ext uri="{FF2B5EF4-FFF2-40B4-BE49-F238E27FC236}">
                  <a16:creationId xmlns:a16="http://schemas.microsoft.com/office/drawing/2014/main" id="{46520211-59C7-49CF-8E27-90BE2EA21A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663" y="1620838"/>
              <a:ext cx="300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807" name="Freeform 74">
              <a:extLst>
                <a:ext uri="{FF2B5EF4-FFF2-40B4-BE49-F238E27FC236}">
                  <a16:creationId xmlns:a16="http://schemas.microsoft.com/office/drawing/2014/main" id="{1574D961-024E-4CE5-A5F0-42AA6BB74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0" y="1471613"/>
              <a:ext cx="300038" cy="300037"/>
            </a:xfrm>
            <a:custGeom>
              <a:avLst/>
              <a:gdLst>
                <a:gd name="T0" fmla="*/ 2147483646 w 189"/>
                <a:gd name="T1" fmla="*/ 2147483646 h 189"/>
                <a:gd name="T2" fmla="*/ 0 w 189"/>
                <a:gd name="T3" fmla="*/ 2147483646 h 189"/>
                <a:gd name="T4" fmla="*/ 0 w 189"/>
                <a:gd name="T5" fmla="*/ 0 h 189"/>
                <a:gd name="T6" fmla="*/ 0 60000 65536"/>
                <a:gd name="T7" fmla="*/ 0 60000 65536"/>
                <a:gd name="T8" fmla="*/ 0 60000 65536"/>
                <a:gd name="T9" fmla="*/ 0 w 189"/>
                <a:gd name="T10" fmla="*/ 0 h 189"/>
                <a:gd name="T11" fmla="*/ 189 w 189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189">
                  <a:moveTo>
                    <a:pt x="189" y="94"/>
                  </a:moveTo>
                  <a:lnTo>
                    <a:pt x="0" y="189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808" name="Oval 76">
              <a:extLst>
                <a:ext uri="{FF2B5EF4-FFF2-40B4-BE49-F238E27FC236}">
                  <a16:creationId xmlns:a16="http://schemas.microsoft.com/office/drawing/2014/main" id="{91033FF4-B5A5-4D0B-8A95-E478138BF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325" y="1568450"/>
              <a:ext cx="96838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809" name="Line 77">
              <a:extLst>
                <a:ext uri="{FF2B5EF4-FFF2-40B4-BE49-F238E27FC236}">
                  <a16:creationId xmlns:a16="http://schemas.microsoft.com/office/drawing/2014/main" id="{AAC2301A-391D-455E-98FF-EEA65F09FC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62163" y="1620838"/>
              <a:ext cx="14001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810" name="Freeform 78">
              <a:extLst>
                <a:ext uri="{FF2B5EF4-FFF2-40B4-BE49-F238E27FC236}">
                  <a16:creationId xmlns:a16="http://schemas.microsoft.com/office/drawing/2014/main" id="{5FBC3093-750D-4B0E-A62D-5539AF640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188" y="1620838"/>
              <a:ext cx="3187700" cy="2571750"/>
            </a:xfrm>
            <a:custGeom>
              <a:avLst/>
              <a:gdLst>
                <a:gd name="T0" fmla="*/ 2147483646 w 2008"/>
                <a:gd name="T1" fmla="*/ 2147483646 h 1620"/>
                <a:gd name="T2" fmla="*/ 0 w 2008"/>
                <a:gd name="T3" fmla="*/ 2147483646 h 1620"/>
                <a:gd name="T4" fmla="*/ 0 w 2008"/>
                <a:gd name="T5" fmla="*/ 0 h 1620"/>
                <a:gd name="T6" fmla="*/ 0 60000 65536"/>
                <a:gd name="T7" fmla="*/ 0 60000 65536"/>
                <a:gd name="T8" fmla="*/ 0 60000 65536"/>
                <a:gd name="T9" fmla="*/ 0 w 2008"/>
                <a:gd name="T10" fmla="*/ 0 h 1620"/>
                <a:gd name="T11" fmla="*/ 2008 w 2008"/>
                <a:gd name="T12" fmla="*/ 1620 h 16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08" h="1620">
                  <a:moveTo>
                    <a:pt x="2008" y="1620"/>
                  </a:moveTo>
                  <a:lnTo>
                    <a:pt x="0" y="162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811" name="Freeform 79">
              <a:extLst>
                <a:ext uri="{FF2B5EF4-FFF2-40B4-BE49-F238E27FC236}">
                  <a16:creationId xmlns:a16="http://schemas.microsoft.com/office/drawing/2014/main" id="{A369757A-1F22-4661-BEDF-6DFD9DD55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128713"/>
              <a:ext cx="65087" cy="63500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812" name="Freeform 80">
              <a:extLst>
                <a:ext uri="{FF2B5EF4-FFF2-40B4-BE49-F238E27FC236}">
                  <a16:creationId xmlns:a16="http://schemas.microsoft.com/office/drawing/2014/main" id="{E820FD38-F089-4D97-9D1D-275756364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577975"/>
              <a:ext cx="65087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813" name="Freeform 81">
              <a:extLst>
                <a:ext uri="{FF2B5EF4-FFF2-40B4-BE49-F238E27FC236}">
                  <a16:creationId xmlns:a16="http://schemas.microsoft.com/office/drawing/2014/main" id="{5D6320AB-DE15-4CB4-A30E-F8450D9F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550" y="1585913"/>
              <a:ext cx="42863" cy="65087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814" name="Rectangle 82">
              <a:extLst>
                <a:ext uri="{FF2B5EF4-FFF2-40B4-BE49-F238E27FC236}">
                  <a16:creationId xmlns:a16="http://schemas.microsoft.com/office/drawing/2014/main" id="{5267C154-4C62-4DEA-99F3-84E919183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4079875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815" name="Rectangle 83">
              <a:extLst>
                <a:ext uri="{FF2B5EF4-FFF2-40B4-BE49-F238E27FC236}">
                  <a16:creationId xmlns:a16="http://schemas.microsoft.com/office/drawing/2014/main" id="{1276F956-975B-4E1E-9B3D-1E7774124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4249738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816" name="Rectangle 84">
              <a:extLst>
                <a:ext uri="{FF2B5EF4-FFF2-40B4-BE49-F238E27FC236}">
                  <a16:creationId xmlns:a16="http://schemas.microsoft.com/office/drawing/2014/main" id="{BA80A7C0-CCAE-4A80-B3F5-5AD3FA713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4344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817" name="Rectangle 85">
              <a:extLst>
                <a:ext uri="{FF2B5EF4-FFF2-40B4-BE49-F238E27FC236}">
                  <a16:creationId xmlns:a16="http://schemas.microsoft.com/office/drawing/2014/main" id="{F9D8230B-9F5A-46DC-915E-A7C3792C7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1820863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818" name="Oval 87">
              <a:extLst>
                <a:ext uri="{FF2B5EF4-FFF2-40B4-BE49-F238E27FC236}">
                  <a16:creationId xmlns:a16="http://schemas.microsoft.com/office/drawing/2014/main" id="{237701A0-1425-466B-9A85-DD4271F78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2090738"/>
              <a:ext cx="98425" cy="96837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819" name="Oval 89">
              <a:extLst>
                <a:ext uri="{FF2B5EF4-FFF2-40B4-BE49-F238E27FC236}">
                  <a16:creationId xmlns:a16="http://schemas.microsoft.com/office/drawing/2014/main" id="{A6FEAE78-FFE1-425F-8E17-6BAD80735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4511675"/>
              <a:ext cx="98425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820" name="Rectangle 90">
              <a:extLst>
                <a:ext uri="{FF2B5EF4-FFF2-40B4-BE49-F238E27FC236}">
                  <a16:creationId xmlns:a16="http://schemas.microsoft.com/office/drawing/2014/main" id="{11A04AFB-EF18-40A4-871D-4727A76CB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19161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821" name="AutoShape 92">
              <a:extLst>
                <a:ext uri="{FF2B5EF4-FFF2-40B4-BE49-F238E27FC236}">
                  <a16:creationId xmlns:a16="http://schemas.microsoft.com/office/drawing/2014/main" id="{9552CC98-FFB8-4B14-8AC1-AFCC99507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900" y="3355975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822" name="AutoShape 94">
              <a:extLst>
                <a:ext uri="{FF2B5EF4-FFF2-40B4-BE49-F238E27FC236}">
                  <a16:creationId xmlns:a16="http://schemas.microsoft.com/office/drawing/2014/main" id="{8F741904-AF56-447B-BB44-F8C9FF8F2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6800" y="1073150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823" name="Line 95">
              <a:extLst>
                <a:ext uri="{FF2B5EF4-FFF2-40B4-BE49-F238E27FC236}">
                  <a16:creationId xmlns:a16="http://schemas.microsoft.com/office/drawing/2014/main" id="{AD3A14A3-271D-45A6-B67D-28416707B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3700" y="1465263"/>
              <a:ext cx="300038" cy="1571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97AF52D2-CBA0-4344-B716-6A5F9C8826D3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Where are the inputs of the flip-flops?</a:t>
            </a:r>
          </a:p>
        </p:txBody>
      </p:sp>
      <p:grpSp>
        <p:nvGrpSpPr>
          <p:cNvPr id="75778" name="Group 6">
            <a:extLst>
              <a:ext uri="{FF2B5EF4-FFF2-40B4-BE49-F238E27FC236}">
                <a16:creationId xmlns:a16="http://schemas.microsoft.com/office/drawing/2014/main" id="{80ED2F21-2669-4F82-B828-C6AB0B146FCC}"/>
              </a:ext>
            </a:extLst>
          </p:cNvPr>
          <p:cNvGrpSpPr>
            <a:grpSpLocks/>
          </p:cNvGrpSpPr>
          <p:nvPr/>
        </p:nvGrpSpPr>
        <p:grpSpPr bwMode="auto">
          <a:xfrm>
            <a:off x="800100" y="1598613"/>
            <a:ext cx="7789863" cy="4127500"/>
            <a:chOff x="800100" y="820738"/>
            <a:chExt cx="7789863" cy="4127500"/>
          </a:xfrm>
        </p:grpSpPr>
        <p:sp>
          <p:nvSpPr>
            <p:cNvPr id="75783" name="Freeform 9">
              <a:extLst>
                <a:ext uri="{FF2B5EF4-FFF2-40B4-BE49-F238E27FC236}">
                  <a16:creationId xmlns:a16="http://schemas.microsoft.com/office/drawing/2014/main" id="{09CC175A-50C3-4F7C-925C-40F4976E0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663" y="1149350"/>
              <a:ext cx="1198562" cy="2592388"/>
            </a:xfrm>
            <a:custGeom>
              <a:avLst/>
              <a:gdLst>
                <a:gd name="T0" fmla="*/ 0 w 755"/>
                <a:gd name="T1" fmla="*/ 0 h 1633"/>
                <a:gd name="T2" fmla="*/ 0 w 755"/>
                <a:gd name="T3" fmla="*/ 2147483646 h 1633"/>
                <a:gd name="T4" fmla="*/ 2147483646 w 755"/>
                <a:gd name="T5" fmla="*/ 2147483646 h 1633"/>
                <a:gd name="T6" fmla="*/ 0 60000 65536"/>
                <a:gd name="T7" fmla="*/ 0 60000 65536"/>
                <a:gd name="T8" fmla="*/ 0 60000 65536"/>
                <a:gd name="T9" fmla="*/ 0 w 755"/>
                <a:gd name="T10" fmla="*/ 0 h 1633"/>
                <a:gd name="T11" fmla="*/ 755 w 755"/>
                <a:gd name="T12" fmla="*/ 1633 h 16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55" h="1633">
                  <a:moveTo>
                    <a:pt x="0" y="0"/>
                  </a:moveTo>
                  <a:lnTo>
                    <a:pt x="0" y="1633"/>
                  </a:lnTo>
                  <a:lnTo>
                    <a:pt x="755" y="163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784" name="Freeform 10">
              <a:extLst>
                <a:ext uri="{FF2B5EF4-FFF2-40B4-BE49-F238E27FC236}">
                  <a16:creationId xmlns:a16="http://schemas.microsoft.com/office/drawing/2014/main" id="{9AA93CFE-F1D3-45F2-A3FA-8F131A986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8" y="4492625"/>
              <a:ext cx="1603375" cy="300038"/>
            </a:xfrm>
            <a:custGeom>
              <a:avLst/>
              <a:gdLst>
                <a:gd name="T0" fmla="*/ 0 w 1010"/>
                <a:gd name="T1" fmla="*/ 2147483646 h 189"/>
                <a:gd name="T2" fmla="*/ 2147483646 w 1010"/>
                <a:gd name="T3" fmla="*/ 2147483646 h 189"/>
                <a:gd name="T4" fmla="*/ 2147483646 w 1010"/>
                <a:gd name="T5" fmla="*/ 0 h 189"/>
                <a:gd name="T6" fmla="*/ 0 60000 65536"/>
                <a:gd name="T7" fmla="*/ 0 60000 65536"/>
                <a:gd name="T8" fmla="*/ 0 60000 65536"/>
                <a:gd name="T9" fmla="*/ 0 w 1010"/>
                <a:gd name="T10" fmla="*/ 0 h 189"/>
                <a:gd name="T11" fmla="*/ 1010 w 1010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0" h="189">
                  <a:moveTo>
                    <a:pt x="0" y="189"/>
                  </a:moveTo>
                  <a:lnTo>
                    <a:pt x="1010" y="189"/>
                  </a:lnTo>
                  <a:lnTo>
                    <a:pt x="101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785" name="Freeform 11">
              <a:extLst>
                <a:ext uri="{FF2B5EF4-FFF2-40B4-BE49-F238E27FC236}">
                  <a16:creationId xmlns:a16="http://schemas.microsoft.com/office/drawing/2014/main" id="{06CDD19A-9269-4790-B912-55A10E6F0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138" y="2071688"/>
              <a:ext cx="1304925" cy="2720975"/>
            </a:xfrm>
            <a:custGeom>
              <a:avLst/>
              <a:gdLst>
                <a:gd name="T0" fmla="*/ 0 w 822"/>
                <a:gd name="T1" fmla="*/ 2147483646 h 1714"/>
                <a:gd name="T2" fmla="*/ 0 w 822"/>
                <a:gd name="T3" fmla="*/ 2147483646 h 1714"/>
                <a:gd name="T4" fmla="*/ 2147483646 w 822"/>
                <a:gd name="T5" fmla="*/ 2147483646 h 1714"/>
                <a:gd name="T6" fmla="*/ 2147483646 w 822"/>
                <a:gd name="T7" fmla="*/ 0 h 17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22"/>
                <a:gd name="T13" fmla="*/ 0 h 1714"/>
                <a:gd name="T14" fmla="*/ 822 w 822"/>
                <a:gd name="T15" fmla="*/ 1714 h 17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22" h="1714">
                  <a:moveTo>
                    <a:pt x="0" y="1714"/>
                  </a:moveTo>
                  <a:lnTo>
                    <a:pt x="0" y="378"/>
                  </a:lnTo>
                  <a:lnTo>
                    <a:pt x="822" y="378"/>
                  </a:lnTo>
                  <a:lnTo>
                    <a:pt x="82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786" name="Line 16">
              <a:extLst>
                <a:ext uri="{FF2B5EF4-FFF2-40B4-BE49-F238E27FC236}">
                  <a16:creationId xmlns:a16="http://schemas.microsoft.com/office/drawing/2014/main" id="{635471B0-E83D-4056-90BB-AB0EB96C64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441700"/>
              <a:ext cx="3206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787" name="Line 17">
              <a:extLst>
                <a:ext uri="{FF2B5EF4-FFF2-40B4-BE49-F238E27FC236}">
                  <a16:creationId xmlns:a16="http://schemas.microsoft.com/office/drawing/2014/main" id="{1E87FE9F-36A3-4F5D-B891-A74913810C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7417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788" name="Rectangle 19">
              <a:extLst>
                <a:ext uri="{FF2B5EF4-FFF2-40B4-BE49-F238E27FC236}">
                  <a16:creationId xmlns:a16="http://schemas.microsoft.com/office/drawing/2014/main" id="{DCC04795-F431-4289-A81C-275BDC676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849313"/>
              <a:ext cx="747712" cy="122237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789" name="Rectangle 20">
              <a:extLst>
                <a:ext uri="{FF2B5EF4-FFF2-40B4-BE49-F238E27FC236}">
                  <a16:creationId xmlns:a16="http://schemas.microsoft.com/office/drawing/2014/main" id="{8EB2C6A9-AAD4-4B81-9E97-6765CE65E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1058863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790" name="Rectangle 21">
              <a:extLst>
                <a:ext uri="{FF2B5EF4-FFF2-40B4-BE49-F238E27FC236}">
                  <a16:creationId xmlns:a16="http://schemas.microsoft.com/office/drawing/2014/main" id="{8016AB0D-6518-4C54-B683-939A156CA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1050925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791" name="Line 22">
              <a:extLst>
                <a:ext uri="{FF2B5EF4-FFF2-40B4-BE49-F238E27FC236}">
                  <a16:creationId xmlns:a16="http://schemas.microsoft.com/office/drawing/2014/main" id="{86B8D1A9-5824-417E-B5CB-E8FEDCCA2B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1663700"/>
              <a:ext cx="106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792" name="Freeform 23">
              <a:extLst>
                <a:ext uri="{FF2B5EF4-FFF2-40B4-BE49-F238E27FC236}">
                  <a16:creationId xmlns:a16="http://schemas.microsoft.com/office/drawing/2014/main" id="{50D75A17-8165-4888-B4CB-39D9876AE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1385888"/>
              <a:ext cx="149225" cy="149225"/>
            </a:xfrm>
            <a:custGeom>
              <a:avLst/>
              <a:gdLst>
                <a:gd name="T0" fmla="*/ 0 w 94"/>
                <a:gd name="T1" fmla="*/ 2147483646 h 94"/>
                <a:gd name="T2" fmla="*/ 2147483646 w 94"/>
                <a:gd name="T3" fmla="*/ 2147483646 h 94"/>
                <a:gd name="T4" fmla="*/ 0 w 94"/>
                <a:gd name="T5" fmla="*/ 0 h 94"/>
                <a:gd name="T6" fmla="*/ 0 60000 65536"/>
                <a:gd name="T7" fmla="*/ 0 60000 65536"/>
                <a:gd name="T8" fmla="*/ 0 60000 65536"/>
                <a:gd name="T9" fmla="*/ 0 w 94"/>
                <a:gd name="T10" fmla="*/ 0 h 94"/>
                <a:gd name="T11" fmla="*/ 94 w 94"/>
                <a:gd name="T12" fmla="*/ 94 h 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94">
                  <a:moveTo>
                    <a:pt x="0" y="94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793" name="Freeform 24">
              <a:extLst>
                <a:ext uri="{FF2B5EF4-FFF2-40B4-BE49-F238E27FC236}">
                  <a16:creationId xmlns:a16="http://schemas.microsoft.com/office/drawing/2014/main" id="{C3BE5D10-D50D-4A7C-9CA4-96D740A70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3870325"/>
              <a:ext cx="63500" cy="42863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6"/>
                  </a:moveTo>
                  <a:cubicBezTo>
                    <a:pt x="0" y="1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16"/>
                    <a:pt x="60" y="16"/>
                  </a:cubicBezTo>
                  <a:cubicBezTo>
                    <a:pt x="60" y="29"/>
                    <a:pt x="49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24" y="40"/>
                    <a:pt x="24" y="40"/>
                  </a:cubicBezTo>
                  <a:cubicBezTo>
                    <a:pt x="11" y="40"/>
                    <a:pt x="0" y="29"/>
                    <a:pt x="0" y="1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794" name="Line 25">
              <a:extLst>
                <a:ext uri="{FF2B5EF4-FFF2-40B4-BE49-F238E27FC236}">
                  <a16:creationId xmlns:a16="http://schemas.microsoft.com/office/drawing/2014/main" id="{FA66D484-1F34-420A-9EBD-7028ABE111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0688" y="17716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795" name="Line 28">
              <a:extLst>
                <a:ext uri="{FF2B5EF4-FFF2-40B4-BE49-F238E27FC236}">
                  <a16:creationId xmlns:a16="http://schemas.microsoft.com/office/drawing/2014/main" id="{50E53F93-9CA5-4BB0-A707-45D00EB8F5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1920875"/>
              <a:ext cx="298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796" name="Line 29">
              <a:extLst>
                <a:ext uri="{FF2B5EF4-FFF2-40B4-BE49-F238E27FC236}">
                  <a16:creationId xmlns:a16="http://schemas.microsoft.com/office/drawing/2014/main" id="{E53CE8D3-A942-4342-9245-A3F2258AFE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1771650"/>
              <a:ext cx="1508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797" name="Freeform 30">
              <a:extLst>
                <a:ext uri="{FF2B5EF4-FFF2-40B4-BE49-F238E27FC236}">
                  <a16:creationId xmlns:a16="http://schemas.microsoft.com/office/drawing/2014/main" id="{36A1B05C-C297-4519-974A-FE9B1B305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511300"/>
              <a:ext cx="638175" cy="254000"/>
            </a:xfrm>
            <a:custGeom>
              <a:avLst/>
              <a:gdLst>
                <a:gd name="T0" fmla="*/ 0 w 598"/>
                <a:gd name="T1" fmla="*/ 0 h 238"/>
                <a:gd name="T2" fmla="*/ 2147483646 w 598"/>
                <a:gd name="T3" fmla="*/ 2147483646 h 238"/>
                <a:gd name="T4" fmla="*/ 2147483646 w 598"/>
                <a:gd name="T5" fmla="*/ 2147483646 h 238"/>
                <a:gd name="T6" fmla="*/ 2147483646 w 598"/>
                <a:gd name="T7" fmla="*/ 2147483646 h 238"/>
                <a:gd name="T8" fmla="*/ 2147483646 w 598"/>
                <a:gd name="T9" fmla="*/ 2147483646 h 238"/>
                <a:gd name="T10" fmla="*/ 2147483646 w 598"/>
                <a:gd name="T11" fmla="*/ 2147483646 h 238"/>
                <a:gd name="T12" fmla="*/ 2147483646 w 598"/>
                <a:gd name="T13" fmla="*/ 2147483646 h 238"/>
                <a:gd name="T14" fmla="*/ 2147483646 w 598"/>
                <a:gd name="T15" fmla="*/ 2147483646 h 238"/>
                <a:gd name="T16" fmla="*/ 2147483646 w 598"/>
                <a:gd name="T17" fmla="*/ 2147483646 h 238"/>
                <a:gd name="T18" fmla="*/ 2147483646 w 598"/>
                <a:gd name="T19" fmla="*/ 2147483646 h 238"/>
                <a:gd name="T20" fmla="*/ 2147483646 w 598"/>
                <a:gd name="T21" fmla="*/ 2147483646 h 238"/>
                <a:gd name="T22" fmla="*/ 2147483646 w 598"/>
                <a:gd name="T23" fmla="*/ 2147483646 h 238"/>
                <a:gd name="T24" fmla="*/ 2147483646 w 598"/>
                <a:gd name="T25" fmla="*/ 2147483646 h 238"/>
                <a:gd name="T26" fmla="*/ 2147483646 w 598"/>
                <a:gd name="T27" fmla="*/ 2147483646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8"/>
                <a:gd name="T44" fmla="*/ 598 w 598"/>
                <a:gd name="T45" fmla="*/ 238 h 2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8">
                  <a:moveTo>
                    <a:pt x="0" y="0"/>
                  </a:moveTo>
                  <a:cubicBezTo>
                    <a:pt x="252" y="0"/>
                    <a:pt x="252" y="0"/>
                    <a:pt x="270" y="1"/>
                  </a:cubicBezTo>
                  <a:cubicBezTo>
                    <a:pt x="288" y="3"/>
                    <a:pt x="288" y="3"/>
                    <a:pt x="305" y="5"/>
                  </a:cubicBezTo>
                  <a:cubicBezTo>
                    <a:pt x="323" y="8"/>
                    <a:pt x="323" y="8"/>
                    <a:pt x="343" y="14"/>
                  </a:cubicBezTo>
                  <a:cubicBezTo>
                    <a:pt x="363" y="20"/>
                    <a:pt x="363" y="20"/>
                    <a:pt x="380" y="29"/>
                  </a:cubicBezTo>
                  <a:cubicBezTo>
                    <a:pt x="398" y="38"/>
                    <a:pt x="398" y="38"/>
                    <a:pt x="413" y="46"/>
                  </a:cubicBezTo>
                  <a:cubicBezTo>
                    <a:pt x="429" y="55"/>
                    <a:pt x="429" y="55"/>
                    <a:pt x="442" y="63"/>
                  </a:cubicBezTo>
                  <a:cubicBezTo>
                    <a:pt x="454" y="71"/>
                    <a:pt x="454" y="71"/>
                    <a:pt x="463" y="78"/>
                  </a:cubicBezTo>
                  <a:cubicBezTo>
                    <a:pt x="472" y="85"/>
                    <a:pt x="472" y="85"/>
                    <a:pt x="482" y="92"/>
                  </a:cubicBezTo>
                  <a:cubicBezTo>
                    <a:pt x="492" y="99"/>
                    <a:pt x="492" y="99"/>
                    <a:pt x="502" y="110"/>
                  </a:cubicBezTo>
                  <a:cubicBezTo>
                    <a:pt x="513" y="121"/>
                    <a:pt x="513" y="121"/>
                    <a:pt x="525" y="136"/>
                  </a:cubicBezTo>
                  <a:cubicBezTo>
                    <a:pt x="538" y="151"/>
                    <a:pt x="538" y="151"/>
                    <a:pt x="550" y="169"/>
                  </a:cubicBezTo>
                  <a:cubicBezTo>
                    <a:pt x="563" y="186"/>
                    <a:pt x="563" y="186"/>
                    <a:pt x="576" y="205"/>
                  </a:cubicBezTo>
                  <a:cubicBezTo>
                    <a:pt x="589" y="223"/>
                    <a:pt x="589" y="223"/>
                    <a:pt x="598" y="238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798" name="Freeform 31">
              <a:extLst>
                <a:ext uri="{FF2B5EF4-FFF2-40B4-BE49-F238E27FC236}">
                  <a16:creationId xmlns:a16="http://schemas.microsoft.com/office/drawing/2014/main" id="{A23F8C72-A498-4468-AF96-8B4295C23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766888"/>
              <a:ext cx="638175" cy="254000"/>
            </a:xfrm>
            <a:custGeom>
              <a:avLst/>
              <a:gdLst>
                <a:gd name="T0" fmla="*/ 0 w 598"/>
                <a:gd name="T1" fmla="*/ 2147483646 h 237"/>
                <a:gd name="T2" fmla="*/ 2147483646 w 598"/>
                <a:gd name="T3" fmla="*/ 2147483646 h 237"/>
                <a:gd name="T4" fmla="*/ 2147483646 w 598"/>
                <a:gd name="T5" fmla="*/ 2147483646 h 237"/>
                <a:gd name="T6" fmla="*/ 2147483646 w 598"/>
                <a:gd name="T7" fmla="*/ 2147483646 h 237"/>
                <a:gd name="T8" fmla="*/ 2147483646 w 598"/>
                <a:gd name="T9" fmla="*/ 2147483646 h 237"/>
                <a:gd name="T10" fmla="*/ 2147483646 w 598"/>
                <a:gd name="T11" fmla="*/ 2147483646 h 237"/>
                <a:gd name="T12" fmla="*/ 2147483646 w 598"/>
                <a:gd name="T13" fmla="*/ 2147483646 h 237"/>
                <a:gd name="T14" fmla="*/ 2147483646 w 598"/>
                <a:gd name="T15" fmla="*/ 2147483646 h 237"/>
                <a:gd name="T16" fmla="*/ 2147483646 w 598"/>
                <a:gd name="T17" fmla="*/ 2147483646 h 237"/>
                <a:gd name="T18" fmla="*/ 2147483646 w 598"/>
                <a:gd name="T19" fmla="*/ 2147483646 h 237"/>
                <a:gd name="T20" fmla="*/ 2147483646 w 598"/>
                <a:gd name="T21" fmla="*/ 2147483646 h 237"/>
                <a:gd name="T22" fmla="*/ 2147483646 w 598"/>
                <a:gd name="T23" fmla="*/ 2147483646 h 237"/>
                <a:gd name="T24" fmla="*/ 2147483646 w 598"/>
                <a:gd name="T25" fmla="*/ 2147483646 h 237"/>
                <a:gd name="T26" fmla="*/ 2147483646 w 598"/>
                <a:gd name="T27" fmla="*/ 0 h 2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7"/>
                <a:gd name="T44" fmla="*/ 598 w 598"/>
                <a:gd name="T45" fmla="*/ 237 h 2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7">
                  <a:moveTo>
                    <a:pt x="0" y="237"/>
                  </a:moveTo>
                  <a:cubicBezTo>
                    <a:pt x="252" y="237"/>
                    <a:pt x="252" y="237"/>
                    <a:pt x="270" y="236"/>
                  </a:cubicBezTo>
                  <a:cubicBezTo>
                    <a:pt x="288" y="235"/>
                    <a:pt x="288" y="235"/>
                    <a:pt x="305" y="232"/>
                  </a:cubicBezTo>
                  <a:cubicBezTo>
                    <a:pt x="323" y="230"/>
                    <a:pt x="323" y="230"/>
                    <a:pt x="343" y="224"/>
                  </a:cubicBezTo>
                  <a:cubicBezTo>
                    <a:pt x="363" y="217"/>
                    <a:pt x="363" y="217"/>
                    <a:pt x="380" y="209"/>
                  </a:cubicBezTo>
                  <a:cubicBezTo>
                    <a:pt x="398" y="200"/>
                    <a:pt x="398" y="200"/>
                    <a:pt x="413" y="191"/>
                  </a:cubicBezTo>
                  <a:cubicBezTo>
                    <a:pt x="429" y="182"/>
                    <a:pt x="429" y="182"/>
                    <a:pt x="442" y="174"/>
                  </a:cubicBezTo>
                  <a:cubicBezTo>
                    <a:pt x="454" y="166"/>
                    <a:pt x="454" y="166"/>
                    <a:pt x="463" y="159"/>
                  </a:cubicBezTo>
                  <a:cubicBezTo>
                    <a:pt x="472" y="152"/>
                    <a:pt x="472" y="152"/>
                    <a:pt x="482" y="146"/>
                  </a:cubicBezTo>
                  <a:cubicBezTo>
                    <a:pt x="492" y="139"/>
                    <a:pt x="492" y="139"/>
                    <a:pt x="502" y="127"/>
                  </a:cubicBezTo>
                  <a:cubicBezTo>
                    <a:pt x="513" y="116"/>
                    <a:pt x="513" y="116"/>
                    <a:pt x="525" y="101"/>
                  </a:cubicBezTo>
                  <a:cubicBezTo>
                    <a:pt x="538" y="86"/>
                    <a:pt x="538" y="86"/>
                    <a:pt x="550" y="69"/>
                  </a:cubicBezTo>
                  <a:cubicBezTo>
                    <a:pt x="563" y="51"/>
                    <a:pt x="563" y="51"/>
                    <a:pt x="576" y="33"/>
                  </a:cubicBezTo>
                  <a:cubicBezTo>
                    <a:pt x="589" y="15"/>
                    <a:pt x="589" y="15"/>
                    <a:pt x="598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799" name="Freeform 32">
              <a:extLst>
                <a:ext uri="{FF2B5EF4-FFF2-40B4-BE49-F238E27FC236}">
                  <a16:creationId xmlns:a16="http://schemas.microsoft.com/office/drawing/2014/main" id="{2B6ED24A-0E9D-422B-89C5-12863B11F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511300"/>
              <a:ext cx="74613" cy="255588"/>
            </a:xfrm>
            <a:custGeom>
              <a:avLst/>
              <a:gdLst>
                <a:gd name="T0" fmla="*/ 0 w 71"/>
                <a:gd name="T1" fmla="*/ 0 h 239"/>
                <a:gd name="T2" fmla="*/ 2147483646 w 71"/>
                <a:gd name="T3" fmla="*/ 2147483646 h 239"/>
                <a:gd name="T4" fmla="*/ 2147483646 w 71"/>
                <a:gd name="T5" fmla="*/ 2147483646 h 239"/>
                <a:gd name="T6" fmla="*/ 2147483646 w 71"/>
                <a:gd name="T7" fmla="*/ 2147483646 h 239"/>
                <a:gd name="T8" fmla="*/ 2147483646 w 71"/>
                <a:gd name="T9" fmla="*/ 2147483646 h 239"/>
                <a:gd name="T10" fmla="*/ 2147483646 w 71"/>
                <a:gd name="T11" fmla="*/ 2147483646 h 239"/>
                <a:gd name="T12" fmla="*/ 2147483646 w 71"/>
                <a:gd name="T13" fmla="*/ 2147483646 h 239"/>
                <a:gd name="T14" fmla="*/ 2147483646 w 71"/>
                <a:gd name="T15" fmla="*/ 214748364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9"/>
                <a:gd name="T26" fmla="*/ 71 w 71"/>
                <a:gd name="T27" fmla="*/ 239 h 2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9">
                  <a:moveTo>
                    <a:pt x="0" y="0"/>
                  </a:moveTo>
                  <a:cubicBezTo>
                    <a:pt x="16" y="29"/>
                    <a:pt x="16" y="29"/>
                    <a:pt x="23" y="44"/>
                  </a:cubicBezTo>
                  <a:cubicBezTo>
                    <a:pt x="29" y="59"/>
                    <a:pt x="29" y="59"/>
                    <a:pt x="36" y="77"/>
                  </a:cubicBezTo>
                  <a:cubicBezTo>
                    <a:pt x="43" y="95"/>
                    <a:pt x="43" y="95"/>
                    <a:pt x="48" y="113"/>
                  </a:cubicBezTo>
                  <a:cubicBezTo>
                    <a:pt x="54" y="131"/>
                    <a:pt x="54" y="131"/>
                    <a:pt x="59" y="150"/>
                  </a:cubicBezTo>
                  <a:cubicBezTo>
                    <a:pt x="65" y="168"/>
                    <a:pt x="65" y="168"/>
                    <a:pt x="66" y="183"/>
                  </a:cubicBezTo>
                  <a:cubicBezTo>
                    <a:pt x="68" y="199"/>
                    <a:pt x="68" y="199"/>
                    <a:pt x="69" y="208"/>
                  </a:cubicBezTo>
                  <a:cubicBezTo>
                    <a:pt x="71" y="218"/>
                    <a:pt x="71" y="218"/>
                    <a:pt x="70" y="239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00" name="Freeform 33">
              <a:extLst>
                <a:ext uri="{FF2B5EF4-FFF2-40B4-BE49-F238E27FC236}">
                  <a16:creationId xmlns:a16="http://schemas.microsoft.com/office/drawing/2014/main" id="{7DA208FD-62BD-40FD-A40A-37A1B538C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765300"/>
              <a:ext cx="74613" cy="255588"/>
            </a:xfrm>
            <a:custGeom>
              <a:avLst/>
              <a:gdLst>
                <a:gd name="T0" fmla="*/ 0 w 71"/>
                <a:gd name="T1" fmla="*/ 2147483646 h 238"/>
                <a:gd name="T2" fmla="*/ 2147483646 w 71"/>
                <a:gd name="T3" fmla="*/ 2147483646 h 238"/>
                <a:gd name="T4" fmla="*/ 2147483646 w 71"/>
                <a:gd name="T5" fmla="*/ 2147483646 h 238"/>
                <a:gd name="T6" fmla="*/ 2147483646 w 71"/>
                <a:gd name="T7" fmla="*/ 2147483646 h 238"/>
                <a:gd name="T8" fmla="*/ 2147483646 w 71"/>
                <a:gd name="T9" fmla="*/ 2147483646 h 238"/>
                <a:gd name="T10" fmla="*/ 2147483646 w 71"/>
                <a:gd name="T11" fmla="*/ 2147483646 h 238"/>
                <a:gd name="T12" fmla="*/ 2147483646 w 71"/>
                <a:gd name="T13" fmla="*/ 2147483646 h 238"/>
                <a:gd name="T14" fmla="*/ 2147483646 w 71"/>
                <a:gd name="T15" fmla="*/ 0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8"/>
                <a:gd name="T26" fmla="*/ 71 w 71"/>
                <a:gd name="T27" fmla="*/ 238 h 2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8">
                  <a:moveTo>
                    <a:pt x="0" y="238"/>
                  </a:moveTo>
                  <a:cubicBezTo>
                    <a:pt x="16" y="210"/>
                    <a:pt x="16" y="210"/>
                    <a:pt x="23" y="195"/>
                  </a:cubicBezTo>
                  <a:cubicBezTo>
                    <a:pt x="29" y="180"/>
                    <a:pt x="29" y="180"/>
                    <a:pt x="36" y="162"/>
                  </a:cubicBezTo>
                  <a:cubicBezTo>
                    <a:pt x="43" y="143"/>
                    <a:pt x="43" y="143"/>
                    <a:pt x="48" y="125"/>
                  </a:cubicBezTo>
                  <a:cubicBezTo>
                    <a:pt x="54" y="107"/>
                    <a:pt x="54" y="107"/>
                    <a:pt x="59" y="89"/>
                  </a:cubicBezTo>
                  <a:cubicBezTo>
                    <a:pt x="65" y="71"/>
                    <a:pt x="65" y="71"/>
                    <a:pt x="66" y="55"/>
                  </a:cubicBezTo>
                  <a:cubicBezTo>
                    <a:pt x="68" y="40"/>
                    <a:pt x="68" y="40"/>
                    <a:pt x="69" y="30"/>
                  </a:cubicBezTo>
                  <a:cubicBezTo>
                    <a:pt x="71" y="21"/>
                    <a:pt x="71" y="21"/>
                    <a:pt x="70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01" name="Line 34">
              <a:extLst>
                <a:ext uri="{FF2B5EF4-FFF2-40B4-BE49-F238E27FC236}">
                  <a16:creationId xmlns:a16="http://schemas.microsoft.com/office/drawing/2014/main" id="{7682CDFC-0DF1-48B0-8B9D-5F208D2E24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0688" y="38925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02" name="Freeform 35">
              <a:extLst>
                <a:ext uri="{FF2B5EF4-FFF2-40B4-BE49-F238E27FC236}">
                  <a16:creationId xmlns:a16="http://schemas.microsoft.com/office/drawing/2014/main" id="{15DC6077-1B7F-4514-A665-CB75C238B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813" y="1471613"/>
              <a:ext cx="600075" cy="2420937"/>
            </a:xfrm>
            <a:custGeom>
              <a:avLst/>
              <a:gdLst>
                <a:gd name="T0" fmla="*/ 0 w 378"/>
                <a:gd name="T1" fmla="*/ 2147483646 h 1525"/>
                <a:gd name="T2" fmla="*/ 0 w 378"/>
                <a:gd name="T3" fmla="*/ 0 h 1525"/>
                <a:gd name="T4" fmla="*/ 2147483646 w 378"/>
                <a:gd name="T5" fmla="*/ 0 h 1525"/>
                <a:gd name="T6" fmla="*/ 0 60000 65536"/>
                <a:gd name="T7" fmla="*/ 0 60000 65536"/>
                <a:gd name="T8" fmla="*/ 0 60000 65536"/>
                <a:gd name="T9" fmla="*/ 0 w 378"/>
                <a:gd name="T10" fmla="*/ 0 h 1525"/>
                <a:gd name="T11" fmla="*/ 378 w 378"/>
                <a:gd name="T12" fmla="*/ 1525 h 15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8" h="1525">
                  <a:moveTo>
                    <a:pt x="0" y="1525"/>
                  </a:moveTo>
                  <a:lnTo>
                    <a:pt x="0" y="0"/>
                  </a:lnTo>
                  <a:lnTo>
                    <a:pt x="3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03" name="Freeform 36">
              <a:extLst>
                <a:ext uri="{FF2B5EF4-FFF2-40B4-BE49-F238E27FC236}">
                  <a16:creationId xmlns:a16="http://schemas.microsoft.com/office/drawing/2014/main" id="{7FCFCCE4-3CA6-4457-8C8A-0C8FD77E6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625" y="4762500"/>
              <a:ext cx="63500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04" name="Line 42">
              <a:extLst>
                <a:ext uri="{FF2B5EF4-FFF2-40B4-BE49-F238E27FC236}">
                  <a16:creationId xmlns:a16="http://schemas.microsoft.com/office/drawing/2014/main" id="{C0771786-A757-4E48-815F-10F6C192C0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18350" y="1471613"/>
              <a:ext cx="298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05" name="Line 43">
              <a:extLst>
                <a:ext uri="{FF2B5EF4-FFF2-40B4-BE49-F238E27FC236}">
                  <a16:creationId xmlns:a16="http://schemas.microsoft.com/office/drawing/2014/main" id="{B064DC92-47BF-464E-A4A1-7FA4CDDF23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6875" y="1320800"/>
              <a:ext cx="1698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06" name="Line 44">
              <a:extLst>
                <a:ext uri="{FF2B5EF4-FFF2-40B4-BE49-F238E27FC236}">
                  <a16:creationId xmlns:a16="http://schemas.microsoft.com/office/drawing/2014/main" id="{6CC83E49-5939-4D4A-BEAF-5B96D96D4A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7600" y="1136650"/>
              <a:ext cx="1219200" cy="12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07" name="Freeform 45">
              <a:extLst>
                <a:ext uri="{FF2B5EF4-FFF2-40B4-BE49-F238E27FC236}">
                  <a16:creationId xmlns:a16="http://schemas.microsoft.com/office/drawing/2014/main" id="{03D6FE98-AA5E-4553-9D28-AD6543F93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7600" y="1471613"/>
              <a:ext cx="920750" cy="2120900"/>
            </a:xfrm>
            <a:custGeom>
              <a:avLst/>
              <a:gdLst>
                <a:gd name="T0" fmla="*/ 0 w 580"/>
                <a:gd name="T1" fmla="*/ 2147483646 h 1336"/>
                <a:gd name="T2" fmla="*/ 2147483646 w 580"/>
                <a:gd name="T3" fmla="*/ 2147483646 h 1336"/>
                <a:gd name="T4" fmla="*/ 2147483646 w 580"/>
                <a:gd name="T5" fmla="*/ 0 h 1336"/>
                <a:gd name="T6" fmla="*/ 0 60000 65536"/>
                <a:gd name="T7" fmla="*/ 0 60000 65536"/>
                <a:gd name="T8" fmla="*/ 0 60000 65536"/>
                <a:gd name="T9" fmla="*/ 0 w 580"/>
                <a:gd name="T10" fmla="*/ 0 h 1336"/>
                <a:gd name="T11" fmla="*/ 580 w 580"/>
                <a:gd name="T12" fmla="*/ 1336 h 1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0" h="1336">
                  <a:moveTo>
                    <a:pt x="0" y="1336"/>
                  </a:moveTo>
                  <a:lnTo>
                    <a:pt x="580" y="1336"/>
                  </a:lnTo>
                  <a:lnTo>
                    <a:pt x="58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08" name="Line 46">
              <a:extLst>
                <a:ext uri="{FF2B5EF4-FFF2-40B4-BE49-F238E27FC236}">
                  <a16:creationId xmlns:a16="http://schemas.microsoft.com/office/drawing/2014/main" id="{A44E1561-967A-49D4-8F99-C09D424F2E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86738" y="1320800"/>
              <a:ext cx="150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09" name="Rectangle 47">
              <a:extLst>
                <a:ext uri="{FF2B5EF4-FFF2-40B4-BE49-F238E27FC236}">
                  <a16:creationId xmlns:a16="http://schemas.microsoft.com/office/drawing/2014/main" id="{B068B3BA-D47E-417A-89B2-0C31C3FAD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16637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10" name="Rectangle 48">
              <a:extLst>
                <a:ext uri="{FF2B5EF4-FFF2-40B4-BE49-F238E27FC236}">
                  <a16:creationId xmlns:a16="http://schemas.microsoft.com/office/drawing/2014/main" id="{12A3D6DC-EFFF-4600-9378-4CC6C86D2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288" y="3786188"/>
              <a:ext cx="59690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Clock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11" name="Freeform 49">
              <a:extLst>
                <a:ext uri="{FF2B5EF4-FFF2-40B4-BE49-F238E27FC236}">
                  <a16:creationId xmlns:a16="http://schemas.microsoft.com/office/drawing/2014/main" id="{39C87B71-57B8-4BD3-B827-3EDE77A5A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120775"/>
              <a:ext cx="41275" cy="63500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12" name="Rectangle 50">
              <a:extLst>
                <a:ext uri="{FF2B5EF4-FFF2-40B4-BE49-F238E27FC236}">
                  <a16:creationId xmlns:a16="http://schemas.microsoft.com/office/drawing/2014/main" id="{14C6155F-58AE-49E9-B8E0-B9C06050E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813" y="4676775"/>
              <a:ext cx="73183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Resetn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13" name="Rectangle 51">
              <a:extLst>
                <a:ext uri="{FF2B5EF4-FFF2-40B4-BE49-F238E27FC236}">
                  <a16:creationId xmlns:a16="http://schemas.microsoft.com/office/drawing/2014/main" id="{97B67632-6C69-454C-B723-B0C186D94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326707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14" name="Rectangle 52">
              <a:extLst>
                <a:ext uri="{FF2B5EF4-FFF2-40B4-BE49-F238E27FC236}">
                  <a16:creationId xmlns:a16="http://schemas.microsoft.com/office/drawing/2014/main" id="{C674A535-D9B2-4E03-A47D-3D695000B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33639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15" name="Rectangle 53">
              <a:extLst>
                <a:ext uri="{FF2B5EF4-FFF2-40B4-BE49-F238E27FC236}">
                  <a16:creationId xmlns:a16="http://schemas.microsoft.com/office/drawing/2014/main" id="{2FD570A8-B4C4-4960-B3D8-0C60E3A08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820738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16" name="Rectangle 54">
              <a:extLst>
                <a:ext uri="{FF2B5EF4-FFF2-40B4-BE49-F238E27FC236}">
                  <a16:creationId xmlns:a16="http://schemas.microsoft.com/office/drawing/2014/main" id="{4CED6C1B-4A87-4202-8B82-2E45FE498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915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17" name="Rectangle 55">
              <a:extLst>
                <a:ext uri="{FF2B5EF4-FFF2-40B4-BE49-F238E27FC236}">
                  <a16:creationId xmlns:a16="http://schemas.microsoft.com/office/drawing/2014/main" id="{9F010AE6-4B9A-46E8-B90B-FDBF86EBD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3289300"/>
              <a:ext cx="19208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18" name="Rectangle 56">
              <a:extLst>
                <a:ext uri="{FF2B5EF4-FFF2-40B4-BE49-F238E27FC236}">
                  <a16:creationId xmlns:a16="http://schemas.microsoft.com/office/drawing/2014/main" id="{F8799A85-6F04-4C1B-BE93-F3CFF26B2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3384550"/>
              <a:ext cx="165100" cy="220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19" name="Rectangle 57">
              <a:extLst>
                <a:ext uri="{FF2B5EF4-FFF2-40B4-BE49-F238E27FC236}">
                  <a16:creationId xmlns:a16="http://schemas.microsoft.com/office/drawing/2014/main" id="{0D26D76B-209B-48CC-A68A-14FE08D9D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865188"/>
              <a:ext cx="192087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20" name="Line 58">
              <a:extLst>
                <a:ext uri="{FF2B5EF4-FFF2-40B4-BE49-F238E27FC236}">
                  <a16:creationId xmlns:a16="http://schemas.microsoft.com/office/drawing/2014/main" id="{29911F1E-93EC-4FA3-8E37-CFC81D9251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62338" y="3592513"/>
              <a:ext cx="19875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21" name="Rectangle 59">
              <a:extLst>
                <a:ext uri="{FF2B5EF4-FFF2-40B4-BE49-F238E27FC236}">
                  <a16:creationId xmlns:a16="http://schemas.microsoft.com/office/drawing/2014/main" id="{AAF13005-1FF0-410C-B6E5-D2BB091DF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96043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22" name="Rectangle 60">
              <a:extLst>
                <a:ext uri="{FF2B5EF4-FFF2-40B4-BE49-F238E27FC236}">
                  <a16:creationId xmlns:a16="http://schemas.microsoft.com/office/drawing/2014/main" id="{5AF10FDD-5F1D-446F-84FC-60B7912E9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" y="1042988"/>
              <a:ext cx="2349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23" name="Rectangle 61">
              <a:extLst>
                <a:ext uri="{FF2B5EF4-FFF2-40B4-BE49-F238E27FC236}">
                  <a16:creationId xmlns:a16="http://schemas.microsoft.com/office/drawing/2014/main" id="{1575771A-A080-42DB-966A-413EDA220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4225" y="1193800"/>
              <a:ext cx="18573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24" name="Rectangle 62">
              <a:extLst>
                <a:ext uri="{FF2B5EF4-FFF2-40B4-BE49-F238E27FC236}">
                  <a16:creationId xmlns:a16="http://schemas.microsoft.com/office/drawing/2014/main" id="{09332D83-E4CD-47D1-8319-96993726F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3292475"/>
              <a:ext cx="747712" cy="12001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25" name="Rectangle 63">
              <a:extLst>
                <a:ext uri="{FF2B5EF4-FFF2-40B4-BE49-F238E27FC236}">
                  <a16:creationId xmlns:a16="http://schemas.microsoft.com/office/drawing/2014/main" id="{263F974C-546C-4087-AF33-8A7E2749E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1651000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26" name="Rectangle 64">
              <a:extLst>
                <a:ext uri="{FF2B5EF4-FFF2-40B4-BE49-F238E27FC236}">
                  <a16:creationId xmlns:a16="http://schemas.microsoft.com/office/drawing/2014/main" id="{9C60027D-0F52-4B0B-9CD3-C9D252271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348932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27" name="Rectangle 65">
              <a:extLst>
                <a:ext uri="{FF2B5EF4-FFF2-40B4-BE49-F238E27FC236}">
                  <a16:creationId xmlns:a16="http://schemas.microsoft.com/office/drawing/2014/main" id="{8D1520FC-9F7F-447D-B5AE-F3DCCF0A8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34798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28" name="Line 66">
              <a:extLst>
                <a:ext uri="{FF2B5EF4-FFF2-40B4-BE49-F238E27FC236}">
                  <a16:creationId xmlns:a16="http://schemas.microsoft.com/office/drawing/2014/main" id="{29D904A2-B936-4320-AB9C-633FD6A4AC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4084638"/>
              <a:ext cx="1063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29" name="Freeform 67">
              <a:extLst>
                <a:ext uri="{FF2B5EF4-FFF2-40B4-BE49-F238E27FC236}">
                  <a16:creationId xmlns:a16="http://schemas.microsoft.com/office/drawing/2014/main" id="{7B3949F7-4B20-4797-910A-3515EECBF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3806825"/>
              <a:ext cx="149225" cy="171450"/>
            </a:xfrm>
            <a:custGeom>
              <a:avLst/>
              <a:gdLst>
                <a:gd name="T0" fmla="*/ 0 w 94"/>
                <a:gd name="T1" fmla="*/ 2147483646 h 108"/>
                <a:gd name="T2" fmla="*/ 2147483646 w 94"/>
                <a:gd name="T3" fmla="*/ 2147483646 h 108"/>
                <a:gd name="T4" fmla="*/ 0 w 94"/>
                <a:gd name="T5" fmla="*/ 0 h 108"/>
                <a:gd name="T6" fmla="*/ 0 60000 65536"/>
                <a:gd name="T7" fmla="*/ 0 60000 65536"/>
                <a:gd name="T8" fmla="*/ 0 60000 65536"/>
                <a:gd name="T9" fmla="*/ 0 w 94"/>
                <a:gd name="T10" fmla="*/ 0 h 108"/>
                <a:gd name="T11" fmla="*/ 94 w 94"/>
                <a:gd name="T12" fmla="*/ 108 h 1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108">
                  <a:moveTo>
                    <a:pt x="0" y="108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30" name="Rectangle 68">
              <a:extLst>
                <a:ext uri="{FF2B5EF4-FFF2-40B4-BE49-F238E27FC236}">
                  <a16:creationId xmlns:a16="http://schemas.microsoft.com/office/drawing/2014/main" id="{569831C0-7495-4FF6-967B-12D8E499C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4094163"/>
              <a:ext cx="2476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31" name="Freeform 69">
              <a:extLst>
                <a:ext uri="{FF2B5EF4-FFF2-40B4-BE49-F238E27FC236}">
                  <a16:creationId xmlns:a16="http://schemas.microsoft.com/office/drawing/2014/main" id="{AAE8E30A-377A-42EF-807F-94DD70E4B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1920875"/>
              <a:ext cx="3635375" cy="2271713"/>
            </a:xfrm>
            <a:custGeom>
              <a:avLst/>
              <a:gdLst>
                <a:gd name="T0" fmla="*/ 0 w 2290"/>
                <a:gd name="T1" fmla="*/ 0 h 1431"/>
                <a:gd name="T2" fmla="*/ 0 w 2290"/>
                <a:gd name="T3" fmla="*/ 2147483646 h 1431"/>
                <a:gd name="T4" fmla="*/ 2147483646 w 2290"/>
                <a:gd name="T5" fmla="*/ 2147483646 h 1431"/>
                <a:gd name="T6" fmla="*/ 2147483646 w 2290"/>
                <a:gd name="T7" fmla="*/ 2147483646 h 1431"/>
                <a:gd name="T8" fmla="*/ 2147483646 w 2290"/>
                <a:gd name="T9" fmla="*/ 2147483646 h 1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0"/>
                <a:gd name="T16" fmla="*/ 0 h 1431"/>
                <a:gd name="T17" fmla="*/ 2290 w 2290"/>
                <a:gd name="T18" fmla="*/ 1431 h 1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0" h="1431">
                  <a:moveTo>
                    <a:pt x="0" y="0"/>
                  </a:moveTo>
                  <a:lnTo>
                    <a:pt x="0" y="662"/>
                  </a:lnTo>
                  <a:lnTo>
                    <a:pt x="2290" y="662"/>
                  </a:lnTo>
                  <a:lnTo>
                    <a:pt x="2290" y="1431"/>
                  </a:lnTo>
                  <a:lnTo>
                    <a:pt x="1899" y="14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32" name="Freeform 70">
              <a:extLst>
                <a:ext uri="{FF2B5EF4-FFF2-40B4-BE49-F238E27FC236}">
                  <a16:creationId xmlns:a16="http://schemas.microsoft.com/office/drawing/2014/main" id="{364CC3AA-D314-48C3-960E-10D578DF4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225" y="1149350"/>
              <a:ext cx="4256088" cy="2292350"/>
            </a:xfrm>
            <a:custGeom>
              <a:avLst/>
              <a:gdLst>
                <a:gd name="T0" fmla="*/ 0 w 2681"/>
                <a:gd name="T1" fmla="*/ 2147483646 h 1444"/>
                <a:gd name="T2" fmla="*/ 0 w 2681"/>
                <a:gd name="T3" fmla="*/ 2147483646 h 1444"/>
                <a:gd name="T4" fmla="*/ 2147483646 w 2681"/>
                <a:gd name="T5" fmla="*/ 2147483646 h 1444"/>
                <a:gd name="T6" fmla="*/ 2147483646 w 2681"/>
                <a:gd name="T7" fmla="*/ 0 h 14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81"/>
                <a:gd name="T13" fmla="*/ 0 h 1444"/>
                <a:gd name="T14" fmla="*/ 2681 w 2681"/>
                <a:gd name="T15" fmla="*/ 1444 h 14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81" h="1444">
                  <a:moveTo>
                    <a:pt x="0" y="1444"/>
                  </a:moveTo>
                  <a:lnTo>
                    <a:pt x="0" y="770"/>
                  </a:lnTo>
                  <a:lnTo>
                    <a:pt x="2681" y="770"/>
                  </a:lnTo>
                  <a:lnTo>
                    <a:pt x="2681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33" name="Line 71">
              <a:extLst>
                <a:ext uri="{FF2B5EF4-FFF2-40B4-BE49-F238E27FC236}">
                  <a16:creationId xmlns:a16="http://schemas.microsoft.com/office/drawing/2014/main" id="{B6F3B3CE-CBE5-4D05-91A6-D37F89A2A6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988" y="1149350"/>
              <a:ext cx="4406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34" name="Line 73">
              <a:extLst>
                <a:ext uri="{FF2B5EF4-FFF2-40B4-BE49-F238E27FC236}">
                  <a16:creationId xmlns:a16="http://schemas.microsoft.com/office/drawing/2014/main" id="{88EECF6A-779D-4812-8637-E4DC2F3713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663" y="1620838"/>
              <a:ext cx="300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35" name="Freeform 74">
              <a:extLst>
                <a:ext uri="{FF2B5EF4-FFF2-40B4-BE49-F238E27FC236}">
                  <a16:creationId xmlns:a16="http://schemas.microsoft.com/office/drawing/2014/main" id="{A4C60309-943B-4EEF-A819-E1AA77C32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0" y="1471613"/>
              <a:ext cx="300038" cy="300037"/>
            </a:xfrm>
            <a:custGeom>
              <a:avLst/>
              <a:gdLst>
                <a:gd name="T0" fmla="*/ 2147483646 w 189"/>
                <a:gd name="T1" fmla="*/ 2147483646 h 189"/>
                <a:gd name="T2" fmla="*/ 0 w 189"/>
                <a:gd name="T3" fmla="*/ 2147483646 h 189"/>
                <a:gd name="T4" fmla="*/ 0 w 189"/>
                <a:gd name="T5" fmla="*/ 0 h 189"/>
                <a:gd name="T6" fmla="*/ 0 60000 65536"/>
                <a:gd name="T7" fmla="*/ 0 60000 65536"/>
                <a:gd name="T8" fmla="*/ 0 60000 65536"/>
                <a:gd name="T9" fmla="*/ 0 w 189"/>
                <a:gd name="T10" fmla="*/ 0 h 189"/>
                <a:gd name="T11" fmla="*/ 189 w 189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189">
                  <a:moveTo>
                    <a:pt x="189" y="94"/>
                  </a:moveTo>
                  <a:lnTo>
                    <a:pt x="0" y="189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36" name="Oval 76">
              <a:extLst>
                <a:ext uri="{FF2B5EF4-FFF2-40B4-BE49-F238E27FC236}">
                  <a16:creationId xmlns:a16="http://schemas.microsoft.com/office/drawing/2014/main" id="{E1C21D11-8506-42B5-B7F3-9D4FF86F3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325" y="1568450"/>
              <a:ext cx="96838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37" name="Line 77">
              <a:extLst>
                <a:ext uri="{FF2B5EF4-FFF2-40B4-BE49-F238E27FC236}">
                  <a16:creationId xmlns:a16="http://schemas.microsoft.com/office/drawing/2014/main" id="{E2A90D73-F3AB-44F3-B719-D16DC8C5E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62163" y="1620838"/>
              <a:ext cx="14001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38" name="Freeform 78">
              <a:extLst>
                <a:ext uri="{FF2B5EF4-FFF2-40B4-BE49-F238E27FC236}">
                  <a16:creationId xmlns:a16="http://schemas.microsoft.com/office/drawing/2014/main" id="{4759F073-17F5-4408-8C32-74DA2DA50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188" y="1620838"/>
              <a:ext cx="3187700" cy="2571750"/>
            </a:xfrm>
            <a:custGeom>
              <a:avLst/>
              <a:gdLst>
                <a:gd name="T0" fmla="*/ 2147483646 w 2008"/>
                <a:gd name="T1" fmla="*/ 2147483646 h 1620"/>
                <a:gd name="T2" fmla="*/ 0 w 2008"/>
                <a:gd name="T3" fmla="*/ 2147483646 h 1620"/>
                <a:gd name="T4" fmla="*/ 0 w 2008"/>
                <a:gd name="T5" fmla="*/ 0 h 1620"/>
                <a:gd name="T6" fmla="*/ 0 60000 65536"/>
                <a:gd name="T7" fmla="*/ 0 60000 65536"/>
                <a:gd name="T8" fmla="*/ 0 60000 65536"/>
                <a:gd name="T9" fmla="*/ 0 w 2008"/>
                <a:gd name="T10" fmla="*/ 0 h 1620"/>
                <a:gd name="T11" fmla="*/ 2008 w 2008"/>
                <a:gd name="T12" fmla="*/ 1620 h 16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08" h="1620">
                  <a:moveTo>
                    <a:pt x="2008" y="1620"/>
                  </a:moveTo>
                  <a:lnTo>
                    <a:pt x="0" y="162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39" name="Freeform 79">
              <a:extLst>
                <a:ext uri="{FF2B5EF4-FFF2-40B4-BE49-F238E27FC236}">
                  <a16:creationId xmlns:a16="http://schemas.microsoft.com/office/drawing/2014/main" id="{AC604128-9C29-4120-A2BE-47DABC63B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128713"/>
              <a:ext cx="65087" cy="63500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40" name="Freeform 80">
              <a:extLst>
                <a:ext uri="{FF2B5EF4-FFF2-40B4-BE49-F238E27FC236}">
                  <a16:creationId xmlns:a16="http://schemas.microsoft.com/office/drawing/2014/main" id="{22076E28-03FD-4157-B49D-895A682C4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577975"/>
              <a:ext cx="65087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41" name="Freeform 81">
              <a:extLst>
                <a:ext uri="{FF2B5EF4-FFF2-40B4-BE49-F238E27FC236}">
                  <a16:creationId xmlns:a16="http://schemas.microsoft.com/office/drawing/2014/main" id="{8B4889EE-CA48-4EAE-8C1E-865915676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550" y="1585913"/>
              <a:ext cx="42863" cy="65087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842" name="Rectangle 82">
              <a:extLst>
                <a:ext uri="{FF2B5EF4-FFF2-40B4-BE49-F238E27FC236}">
                  <a16:creationId xmlns:a16="http://schemas.microsoft.com/office/drawing/2014/main" id="{B58C2D73-4463-4A69-B0F0-E2545538C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4079875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43" name="Rectangle 83">
              <a:extLst>
                <a:ext uri="{FF2B5EF4-FFF2-40B4-BE49-F238E27FC236}">
                  <a16:creationId xmlns:a16="http://schemas.microsoft.com/office/drawing/2014/main" id="{1278D6D1-810E-4E1B-A294-F0732A3C0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4249738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44" name="Rectangle 84">
              <a:extLst>
                <a:ext uri="{FF2B5EF4-FFF2-40B4-BE49-F238E27FC236}">
                  <a16:creationId xmlns:a16="http://schemas.microsoft.com/office/drawing/2014/main" id="{8E1659B0-F35E-4E22-978D-945130394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4344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45" name="Rectangle 85">
              <a:extLst>
                <a:ext uri="{FF2B5EF4-FFF2-40B4-BE49-F238E27FC236}">
                  <a16:creationId xmlns:a16="http://schemas.microsoft.com/office/drawing/2014/main" id="{65EEA28B-5525-45EB-BD3A-9125C999E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1820863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46" name="Oval 87">
              <a:extLst>
                <a:ext uri="{FF2B5EF4-FFF2-40B4-BE49-F238E27FC236}">
                  <a16:creationId xmlns:a16="http://schemas.microsoft.com/office/drawing/2014/main" id="{583B87B2-DD0D-4EE4-9FA1-0750F3B77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2090738"/>
              <a:ext cx="98425" cy="96837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47" name="Oval 89">
              <a:extLst>
                <a:ext uri="{FF2B5EF4-FFF2-40B4-BE49-F238E27FC236}">
                  <a16:creationId xmlns:a16="http://schemas.microsoft.com/office/drawing/2014/main" id="{AF6D86F8-B8D6-495F-BB70-A6F2D24C4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4511675"/>
              <a:ext cx="98425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48" name="Rectangle 90">
              <a:extLst>
                <a:ext uri="{FF2B5EF4-FFF2-40B4-BE49-F238E27FC236}">
                  <a16:creationId xmlns:a16="http://schemas.microsoft.com/office/drawing/2014/main" id="{66FC810C-BA0F-4F19-9A6C-F12E8FD42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19161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49" name="AutoShape 92">
              <a:extLst>
                <a:ext uri="{FF2B5EF4-FFF2-40B4-BE49-F238E27FC236}">
                  <a16:creationId xmlns:a16="http://schemas.microsoft.com/office/drawing/2014/main" id="{004508B7-35F5-4068-9367-65452F1A4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900" y="3355975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50" name="AutoShape 94">
              <a:extLst>
                <a:ext uri="{FF2B5EF4-FFF2-40B4-BE49-F238E27FC236}">
                  <a16:creationId xmlns:a16="http://schemas.microsoft.com/office/drawing/2014/main" id="{355E49BC-FF25-413C-8C8B-B4BD9A238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6800" y="1073150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851" name="Line 95">
              <a:extLst>
                <a:ext uri="{FF2B5EF4-FFF2-40B4-BE49-F238E27FC236}">
                  <a16:creationId xmlns:a16="http://schemas.microsoft.com/office/drawing/2014/main" id="{1090F9E3-BCA1-42A9-BC08-44F1074307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3700" y="1465263"/>
              <a:ext cx="300038" cy="1571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cxnSp>
        <p:nvCxnSpPr>
          <p:cNvPr id="75779" name="Straight Connector 78">
            <a:extLst>
              <a:ext uri="{FF2B5EF4-FFF2-40B4-BE49-F238E27FC236}">
                <a16:creationId xmlns:a16="http://schemas.microsoft.com/office/drawing/2014/main" id="{C46CA5F7-343C-4D2F-AAEE-1FEBF76E9912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011738" y="2543175"/>
            <a:ext cx="433387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5780" name="Straight Connector 80">
            <a:extLst>
              <a:ext uri="{FF2B5EF4-FFF2-40B4-BE49-F238E27FC236}">
                <a16:creationId xmlns:a16="http://schemas.microsoft.com/office/drawing/2014/main" id="{FAECFB43-8AE0-4FCB-B5AD-560C6F5A0DFB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033963" y="1930400"/>
            <a:ext cx="434975" cy="0"/>
          </a:xfrm>
          <a:prstGeom prst="lin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5781" name="Straight Connector 81">
            <a:extLst>
              <a:ext uri="{FF2B5EF4-FFF2-40B4-BE49-F238E27FC236}">
                <a16:creationId xmlns:a16="http://schemas.microsoft.com/office/drawing/2014/main" id="{2D4B3D89-5D71-4668-8815-97BE4468212D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002213" y="4370388"/>
            <a:ext cx="434975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5782" name="Straight Connector 82">
            <a:extLst>
              <a:ext uri="{FF2B5EF4-FFF2-40B4-BE49-F238E27FC236}">
                <a16:creationId xmlns:a16="http://schemas.microsoft.com/office/drawing/2014/main" id="{B742A697-F27D-45A6-9050-AC1B35F800CB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013325" y="4962525"/>
            <a:ext cx="433388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1BEF50AD-F50E-4475-B2DE-AA084E751AD9}"/>
                  </a:ext>
                </a:extLst>
              </p14:cNvPr>
              <p14:cNvContentPartPr/>
              <p14:nvPr/>
            </p14:nvContentPartPr>
            <p14:xfrm>
              <a:off x="3037680" y="545760"/>
              <a:ext cx="5536080" cy="37724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1BEF50AD-F50E-4475-B2DE-AA084E751AD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28320" y="536400"/>
                <a:ext cx="5554800" cy="37911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7F96F15F-BC38-3F46-9651-AB54B2FF406D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What are their logic expressions?</a:t>
            </a:r>
          </a:p>
        </p:txBody>
      </p:sp>
      <p:grpSp>
        <p:nvGrpSpPr>
          <p:cNvPr id="76802" name="Group 6">
            <a:extLst>
              <a:ext uri="{FF2B5EF4-FFF2-40B4-BE49-F238E27FC236}">
                <a16:creationId xmlns:a16="http://schemas.microsoft.com/office/drawing/2014/main" id="{024EA600-DA28-4FC1-9438-5579C732ACBC}"/>
              </a:ext>
            </a:extLst>
          </p:cNvPr>
          <p:cNvGrpSpPr>
            <a:grpSpLocks/>
          </p:cNvGrpSpPr>
          <p:nvPr/>
        </p:nvGrpSpPr>
        <p:grpSpPr bwMode="auto">
          <a:xfrm>
            <a:off x="800100" y="1598613"/>
            <a:ext cx="7789863" cy="4127500"/>
            <a:chOff x="800100" y="820738"/>
            <a:chExt cx="7789863" cy="4127500"/>
          </a:xfrm>
        </p:grpSpPr>
        <p:sp>
          <p:nvSpPr>
            <p:cNvPr id="76807" name="Freeform 9">
              <a:extLst>
                <a:ext uri="{FF2B5EF4-FFF2-40B4-BE49-F238E27FC236}">
                  <a16:creationId xmlns:a16="http://schemas.microsoft.com/office/drawing/2014/main" id="{5C6A5356-B2B1-4743-9263-6166F8FD1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663" y="1149350"/>
              <a:ext cx="1198562" cy="2592388"/>
            </a:xfrm>
            <a:custGeom>
              <a:avLst/>
              <a:gdLst>
                <a:gd name="T0" fmla="*/ 0 w 755"/>
                <a:gd name="T1" fmla="*/ 0 h 1633"/>
                <a:gd name="T2" fmla="*/ 0 w 755"/>
                <a:gd name="T3" fmla="*/ 2147483646 h 1633"/>
                <a:gd name="T4" fmla="*/ 2147483646 w 755"/>
                <a:gd name="T5" fmla="*/ 2147483646 h 1633"/>
                <a:gd name="T6" fmla="*/ 0 60000 65536"/>
                <a:gd name="T7" fmla="*/ 0 60000 65536"/>
                <a:gd name="T8" fmla="*/ 0 60000 65536"/>
                <a:gd name="T9" fmla="*/ 0 w 755"/>
                <a:gd name="T10" fmla="*/ 0 h 1633"/>
                <a:gd name="T11" fmla="*/ 755 w 755"/>
                <a:gd name="T12" fmla="*/ 1633 h 16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55" h="1633">
                  <a:moveTo>
                    <a:pt x="0" y="0"/>
                  </a:moveTo>
                  <a:lnTo>
                    <a:pt x="0" y="1633"/>
                  </a:lnTo>
                  <a:lnTo>
                    <a:pt x="755" y="163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08" name="Freeform 10">
              <a:extLst>
                <a:ext uri="{FF2B5EF4-FFF2-40B4-BE49-F238E27FC236}">
                  <a16:creationId xmlns:a16="http://schemas.microsoft.com/office/drawing/2014/main" id="{C121308A-B9B4-4E39-A280-22E0D7CF2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8" y="4492625"/>
              <a:ext cx="1603375" cy="300038"/>
            </a:xfrm>
            <a:custGeom>
              <a:avLst/>
              <a:gdLst>
                <a:gd name="T0" fmla="*/ 0 w 1010"/>
                <a:gd name="T1" fmla="*/ 2147483646 h 189"/>
                <a:gd name="T2" fmla="*/ 2147483646 w 1010"/>
                <a:gd name="T3" fmla="*/ 2147483646 h 189"/>
                <a:gd name="T4" fmla="*/ 2147483646 w 1010"/>
                <a:gd name="T5" fmla="*/ 0 h 189"/>
                <a:gd name="T6" fmla="*/ 0 60000 65536"/>
                <a:gd name="T7" fmla="*/ 0 60000 65536"/>
                <a:gd name="T8" fmla="*/ 0 60000 65536"/>
                <a:gd name="T9" fmla="*/ 0 w 1010"/>
                <a:gd name="T10" fmla="*/ 0 h 189"/>
                <a:gd name="T11" fmla="*/ 1010 w 1010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0" h="189">
                  <a:moveTo>
                    <a:pt x="0" y="189"/>
                  </a:moveTo>
                  <a:lnTo>
                    <a:pt x="1010" y="189"/>
                  </a:lnTo>
                  <a:lnTo>
                    <a:pt x="101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09" name="Freeform 11">
              <a:extLst>
                <a:ext uri="{FF2B5EF4-FFF2-40B4-BE49-F238E27FC236}">
                  <a16:creationId xmlns:a16="http://schemas.microsoft.com/office/drawing/2014/main" id="{A4745683-A5B5-47B2-BD0C-81903C5A4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138" y="2071688"/>
              <a:ext cx="1304925" cy="2720975"/>
            </a:xfrm>
            <a:custGeom>
              <a:avLst/>
              <a:gdLst>
                <a:gd name="T0" fmla="*/ 0 w 822"/>
                <a:gd name="T1" fmla="*/ 2147483646 h 1714"/>
                <a:gd name="T2" fmla="*/ 0 w 822"/>
                <a:gd name="T3" fmla="*/ 2147483646 h 1714"/>
                <a:gd name="T4" fmla="*/ 2147483646 w 822"/>
                <a:gd name="T5" fmla="*/ 2147483646 h 1714"/>
                <a:gd name="T6" fmla="*/ 2147483646 w 822"/>
                <a:gd name="T7" fmla="*/ 0 h 17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22"/>
                <a:gd name="T13" fmla="*/ 0 h 1714"/>
                <a:gd name="T14" fmla="*/ 822 w 822"/>
                <a:gd name="T15" fmla="*/ 1714 h 17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22" h="1714">
                  <a:moveTo>
                    <a:pt x="0" y="1714"/>
                  </a:moveTo>
                  <a:lnTo>
                    <a:pt x="0" y="378"/>
                  </a:lnTo>
                  <a:lnTo>
                    <a:pt x="822" y="378"/>
                  </a:lnTo>
                  <a:lnTo>
                    <a:pt x="82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10" name="Line 16">
              <a:extLst>
                <a:ext uri="{FF2B5EF4-FFF2-40B4-BE49-F238E27FC236}">
                  <a16:creationId xmlns:a16="http://schemas.microsoft.com/office/drawing/2014/main" id="{866F7D00-1C3B-41DC-9503-6A6A380973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441700"/>
              <a:ext cx="3206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11" name="Line 17">
              <a:extLst>
                <a:ext uri="{FF2B5EF4-FFF2-40B4-BE49-F238E27FC236}">
                  <a16:creationId xmlns:a16="http://schemas.microsoft.com/office/drawing/2014/main" id="{C13260BB-6C1C-4C78-A477-226A605B1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7417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12" name="Rectangle 19">
              <a:extLst>
                <a:ext uri="{FF2B5EF4-FFF2-40B4-BE49-F238E27FC236}">
                  <a16:creationId xmlns:a16="http://schemas.microsoft.com/office/drawing/2014/main" id="{914196FF-4E05-4E48-A751-15B9A641F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849313"/>
              <a:ext cx="747712" cy="122237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13" name="Rectangle 20">
              <a:extLst>
                <a:ext uri="{FF2B5EF4-FFF2-40B4-BE49-F238E27FC236}">
                  <a16:creationId xmlns:a16="http://schemas.microsoft.com/office/drawing/2014/main" id="{373C156D-A363-4DA6-ADD2-282404729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1058863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14" name="Rectangle 21">
              <a:extLst>
                <a:ext uri="{FF2B5EF4-FFF2-40B4-BE49-F238E27FC236}">
                  <a16:creationId xmlns:a16="http://schemas.microsoft.com/office/drawing/2014/main" id="{A62AC349-0A7D-42DA-8F4F-5C4720F02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1050925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15" name="Line 22">
              <a:extLst>
                <a:ext uri="{FF2B5EF4-FFF2-40B4-BE49-F238E27FC236}">
                  <a16:creationId xmlns:a16="http://schemas.microsoft.com/office/drawing/2014/main" id="{2CCE7222-6326-4F67-909F-98CF1C3D6A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1663700"/>
              <a:ext cx="106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16" name="Freeform 23">
              <a:extLst>
                <a:ext uri="{FF2B5EF4-FFF2-40B4-BE49-F238E27FC236}">
                  <a16:creationId xmlns:a16="http://schemas.microsoft.com/office/drawing/2014/main" id="{E92A102F-BEB5-4562-9DB1-8E785C9C3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1385888"/>
              <a:ext cx="149225" cy="149225"/>
            </a:xfrm>
            <a:custGeom>
              <a:avLst/>
              <a:gdLst>
                <a:gd name="T0" fmla="*/ 0 w 94"/>
                <a:gd name="T1" fmla="*/ 2147483646 h 94"/>
                <a:gd name="T2" fmla="*/ 2147483646 w 94"/>
                <a:gd name="T3" fmla="*/ 2147483646 h 94"/>
                <a:gd name="T4" fmla="*/ 0 w 94"/>
                <a:gd name="T5" fmla="*/ 0 h 94"/>
                <a:gd name="T6" fmla="*/ 0 60000 65536"/>
                <a:gd name="T7" fmla="*/ 0 60000 65536"/>
                <a:gd name="T8" fmla="*/ 0 60000 65536"/>
                <a:gd name="T9" fmla="*/ 0 w 94"/>
                <a:gd name="T10" fmla="*/ 0 h 94"/>
                <a:gd name="T11" fmla="*/ 94 w 94"/>
                <a:gd name="T12" fmla="*/ 94 h 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94">
                  <a:moveTo>
                    <a:pt x="0" y="94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17" name="Freeform 24">
              <a:extLst>
                <a:ext uri="{FF2B5EF4-FFF2-40B4-BE49-F238E27FC236}">
                  <a16:creationId xmlns:a16="http://schemas.microsoft.com/office/drawing/2014/main" id="{8566E700-6EB5-4AE2-9727-AF741B612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3870325"/>
              <a:ext cx="63500" cy="42863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6"/>
                  </a:moveTo>
                  <a:cubicBezTo>
                    <a:pt x="0" y="1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16"/>
                    <a:pt x="60" y="16"/>
                  </a:cubicBezTo>
                  <a:cubicBezTo>
                    <a:pt x="60" y="29"/>
                    <a:pt x="49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24" y="40"/>
                    <a:pt x="24" y="40"/>
                  </a:cubicBezTo>
                  <a:cubicBezTo>
                    <a:pt x="11" y="40"/>
                    <a:pt x="0" y="29"/>
                    <a:pt x="0" y="1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18" name="Line 25">
              <a:extLst>
                <a:ext uri="{FF2B5EF4-FFF2-40B4-BE49-F238E27FC236}">
                  <a16:creationId xmlns:a16="http://schemas.microsoft.com/office/drawing/2014/main" id="{CB9BA42F-CA2D-4E50-9586-9B6349FF42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0688" y="17716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19" name="Line 28">
              <a:extLst>
                <a:ext uri="{FF2B5EF4-FFF2-40B4-BE49-F238E27FC236}">
                  <a16:creationId xmlns:a16="http://schemas.microsoft.com/office/drawing/2014/main" id="{FF4F95D5-6596-4B8C-A6DD-ABB3CBD838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1920875"/>
              <a:ext cx="298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20" name="Line 29">
              <a:extLst>
                <a:ext uri="{FF2B5EF4-FFF2-40B4-BE49-F238E27FC236}">
                  <a16:creationId xmlns:a16="http://schemas.microsoft.com/office/drawing/2014/main" id="{56EE645E-79BD-4573-BDA1-252086402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1771650"/>
              <a:ext cx="1508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21" name="Freeform 30">
              <a:extLst>
                <a:ext uri="{FF2B5EF4-FFF2-40B4-BE49-F238E27FC236}">
                  <a16:creationId xmlns:a16="http://schemas.microsoft.com/office/drawing/2014/main" id="{C7AFAE7C-C841-49C0-B08E-854750BD6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511300"/>
              <a:ext cx="638175" cy="254000"/>
            </a:xfrm>
            <a:custGeom>
              <a:avLst/>
              <a:gdLst>
                <a:gd name="T0" fmla="*/ 0 w 598"/>
                <a:gd name="T1" fmla="*/ 0 h 238"/>
                <a:gd name="T2" fmla="*/ 2147483646 w 598"/>
                <a:gd name="T3" fmla="*/ 2147483646 h 238"/>
                <a:gd name="T4" fmla="*/ 2147483646 w 598"/>
                <a:gd name="T5" fmla="*/ 2147483646 h 238"/>
                <a:gd name="T6" fmla="*/ 2147483646 w 598"/>
                <a:gd name="T7" fmla="*/ 2147483646 h 238"/>
                <a:gd name="T8" fmla="*/ 2147483646 w 598"/>
                <a:gd name="T9" fmla="*/ 2147483646 h 238"/>
                <a:gd name="T10" fmla="*/ 2147483646 w 598"/>
                <a:gd name="T11" fmla="*/ 2147483646 h 238"/>
                <a:gd name="T12" fmla="*/ 2147483646 w 598"/>
                <a:gd name="T13" fmla="*/ 2147483646 h 238"/>
                <a:gd name="T14" fmla="*/ 2147483646 w 598"/>
                <a:gd name="T15" fmla="*/ 2147483646 h 238"/>
                <a:gd name="T16" fmla="*/ 2147483646 w 598"/>
                <a:gd name="T17" fmla="*/ 2147483646 h 238"/>
                <a:gd name="T18" fmla="*/ 2147483646 w 598"/>
                <a:gd name="T19" fmla="*/ 2147483646 h 238"/>
                <a:gd name="T20" fmla="*/ 2147483646 w 598"/>
                <a:gd name="T21" fmla="*/ 2147483646 h 238"/>
                <a:gd name="T22" fmla="*/ 2147483646 w 598"/>
                <a:gd name="T23" fmla="*/ 2147483646 h 238"/>
                <a:gd name="T24" fmla="*/ 2147483646 w 598"/>
                <a:gd name="T25" fmla="*/ 2147483646 h 238"/>
                <a:gd name="T26" fmla="*/ 2147483646 w 598"/>
                <a:gd name="T27" fmla="*/ 2147483646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8"/>
                <a:gd name="T44" fmla="*/ 598 w 598"/>
                <a:gd name="T45" fmla="*/ 238 h 2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8">
                  <a:moveTo>
                    <a:pt x="0" y="0"/>
                  </a:moveTo>
                  <a:cubicBezTo>
                    <a:pt x="252" y="0"/>
                    <a:pt x="252" y="0"/>
                    <a:pt x="270" y="1"/>
                  </a:cubicBezTo>
                  <a:cubicBezTo>
                    <a:pt x="288" y="3"/>
                    <a:pt x="288" y="3"/>
                    <a:pt x="305" y="5"/>
                  </a:cubicBezTo>
                  <a:cubicBezTo>
                    <a:pt x="323" y="8"/>
                    <a:pt x="323" y="8"/>
                    <a:pt x="343" y="14"/>
                  </a:cubicBezTo>
                  <a:cubicBezTo>
                    <a:pt x="363" y="20"/>
                    <a:pt x="363" y="20"/>
                    <a:pt x="380" y="29"/>
                  </a:cubicBezTo>
                  <a:cubicBezTo>
                    <a:pt x="398" y="38"/>
                    <a:pt x="398" y="38"/>
                    <a:pt x="413" y="46"/>
                  </a:cubicBezTo>
                  <a:cubicBezTo>
                    <a:pt x="429" y="55"/>
                    <a:pt x="429" y="55"/>
                    <a:pt x="442" y="63"/>
                  </a:cubicBezTo>
                  <a:cubicBezTo>
                    <a:pt x="454" y="71"/>
                    <a:pt x="454" y="71"/>
                    <a:pt x="463" y="78"/>
                  </a:cubicBezTo>
                  <a:cubicBezTo>
                    <a:pt x="472" y="85"/>
                    <a:pt x="472" y="85"/>
                    <a:pt x="482" y="92"/>
                  </a:cubicBezTo>
                  <a:cubicBezTo>
                    <a:pt x="492" y="99"/>
                    <a:pt x="492" y="99"/>
                    <a:pt x="502" y="110"/>
                  </a:cubicBezTo>
                  <a:cubicBezTo>
                    <a:pt x="513" y="121"/>
                    <a:pt x="513" y="121"/>
                    <a:pt x="525" y="136"/>
                  </a:cubicBezTo>
                  <a:cubicBezTo>
                    <a:pt x="538" y="151"/>
                    <a:pt x="538" y="151"/>
                    <a:pt x="550" y="169"/>
                  </a:cubicBezTo>
                  <a:cubicBezTo>
                    <a:pt x="563" y="186"/>
                    <a:pt x="563" y="186"/>
                    <a:pt x="576" y="205"/>
                  </a:cubicBezTo>
                  <a:cubicBezTo>
                    <a:pt x="589" y="223"/>
                    <a:pt x="589" y="223"/>
                    <a:pt x="598" y="238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22" name="Freeform 31">
              <a:extLst>
                <a:ext uri="{FF2B5EF4-FFF2-40B4-BE49-F238E27FC236}">
                  <a16:creationId xmlns:a16="http://schemas.microsoft.com/office/drawing/2014/main" id="{629D8894-0E3F-4381-935C-B1F01EBF8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766888"/>
              <a:ext cx="638175" cy="254000"/>
            </a:xfrm>
            <a:custGeom>
              <a:avLst/>
              <a:gdLst>
                <a:gd name="T0" fmla="*/ 0 w 598"/>
                <a:gd name="T1" fmla="*/ 2147483646 h 237"/>
                <a:gd name="T2" fmla="*/ 2147483646 w 598"/>
                <a:gd name="T3" fmla="*/ 2147483646 h 237"/>
                <a:gd name="T4" fmla="*/ 2147483646 w 598"/>
                <a:gd name="T5" fmla="*/ 2147483646 h 237"/>
                <a:gd name="T6" fmla="*/ 2147483646 w 598"/>
                <a:gd name="T7" fmla="*/ 2147483646 h 237"/>
                <a:gd name="T8" fmla="*/ 2147483646 w 598"/>
                <a:gd name="T9" fmla="*/ 2147483646 h 237"/>
                <a:gd name="T10" fmla="*/ 2147483646 w 598"/>
                <a:gd name="T11" fmla="*/ 2147483646 h 237"/>
                <a:gd name="T12" fmla="*/ 2147483646 w 598"/>
                <a:gd name="T13" fmla="*/ 2147483646 h 237"/>
                <a:gd name="T14" fmla="*/ 2147483646 w 598"/>
                <a:gd name="T15" fmla="*/ 2147483646 h 237"/>
                <a:gd name="T16" fmla="*/ 2147483646 w 598"/>
                <a:gd name="T17" fmla="*/ 2147483646 h 237"/>
                <a:gd name="T18" fmla="*/ 2147483646 w 598"/>
                <a:gd name="T19" fmla="*/ 2147483646 h 237"/>
                <a:gd name="T20" fmla="*/ 2147483646 w 598"/>
                <a:gd name="T21" fmla="*/ 2147483646 h 237"/>
                <a:gd name="T22" fmla="*/ 2147483646 w 598"/>
                <a:gd name="T23" fmla="*/ 2147483646 h 237"/>
                <a:gd name="T24" fmla="*/ 2147483646 w 598"/>
                <a:gd name="T25" fmla="*/ 2147483646 h 237"/>
                <a:gd name="T26" fmla="*/ 2147483646 w 598"/>
                <a:gd name="T27" fmla="*/ 0 h 2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7"/>
                <a:gd name="T44" fmla="*/ 598 w 598"/>
                <a:gd name="T45" fmla="*/ 237 h 2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7">
                  <a:moveTo>
                    <a:pt x="0" y="237"/>
                  </a:moveTo>
                  <a:cubicBezTo>
                    <a:pt x="252" y="237"/>
                    <a:pt x="252" y="237"/>
                    <a:pt x="270" y="236"/>
                  </a:cubicBezTo>
                  <a:cubicBezTo>
                    <a:pt x="288" y="235"/>
                    <a:pt x="288" y="235"/>
                    <a:pt x="305" y="232"/>
                  </a:cubicBezTo>
                  <a:cubicBezTo>
                    <a:pt x="323" y="230"/>
                    <a:pt x="323" y="230"/>
                    <a:pt x="343" y="224"/>
                  </a:cubicBezTo>
                  <a:cubicBezTo>
                    <a:pt x="363" y="217"/>
                    <a:pt x="363" y="217"/>
                    <a:pt x="380" y="209"/>
                  </a:cubicBezTo>
                  <a:cubicBezTo>
                    <a:pt x="398" y="200"/>
                    <a:pt x="398" y="200"/>
                    <a:pt x="413" y="191"/>
                  </a:cubicBezTo>
                  <a:cubicBezTo>
                    <a:pt x="429" y="182"/>
                    <a:pt x="429" y="182"/>
                    <a:pt x="442" y="174"/>
                  </a:cubicBezTo>
                  <a:cubicBezTo>
                    <a:pt x="454" y="166"/>
                    <a:pt x="454" y="166"/>
                    <a:pt x="463" y="159"/>
                  </a:cubicBezTo>
                  <a:cubicBezTo>
                    <a:pt x="472" y="152"/>
                    <a:pt x="472" y="152"/>
                    <a:pt x="482" y="146"/>
                  </a:cubicBezTo>
                  <a:cubicBezTo>
                    <a:pt x="492" y="139"/>
                    <a:pt x="492" y="139"/>
                    <a:pt x="502" y="127"/>
                  </a:cubicBezTo>
                  <a:cubicBezTo>
                    <a:pt x="513" y="116"/>
                    <a:pt x="513" y="116"/>
                    <a:pt x="525" y="101"/>
                  </a:cubicBezTo>
                  <a:cubicBezTo>
                    <a:pt x="538" y="86"/>
                    <a:pt x="538" y="86"/>
                    <a:pt x="550" y="69"/>
                  </a:cubicBezTo>
                  <a:cubicBezTo>
                    <a:pt x="563" y="51"/>
                    <a:pt x="563" y="51"/>
                    <a:pt x="576" y="33"/>
                  </a:cubicBezTo>
                  <a:cubicBezTo>
                    <a:pt x="589" y="15"/>
                    <a:pt x="589" y="15"/>
                    <a:pt x="598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23" name="Freeform 32">
              <a:extLst>
                <a:ext uri="{FF2B5EF4-FFF2-40B4-BE49-F238E27FC236}">
                  <a16:creationId xmlns:a16="http://schemas.microsoft.com/office/drawing/2014/main" id="{8084EF88-D52F-481C-812B-B365AC53C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511300"/>
              <a:ext cx="74613" cy="255588"/>
            </a:xfrm>
            <a:custGeom>
              <a:avLst/>
              <a:gdLst>
                <a:gd name="T0" fmla="*/ 0 w 71"/>
                <a:gd name="T1" fmla="*/ 0 h 239"/>
                <a:gd name="T2" fmla="*/ 2147483646 w 71"/>
                <a:gd name="T3" fmla="*/ 2147483646 h 239"/>
                <a:gd name="T4" fmla="*/ 2147483646 w 71"/>
                <a:gd name="T5" fmla="*/ 2147483646 h 239"/>
                <a:gd name="T6" fmla="*/ 2147483646 w 71"/>
                <a:gd name="T7" fmla="*/ 2147483646 h 239"/>
                <a:gd name="T8" fmla="*/ 2147483646 w 71"/>
                <a:gd name="T9" fmla="*/ 2147483646 h 239"/>
                <a:gd name="T10" fmla="*/ 2147483646 w 71"/>
                <a:gd name="T11" fmla="*/ 2147483646 h 239"/>
                <a:gd name="T12" fmla="*/ 2147483646 w 71"/>
                <a:gd name="T13" fmla="*/ 2147483646 h 239"/>
                <a:gd name="T14" fmla="*/ 2147483646 w 71"/>
                <a:gd name="T15" fmla="*/ 214748364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9"/>
                <a:gd name="T26" fmla="*/ 71 w 71"/>
                <a:gd name="T27" fmla="*/ 239 h 2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9">
                  <a:moveTo>
                    <a:pt x="0" y="0"/>
                  </a:moveTo>
                  <a:cubicBezTo>
                    <a:pt x="16" y="29"/>
                    <a:pt x="16" y="29"/>
                    <a:pt x="23" y="44"/>
                  </a:cubicBezTo>
                  <a:cubicBezTo>
                    <a:pt x="29" y="59"/>
                    <a:pt x="29" y="59"/>
                    <a:pt x="36" y="77"/>
                  </a:cubicBezTo>
                  <a:cubicBezTo>
                    <a:pt x="43" y="95"/>
                    <a:pt x="43" y="95"/>
                    <a:pt x="48" y="113"/>
                  </a:cubicBezTo>
                  <a:cubicBezTo>
                    <a:pt x="54" y="131"/>
                    <a:pt x="54" y="131"/>
                    <a:pt x="59" y="150"/>
                  </a:cubicBezTo>
                  <a:cubicBezTo>
                    <a:pt x="65" y="168"/>
                    <a:pt x="65" y="168"/>
                    <a:pt x="66" y="183"/>
                  </a:cubicBezTo>
                  <a:cubicBezTo>
                    <a:pt x="68" y="199"/>
                    <a:pt x="68" y="199"/>
                    <a:pt x="69" y="208"/>
                  </a:cubicBezTo>
                  <a:cubicBezTo>
                    <a:pt x="71" y="218"/>
                    <a:pt x="71" y="218"/>
                    <a:pt x="70" y="239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24" name="Freeform 33">
              <a:extLst>
                <a:ext uri="{FF2B5EF4-FFF2-40B4-BE49-F238E27FC236}">
                  <a16:creationId xmlns:a16="http://schemas.microsoft.com/office/drawing/2014/main" id="{8746C0BB-8FEF-46D4-8348-17DEDB4D5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765300"/>
              <a:ext cx="74613" cy="255588"/>
            </a:xfrm>
            <a:custGeom>
              <a:avLst/>
              <a:gdLst>
                <a:gd name="T0" fmla="*/ 0 w 71"/>
                <a:gd name="T1" fmla="*/ 2147483646 h 238"/>
                <a:gd name="T2" fmla="*/ 2147483646 w 71"/>
                <a:gd name="T3" fmla="*/ 2147483646 h 238"/>
                <a:gd name="T4" fmla="*/ 2147483646 w 71"/>
                <a:gd name="T5" fmla="*/ 2147483646 h 238"/>
                <a:gd name="T6" fmla="*/ 2147483646 w 71"/>
                <a:gd name="T7" fmla="*/ 2147483646 h 238"/>
                <a:gd name="T8" fmla="*/ 2147483646 w 71"/>
                <a:gd name="T9" fmla="*/ 2147483646 h 238"/>
                <a:gd name="T10" fmla="*/ 2147483646 w 71"/>
                <a:gd name="T11" fmla="*/ 2147483646 h 238"/>
                <a:gd name="T12" fmla="*/ 2147483646 w 71"/>
                <a:gd name="T13" fmla="*/ 2147483646 h 238"/>
                <a:gd name="T14" fmla="*/ 2147483646 w 71"/>
                <a:gd name="T15" fmla="*/ 0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8"/>
                <a:gd name="T26" fmla="*/ 71 w 71"/>
                <a:gd name="T27" fmla="*/ 238 h 2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8">
                  <a:moveTo>
                    <a:pt x="0" y="238"/>
                  </a:moveTo>
                  <a:cubicBezTo>
                    <a:pt x="16" y="210"/>
                    <a:pt x="16" y="210"/>
                    <a:pt x="23" y="195"/>
                  </a:cubicBezTo>
                  <a:cubicBezTo>
                    <a:pt x="29" y="180"/>
                    <a:pt x="29" y="180"/>
                    <a:pt x="36" y="162"/>
                  </a:cubicBezTo>
                  <a:cubicBezTo>
                    <a:pt x="43" y="143"/>
                    <a:pt x="43" y="143"/>
                    <a:pt x="48" y="125"/>
                  </a:cubicBezTo>
                  <a:cubicBezTo>
                    <a:pt x="54" y="107"/>
                    <a:pt x="54" y="107"/>
                    <a:pt x="59" y="89"/>
                  </a:cubicBezTo>
                  <a:cubicBezTo>
                    <a:pt x="65" y="71"/>
                    <a:pt x="65" y="71"/>
                    <a:pt x="66" y="55"/>
                  </a:cubicBezTo>
                  <a:cubicBezTo>
                    <a:pt x="68" y="40"/>
                    <a:pt x="68" y="40"/>
                    <a:pt x="69" y="30"/>
                  </a:cubicBezTo>
                  <a:cubicBezTo>
                    <a:pt x="71" y="21"/>
                    <a:pt x="71" y="21"/>
                    <a:pt x="70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25" name="Line 34">
              <a:extLst>
                <a:ext uri="{FF2B5EF4-FFF2-40B4-BE49-F238E27FC236}">
                  <a16:creationId xmlns:a16="http://schemas.microsoft.com/office/drawing/2014/main" id="{A10BFFA7-7EC3-448C-B366-F711C1709B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0688" y="38925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26" name="Freeform 35">
              <a:extLst>
                <a:ext uri="{FF2B5EF4-FFF2-40B4-BE49-F238E27FC236}">
                  <a16:creationId xmlns:a16="http://schemas.microsoft.com/office/drawing/2014/main" id="{F15BD987-6BFE-4475-92E1-9D71AF2D4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813" y="1471613"/>
              <a:ext cx="600075" cy="2420937"/>
            </a:xfrm>
            <a:custGeom>
              <a:avLst/>
              <a:gdLst>
                <a:gd name="T0" fmla="*/ 0 w 378"/>
                <a:gd name="T1" fmla="*/ 2147483646 h 1525"/>
                <a:gd name="T2" fmla="*/ 0 w 378"/>
                <a:gd name="T3" fmla="*/ 0 h 1525"/>
                <a:gd name="T4" fmla="*/ 2147483646 w 378"/>
                <a:gd name="T5" fmla="*/ 0 h 1525"/>
                <a:gd name="T6" fmla="*/ 0 60000 65536"/>
                <a:gd name="T7" fmla="*/ 0 60000 65536"/>
                <a:gd name="T8" fmla="*/ 0 60000 65536"/>
                <a:gd name="T9" fmla="*/ 0 w 378"/>
                <a:gd name="T10" fmla="*/ 0 h 1525"/>
                <a:gd name="T11" fmla="*/ 378 w 378"/>
                <a:gd name="T12" fmla="*/ 1525 h 15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8" h="1525">
                  <a:moveTo>
                    <a:pt x="0" y="1525"/>
                  </a:moveTo>
                  <a:lnTo>
                    <a:pt x="0" y="0"/>
                  </a:lnTo>
                  <a:lnTo>
                    <a:pt x="3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27" name="Freeform 36">
              <a:extLst>
                <a:ext uri="{FF2B5EF4-FFF2-40B4-BE49-F238E27FC236}">
                  <a16:creationId xmlns:a16="http://schemas.microsoft.com/office/drawing/2014/main" id="{4AD0B2B2-5DB4-4F67-9996-C224E7300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625" y="4762500"/>
              <a:ext cx="63500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28" name="Line 42">
              <a:extLst>
                <a:ext uri="{FF2B5EF4-FFF2-40B4-BE49-F238E27FC236}">
                  <a16:creationId xmlns:a16="http://schemas.microsoft.com/office/drawing/2014/main" id="{BAF383BC-33EA-4FCB-B4D5-BFA9B9E16C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18350" y="1471613"/>
              <a:ext cx="298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29" name="Line 43">
              <a:extLst>
                <a:ext uri="{FF2B5EF4-FFF2-40B4-BE49-F238E27FC236}">
                  <a16:creationId xmlns:a16="http://schemas.microsoft.com/office/drawing/2014/main" id="{1BB98256-CE67-4191-B841-CD7AFC3C79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6875" y="1320800"/>
              <a:ext cx="1698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30" name="Line 44">
              <a:extLst>
                <a:ext uri="{FF2B5EF4-FFF2-40B4-BE49-F238E27FC236}">
                  <a16:creationId xmlns:a16="http://schemas.microsoft.com/office/drawing/2014/main" id="{A33C4004-DF2C-4FB8-AA4B-8C51BD9790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7600" y="1136650"/>
              <a:ext cx="1219200" cy="12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31" name="Freeform 45">
              <a:extLst>
                <a:ext uri="{FF2B5EF4-FFF2-40B4-BE49-F238E27FC236}">
                  <a16:creationId xmlns:a16="http://schemas.microsoft.com/office/drawing/2014/main" id="{838CF0B5-F877-4225-86C7-DE1380D04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7600" y="1471613"/>
              <a:ext cx="920750" cy="2120900"/>
            </a:xfrm>
            <a:custGeom>
              <a:avLst/>
              <a:gdLst>
                <a:gd name="T0" fmla="*/ 0 w 580"/>
                <a:gd name="T1" fmla="*/ 2147483646 h 1336"/>
                <a:gd name="T2" fmla="*/ 2147483646 w 580"/>
                <a:gd name="T3" fmla="*/ 2147483646 h 1336"/>
                <a:gd name="T4" fmla="*/ 2147483646 w 580"/>
                <a:gd name="T5" fmla="*/ 0 h 1336"/>
                <a:gd name="T6" fmla="*/ 0 60000 65536"/>
                <a:gd name="T7" fmla="*/ 0 60000 65536"/>
                <a:gd name="T8" fmla="*/ 0 60000 65536"/>
                <a:gd name="T9" fmla="*/ 0 w 580"/>
                <a:gd name="T10" fmla="*/ 0 h 1336"/>
                <a:gd name="T11" fmla="*/ 580 w 580"/>
                <a:gd name="T12" fmla="*/ 1336 h 1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0" h="1336">
                  <a:moveTo>
                    <a:pt x="0" y="1336"/>
                  </a:moveTo>
                  <a:lnTo>
                    <a:pt x="580" y="1336"/>
                  </a:lnTo>
                  <a:lnTo>
                    <a:pt x="58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32" name="Line 46">
              <a:extLst>
                <a:ext uri="{FF2B5EF4-FFF2-40B4-BE49-F238E27FC236}">
                  <a16:creationId xmlns:a16="http://schemas.microsoft.com/office/drawing/2014/main" id="{BC523183-B2AF-40C2-8BA5-5E68E6838F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86738" y="1320800"/>
              <a:ext cx="150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33" name="Rectangle 47">
              <a:extLst>
                <a:ext uri="{FF2B5EF4-FFF2-40B4-BE49-F238E27FC236}">
                  <a16:creationId xmlns:a16="http://schemas.microsoft.com/office/drawing/2014/main" id="{66FB167C-7886-48F0-B421-BC776CE51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16637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34" name="Rectangle 48">
              <a:extLst>
                <a:ext uri="{FF2B5EF4-FFF2-40B4-BE49-F238E27FC236}">
                  <a16:creationId xmlns:a16="http://schemas.microsoft.com/office/drawing/2014/main" id="{403DA2A6-E342-4282-88AB-BAD77133B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288" y="3786188"/>
              <a:ext cx="59690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Clock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35" name="Freeform 49">
              <a:extLst>
                <a:ext uri="{FF2B5EF4-FFF2-40B4-BE49-F238E27FC236}">
                  <a16:creationId xmlns:a16="http://schemas.microsoft.com/office/drawing/2014/main" id="{90207F68-9CB4-48DF-9B88-2CACBB56D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120775"/>
              <a:ext cx="41275" cy="63500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36" name="Rectangle 50">
              <a:extLst>
                <a:ext uri="{FF2B5EF4-FFF2-40B4-BE49-F238E27FC236}">
                  <a16:creationId xmlns:a16="http://schemas.microsoft.com/office/drawing/2014/main" id="{D76D887C-15F6-4A1C-A95F-7C0C8E201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813" y="4676775"/>
              <a:ext cx="73183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Resetn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37" name="Rectangle 51">
              <a:extLst>
                <a:ext uri="{FF2B5EF4-FFF2-40B4-BE49-F238E27FC236}">
                  <a16:creationId xmlns:a16="http://schemas.microsoft.com/office/drawing/2014/main" id="{47819533-5549-4628-A28F-AC44908D1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326707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38" name="Rectangle 52">
              <a:extLst>
                <a:ext uri="{FF2B5EF4-FFF2-40B4-BE49-F238E27FC236}">
                  <a16:creationId xmlns:a16="http://schemas.microsoft.com/office/drawing/2014/main" id="{C016D5F6-5BDF-42AC-9C37-BEE6C11D3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33639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39" name="Rectangle 53">
              <a:extLst>
                <a:ext uri="{FF2B5EF4-FFF2-40B4-BE49-F238E27FC236}">
                  <a16:creationId xmlns:a16="http://schemas.microsoft.com/office/drawing/2014/main" id="{AE07A882-8A78-459B-BB88-1547B68B3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820738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40" name="Rectangle 54">
              <a:extLst>
                <a:ext uri="{FF2B5EF4-FFF2-40B4-BE49-F238E27FC236}">
                  <a16:creationId xmlns:a16="http://schemas.microsoft.com/office/drawing/2014/main" id="{0F8BDAB7-6955-46B1-8339-58035E340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915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41" name="Rectangle 55">
              <a:extLst>
                <a:ext uri="{FF2B5EF4-FFF2-40B4-BE49-F238E27FC236}">
                  <a16:creationId xmlns:a16="http://schemas.microsoft.com/office/drawing/2014/main" id="{EB5A3A35-67DA-48F2-9CAC-F61951706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3289300"/>
              <a:ext cx="19208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42" name="Rectangle 56">
              <a:extLst>
                <a:ext uri="{FF2B5EF4-FFF2-40B4-BE49-F238E27FC236}">
                  <a16:creationId xmlns:a16="http://schemas.microsoft.com/office/drawing/2014/main" id="{CE560DF7-6174-48FB-8689-493AA51A1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3384550"/>
              <a:ext cx="165100" cy="220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43" name="Rectangle 57">
              <a:extLst>
                <a:ext uri="{FF2B5EF4-FFF2-40B4-BE49-F238E27FC236}">
                  <a16:creationId xmlns:a16="http://schemas.microsoft.com/office/drawing/2014/main" id="{55C6E0E9-F471-4C2F-9046-334A108C0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865188"/>
              <a:ext cx="192087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44" name="Line 58">
              <a:extLst>
                <a:ext uri="{FF2B5EF4-FFF2-40B4-BE49-F238E27FC236}">
                  <a16:creationId xmlns:a16="http://schemas.microsoft.com/office/drawing/2014/main" id="{96223155-1D08-444E-A553-B103A4DCE4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62338" y="3592513"/>
              <a:ext cx="19875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45" name="Rectangle 59">
              <a:extLst>
                <a:ext uri="{FF2B5EF4-FFF2-40B4-BE49-F238E27FC236}">
                  <a16:creationId xmlns:a16="http://schemas.microsoft.com/office/drawing/2014/main" id="{2D32BFBE-C6FF-405B-B393-E2C216110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96043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46" name="Rectangle 60">
              <a:extLst>
                <a:ext uri="{FF2B5EF4-FFF2-40B4-BE49-F238E27FC236}">
                  <a16:creationId xmlns:a16="http://schemas.microsoft.com/office/drawing/2014/main" id="{0B000B56-79B1-4597-B535-AED43E401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" y="1042988"/>
              <a:ext cx="2349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47" name="Rectangle 61">
              <a:extLst>
                <a:ext uri="{FF2B5EF4-FFF2-40B4-BE49-F238E27FC236}">
                  <a16:creationId xmlns:a16="http://schemas.microsoft.com/office/drawing/2014/main" id="{BD744D12-47B6-4715-8832-39ADD42AF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4225" y="1193800"/>
              <a:ext cx="18573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48" name="Rectangle 62">
              <a:extLst>
                <a:ext uri="{FF2B5EF4-FFF2-40B4-BE49-F238E27FC236}">
                  <a16:creationId xmlns:a16="http://schemas.microsoft.com/office/drawing/2014/main" id="{E3892A7C-C196-498B-B060-017C40341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3292475"/>
              <a:ext cx="747712" cy="12001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49" name="Rectangle 63">
              <a:extLst>
                <a:ext uri="{FF2B5EF4-FFF2-40B4-BE49-F238E27FC236}">
                  <a16:creationId xmlns:a16="http://schemas.microsoft.com/office/drawing/2014/main" id="{288E5CBD-7244-4609-BD94-EFE224235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1651000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50" name="Rectangle 64">
              <a:extLst>
                <a:ext uri="{FF2B5EF4-FFF2-40B4-BE49-F238E27FC236}">
                  <a16:creationId xmlns:a16="http://schemas.microsoft.com/office/drawing/2014/main" id="{B046FB9C-C900-4DD4-B4AA-08ACA4469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348932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51" name="Rectangle 65">
              <a:extLst>
                <a:ext uri="{FF2B5EF4-FFF2-40B4-BE49-F238E27FC236}">
                  <a16:creationId xmlns:a16="http://schemas.microsoft.com/office/drawing/2014/main" id="{3ACD0275-BA9D-44B6-BCC8-B38FD1624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34798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52" name="Line 66">
              <a:extLst>
                <a:ext uri="{FF2B5EF4-FFF2-40B4-BE49-F238E27FC236}">
                  <a16:creationId xmlns:a16="http://schemas.microsoft.com/office/drawing/2014/main" id="{EE9D932A-8DA2-4D53-8D7B-C0CFC1ABD1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4084638"/>
              <a:ext cx="1063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53" name="Freeform 67">
              <a:extLst>
                <a:ext uri="{FF2B5EF4-FFF2-40B4-BE49-F238E27FC236}">
                  <a16:creationId xmlns:a16="http://schemas.microsoft.com/office/drawing/2014/main" id="{E87BDEB6-7609-46FC-A629-AC2563DCA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3806825"/>
              <a:ext cx="149225" cy="171450"/>
            </a:xfrm>
            <a:custGeom>
              <a:avLst/>
              <a:gdLst>
                <a:gd name="T0" fmla="*/ 0 w 94"/>
                <a:gd name="T1" fmla="*/ 2147483646 h 108"/>
                <a:gd name="T2" fmla="*/ 2147483646 w 94"/>
                <a:gd name="T3" fmla="*/ 2147483646 h 108"/>
                <a:gd name="T4" fmla="*/ 0 w 94"/>
                <a:gd name="T5" fmla="*/ 0 h 108"/>
                <a:gd name="T6" fmla="*/ 0 60000 65536"/>
                <a:gd name="T7" fmla="*/ 0 60000 65536"/>
                <a:gd name="T8" fmla="*/ 0 60000 65536"/>
                <a:gd name="T9" fmla="*/ 0 w 94"/>
                <a:gd name="T10" fmla="*/ 0 h 108"/>
                <a:gd name="T11" fmla="*/ 94 w 94"/>
                <a:gd name="T12" fmla="*/ 108 h 1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108">
                  <a:moveTo>
                    <a:pt x="0" y="108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54" name="Rectangle 68">
              <a:extLst>
                <a:ext uri="{FF2B5EF4-FFF2-40B4-BE49-F238E27FC236}">
                  <a16:creationId xmlns:a16="http://schemas.microsoft.com/office/drawing/2014/main" id="{4E1EA02A-EFF9-4D68-96C9-DC6CC5629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4094163"/>
              <a:ext cx="2476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55" name="Freeform 69">
              <a:extLst>
                <a:ext uri="{FF2B5EF4-FFF2-40B4-BE49-F238E27FC236}">
                  <a16:creationId xmlns:a16="http://schemas.microsoft.com/office/drawing/2014/main" id="{FF373083-559C-44DD-8E8E-E0354A945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1920875"/>
              <a:ext cx="3635375" cy="2271713"/>
            </a:xfrm>
            <a:custGeom>
              <a:avLst/>
              <a:gdLst>
                <a:gd name="T0" fmla="*/ 0 w 2290"/>
                <a:gd name="T1" fmla="*/ 0 h 1431"/>
                <a:gd name="T2" fmla="*/ 0 w 2290"/>
                <a:gd name="T3" fmla="*/ 2147483646 h 1431"/>
                <a:gd name="T4" fmla="*/ 2147483646 w 2290"/>
                <a:gd name="T5" fmla="*/ 2147483646 h 1431"/>
                <a:gd name="T6" fmla="*/ 2147483646 w 2290"/>
                <a:gd name="T7" fmla="*/ 2147483646 h 1431"/>
                <a:gd name="T8" fmla="*/ 2147483646 w 2290"/>
                <a:gd name="T9" fmla="*/ 2147483646 h 1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0"/>
                <a:gd name="T16" fmla="*/ 0 h 1431"/>
                <a:gd name="T17" fmla="*/ 2290 w 2290"/>
                <a:gd name="T18" fmla="*/ 1431 h 1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0" h="1431">
                  <a:moveTo>
                    <a:pt x="0" y="0"/>
                  </a:moveTo>
                  <a:lnTo>
                    <a:pt x="0" y="662"/>
                  </a:lnTo>
                  <a:lnTo>
                    <a:pt x="2290" y="662"/>
                  </a:lnTo>
                  <a:lnTo>
                    <a:pt x="2290" y="1431"/>
                  </a:lnTo>
                  <a:lnTo>
                    <a:pt x="1899" y="14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56" name="Freeform 70">
              <a:extLst>
                <a:ext uri="{FF2B5EF4-FFF2-40B4-BE49-F238E27FC236}">
                  <a16:creationId xmlns:a16="http://schemas.microsoft.com/office/drawing/2014/main" id="{06F28C11-5D0A-4246-91AE-8F8ECD43F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225" y="1149350"/>
              <a:ext cx="4256088" cy="2292350"/>
            </a:xfrm>
            <a:custGeom>
              <a:avLst/>
              <a:gdLst>
                <a:gd name="T0" fmla="*/ 0 w 2681"/>
                <a:gd name="T1" fmla="*/ 2147483646 h 1444"/>
                <a:gd name="T2" fmla="*/ 0 w 2681"/>
                <a:gd name="T3" fmla="*/ 2147483646 h 1444"/>
                <a:gd name="T4" fmla="*/ 2147483646 w 2681"/>
                <a:gd name="T5" fmla="*/ 2147483646 h 1444"/>
                <a:gd name="T6" fmla="*/ 2147483646 w 2681"/>
                <a:gd name="T7" fmla="*/ 0 h 14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81"/>
                <a:gd name="T13" fmla="*/ 0 h 1444"/>
                <a:gd name="T14" fmla="*/ 2681 w 2681"/>
                <a:gd name="T15" fmla="*/ 1444 h 14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81" h="1444">
                  <a:moveTo>
                    <a:pt x="0" y="1444"/>
                  </a:moveTo>
                  <a:lnTo>
                    <a:pt x="0" y="770"/>
                  </a:lnTo>
                  <a:lnTo>
                    <a:pt x="2681" y="770"/>
                  </a:lnTo>
                  <a:lnTo>
                    <a:pt x="2681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57" name="Line 71">
              <a:extLst>
                <a:ext uri="{FF2B5EF4-FFF2-40B4-BE49-F238E27FC236}">
                  <a16:creationId xmlns:a16="http://schemas.microsoft.com/office/drawing/2014/main" id="{396A2505-808E-49AB-8438-4C4D19F7F3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988" y="1149350"/>
              <a:ext cx="4406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58" name="Line 73">
              <a:extLst>
                <a:ext uri="{FF2B5EF4-FFF2-40B4-BE49-F238E27FC236}">
                  <a16:creationId xmlns:a16="http://schemas.microsoft.com/office/drawing/2014/main" id="{3D9F199A-41B7-468A-9C65-4B94450926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663" y="1620838"/>
              <a:ext cx="300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59" name="Freeform 74">
              <a:extLst>
                <a:ext uri="{FF2B5EF4-FFF2-40B4-BE49-F238E27FC236}">
                  <a16:creationId xmlns:a16="http://schemas.microsoft.com/office/drawing/2014/main" id="{5DD78872-3434-4F46-9557-BF16A16E8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0" y="1471613"/>
              <a:ext cx="300038" cy="300037"/>
            </a:xfrm>
            <a:custGeom>
              <a:avLst/>
              <a:gdLst>
                <a:gd name="T0" fmla="*/ 2147483646 w 189"/>
                <a:gd name="T1" fmla="*/ 2147483646 h 189"/>
                <a:gd name="T2" fmla="*/ 0 w 189"/>
                <a:gd name="T3" fmla="*/ 2147483646 h 189"/>
                <a:gd name="T4" fmla="*/ 0 w 189"/>
                <a:gd name="T5" fmla="*/ 0 h 189"/>
                <a:gd name="T6" fmla="*/ 0 60000 65536"/>
                <a:gd name="T7" fmla="*/ 0 60000 65536"/>
                <a:gd name="T8" fmla="*/ 0 60000 65536"/>
                <a:gd name="T9" fmla="*/ 0 w 189"/>
                <a:gd name="T10" fmla="*/ 0 h 189"/>
                <a:gd name="T11" fmla="*/ 189 w 189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189">
                  <a:moveTo>
                    <a:pt x="189" y="94"/>
                  </a:moveTo>
                  <a:lnTo>
                    <a:pt x="0" y="189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60" name="Oval 76">
              <a:extLst>
                <a:ext uri="{FF2B5EF4-FFF2-40B4-BE49-F238E27FC236}">
                  <a16:creationId xmlns:a16="http://schemas.microsoft.com/office/drawing/2014/main" id="{56DB8A23-ADA2-4CE6-9FB9-F559B5167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325" y="1568450"/>
              <a:ext cx="96838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61" name="Line 77">
              <a:extLst>
                <a:ext uri="{FF2B5EF4-FFF2-40B4-BE49-F238E27FC236}">
                  <a16:creationId xmlns:a16="http://schemas.microsoft.com/office/drawing/2014/main" id="{E6DC3B0D-0AE0-4BFA-AB97-A5ADF136CA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62163" y="1620838"/>
              <a:ext cx="14001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62" name="Freeform 78">
              <a:extLst>
                <a:ext uri="{FF2B5EF4-FFF2-40B4-BE49-F238E27FC236}">
                  <a16:creationId xmlns:a16="http://schemas.microsoft.com/office/drawing/2014/main" id="{3D6C3D63-5D45-491B-82F9-6AA411220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188" y="1620838"/>
              <a:ext cx="3187700" cy="2571750"/>
            </a:xfrm>
            <a:custGeom>
              <a:avLst/>
              <a:gdLst>
                <a:gd name="T0" fmla="*/ 2147483646 w 2008"/>
                <a:gd name="T1" fmla="*/ 2147483646 h 1620"/>
                <a:gd name="T2" fmla="*/ 0 w 2008"/>
                <a:gd name="T3" fmla="*/ 2147483646 h 1620"/>
                <a:gd name="T4" fmla="*/ 0 w 2008"/>
                <a:gd name="T5" fmla="*/ 0 h 1620"/>
                <a:gd name="T6" fmla="*/ 0 60000 65536"/>
                <a:gd name="T7" fmla="*/ 0 60000 65536"/>
                <a:gd name="T8" fmla="*/ 0 60000 65536"/>
                <a:gd name="T9" fmla="*/ 0 w 2008"/>
                <a:gd name="T10" fmla="*/ 0 h 1620"/>
                <a:gd name="T11" fmla="*/ 2008 w 2008"/>
                <a:gd name="T12" fmla="*/ 1620 h 16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08" h="1620">
                  <a:moveTo>
                    <a:pt x="2008" y="1620"/>
                  </a:moveTo>
                  <a:lnTo>
                    <a:pt x="0" y="162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63" name="Freeform 79">
              <a:extLst>
                <a:ext uri="{FF2B5EF4-FFF2-40B4-BE49-F238E27FC236}">
                  <a16:creationId xmlns:a16="http://schemas.microsoft.com/office/drawing/2014/main" id="{B0084229-24E4-4FAD-B064-0AF6265F5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128713"/>
              <a:ext cx="65087" cy="63500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64" name="Freeform 80">
              <a:extLst>
                <a:ext uri="{FF2B5EF4-FFF2-40B4-BE49-F238E27FC236}">
                  <a16:creationId xmlns:a16="http://schemas.microsoft.com/office/drawing/2014/main" id="{AFDD47A9-05E5-4E7E-B850-D01B48851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577975"/>
              <a:ext cx="65087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65" name="Freeform 81">
              <a:extLst>
                <a:ext uri="{FF2B5EF4-FFF2-40B4-BE49-F238E27FC236}">
                  <a16:creationId xmlns:a16="http://schemas.microsoft.com/office/drawing/2014/main" id="{6A91E38C-95AC-4ACB-8EEA-B332EC0BF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550" y="1585913"/>
              <a:ext cx="42863" cy="65087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66" name="Rectangle 82">
              <a:extLst>
                <a:ext uri="{FF2B5EF4-FFF2-40B4-BE49-F238E27FC236}">
                  <a16:creationId xmlns:a16="http://schemas.microsoft.com/office/drawing/2014/main" id="{A3868999-B2F2-4ACC-AF1C-D39F49EDB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4079875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67" name="Rectangle 83">
              <a:extLst>
                <a:ext uri="{FF2B5EF4-FFF2-40B4-BE49-F238E27FC236}">
                  <a16:creationId xmlns:a16="http://schemas.microsoft.com/office/drawing/2014/main" id="{0B4C64E8-A9CC-4C64-BE99-69F00F435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4249738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68" name="Rectangle 84">
              <a:extLst>
                <a:ext uri="{FF2B5EF4-FFF2-40B4-BE49-F238E27FC236}">
                  <a16:creationId xmlns:a16="http://schemas.microsoft.com/office/drawing/2014/main" id="{1F76EADE-6257-4C6B-9CDE-F7B1BB27A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4344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69" name="Rectangle 85">
              <a:extLst>
                <a:ext uri="{FF2B5EF4-FFF2-40B4-BE49-F238E27FC236}">
                  <a16:creationId xmlns:a16="http://schemas.microsoft.com/office/drawing/2014/main" id="{3C67FC98-B311-4E7F-A1AF-C0D1097C6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1820863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70" name="Oval 87">
              <a:extLst>
                <a:ext uri="{FF2B5EF4-FFF2-40B4-BE49-F238E27FC236}">
                  <a16:creationId xmlns:a16="http://schemas.microsoft.com/office/drawing/2014/main" id="{9A349E2B-984A-4E94-BDC1-4C2C34A8F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2090738"/>
              <a:ext cx="98425" cy="96837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71" name="Oval 89">
              <a:extLst>
                <a:ext uri="{FF2B5EF4-FFF2-40B4-BE49-F238E27FC236}">
                  <a16:creationId xmlns:a16="http://schemas.microsoft.com/office/drawing/2014/main" id="{ED1D57C7-F0C3-40E4-8DBA-55D6B4EA8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4511675"/>
              <a:ext cx="98425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72" name="Rectangle 90">
              <a:extLst>
                <a:ext uri="{FF2B5EF4-FFF2-40B4-BE49-F238E27FC236}">
                  <a16:creationId xmlns:a16="http://schemas.microsoft.com/office/drawing/2014/main" id="{84C07D5D-5DE5-4586-A178-2B0F0C1F5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19161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73" name="AutoShape 92">
              <a:extLst>
                <a:ext uri="{FF2B5EF4-FFF2-40B4-BE49-F238E27FC236}">
                  <a16:creationId xmlns:a16="http://schemas.microsoft.com/office/drawing/2014/main" id="{263C2E0D-FA5A-4887-8FF7-308212A2F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900" y="3355975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74" name="AutoShape 94">
              <a:extLst>
                <a:ext uri="{FF2B5EF4-FFF2-40B4-BE49-F238E27FC236}">
                  <a16:creationId xmlns:a16="http://schemas.microsoft.com/office/drawing/2014/main" id="{DF424863-8F71-4B35-AC5A-EF1592A70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6800" y="1073150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875" name="Line 95">
              <a:extLst>
                <a:ext uri="{FF2B5EF4-FFF2-40B4-BE49-F238E27FC236}">
                  <a16:creationId xmlns:a16="http://schemas.microsoft.com/office/drawing/2014/main" id="{7132F780-2F02-4B65-B16B-45032CBA16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3700" y="1465263"/>
              <a:ext cx="300038" cy="1571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76803" name="Oval 76">
            <a:extLst>
              <a:ext uri="{FF2B5EF4-FFF2-40B4-BE49-F238E27FC236}">
                <a16:creationId xmlns:a16="http://schemas.microsoft.com/office/drawing/2014/main" id="{45A0BF1C-9730-4AE4-B260-A9A3A7AF50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7275" y="1444625"/>
            <a:ext cx="517525" cy="5397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6804" name="Oval 77">
            <a:extLst>
              <a:ext uri="{FF2B5EF4-FFF2-40B4-BE49-F238E27FC236}">
                <a16:creationId xmlns:a16="http://schemas.microsoft.com/office/drawing/2014/main" id="{9E504E03-FBB1-4111-A610-6CA2A911A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2038" y="2443163"/>
            <a:ext cx="517525" cy="5397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6805" name="Oval 79">
            <a:extLst>
              <a:ext uri="{FF2B5EF4-FFF2-40B4-BE49-F238E27FC236}">
                <a16:creationId xmlns:a16="http://schemas.microsoft.com/office/drawing/2014/main" id="{FAC31188-FD68-489C-A1A4-C3BB32ED7F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3788" y="3956050"/>
            <a:ext cx="517525" cy="539750"/>
          </a:xfrm>
          <a:prstGeom prst="ellips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6806" name="Oval 83">
            <a:extLst>
              <a:ext uri="{FF2B5EF4-FFF2-40B4-BE49-F238E27FC236}">
                <a16:creationId xmlns:a16="http://schemas.microsoft.com/office/drawing/2014/main" id="{05A15C33-2386-4DA0-8C1C-12EA5D9854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4938713"/>
            <a:ext cx="517525" cy="541337"/>
          </a:xfrm>
          <a:prstGeom prst="ellips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5FD12E42-F7A7-8C4E-B1BE-51D1DAD69105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What are their logic expressions?</a:t>
            </a:r>
          </a:p>
        </p:txBody>
      </p:sp>
      <p:grpSp>
        <p:nvGrpSpPr>
          <p:cNvPr id="77826" name="Group 6">
            <a:extLst>
              <a:ext uri="{FF2B5EF4-FFF2-40B4-BE49-F238E27FC236}">
                <a16:creationId xmlns:a16="http://schemas.microsoft.com/office/drawing/2014/main" id="{4BC6EA7A-C2C7-451F-8FBF-F5C6F33EF749}"/>
              </a:ext>
            </a:extLst>
          </p:cNvPr>
          <p:cNvGrpSpPr>
            <a:grpSpLocks/>
          </p:cNvGrpSpPr>
          <p:nvPr/>
        </p:nvGrpSpPr>
        <p:grpSpPr bwMode="auto">
          <a:xfrm>
            <a:off x="800100" y="1598613"/>
            <a:ext cx="7789863" cy="4127500"/>
            <a:chOff x="800100" y="820738"/>
            <a:chExt cx="7789863" cy="4127500"/>
          </a:xfrm>
        </p:grpSpPr>
        <p:sp>
          <p:nvSpPr>
            <p:cNvPr id="77840" name="Freeform 9">
              <a:extLst>
                <a:ext uri="{FF2B5EF4-FFF2-40B4-BE49-F238E27FC236}">
                  <a16:creationId xmlns:a16="http://schemas.microsoft.com/office/drawing/2014/main" id="{8B82984E-4201-4AA7-9435-ED98FF849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663" y="1149350"/>
              <a:ext cx="1198562" cy="2592388"/>
            </a:xfrm>
            <a:custGeom>
              <a:avLst/>
              <a:gdLst>
                <a:gd name="T0" fmla="*/ 0 w 755"/>
                <a:gd name="T1" fmla="*/ 0 h 1633"/>
                <a:gd name="T2" fmla="*/ 0 w 755"/>
                <a:gd name="T3" fmla="*/ 2147483646 h 1633"/>
                <a:gd name="T4" fmla="*/ 2147483646 w 755"/>
                <a:gd name="T5" fmla="*/ 2147483646 h 1633"/>
                <a:gd name="T6" fmla="*/ 0 60000 65536"/>
                <a:gd name="T7" fmla="*/ 0 60000 65536"/>
                <a:gd name="T8" fmla="*/ 0 60000 65536"/>
                <a:gd name="T9" fmla="*/ 0 w 755"/>
                <a:gd name="T10" fmla="*/ 0 h 1633"/>
                <a:gd name="T11" fmla="*/ 755 w 755"/>
                <a:gd name="T12" fmla="*/ 1633 h 16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55" h="1633">
                  <a:moveTo>
                    <a:pt x="0" y="0"/>
                  </a:moveTo>
                  <a:lnTo>
                    <a:pt x="0" y="1633"/>
                  </a:lnTo>
                  <a:lnTo>
                    <a:pt x="755" y="163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41" name="Freeform 10">
              <a:extLst>
                <a:ext uri="{FF2B5EF4-FFF2-40B4-BE49-F238E27FC236}">
                  <a16:creationId xmlns:a16="http://schemas.microsoft.com/office/drawing/2014/main" id="{FA5D974E-3C8F-43DF-B7BB-C2435765F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8" y="4492625"/>
              <a:ext cx="1603375" cy="300038"/>
            </a:xfrm>
            <a:custGeom>
              <a:avLst/>
              <a:gdLst>
                <a:gd name="T0" fmla="*/ 0 w 1010"/>
                <a:gd name="T1" fmla="*/ 2147483646 h 189"/>
                <a:gd name="T2" fmla="*/ 2147483646 w 1010"/>
                <a:gd name="T3" fmla="*/ 2147483646 h 189"/>
                <a:gd name="T4" fmla="*/ 2147483646 w 1010"/>
                <a:gd name="T5" fmla="*/ 0 h 189"/>
                <a:gd name="T6" fmla="*/ 0 60000 65536"/>
                <a:gd name="T7" fmla="*/ 0 60000 65536"/>
                <a:gd name="T8" fmla="*/ 0 60000 65536"/>
                <a:gd name="T9" fmla="*/ 0 w 1010"/>
                <a:gd name="T10" fmla="*/ 0 h 189"/>
                <a:gd name="T11" fmla="*/ 1010 w 1010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0" h="189">
                  <a:moveTo>
                    <a:pt x="0" y="189"/>
                  </a:moveTo>
                  <a:lnTo>
                    <a:pt x="1010" y="189"/>
                  </a:lnTo>
                  <a:lnTo>
                    <a:pt x="101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42" name="Freeform 11">
              <a:extLst>
                <a:ext uri="{FF2B5EF4-FFF2-40B4-BE49-F238E27FC236}">
                  <a16:creationId xmlns:a16="http://schemas.microsoft.com/office/drawing/2014/main" id="{23C2C622-C6EF-415F-9C3B-95AC4977F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138" y="2071688"/>
              <a:ext cx="1304925" cy="2720975"/>
            </a:xfrm>
            <a:custGeom>
              <a:avLst/>
              <a:gdLst>
                <a:gd name="T0" fmla="*/ 0 w 822"/>
                <a:gd name="T1" fmla="*/ 2147483646 h 1714"/>
                <a:gd name="T2" fmla="*/ 0 w 822"/>
                <a:gd name="T3" fmla="*/ 2147483646 h 1714"/>
                <a:gd name="T4" fmla="*/ 2147483646 w 822"/>
                <a:gd name="T5" fmla="*/ 2147483646 h 1714"/>
                <a:gd name="T6" fmla="*/ 2147483646 w 822"/>
                <a:gd name="T7" fmla="*/ 0 h 17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22"/>
                <a:gd name="T13" fmla="*/ 0 h 1714"/>
                <a:gd name="T14" fmla="*/ 822 w 822"/>
                <a:gd name="T15" fmla="*/ 1714 h 17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22" h="1714">
                  <a:moveTo>
                    <a:pt x="0" y="1714"/>
                  </a:moveTo>
                  <a:lnTo>
                    <a:pt x="0" y="378"/>
                  </a:lnTo>
                  <a:lnTo>
                    <a:pt x="822" y="378"/>
                  </a:lnTo>
                  <a:lnTo>
                    <a:pt x="82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43" name="Line 16">
              <a:extLst>
                <a:ext uri="{FF2B5EF4-FFF2-40B4-BE49-F238E27FC236}">
                  <a16:creationId xmlns:a16="http://schemas.microsoft.com/office/drawing/2014/main" id="{7BCE72B9-E3DC-42CA-909B-1AEB2EA53A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441700"/>
              <a:ext cx="3206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44" name="Line 17">
              <a:extLst>
                <a:ext uri="{FF2B5EF4-FFF2-40B4-BE49-F238E27FC236}">
                  <a16:creationId xmlns:a16="http://schemas.microsoft.com/office/drawing/2014/main" id="{FA14A677-3347-46F5-8762-66BF6DF479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7417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45" name="Rectangle 19">
              <a:extLst>
                <a:ext uri="{FF2B5EF4-FFF2-40B4-BE49-F238E27FC236}">
                  <a16:creationId xmlns:a16="http://schemas.microsoft.com/office/drawing/2014/main" id="{BA18BB13-F5F1-4378-9795-8CD8E9678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849313"/>
              <a:ext cx="747712" cy="122237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46" name="Rectangle 20">
              <a:extLst>
                <a:ext uri="{FF2B5EF4-FFF2-40B4-BE49-F238E27FC236}">
                  <a16:creationId xmlns:a16="http://schemas.microsoft.com/office/drawing/2014/main" id="{0906BE27-907E-4F2D-BA56-4E3962CE4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1058863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47" name="Rectangle 21">
              <a:extLst>
                <a:ext uri="{FF2B5EF4-FFF2-40B4-BE49-F238E27FC236}">
                  <a16:creationId xmlns:a16="http://schemas.microsoft.com/office/drawing/2014/main" id="{871225E0-5B3C-4BA3-A033-C03B26786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1050925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48" name="Line 22">
              <a:extLst>
                <a:ext uri="{FF2B5EF4-FFF2-40B4-BE49-F238E27FC236}">
                  <a16:creationId xmlns:a16="http://schemas.microsoft.com/office/drawing/2014/main" id="{47F4A43C-AC97-4659-960F-C0C4DD67A3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1663700"/>
              <a:ext cx="106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49" name="Freeform 23">
              <a:extLst>
                <a:ext uri="{FF2B5EF4-FFF2-40B4-BE49-F238E27FC236}">
                  <a16:creationId xmlns:a16="http://schemas.microsoft.com/office/drawing/2014/main" id="{7C48A67A-A59D-432A-A03C-9AD6DEFE7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1385888"/>
              <a:ext cx="149225" cy="149225"/>
            </a:xfrm>
            <a:custGeom>
              <a:avLst/>
              <a:gdLst>
                <a:gd name="T0" fmla="*/ 0 w 94"/>
                <a:gd name="T1" fmla="*/ 2147483646 h 94"/>
                <a:gd name="T2" fmla="*/ 2147483646 w 94"/>
                <a:gd name="T3" fmla="*/ 2147483646 h 94"/>
                <a:gd name="T4" fmla="*/ 0 w 94"/>
                <a:gd name="T5" fmla="*/ 0 h 94"/>
                <a:gd name="T6" fmla="*/ 0 60000 65536"/>
                <a:gd name="T7" fmla="*/ 0 60000 65536"/>
                <a:gd name="T8" fmla="*/ 0 60000 65536"/>
                <a:gd name="T9" fmla="*/ 0 w 94"/>
                <a:gd name="T10" fmla="*/ 0 h 94"/>
                <a:gd name="T11" fmla="*/ 94 w 94"/>
                <a:gd name="T12" fmla="*/ 94 h 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94">
                  <a:moveTo>
                    <a:pt x="0" y="94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50" name="Freeform 24">
              <a:extLst>
                <a:ext uri="{FF2B5EF4-FFF2-40B4-BE49-F238E27FC236}">
                  <a16:creationId xmlns:a16="http://schemas.microsoft.com/office/drawing/2014/main" id="{5EB945AD-9163-423D-9FCB-C3EEF3F9A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3870325"/>
              <a:ext cx="63500" cy="42863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6"/>
                  </a:moveTo>
                  <a:cubicBezTo>
                    <a:pt x="0" y="1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16"/>
                    <a:pt x="60" y="16"/>
                  </a:cubicBezTo>
                  <a:cubicBezTo>
                    <a:pt x="60" y="29"/>
                    <a:pt x="49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24" y="40"/>
                    <a:pt x="24" y="40"/>
                  </a:cubicBezTo>
                  <a:cubicBezTo>
                    <a:pt x="11" y="40"/>
                    <a:pt x="0" y="29"/>
                    <a:pt x="0" y="1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51" name="Line 25">
              <a:extLst>
                <a:ext uri="{FF2B5EF4-FFF2-40B4-BE49-F238E27FC236}">
                  <a16:creationId xmlns:a16="http://schemas.microsoft.com/office/drawing/2014/main" id="{78D21D47-A81F-4AFB-8289-4B60A1EB13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0688" y="17716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52" name="Line 28">
              <a:extLst>
                <a:ext uri="{FF2B5EF4-FFF2-40B4-BE49-F238E27FC236}">
                  <a16:creationId xmlns:a16="http://schemas.microsoft.com/office/drawing/2014/main" id="{9BC43360-02AB-4448-836A-F33E404B28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1920875"/>
              <a:ext cx="298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53" name="Line 29">
              <a:extLst>
                <a:ext uri="{FF2B5EF4-FFF2-40B4-BE49-F238E27FC236}">
                  <a16:creationId xmlns:a16="http://schemas.microsoft.com/office/drawing/2014/main" id="{B617DA05-4199-4A7A-AB54-0B91EA59E5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1771650"/>
              <a:ext cx="1508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54" name="Freeform 30">
              <a:extLst>
                <a:ext uri="{FF2B5EF4-FFF2-40B4-BE49-F238E27FC236}">
                  <a16:creationId xmlns:a16="http://schemas.microsoft.com/office/drawing/2014/main" id="{F4B709DD-2B99-4C31-A180-5A17038A3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511300"/>
              <a:ext cx="638175" cy="254000"/>
            </a:xfrm>
            <a:custGeom>
              <a:avLst/>
              <a:gdLst>
                <a:gd name="T0" fmla="*/ 0 w 598"/>
                <a:gd name="T1" fmla="*/ 0 h 238"/>
                <a:gd name="T2" fmla="*/ 2147483646 w 598"/>
                <a:gd name="T3" fmla="*/ 2147483646 h 238"/>
                <a:gd name="T4" fmla="*/ 2147483646 w 598"/>
                <a:gd name="T5" fmla="*/ 2147483646 h 238"/>
                <a:gd name="T6" fmla="*/ 2147483646 w 598"/>
                <a:gd name="T7" fmla="*/ 2147483646 h 238"/>
                <a:gd name="T8" fmla="*/ 2147483646 w 598"/>
                <a:gd name="T9" fmla="*/ 2147483646 h 238"/>
                <a:gd name="T10" fmla="*/ 2147483646 w 598"/>
                <a:gd name="T11" fmla="*/ 2147483646 h 238"/>
                <a:gd name="T12" fmla="*/ 2147483646 w 598"/>
                <a:gd name="T13" fmla="*/ 2147483646 h 238"/>
                <a:gd name="T14" fmla="*/ 2147483646 w 598"/>
                <a:gd name="T15" fmla="*/ 2147483646 h 238"/>
                <a:gd name="T16" fmla="*/ 2147483646 w 598"/>
                <a:gd name="T17" fmla="*/ 2147483646 h 238"/>
                <a:gd name="T18" fmla="*/ 2147483646 w 598"/>
                <a:gd name="T19" fmla="*/ 2147483646 h 238"/>
                <a:gd name="T20" fmla="*/ 2147483646 w 598"/>
                <a:gd name="T21" fmla="*/ 2147483646 h 238"/>
                <a:gd name="T22" fmla="*/ 2147483646 w 598"/>
                <a:gd name="T23" fmla="*/ 2147483646 h 238"/>
                <a:gd name="T24" fmla="*/ 2147483646 w 598"/>
                <a:gd name="T25" fmla="*/ 2147483646 h 238"/>
                <a:gd name="T26" fmla="*/ 2147483646 w 598"/>
                <a:gd name="T27" fmla="*/ 2147483646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8"/>
                <a:gd name="T44" fmla="*/ 598 w 598"/>
                <a:gd name="T45" fmla="*/ 238 h 2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8">
                  <a:moveTo>
                    <a:pt x="0" y="0"/>
                  </a:moveTo>
                  <a:cubicBezTo>
                    <a:pt x="252" y="0"/>
                    <a:pt x="252" y="0"/>
                    <a:pt x="270" y="1"/>
                  </a:cubicBezTo>
                  <a:cubicBezTo>
                    <a:pt x="288" y="3"/>
                    <a:pt x="288" y="3"/>
                    <a:pt x="305" y="5"/>
                  </a:cubicBezTo>
                  <a:cubicBezTo>
                    <a:pt x="323" y="8"/>
                    <a:pt x="323" y="8"/>
                    <a:pt x="343" y="14"/>
                  </a:cubicBezTo>
                  <a:cubicBezTo>
                    <a:pt x="363" y="20"/>
                    <a:pt x="363" y="20"/>
                    <a:pt x="380" y="29"/>
                  </a:cubicBezTo>
                  <a:cubicBezTo>
                    <a:pt x="398" y="38"/>
                    <a:pt x="398" y="38"/>
                    <a:pt x="413" y="46"/>
                  </a:cubicBezTo>
                  <a:cubicBezTo>
                    <a:pt x="429" y="55"/>
                    <a:pt x="429" y="55"/>
                    <a:pt x="442" y="63"/>
                  </a:cubicBezTo>
                  <a:cubicBezTo>
                    <a:pt x="454" y="71"/>
                    <a:pt x="454" y="71"/>
                    <a:pt x="463" y="78"/>
                  </a:cubicBezTo>
                  <a:cubicBezTo>
                    <a:pt x="472" y="85"/>
                    <a:pt x="472" y="85"/>
                    <a:pt x="482" y="92"/>
                  </a:cubicBezTo>
                  <a:cubicBezTo>
                    <a:pt x="492" y="99"/>
                    <a:pt x="492" y="99"/>
                    <a:pt x="502" y="110"/>
                  </a:cubicBezTo>
                  <a:cubicBezTo>
                    <a:pt x="513" y="121"/>
                    <a:pt x="513" y="121"/>
                    <a:pt x="525" y="136"/>
                  </a:cubicBezTo>
                  <a:cubicBezTo>
                    <a:pt x="538" y="151"/>
                    <a:pt x="538" y="151"/>
                    <a:pt x="550" y="169"/>
                  </a:cubicBezTo>
                  <a:cubicBezTo>
                    <a:pt x="563" y="186"/>
                    <a:pt x="563" y="186"/>
                    <a:pt x="576" y="205"/>
                  </a:cubicBezTo>
                  <a:cubicBezTo>
                    <a:pt x="589" y="223"/>
                    <a:pt x="589" y="223"/>
                    <a:pt x="598" y="238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55" name="Freeform 31">
              <a:extLst>
                <a:ext uri="{FF2B5EF4-FFF2-40B4-BE49-F238E27FC236}">
                  <a16:creationId xmlns:a16="http://schemas.microsoft.com/office/drawing/2014/main" id="{5265D0D7-7B5E-48C4-98CF-E8358B51E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766888"/>
              <a:ext cx="638175" cy="254000"/>
            </a:xfrm>
            <a:custGeom>
              <a:avLst/>
              <a:gdLst>
                <a:gd name="T0" fmla="*/ 0 w 598"/>
                <a:gd name="T1" fmla="*/ 2147483646 h 237"/>
                <a:gd name="T2" fmla="*/ 2147483646 w 598"/>
                <a:gd name="T3" fmla="*/ 2147483646 h 237"/>
                <a:gd name="T4" fmla="*/ 2147483646 w 598"/>
                <a:gd name="T5" fmla="*/ 2147483646 h 237"/>
                <a:gd name="T6" fmla="*/ 2147483646 w 598"/>
                <a:gd name="T7" fmla="*/ 2147483646 h 237"/>
                <a:gd name="T8" fmla="*/ 2147483646 w 598"/>
                <a:gd name="T9" fmla="*/ 2147483646 h 237"/>
                <a:gd name="T10" fmla="*/ 2147483646 w 598"/>
                <a:gd name="T11" fmla="*/ 2147483646 h 237"/>
                <a:gd name="T12" fmla="*/ 2147483646 w 598"/>
                <a:gd name="T13" fmla="*/ 2147483646 h 237"/>
                <a:gd name="T14" fmla="*/ 2147483646 w 598"/>
                <a:gd name="T15" fmla="*/ 2147483646 h 237"/>
                <a:gd name="T16" fmla="*/ 2147483646 w 598"/>
                <a:gd name="T17" fmla="*/ 2147483646 h 237"/>
                <a:gd name="T18" fmla="*/ 2147483646 w 598"/>
                <a:gd name="T19" fmla="*/ 2147483646 h 237"/>
                <a:gd name="T20" fmla="*/ 2147483646 w 598"/>
                <a:gd name="T21" fmla="*/ 2147483646 h 237"/>
                <a:gd name="T22" fmla="*/ 2147483646 w 598"/>
                <a:gd name="T23" fmla="*/ 2147483646 h 237"/>
                <a:gd name="T24" fmla="*/ 2147483646 w 598"/>
                <a:gd name="T25" fmla="*/ 2147483646 h 237"/>
                <a:gd name="T26" fmla="*/ 2147483646 w 598"/>
                <a:gd name="T27" fmla="*/ 0 h 2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7"/>
                <a:gd name="T44" fmla="*/ 598 w 598"/>
                <a:gd name="T45" fmla="*/ 237 h 2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7">
                  <a:moveTo>
                    <a:pt x="0" y="237"/>
                  </a:moveTo>
                  <a:cubicBezTo>
                    <a:pt x="252" y="237"/>
                    <a:pt x="252" y="237"/>
                    <a:pt x="270" y="236"/>
                  </a:cubicBezTo>
                  <a:cubicBezTo>
                    <a:pt x="288" y="235"/>
                    <a:pt x="288" y="235"/>
                    <a:pt x="305" y="232"/>
                  </a:cubicBezTo>
                  <a:cubicBezTo>
                    <a:pt x="323" y="230"/>
                    <a:pt x="323" y="230"/>
                    <a:pt x="343" y="224"/>
                  </a:cubicBezTo>
                  <a:cubicBezTo>
                    <a:pt x="363" y="217"/>
                    <a:pt x="363" y="217"/>
                    <a:pt x="380" y="209"/>
                  </a:cubicBezTo>
                  <a:cubicBezTo>
                    <a:pt x="398" y="200"/>
                    <a:pt x="398" y="200"/>
                    <a:pt x="413" y="191"/>
                  </a:cubicBezTo>
                  <a:cubicBezTo>
                    <a:pt x="429" y="182"/>
                    <a:pt x="429" y="182"/>
                    <a:pt x="442" y="174"/>
                  </a:cubicBezTo>
                  <a:cubicBezTo>
                    <a:pt x="454" y="166"/>
                    <a:pt x="454" y="166"/>
                    <a:pt x="463" y="159"/>
                  </a:cubicBezTo>
                  <a:cubicBezTo>
                    <a:pt x="472" y="152"/>
                    <a:pt x="472" y="152"/>
                    <a:pt x="482" y="146"/>
                  </a:cubicBezTo>
                  <a:cubicBezTo>
                    <a:pt x="492" y="139"/>
                    <a:pt x="492" y="139"/>
                    <a:pt x="502" y="127"/>
                  </a:cubicBezTo>
                  <a:cubicBezTo>
                    <a:pt x="513" y="116"/>
                    <a:pt x="513" y="116"/>
                    <a:pt x="525" y="101"/>
                  </a:cubicBezTo>
                  <a:cubicBezTo>
                    <a:pt x="538" y="86"/>
                    <a:pt x="538" y="86"/>
                    <a:pt x="550" y="69"/>
                  </a:cubicBezTo>
                  <a:cubicBezTo>
                    <a:pt x="563" y="51"/>
                    <a:pt x="563" y="51"/>
                    <a:pt x="576" y="33"/>
                  </a:cubicBezTo>
                  <a:cubicBezTo>
                    <a:pt x="589" y="15"/>
                    <a:pt x="589" y="15"/>
                    <a:pt x="598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56" name="Freeform 32">
              <a:extLst>
                <a:ext uri="{FF2B5EF4-FFF2-40B4-BE49-F238E27FC236}">
                  <a16:creationId xmlns:a16="http://schemas.microsoft.com/office/drawing/2014/main" id="{9DC5A6B5-53E9-4CDD-A996-8077CE0EA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511300"/>
              <a:ext cx="74613" cy="255588"/>
            </a:xfrm>
            <a:custGeom>
              <a:avLst/>
              <a:gdLst>
                <a:gd name="T0" fmla="*/ 0 w 71"/>
                <a:gd name="T1" fmla="*/ 0 h 239"/>
                <a:gd name="T2" fmla="*/ 2147483646 w 71"/>
                <a:gd name="T3" fmla="*/ 2147483646 h 239"/>
                <a:gd name="T4" fmla="*/ 2147483646 w 71"/>
                <a:gd name="T5" fmla="*/ 2147483646 h 239"/>
                <a:gd name="T6" fmla="*/ 2147483646 w 71"/>
                <a:gd name="T7" fmla="*/ 2147483646 h 239"/>
                <a:gd name="T8" fmla="*/ 2147483646 w 71"/>
                <a:gd name="T9" fmla="*/ 2147483646 h 239"/>
                <a:gd name="T10" fmla="*/ 2147483646 w 71"/>
                <a:gd name="T11" fmla="*/ 2147483646 h 239"/>
                <a:gd name="T12" fmla="*/ 2147483646 w 71"/>
                <a:gd name="T13" fmla="*/ 2147483646 h 239"/>
                <a:gd name="T14" fmla="*/ 2147483646 w 71"/>
                <a:gd name="T15" fmla="*/ 214748364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9"/>
                <a:gd name="T26" fmla="*/ 71 w 71"/>
                <a:gd name="T27" fmla="*/ 239 h 2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9">
                  <a:moveTo>
                    <a:pt x="0" y="0"/>
                  </a:moveTo>
                  <a:cubicBezTo>
                    <a:pt x="16" y="29"/>
                    <a:pt x="16" y="29"/>
                    <a:pt x="23" y="44"/>
                  </a:cubicBezTo>
                  <a:cubicBezTo>
                    <a:pt x="29" y="59"/>
                    <a:pt x="29" y="59"/>
                    <a:pt x="36" y="77"/>
                  </a:cubicBezTo>
                  <a:cubicBezTo>
                    <a:pt x="43" y="95"/>
                    <a:pt x="43" y="95"/>
                    <a:pt x="48" y="113"/>
                  </a:cubicBezTo>
                  <a:cubicBezTo>
                    <a:pt x="54" y="131"/>
                    <a:pt x="54" y="131"/>
                    <a:pt x="59" y="150"/>
                  </a:cubicBezTo>
                  <a:cubicBezTo>
                    <a:pt x="65" y="168"/>
                    <a:pt x="65" y="168"/>
                    <a:pt x="66" y="183"/>
                  </a:cubicBezTo>
                  <a:cubicBezTo>
                    <a:pt x="68" y="199"/>
                    <a:pt x="68" y="199"/>
                    <a:pt x="69" y="208"/>
                  </a:cubicBezTo>
                  <a:cubicBezTo>
                    <a:pt x="71" y="218"/>
                    <a:pt x="71" y="218"/>
                    <a:pt x="70" y="239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57" name="Freeform 33">
              <a:extLst>
                <a:ext uri="{FF2B5EF4-FFF2-40B4-BE49-F238E27FC236}">
                  <a16:creationId xmlns:a16="http://schemas.microsoft.com/office/drawing/2014/main" id="{8017797D-07C1-48E6-938C-5804612E8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765300"/>
              <a:ext cx="74613" cy="255588"/>
            </a:xfrm>
            <a:custGeom>
              <a:avLst/>
              <a:gdLst>
                <a:gd name="T0" fmla="*/ 0 w 71"/>
                <a:gd name="T1" fmla="*/ 2147483646 h 238"/>
                <a:gd name="T2" fmla="*/ 2147483646 w 71"/>
                <a:gd name="T3" fmla="*/ 2147483646 h 238"/>
                <a:gd name="T4" fmla="*/ 2147483646 w 71"/>
                <a:gd name="T5" fmla="*/ 2147483646 h 238"/>
                <a:gd name="T6" fmla="*/ 2147483646 w 71"/>
                <a:gd name="T7" fmla="*/ 2147483646 h 238"/>
                <a:gd name="T8" fmla="*/ 2147483646 w 71"/>
                <a:gd name="T9" fmla="*/ 2147483646 h 238"/>
                <a:gd name="T10" fmla="*/ 2147483646 w 71"/>
                <a:gd name="T11" fmla="*/ 2147483646 h 238"/>
                <a:gd name="T12" fmla="*/ 2147483646 w 71"/>
                <a:gd name="T13" fmla="*/ 2147483646 h 238"/>
                <a:gd name="T14" fmla="*/ 2147483646 w 71"/>
                <a:gd name="T15" fmla="*/ 0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8"/>
                <a:gd name="T26" fmla="*/ 71 w 71"/>
                <a:gd name="T27" fmla="*/ 238 h 2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8">
                  <a:moveTo>
                    <a:pt x="0" y="238"/>
                  </a:moveTo>
                  <a:cubicBezTo>
                    <a:pt x="16" y="210"/>
                    <a:pt x="16" y="210"/>
                    <a:pt x="23" y="195"/>
                  </a:cubicBezTo>
                  <a:cubicBezTo>
                    <a:pt x="29" y="180"/>
                    <a:pt x="29" y="180"/>
                    <a:pt x="36" y="162"/>
                  </a:cubicBezTo>
                  <a:cubicBezTo>
                    <a:pt x="43" y="143"/>
                    <a:pt x="43" y="143"/>
                    <a:pt x="48" y="125"/>
                  </a:cubicBezTo>
                  <a:cubicBezTo>
                    <a:pt x="54" y="107"/>
                    <a:pt x="54" y="107"/>
                    <a:pt x="59" y="89"/>
                  </a:cubicBezTo>
                  <a:cubicBezTo>
                    <a:pt x="65" y="71"/>
                    <a:pt x="65" y="71"/>
                    <a:pt x="66" y="55"/>
                  </a:cubicBezTo>
                  <a:cubicBezTo>
                    <a:pt x="68" y="40"/>
                    <a:pt x="68" y="40"/>
                    <a:pt x="69" y="30"/>
                  </a:cubicBezTo>
                  <a:cubicBezTo>
                    <a:pt x="71" y="21"/>
                    <a:pt x="71" y="21"/>
                    <a:pt x="70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58" name="Line 34">
              <a:extLst>
                <a:ext uri="{FF2B5EF4-FFF2-40B4-BE49-F238E27FC236}">
                  <a16:creationId xmlns:a16="http://schemas.microsoft.com/office/drawing/2014/main" id="{443EBA79-5A12-48AF-835A-EBA3A8423D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0688" y="38925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59" name="Freeform 35">
              <a:extLst>
                <a:ext uri="{FF2B5EF4-FFF2-40B4-BE49-F238E27FC236}">
                  <a16:creationId xmlns:a16="http://schemas.microsoft.com/office/drawing/2014/main" id="{05E6A71B-8065-4839-888C-2722B49D8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813" y="1471613"/>
              <a:ext cx="600075" cy="2420937"/>
            </a:xfrm>
            <a:custGeom>
              <a:avLst/>
              <a:gdLst>
                <a:gd name="T0" fmla="*/ 0 w 378"/>
                <a:gd name="T1" fmla="*/ 2147483646 h 1525"/>
                <a:gd name="T2" fmla="*/ 0 w 378"/>
                <a:gd name="T3" fmla="*/ 0 h 1525"/>
                <a:gd name="T4" fmla="*/ 2147483646 w 378"/>
                <a:gd name="T5" fmla="*/ 0 h 1525"/>
                <a:gd name="T6" fmla="*/ 0 60000 65536"/>
                <a:gd name="T7" fmla="*/ 0 60000 65536"/>
                <a:gd name="T8" fmla="*/ 0 60000 65536"/>
                <a:gd name="T9" fmla="*/ 0 w 378"/>
                <a:gd name="T10" fmla="*/ 0 h 1525"/>
                <a:gd name="T11" fmla="*/ 378 w 378"/>
                <a:gd name="T12" fmla="*/ 1525 h 15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8" h="1525">
                  <a:moveTo>
                    <a:pt x="0" y="1525"/>
                  </a:moveTo>
                  <a:lnTo>
                    <a:pt x="0" y="0"/>
                  </a:lnTo>
                  <a:lnTo>
                    <a:pt x="3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60" name="Freeform 36">
              <a:extLst>
                <a:ext uri="{FF2B5EF4-FFF2-40B4-BE49-F238E27FC236}">
                  <a16:creationId xmlns:a16="http://schemas.microsoft.com/office/drawing/2014/main" id="{39A8145C-DF48-4ADC-AC7E-5EEF560FE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625" y="4762500"/>
              <a:ext cx="63500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61" name="Line 42">
              <a:extLst>
                <a:ext uri="{FF2B5EF4-FFF2-40B4-BE49-F238E27FC236}">
                  <a16:creationId xmlns:a16="http://schemas.microsoft.com/office/drawing/2014/main" id="{0DCFA552-6418-4736-821A-14126B0D37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18350" y="1471613"/>
              <a:ext cx="298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62" name="Line 43">
              <a:extLst>
                <a:ext uri="{FF2B5EF4-FFF2-40B4-BE49-F238E27FC236}">
                  <a16:creationId xmlns:a16="http://schemas.microsoft.com/office/drawing/2014/main" id="{830D7ED1-216A-44FF-BCA6-3B40B03EE6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6875" y="1320800"/>
              <a:ext cx="1698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63" name="Line 44">
              <a:extLst>
                <a:ext uri="{FF2B5EF4-FFF2-40B4-BE49-F238E27FC236}">
                  <a16:creationId xmlns:a16="http://schemas.microsoft.com/office/drawing/2014/main" id="{8E5D0343-6EB6-4F51-BD5E-3E36AD37F6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7600" y="1136650"/>
              <a:ext cx="1219200" cy="12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64" name="Freeform 45">
              <a:extLst>
                <a:ext uri="{FF2B5EF4-FFF2-40B4-BE49-F238E27FC236}">
                  <a16:creationId xmlns:a16="http://schemas.microsoft.com/office/drawing/2014/main" id="{7E73667D-B594-47C6-9AA9-A4E92337C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7600" y="1471613"/>
              <a:ext cx="920750" cy="2120900"/>
            </a:xfrm>
            <a:custGeom>
              <a:avLst/>
              <a:gdLst>
                <a:gd name="T0" fmla="*/ 0 w 580"/>
                <a:gd name="T1" fmla="*/ 2147483646 h 1336"/>
                <a:gd name="T2" fmla="*/ 2147483646 w 580"/>
                <a:gd name="T3" fmla="*/ 2147483646 h 1336"/>
                <a:gd name="T4" fmla="*/ 2147483646 w 580"/>
                <a:gd name="T5" fmla="*/ 0 h 1336"/>
                <a:gd name="T6" fmla="*/ 0 60000 65536"/>
                <a:gd name="T7" fmla="*/ 0 60000 65536"/>
                <a:gd name="T8" fmla="*/ 0 60000 65536"/>
                <a:gd name="T9" fmla="*/ 0 w 580"/>
                <a:gd name="T10" fmla="*/ 0 h 1336"/>
                <a:gd name="T11" fmla="*/ 580 w 580"/>
                <a:gd name="T12" fmla="*/ 1336 h 1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0" h="1336">
                  <a:moveTo>
                    <a:pt x="0" y="1336"/>
                  </a:moveTo>
                  <a:lnTo>
                    <a:pt x="580" y="1336"/>
                  </a:lnTo>
                  <a:lnTo>
                    <a:pt x="58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65" name="Line 46">
              <a:extLst>
                <a:ext uri="{FF2B5EF4-FFF2-40B4-BE49-F238E27FC236}">
                  <a16:creationId xmlns:a16="http://schemas.microsoft.com/office/drawing/2014/main" id="{A4220EA3-045D-4139-AC0A-5298906007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86738" y="1320800"/>
              <a:ext cx="150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66" name="Rectangle 47">
              <a:extLst>
                <a:ext uri="{FF2B5EF4-FFF2-40B4-BE49-F238E27FC236}">
                  <a16:creationId xmlns:a16="http://schemas.microsoft.com/office/drawing/2014/main" id="{B5B02141-0316-4A2C-850D-325B4C86B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16637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67" name="Rectangle 48">
              <a:extLst>
                <a:ext uri="{FF2B5EF4-FFF2-40B4-BE49-F238E27FC236}">
                  <a16:creationId xmlns:a16="http://schemas.microsoft.com/office/drawing/2014/main" id="{9DD7B9F8-887C-478C-B501-942CF6787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288" y="3786188"/>
              <a:ext cx="59690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Clock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68" name="Freeform 49">
              <a:extLst>
                <a:ext uri="{FF2B5EF4-FFF2-40B4-BE49-F238E27FC236}">
                  <a16:creationId xmlns:a16="http://schemas.microsoft.com/office/drawing/2014/main" id="{C2E3711E-2E5D-4A1E-BE67-44E3E83E1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120775"/>
              <a:ext cx="41275" cy="63500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69" name="Rectangle 50">
              <a:extLst>
                <a:ext uri="{FF2B5EF4-FFF2-40B4-BE49-F238E27FC236}">
                  <a16:creationId xmlns:a16="http://schemas.microsoft.com/office/drawing/2014/main" id="{531A903F-BF6D-4339-A3AD-0C8E120A6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813" y="4676775"/>
              <a:ext cx="73183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Resetn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70" name="Rectangle 51">
              <a:extLst>
                <a:ext uri="{FF2B5EF4-FFF2-40B4-BE49-F238E27FC236}">
                  <a16:creationId xmlns:a16="http://schemas.microsoft.com/office/drawing/2014/main" id="{46841D8B-35CA-4205-B7E5-1B70BCCD8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326707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71" name="Rectangle 52">
              <a:extLst>
                <a:ext uri="{FF2B5EF4-FFF2-40B4-BE49-F238E27FC236}">
                  <a16:creationId xmlns:a16="http://schemas.microsoft.com/office/drawing/2014/main" id="{5F791474-7EFC-4F22-95D2-A3D5F07FA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33639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72" name="Rectangle 53">
              <a:extLst>
                <a:ext uri="{FF2B5EF4-FFF2-40B4-BE49-F238E27FC236}">
                  <a16:creationId xmlns:a16="http://schemas.microsoft.com/office/drawing/2014/main" id="{D92048D5-8848-4821-93CA-99489AC39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820738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73" name="Rectangle 54">
              <a:extLst>
                <a:ext uri="{FF2B5EF4-FFF2-40B4-BE49-F238E27FC236}">
                  <a16:creationId xmlns:a16="http://schemas.microsoft.com/office/drawing/2014/main" id="{6CBB7621-C01E-4183-B7BC-888F177EC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915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74" name="Rectangle 55">
              <a:extLst>
                <a:ext uri="{FF2B5EF4-FFF2-40B4-BE49-F238E27FC236}">
                  <a16:creationId xmlns:a16="http://schemas.microsoft.com/office/drawing/2014/main" id="{056D1338-D311-4FD6-B39C-40DA783D5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3289300"/>
              <a:ext cx="19208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75" name="Rectangle 56">
              <a:extLst>
                <a:ext uri="{FF2B5EF4-FFF2-40B4-BE49-F238E27FC236}">
                  <a16:creationId xmlns:a16="http://schemas.microsoft.com/office/drawing/2014/main" id="{06C2E885-34A9-4A0B-9A52-1E510640D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3384550"/>
              <a:ext cx="165100" cy="220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76" name="Rectangle 57">
              <a:extLst>
                <a:ext uri="{FF2B5EF4-FFF2-40B4-BE49-F238E27FC236}">
                  <a16:creationId xmlns:a16="http://schemas.microsoft.com/office/drawing/2014/main" id="{755618EB-1EB3-4367-AEEE-A38086E04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865188"/>
              <a:ext cx="192087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77" name="Line 58">
              <a:extLst>
                <a:ext uri="{FF2B5EF4-FFF2-40B4-BE49-F238E27FC236}">
                  <a16:creationId xmlns:a16="http://schemas.microsoft.com/office/drawing/2014/main" id="{2FB6F810-7325-49A3-813C-8E5B366DF8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62338" y="3592513"/>
              <a:ext cx="19875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78" name="Rectangle 59">
              <a:extLst>
                <a:ext uri="{FF2B5EF4-FFF2-40B4-BE49-F238E27FC236}">
                  <a16:creationId xmlns:a16="http://schemas.microsoft.com/office/drawing/2014/main" id="{C8C34A37-9398-4266-9D09-92A3244B4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96043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79" name="Rectangle 60">
              <a:extLst>
                <a:ext uri="{FF2B5EF4-FFF2-40B4-BE49-F238E27FC236}">
                  <a16:creationId xmlns:a16="http://schemas.microsoft.com/office/drawing/2014/main" id="{2C6B3C46-8C25-4459-9D98-0296DD235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" y="1042988"/>
              <a:ext cx="2349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80" name="Rectangle 61">
              <a:extLst>
                <a:ext uri="{FF2B5EF4-FFF2-40B4-BE49-F238E27FC236}">
                  <a16:creationId xmlns:a16="http://schemas.microsoft.com/office/drawing/2014/main" id="{251789CB-126E-442F-A1A2-7EE97A0DF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4225" y="1193800"/>
              <a:ext cx="18573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81" name="Rectangle 62">
              <a:extLst>
                <a:ext uri="{FF2B5EF4-FFF2-40B4-BE49-F238E27FC236}">
                  <a16:creationId xmlns:a16="http://schemas.microsoft.com/office/drawing/2014/main" id="{221A7CA5-B7EC-44F8-BA30-10DBB6A86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3292475"/>
              <a:ext cx="747712" cy="12001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82" name="Rectangle 63">
              <a:extLst>
                <a:ext uri="{FF2B5EF4-FFF2-40B4-BE49-F238E27FC236}">
                  <a16:creationId xmlns:a16="http://schemas.microsoft.com/office/drawing/2014/main" id="{F1C0B9D3-1D0F-4DF9-852F-397AC9831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1651000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83" name="Rectangle 64">
              <a:extLst>
                <a:ext uri="{FF2B5EF4-FFF2-40B4-BE49-F238E27FC236}">
                  <a16:creationId xmlns:a16="http://schemas.microsoft.com/office/drawing/2014/main" id="{7CCD14A6-311A-4339-9686-41D983572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348932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84" name="Rectangle 65">
              <a:extLst>
                <a:ext uri="{FF2B5EF4-FFF2-40B4-BE49-F238E27FC236}">
                  <a16:creationId xmlns:a16="http://schemas.microsoft.com/office/drawing/2014/main" id="{4FD1ADA2-2E8E-41D3-84C9-9A21AA380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34798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85" name="Line 66">
              <a:extLst>
                <a:ext uri="{FF2B5EF4-FFF2-40B4-BE49-F238E27FC236}">
                  <a16:creationId xmlns:a16="http://schemas.microsoft.com/office/drawing/2014/main" id="{19C8D783-3DEE-4B5E-A637-1DAF5527D4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4084638"/>
              <a:ext cx="1063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86" name="Freeform 67">
              <a:extLst>
                <a:ext uri="{FF2B5EF4-FFF2-40B4-BE49-F238E27FC236}">
                  <a16:creationId xmlns:a16="http://schemas.microsoft.com/office/drawing/2014/main" id="{40CBC559-9018-446B-A106-4952D1346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3806825"/>
              <a:ext cx="149225" cy="171450"/>
            </a:xfrm>
            <a:custGeom>
              <a:avLst/>
              <a:gdLst>
                <a:gd name="T0" fmla="*/ 0 w 94"/>
                <a:gd name="T1" fmla="*/ 2147483646 h 108"/>
                <a:gd name="T2" fmla="*/ 2147483646 w 94"/>
                <a:gd name="T3" fmla="*/ 2147483646 h 108"/>
                <a:gd name="T4" fmla="*/ 0 w 94"/>
                <a:gd name="T5" fmla="*/ 0 h 108"/>
                <a:gd name="T6" fmla="*/ 0 60000 65536"/>
                <a:gd name="T7" fmla="*/ 0 60000 65536"/>
                <a:gd name="T8" fmla="*/ 0 60000 65536"/>
                <a:gd name="T9" fmla="*/ 0 w 94"/>
                <a:gd name="T10" fmla="*/ 0 h 108"/>
                <a:gd name="T11" fmla="*/ 94 w 94"/>
                <a:gd name="T12" fmla="*/ 108 h 1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108">
                  <a:moveTo>
                    <a:pt x="0" y="108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87" name="Rectangle 68">
              <a:extLst>
                <a:ext uri="{FF2B5EF4-FFF2-40B4-BE49-F238E27FC236}">
                  <a16:creationId xmlns:a16="http://schemas.microsoft.com/office/drawing/2014/main" id="{EABD4794-B873-496A-AA32-A606AB378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4094163"/>
              <a:ext cx="2476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88" name="Freeform 69">
              <a:extLst>
                <a:ext uri="{FF2B5EF4-FFF2-40B4-BE49-F238E27FC236}">
                  <a16:creationId xmlns:a16="http://schemas.microsoft.com/office/drawing/2014/main" id="{9592D8F4-A2DD-4124-9FC6-4065B519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1920875"/>
              <a:ext cx="3635375" cy="2271713"/>
            </a:xfrm>
            <a:custGeom>
              <a:avLst/>
              <a:gdLst>
                <a:gd name="T0" fmla="*/ 0 w 2290"/>
                <a:gd name="T1" fmla="*/ 0 h 1431"/>
                <a:gd name="T2" fmla="*/ 0 w 2290"/>
                <a:gd name="T3" fmla="*/ 2147483646 h 1431"/>
                <a:gd name="T4" fmla="*/ 2147483646 w 2290"/>
                <a:gd name="T5" fmla="*/ 2147483646 h 1431"/>
                <a:gd name="T6" fmla="*/ 2147483646 w 2290"/>
                <a:gd name="T7" fmla="*/ 2147483646 h 1431"/>
                <a:gd name="T8" fmla="*/ 2147483646 w 2290"/>
                <a:gd name="T9" fmla="*/ 2147483646 h 1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0"/>
                <a:gd name="T16" fmla="*/ 0 h 1431"/>
                <a:gd name="T17" fmla="*/ 2290 w 2290"/>
                <a:gd name="T18" fmla="*/ 1431 h 1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0" h="1431">
                  <a:moveTo>
                    <a:pt x="0" y="0"/>
                  </a:moveTo>
                  <a:lnTo>
                    <a:pt x="0" y="662"/>
                  </a:lnTo>
                  <a:lnTo>
                    <a:pt x="2290" y="662"/>
                  </a:lnTo>
                  <a:lnTo>
                    <a:pt x="2290" y="1431"/>
                  </a:lnTo>
                  <a:lnTo>
                    <a:pt x="1899" y="14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89" name="Freeform 70">
              <a:extLst>
                <a:ext uri="{FF2B5EF4-FFF2-40B4-BE49-F238E27FC236}">
                  <a16:creationId xmlns:a16="http://schemas.microsoft.com/office/drawing/2014/main" id="{E47C7E8B-0134-4ECA-A8A3-A4EC124C7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225" y="1149350"/>
              <a:ext cx="4256088" cy="2292350"/>
            </a:xfrm>
            <a:custGeom>
              <a:avLst/>
              <a:gdLst>
                <a:gd name="T0" fmla="*/ 0 w 2681"/>
                <a:gd name="T1" fmla="*/ 2147483646 h 1444"/>
                <a:gd name="T2" fmla="*/ 0 w 2681"/>
                <a:gd name="T3" fmla="*/ 2147483646 h 1444"/>
                <a:gd name="T4" fmla="*/ 2147483646 w 2681"/>
                <a:gd name="T5" fmla="*/ 2147483646 h 1444"/>
                <a:gd name="T6" fmla="*/ 2147483646 w 2681"/>
                <a:gd name="T7" fmla="*/ 0 h 14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81"/>
                <a:gd name="T13" fmla="*/ 0 h 1444"/>
                <a:gd name="T14" fmla="*/ 2681 w 2681"/>
                <a:gd name="T15" fmla="*/ 1444 h 14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81" h="1444">
                  <a:moveTo>
                    <a:pt x="0" y="1444"/>
                  </a:moveTo>
                  <a:lnTo>
                    <a:pt x="0" y="770"/>
                  </a:lnTo>
                  <a:lnTo>
                    <a:pt x="2681" y="770"/>
                  </a:lnTo>
                  <a:lnTo>
                    <a:pt x="2681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90" name="Line 71">
              <a:extLst>
                <a:ext uri="{FF2B5EF4-FFF2-40B4-BE49-F238E27FC236}">
                  <a16:creationId xmlns:a16="http://schemas.microsoft.com/office/drawing/2014/main" id="{0C71A746-A2D4-487A-AA50-ACCC11EBE2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988" y="1149350"/>
              <a:ext cx="4406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91" name="Line 73">
              <a:extLst>
                <a:ext uri="{FF2B5EF4-FFF2-40B4-BE49-F238E27FC236}">
                  <a16:creationId xmlns:a16="http://schemas.microsoft.com/office/drawing/2014/main" id="{F4EA8676-0773-4A55-9374-59341DED54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663" y="1620838"/>
              <a:ext cx="300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92" name="Freeform 74">
              <a:extLst>
                <a:ext uri="{FF2B5EF4-FFF2-40B4-BE49-F238E27FC236}">
                  <a16:creationId xmlns:a16="http://schemas.microsoft.com/office/drawing/2014/main" id="{1E4DEA2C-7FA7-4EC7-8808-82C626B7A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0" y="1471613"/>
              <a:ext cx="300038" cy="300037"/>
            </a:xfrm>
            <a:custGeom>
              <a:avLst/>
              <a:gdLst>
                <a:gd name="T0" fmla="*/ 2147483646 w 189"/>
                <a:gd name="T1" fmla="*/ 2147483646 h 189"/>
                <a:gd name="T2" fmla="*/ 0 w 189"/>
                <a:gd name="T3" fmla="*/ 2147483646 h 189"/>
                <a:gd name="T4" fmla="*/ 0 w 189"/>
                <a:gd name="T5" fmla="*/ 0 h 189"/>
                <a:gd name="T6" fmla="*/ 0 60000 65536"/>
                <a:gd name="T7" fmla="*/ 0 60000 65536"/>
                <a:gd name="T8" fmla="*/ 0 60000 65536"/>
                <a:gd name="T9" fmla="*/ 0 w 189"/>
                <a:gd name="T10" fmla="*/ 0 h 189"/>
                <a:gd name="T11" fmla="*/ 189 w 189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189">
                  <a:moveTo>
                    <a:pt x="189" y="94"/>
                  </a:moveTo>
                  <a:lnTo>
                    <a:pt x="0" y="189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93" name="Oval 76">
              <a:extLst>
                <a:ext uri="{FF2B5EF4-FFF2-40B4-BE49-F238E27FC236}">
                  <a16:creationId xmlns:a16="http://schemas.microsoft.com/office/drawing/2014/main" id="{DF3C8160-5B3C-4F0C-BC4B-09C1A4F85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325" y="1568450"/>
              <a:ext cx="96838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894" name="Line 77">
              <a:extLst>
                <a:ext uri="{FF2B5EF4-FFF2-40B4-BE49-F238E27FC236}">
                  <a16:creationId xmlns:a16="http://schemas.microsoft.com/office/drawing/2014/main" id="{8A372DBF-830E-419B-971F-9692C5A23B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62163" y="1620838"/>
              <a:ext cx="14001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95" name="Freeform 78">
              <a:extLst>
                <a:ext uri="{FF2B5EF4-FFF2-40B4-BE49-F238E27FC236}">
                  <a16:creationId xmlns:a16="http://schemas.microsoft.com/office/drawing/2014/main" id="{049851BD-C8B9-4AB4-AC26-F55A6A625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188" y="1620838"/>
              <a:ext cx="3187700" cy="2571750"/>
            </a:xfrm>
            <a:custGeom>
              <a:avLst/>
              <a:gdLst>
                <a:gd name="T0" fmla="*/ 2147483646 w 2008"/>
                <a:gd name="T1" fmla="*/ 2147483646 h 1620"/>
                <a:gd name="T2" fmla="*/ 0 w 2008"/>
                <a:gd name="T3" fmla="*/ 2147483646 h 1620"/>
                <a:gd name="T4" fmla="*/ 0 w 2008"/>
                <a:gd name="T5" fmla="*/ 0 h 1620"/>
                <a:gd name="T6" fmla="*/ 0 60000 65536"/>
                <a:gd name="T7" fmla="*/ 0 60000 65536"/>
                <a:gd name="T8" fmla="*/ 0 60000 65536"/>
                <a:gd name="T9" fmla="*/ 0 w 2008"/>
                <a:gd name="T10" fmla="*/ 0 h 1620"/>
                <a:gd name="T11" fmla="*/ 2008 w 2008"/>
                <a:gd name="T12" fmla="*/ 1620 h 16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08" h="1620">
                  <a:moveTo>
                    <a:pt x="2008" y="1620"/>
                  </a:moveTo>
                  <a:lnTo>
                    <a:pt x="0" y="162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96" name="Freeform 79">
              <a:extLst>
                <a:ext uri="{FF2B5EF4-FFF2-40B4-BE49-F238E27FC236}">
                  <a16:creationId xmlns:a16="http://schemas.microsoft.com/office/drawing/2014/main" id="{5E743698-27F6-49D0-88CA-5E9C6DCE8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128713"/>
              <a:ext cx="65087" cy="63500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97" name="Freeform 80">
              <a:extLst>
                <a:ext uri="{FF2B5EF4-FFF2-40B4-BE49-F238E27FC236}">
                  <a16:creationId xmlns:a16="http://schemas.microsoft.com/office/drawing/2014/main" id="{687A904E-4CFE-459B-92EA-79752BA2F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577975"/>
              <a:ext cx="65087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98" name="Freeform 81">
              <a:extLst>
                <a:ext uri="{FF2B5EF4-FFF2-40B4-BE49-F238E27FC236}">
                  <a16:creationId xmlns:a16="http://schemas.microsoft.com/office/drawing/2014/main" id="{1CB22014-6CC1-47DC-A23B-6706B82BF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550" y="1585913"/>
              <a:ext cx="42863" cy="65087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899" name="Rectangle 82">
              <a:extLst>
                <a:ext uri="{FF2B5EF4-FFF2-40B4-BE49-F238E27FC236}">
                  <a16:creationId xmlns:a16="http://schemas.microsoft.com/office/drawing/2014/main" id="{430246F7-BD70-430A-B34A-6E106D093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4079875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900" name="Rectangle 83">
              <a:extLst>
                <a:ext uri="{FF2B5EF4-FFF2-40B4-BE49-F238E27FC236}">
                  <a16:creationId xmlns:a16="http://schemas.microsoft.com/office/drawing/2014/main" id="{83F4AA49-DDB4-4862-BABD-C23D1E053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4249738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901" name="Rectangle 84">
              <a:extLst>
                <a:ext uri="{FF2B5EF4-FFF2-40B4-BE49-F238E27FC236}">
                  <a16:creationId xmlns:a16="http://schemas.microsoft.com/office/drawing/2014/main" id="{30724CC4-8A9D-42AF-9FA5-DBE41590D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4344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902" name="Rectangle 85">
              <a:extLst>
                <a:ext uri="{FF2B5EF4-FFF2-40B4-BE49-F238E27FC236}">
                  <a16:creationId xmlns:a16="http://schemas.microsoft.com/office/drawing/2014/main" id="{6FE5A5A6-3A6F-49AE-BBE8-F269E3041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1820863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903" name="Oval 87">
              <a:extLst>
                <a:ext uri="{FF2B5EF4-FFF2-40B4-BE49-F238E27FC236}">
                  <a16:creationId xmlns:a16="http://schemas.microsoft.com/office/drawing/2014/main" id="{7181AEE2-7F47-4704-966C-9A754E191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2090738"/>
              <a:ext cx="98425" cy="96837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904" name="Oval 89">
              <a:extLst>
                <a:ext uri="{FF2B5EF4-FFF2-40B4-BE49-F238E27FC236}">
                  <a16:creationId xmlns:a16="http://schemas.microsoft.com/office/drawing/2014/main" id="{9BA85D61-2CF3-4028-97F2-85ED563ED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4511675"/>
              <a:ext cx="98425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905" name="Rectangle 90">
              <a:extLst>
                <a:ext uri="{FF2B5EF4-FFF2-40B4-BE49-F238E27FC236}">
                  <a16:creationId xmlns:a16="http://schemas.microsoft.com/office/drawing/2014/main" id="{F53D28B7-4E70-4B68-8584-463897CFD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19161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906" name="AutoShape 92">
              <a:extLst>
                <a:ext uri="{FF2B5EF4-FFF2-40B4-BE49-F238E27FC236}">
                  <a16:creationId xmlns:a16="http://schemas.microsoft.com/office/drawing/2014/main" id="{8E401545-A806-4AB6-B5DC-E73343923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900" y="3355975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907" name="AutoShape 94">
              <a:extLst>
                <a:ext uri="{FF2B5EF4-FFF2-40B4-BE49-F238E27FC236}">
                  <a16:creationId xmlns:a16="http://schemas.microsoft.com/office/drawing/2014/main" id="{6AD8EA68-77E5-4867-8E15-3937935D6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6800" y="1073150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908" name="Line 95">
              <a:extLst>
                <a:ext uri="{FF2B5EF4-FFF2-40B4-BE49-F238E27FC236}">
                  <a16:creationId xmlns:a16="http://schemas.microsoft.com/office/drawing/2014/main" id="{8729F6E0-5FBE-488D-AD03-796FC90050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3700" y="1465263"/>
              <a:ext cx="300038" cy="1571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77827" name="Oval 76">
            <a:extLst>
              <a:ext uri="{FF2B5EF4-FFF2-40B4-BE49-F238E27FC236}">
                <a16:creationId xmlns:a16="http://schemas.microsoft.com/office/drawing/2014/main" id="{56F1FD40-A48D-4CDC-96A7-B1C390848B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7275" y="1444625"/>
            <a:ext cx="517525" cy="5397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7828" name="Oval 77">
            <a:extLst>
              <a:ext uri="{FF2B5EF4-FFF2-40B4-BE49-F238E27FC236}">
                <a16:creationId xmlns:a16="http://schemas.microsoft.com/office/drawing/2014/main" id="{C205D00C-9759-4757-8D28-8407953885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2038" y="2443163"/>
            <a:ext cx="517525" cy="5397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7829" name="Oval 79">
            <a:extLst>
              <a:ext uri="{FF2B5EF4-FFF2-40B4-BE49-F238E27FC236}">
                <a16:creationId xmlns:a16="http://schemas.microsoft.com/office/drawing/2014/main" id="{865D781D-D6ED-40D2-BC71-FFB05A616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3788" y="3956050"/>
            <a:ext cx="517525" cy="539750"/>
          </a:xfrm>
          <a:prstGeom prst="ellips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7830" name="Oval 83">
            <a:extLst>
              <a:ext uri="{FF2B5EF4-FFF2-40B4-BE49-F238E27FC236}">
                <a16:creationId xmlns:a16="http://schemas.microsoft.com/office/drawing/2014/main" id="{1740B1B2-0EE5-4225-AC88-C408A324CA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4938713"/>
            <a:ext cx="517525" cy="541337"/>
          </a:xfrm>
          <a:prstGeom prst="ellips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7831" name="TextBox 80">
            <a:extLst>
              <a:ext uri="{FF2B5EF4-FFF2-40B4-BE49-F238E27FC236}">
                <a16:creationId xmlns:a16="http://schemas.microsoft.com/office/drawing/2014/main" id="{1D8BF8EB-DFC1-4474-8A34-C8F540ACFC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6200" y="985838"/>
            <a:ext cx="103028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</a:t>
            </a:r>
            <a:endParaRPr kumimoji="0" lang="en-US" altLang="en-US" sz="2400" b="0" i="0" u="none" strike="noStrike" kern="1200" cap="none" spc="0" normalizeH="0" baseline="-2500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7832" name="Group 1">
            <a:extLst>
              <a:ext uri="{FF2B5EF4-FFF2-40B4-BE49-F238E27FC236}">
                <a16:creationId xmlns:a16="http://schemas.microsoft.com/office/drawing/2014/main" id="{C070159A-C052-4D81-B209-4B06958208F5}"/>
              </a:ext>
            </a:extLst>
          </p:cNvPr>
          <p:cNvGrpSpPr>
            <a:grpSpLocks/>
          </p:cNvGrpSpPr>
          <p:nvPr/>
        </p:nvGrpSpPr>
        <p:grpSpPr bwMode="auto">
          <a:xfrm>
            <a:off x="5045075" y="5726113"/>
            <a:ext cx="1082675" cy="461962"/>
            <a:chOff x="4636811" y="5956551"/>
            <a:chExt cx="1082348" cy="461665"/>
          </a:xfrm>
        </p:grpSpPr>
        <p:sp>
          <p:nvSpPr>
            <p:cNvPr id="77838" name="TextBox 86">
              <a:extLst>
                <a:ext uri="{FF2B5EF4-FFF2-40B4-BE49-F238E27FC236}">
                  <a16:creationId xmlns:a16="http://schemas.microsoft.com/office/drawing/2014/main" id="{2A7BCC0D-8A36-440E-BC0F-5CF55E4459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811" y="5956551"/>
              <a:ext cx="108234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</a:t>
              </a:r>
              <a:endPara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77839" name="Straight Connector 87">
              <a:extLst>
                <a:ext uri="{FF2B5EF4-FFF2-40B4-BE49-F238E27FC236}">
                  <a16:creationId xmlns:a16="http://schemas.microsoft.com/office/drawing/2014/main" id="{5EF84EBA-4429-4E32-A9F6-0D92B9065AC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368428" y="6004145"/>
              <a:ext cx="228531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77833" name="TextBox 89">
            <a:extLst>
              <a:ext uri="{FF2B5EF4-FFF2-40B4-BE49-F238E27FC236}">
                <a16:creationId xmlns:a16="http://schemas.microsoft.com/office/drawing/2014/main" id="{B1CFE9D0-4CCB-408D-B81F-2679DF3227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76588" y="3706813"/>
            <a:ext cx="13795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grpSp>
        <p:nvGrpSpPr>
          <p:cNvPr id="77834" name="Group 2">
            <a:extLst>
              <a:ext uri="{FF2B5EF4-FFF2-40B4-BE49-F238E27FC236}">
                <a16:creationId xmlns:a16="http://schemas.microsoft.com/office/drawing/2014/main" id="{122E0E26-C5C1-416D-88F7-DD334364E966}"/>
              </a:ext>
            </a:extLst>
          </p:cNvPr>
          <p:cNvGrpSpPr>
            <a:grpSpLocks/>
          </p:cNvGrpSpPr>
          <p:nvPr/>
        </p:nvGrpSpPr>
        <p:grpSpPr bwMode="auto">
          <a:xfrm>
            <a:off x="3241675" y="2695575"/>
            <a:ext cx="1697038" cy="461963"/>
            <a:chOff x="6895289" y="6215149"/>
            <a:chExt cx="1695847" cy="461665"/>
          </a:xfrm>
        </p:grpSpPr>
        <p:sp>
          <p:nvSpPr>
            <p:cNvPr id="77835" name="TextBox 84">
              <a:extLst>
                <a:ext uri="{FF2B5EF4-FFF2-40B4-BE49-F238E27FC236}">
                  <a16:creationId xmlns:a16="http://schemas.microsoft.com/office/drawing/2014/main" id="{E84BFE4E-EAF0-4EBD-A019-7C150AA99B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5289" y="6215149"/>
              <a:ext cx="169584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 +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77836" name="Straight Connector 85">
              <a:extLst>
                <a:ext uri="{FF2B5EF4-FFF2-40B4-BE49-F238E27FC236}">
                  <a16:creationId xmlns:a16="http://schemas.microsoft.com/office/drawing/2014/main" id="{133DEA0B-D9C8-4046-A29F-4B5AC772CEE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26613" y="6254811"/>
              <a:ext cx="2284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7837" name="Straight Connector 91">
              <a:extLst>
                <a:ext uri="{FF2B5EF4-FFF2-40B4-BE49-F238E27FC236}">
                  <a16:creationId xmlns:a16="http://schemas.microsoft.com/office/drawing/2014/main" id="{BACFD86D-4828-4E29-A0C5-5C0E643BC88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154879" y="6251638"/>
              <a:ext cx="2284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5953FC98-73A0-CE46-85C4-392B6692BF76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What is the logic expression of the output?</a:t>
            </a:r>
          </a:p>
        </p:txBody>
      </p:sp>
      <p:grpSp>
        <p:nvGrpSpPr>
          <p:cNvPr id="78850" name="Group 6">
            <a:extLst>
              <a:ext uri="{FF2B5EF4-FFF2-40B4-BE49-F238E27FC236}">
                <a16:creationId xmlns:a16="http://schemas.microsoft.com/office/drawing/2014/main" id="{29D8A609-31C5-4307-B2E0-87A846BD4CEA}"/>
              </a:ext>
            </a:extLst>
          </p:cNvPr>
          <p:cNvGrpSpPr>
            <a:grpSpLocks/>
          </p:cNvGrpSpPr>
          <p:nvPr/>
        </p:nvGrpSpPr>
        <p:grpSpPr bwMode="auto">
          <a:xfrm>
            <a:off x="800100" y="1598613"/>
            <a:ext cx="7789863" cy="4127500"/>
            <a:chOff x="800100" y="820738"/>
            <a:chExt cx="7789863" cy="4127500"/>
          </a:xfrm>
        </p:grpSpPr>
        <p:sp>
          <p:nvSpPr>
            <p:cNvPr id="78853" name="Freeform 9">
              <a:extLst>
                <a:ext uri="{FF2B5EF4-FFF2-40B4-BE49-F238E27FC236}">
                  <a16:creationId xmlns:a16="http://schemas.microsoft.com/office/drawing/2014/main" id="{3965D887-8C17-4C67-AFDF-E6E9FCA6A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663" y="1149350"/>
              <a:ext cx="1198562" cy="2592388"/>
            </a:xfrm>
            <a:custGeom>
              <a:avLst/>
              <a:gdLst>
                <a:gd name="T0" fmla="*/ 0 w 755"/>
                <a:gd name="T1" fmla="*/ 0 h 1633"/>
                <a:gd name="T2" fmla="*/ 0 w 755"/>
                <a:gd name="T3" fmla="*/ 2147483646 h 1633"/>
                <a:gd name="T4" fmla="*/ 2147483646 w 755"/>
                <a:gd name="T5" fmla="*/ 2147483646 h 1633"/>
                <a:gd name="T6" fmla="*/ 0 60000 65536"/>
                <a:gd name="T7" fmla="*/ 0 60000 65536"/>
                <a:gd name="T8" fmla="*/ 0 60000 65536"/>
                <a:gd name="T9" fmla="*/ 0 w 755"/>
                <a:gd name="T10" fmla="*/ 0 h 1633"/>
                <a:gd name="T11" fmla="*/ 755 w 755"/>
                <a:gd name="T12" fmla="*/ 1633 h 16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55" h="1633">
                  <a:moveTo>
                    <a:pt x="0" y="0"/>
                  </a:moveTo>
                  <a:lnTo>
                    <a:pt x="0" y="1633"/>
                  </a:lnTo>
                  <a:lnTo>
                    <a:pt x="755" y="163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54" name="Freeform 10">
              <a:extLst>
                <a:ext uri="{FF2B5EF4-FFF2-40B4-BE49-F238E27FC236}">
                  <a16:creationId xmlns:a16="http://schemas.microsoft.com/office/drawing/2014/main" id="{B3C3B9A5-AAD8-487A-BC07-D32D3192A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8" y="4492625"/>
              <a:ext cx="1603375" cy="300038"/>
            </a:xfrm>
            <a:custGeom>
              <a:avLst/>
              <a:gdLst>
                <a:gd name="T0" fmla="*/ 0 w 1010"/>
                <a:gd name="T1" fmla="*/ 2147483646 h 189"/>
                <a:gd name="T2" fmla="*/ 2147483646 w 1010"/>
                <a:gd name="T3" fmla="*/ 2147483646 h 189"/>
                <a:gd name="T4" fmla="*/ 2147483646 w 1010"/>
                <a:gd name="T5" fmla="*/ 0 h 189"/>
                <a:gd name="T6" fmla="*/ 0 60000 65536"/>
                <a:gd name="T7" fmla="*/ 0 60000 65536"/>
                <a:gd name="T8" fmla="*/ 0 60000 65536"/>
                <a:gd name="T9" fmla="*/ 0 w 1010"/>
                <a:gd name="T10" fmla="*/ 0 h 189"/>
                <a:gd name="T11" fmla="*/ 1010 w 1010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0" h="189">
                  <a:moveTo>
                    <a:pt x="0" y="189"/>
                  </a:moveTo>
                  <a:lnTo>
                    <a:pt x="1010" y="189"/>
                  </a:lnTo>
                  <a:lnTo>
                    <a:pt x="101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55" name="Freeform 11">
              <a:extLst>
                <a:ext uri="{FF2B5EF4-FFF2-40B4-BE49-F238E27FC236}">
                  <a16:creationId xmlns:a16="http://schemas.microsoft.com/office/drawing/2014/main" id="{0F38FB67-8ED9-449F-8331-A00BAAD37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138" y="2071688"/>
              <a:ext cx="1304925" cy="2720975"/>
            </a:xfrm>
            <a:custGeom>
              <a:avLst/>
              <a:gdLst>
                <a:gd name="T0" fmla="*/ 0 w 822"/>
                <a:gd name="T1" fmla="*/ 2147483646 h 1714"/>
                <a:gd name="T2" fmla="*/ 0 w 822"/>
                <a:gd name="T3" fmla="*/ 2147483646 h 1714"/>
                <a:gd name="T4" fmla="*/ 2147483646 w 822"/>
                <a:gd name="T5" fmla="*/ 2147483646 h 1714"/>
                <a:gd name="T6" fmla="*/ 2147483646 w 822"/>
                <a:gd name="T7" fmla="*/ 0 h 17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22"/>
                <a:gd name="T13" fmla="*/ 0 h 1714"/>
                <a:gd name="T14" fmla="*/ 822 w 822"/>
                <a:gd name="T15" fmla="*/ 1714 h 17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22" h="1714">
                  <a:moveTo>
                    <a:pt x="0" y="1714"/>
                  </a:moveTo>
                  <a:lnTo>
                    <a:pt x="0" y="378"/>
                  </a:lnTo>
                  <a:lnTo>
                    <a:pt x="822" y="378"/>
                  </a:lnTo>
                  <a:lnTo>
                    <a:pt x="82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56" name="Line 16">
              <a:extLst>
                <a:ext uri="{FF2B5EF4-FFF2-40B4-BE49-F238E27FC236}">
                  <a16:creationId xmlns:a16="http://schemas.microsoft.com/office/drawing/2014/main" id="{FD8F1722-572E-47E9-8DC3-F2C7805518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441700"/>
              <a:ext cx="3206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57" name="Line 17">
              <a:extLst>
                <a:ext uri="{FF2B5EF4-FFF2-40B4-BE49-F238E27FC236}">
                  <a16:creationId xmlns:a16="http://schemas.microsoft.com/office/drawing/2014/main" id="{286F74E5-0822-45B8-B46C-6DC971F809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7417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58" name="Rectangle 19">
              <a:extLst>
                <a:ext uri="{FF2B5EF4-FFF2-40B4-BE49-F238E27FC236}">
                  <a16:creationId xmlns:a16="http://schemas.microsoft.com/office/drawing/2014/main" id="{C8B6FC99-FC14-4274-B39B-0BEE858ED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849313"/>
              <a:ext cx="747712" cy="122237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59" name="Rectangle 20">
              <a:extLst>
                <a:ext uri="{FF2B5EF4-FFF2-40B4-BE49-F238E27FC236}">
                  <a16:creationId xmlns:a16="http://schemas.microsoft.com/office/drawing/2014/main" id="{F7BF837E-BCFA-4F59-86BF-BCA2CDB5B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1058863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60" name="Rectangle 21">
              <a:extLst>
                <a:ext uri="{FF2B5EF4-FFF2-40B4-BE49-F238E27FC236}">
                  <a16:creationId xmlns:a16="http://schemas.microsoft.com/office/drawing/2014/main" id="{506DC41D-C7A6-4D74-9341-FFA9BFDD2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1050925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61" name="Line 22">
              <a:extLst>
                <a:ext uri="{FF2B5EF4-FFF2-40B4-BE49-F238E27FC236}">
                  <a16:creationId xmlns:a16="http://schemas.microsoft.com/office/drawing/2014/main" id="{50A8F47A-C024-4C5D-BB0E-0687233CC6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1663700"/>
              <a:ext cx="106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62" name="Freeform 23">
              <a:extLst>
                <a:ext uri="{FF2B5EF4-FFF2-40B4-BE49-F238E27FC236}">
                  <a16:creationId xmlns:a16="http://schemas.microsoft.com/office/drawing/2014/main" id="{C484273D-D9F1-4886-B477-F42064ECD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1385888"/>
              <a:ext cx="149225" cy="149225"/>
            </a:xfrm>
            <a:custGeom>
              <a:avLst/>
              <a:gdLst>
                <a:gd name="T0" fmla="*/ 0 w 94"/>
                <a:gd name="T1" fmla="*/ 2147483646 h 94"/>
                <a:gd name="T2" fmla="*/ 2147483646 w 94"/>
                <a:gd name="T3" fmla="*/ 2147483646 h 94"/>
                <a:gd name="T4" fmla="*/ 0 w 94"/>
                <a:gd name="T5" fmla="*/ 0 h 94"/>
                <a:gd name="T6" fmla="*/ 0 60000 65536"/>
                <a:gd name="T7" fmla="*/ 0 60000 65536"/>
                <a:gd name="T8" fmla="*/ 0 60000 65536"/>
                <a:gd name="T9" fmla="*/ 0 w 94"/>
                <a:gd name="T10" fmla="*/ 0 h 94"/>
                <a:gd name="T11" fmla="*/ 94 w 94"/>
                <a:gd name="T12" fmla="*/ 94 h 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94">
                  <a:moveTo>
                    <a:pt x="0" y="94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63" name="Freeform 24">
              <a:extLst>
                <a:ext uri="{FF2B5EF4-FFF2-40B4-BE49-F238E27FC236}">
                  <a16:creationId xmlns:a16="http://schemas.microsoft.com/office/drawing/2014/main" id="{801C83F5-B0F1-43D6-8A00-6A3A6C368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3870325"/>
              <a:ext cx="63500" cy="42863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6"/>
                  </a:moveTo>
                  <a:cubicBezTo>
                    <a:pt x="0" y="1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16"/>
                    <a:pt x="60" y="16"/>
                  </a:cubicBezTo>
                  <a:cubicBezTo>
                    <a:pt x="60" y="29"/>
                    <a:pt x="49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24" y="40"/>
                    <a:pt x="24" y="40"/>
                  </a:cubicBezTo>
                  <a:cubicBezTo>
                    <a:pt x="11" y="40"/>
                    <a:pt x="0" y="29"/>
                    <a:pt x="0" y="1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64" name="Line 25">
              <a:extLst>
                <a:ext uri="{FF2B5EF4-FFF2-40B4-BE49-F238E27FC236}">
                  <a16:creationId xmlns:a16="http://schemas.microsoft.com/office/drawing/2014/main" id="{754EBA86-D539-4076-B35C-C536803EF5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0688" y="17716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65" name="Line 28">
              <a:extLst>
                <a:ext uri="{FF2B5EF4-FFF2-40B4-BE49-F238E27FC236}">
                  <a16:creationId xmlns:a16="http://schemas.microsoft.com/office/drawing/2014/main" id="{E6E10DB7-D23A-4F69-ADAC-B2C98B65E2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1920875"/>
              <a:ext cx="298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66" name="Line 29">
              <a:extLst>
                <a:ext uri="{FF2B5EF4-FFF2-40B4-BE49-F238E27FC236}">
                  <a16:creationId xmlns:a16="http://schemas.microsoft.com/office/drawing/2014/main" id="{1E33C9AF-859F-432D-B280-D85E7A50A2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1771650"/>
              <a:ext cx="1508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67" name="Freeform 30">
              <a:extLst>
                <a:ext uri="{FF2B5EF4-FFF2-40B4-BE49-F238E27FC236}">
                  <a16:creationId xmlns:a16="http://schemas.microsoft.com/office/drawing/2014/main" id="{8C689ACC-E44C-45C5-9E57-F9A96A437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511300"/>
              <a:ext cx="638175" cy="254000"/>
            </a:xfrm>
            <a:custGeom>
              <a:avLst/>
              <a:gdLst>
                <a:gd name="T0" fmla="*/ 0 w 598"/>
                <a:gd name="T1" fmla="*/ 0 h 238"/>
                <a:gd name="T2" fmla="*/ 2147483646 w 598"/>
                <a:gd name="T3" fmla="*/ 2147483646 h 238"/>
                <a:gd name="T4" fmla="*/ 2147483646 w 598"/>
                <a:gd name="T5" fmla="*/ 2147483646 h 238"/>
                <a:gd name="T6" fmla="*/ 2147483646 w 598"/>
                <a:gd name="T7" fmla="*/ 2147483646 h 238"/>
                <a:gd name="T8" fmla="*/ 2147483646 w 598"/>
                <a:gd name="T9" fmla="*/ 2147483646 h 238"/>
                <a:gd name="T10" fmla="*/ 2147483646 w 598"/>
                <a:gd name="T11" fmla="*/ 2147483646 h 238"/>
                <a:gd name="T12" fmla="*/ 2147483646 w 598"/>
                <a:gd name="T13" fmla="*/ 2147483646 h 238"/>
                <a:gd name="T14" fmla="*/ 2147483646 w 598"/>
                <a:gd name="T15" fmla="*/ 2147483646 h 238"/>
                <a:gd name="T16" fmla="*/ 2147483646 w 598"/>
                <a:gd name="T17" fmla="*/ 2147483646 h 238"/>
                <a:gd name="T18" fmla="*/ 2147483646 w 598"/>
                <a:gd name="T19" fmla="*/ 2147483646 h 238"/>
                <a:gd name="T20" fmla="*/ 2147483646 w 598"/>
                <a:gd name="T21" fmla="*/ 2147483646 h 238"/>
                <a:gd name="T22" fmla="*/ 2147483646 w 598"/>
                <a:gd name="T23" fmla="*/ 2147483646 h 238"/>
                <a:gd name="T24" fmla="*/ 2147483646 w 598"/>
                <a:gd name="T25" fmla="*/ 2147483646 h 238"/>
                <a:gd name="T26" fmla="*/ 2147483646 w 598"/>
                <a:gd name="T27" fmla="*/ 2147483646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8"/>
                <a:gd name="T44" fmla="*/ 598 w 598"/>
                <a:gd name="T45" fmla="*/ 238 h 2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8">
                  <a:moveTo>
                    <a:pt x="0" y="0"/>
                  </a:moveTo>
                  <a:cubicBezTo>
                    <a:pt x="252" y="0"/>
                    <a:pt x="252" y="0"/>
                    <a:pt x="270" y="1"/>
                  </a:cubicBezTo>
                  <a:cubicBezTo>
                    <a:pt x="288" y="3"/>
                    <a:pt x="288" y="3"/>
                    <a:pt x="305" y="5"/>
                  </a:cubicBezTo>
                  <a:cubicBezTo>
                    <a:pt x="323" y="8"/>
                    <a:pt x="323" y="8"/>
                    <a:pt x="343" y="14"/>
                  </a:cubicBezTo>
                  <a:cubicBezTo>
                    <a:pt x="363" y="20"/>
                    <a:pt x="363" y="20"/>
                    <a:pt x="380" y="29"/>
                  </a:cubicBezTo>
                  <a:cubicBezTo>
                    <a:pt x="398" y="38"/>
                    <a:pt x="398" y="38"/>
                    <a:pt x="413" y="46"/>
                  </a:cubicBezTo>
                  <a:cubicBezTo>
                    <a:pt x="429" y="55"/>
                    <a:pt x="429" y="55"/>
                    <a:pt x="442" y="63"/>
                  </a:cubicBezTo>
                  <a:cubicBezTo>
                    <a:pt x="454" y="71"/>
                    <a:pt x="454" y="71"/>
                    <a:pt x="463" y="78"/>
                  </a:cubicBezTo>
                  <a:cubicBezTo>
                    <a:pt x="472" y="85"/>
                    <a:pt x="472" y="85"/>
                    <a:pt x="482" y="92"/>
                  </a:cubicBezTo>
                  <a:cubicBezTo>
                    <a:pt x="492" y="99"/>
                    <a:pt x="492" y="99"/>
                    <a:pt x="502" y="110"/>
                  </a:cubicBezTo>
                  <a:cubicBezTo>
                    <a:pt x="513" y="121"/>
                    <a:pt x="513" y="121"/>
                    <a:pt x="525" y="136"/>
                  </a:cubicBezTo>
                  <a:cubicBezTo>
                    <a:pt x="538" y="151"/>
                    <a:pt x="538" y="151"/>
                    <a:pt x="550" y="169"/>
                  </a:cubicBezTo>
                  <a:cubicBezTo>
                    <a:pt x="563" y="186"/>
                    <a:pt x="563" y="186"/>
                    <a:pt x="576" y="205"/>
                  </a:cubicBezTo>
                  <a:cubicBezTo>
                    <a:pt x="589" y="223"/>
                    <a:pt x="589" y="223"/>
                    <a:pt x="598" y="238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68" name="Freeform 31">
              <a:extLst>
                <a:ext uri="{FF2B5EF4-FFF2-40B4-BE49-F238E27FC236}">
                  <a16:creationId xmlns:a16="http://schemas.microsoft.com/office/drawing/2014/main" id="{5C019C14-D7B5-4804-87CC-4F54F3912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766888"/>
              <a:ext cx="638175" cy="254000"/>
            </a:xfrm>
            <a:custGeom>
              <a:avLst/>
              <a:gdLst>
                <a:gd name="T0" fmla="*/ 0 w 598"/>
                <a:gd name="T1" fmla="*/ 2147483646 h 237"/>
                <a:gd name="T2" fmla="*/ 2147483646 w 598"/>
                <a:gd name="T3" fmla="*/ 2147483646 h 237"/>
                <a:gd name="T4" fmla="*/ 2147483646 w 598"/>
                <a:gd name="T5" fmla="*/ 2147483646 h 237"/>
                <a:gd name="T6" fmla="*/ 2147483646 w 598"/>
                <a:gd name="T7" fmla="*/ 2147483646 h 237"/>
                <a:gd name="T8" fmla="*/ 2147483646 w 598"/>
                <a:gd name="T9" fmla="*/ 2147483646 h 237"/>
                <a:gd name="T10" fmla="*/ 2147483646 w 598"/>
                <a:gd name="T11" fmla="*/ 2147483646 h 237"/>
                <a:gd name="T12" fmla="*/ 2147483646 w 598"/>
                <a:gd name="T13" fmla="*/ 2147483646 h 237"/>
                <a:gd name="T14" fmla="*/ 2147483646 w 598"/>
                <a:gd name="T15" fmla="*/ 2147483646 h 237"/>
                <a:gd name="T16" fmla="*/ 2147483646 w 598"/>
                <a:gd name="T17" fmla="*/ 2147483646 h 237"/>
                <a:gd name="T18" fmla="*/ 2147483646 w 598"/>
                <a:gd name="T19" fmla="*/ 2147483646 h 237"/>
                <a:gd name="T20" fmla="*/ 2147483646 w 598"/>
                <a:gd name="T21" fmla="*/ 2147483646 h 237"/>
                <a:gd name="T22" fmla="*/ 2147483646 w 598"/>
                <a:gd name="T23" fmla="*/ 2147483646 h 237"/>
                <a:gd name="T24" fmla="*/ 2147483646 w 598"/>
                <a:gd name="T25" fmla="*/ 2147483646 h 237"/>
                <a:gd name="T26" fmla="*/ 2147483646 w 598"/>
                <a:gd name="T27" fmla="*/ 0 h 2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7"/>
                <a:gd name="T44" fmla="*/ 598 w 598"/>
                <a:gd name="T45" fmla="*/ 237 h 2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7">
                  <a:moveTo>
                    <a:pt x="0" y="237"/>
                  </a:moveTo>
                  <a:cubicBezTo>
                    <a:pt x="252" y="237"/>
                    <a:pt x="252" y="237"/>
                    <a:pt x="270" y="236"/>
                  </a:cubicBezTo>
                  <a:cubicBezTo>
                    <a:pt x="288" y="235"/>
                    <a:pt x="288" y="235"/>
                    <a:pt x="305" y="232"/>
                  </a:cubicBezTo>
                  <a:cubicBezTo>
                    <a:pt x="323" y="230"/>
                    <a:pt x="323" y="230"/>
                    <a:pt x="343" y="224"/>
                  </a:cubicBezTo>
                  <a:cubicBezTo>
                    <a:pt x="363" y="217"/>
                    <a:pt x="363" y="217"/>
                    <a:pt x="380" y="209"/>
                  </a:cubicBezTo>
                  <a:cubicBezTo>
                    <a:pt x="398" y="200"/>
                    <a:pt x="398" y="200"/>
                    <a:pt x="413" y="191"/>
                  </a:cubicBezTo>
                  <a:cubicBezTo>
                    <a:pt x="429" y="182"/>
                    <a:pt x="429" y="182"/>
                    <a:pt x="442" y="174"/>
                  </a:cubicBezTo>
                  <a:cubicBezTo>
                    <a:pt x="454" y="166"/>
                    <a:pt x="454" y="166"/>
                    <a:pt x="463" y="159"/>
                  </a:cubicBezTo>
                  <a:cubicBezTo>
                    <a:pt x="472" y="152"/>
                    <a:pt x="472" y="152"/>
                    <a:pt x="482" y="146"/>
                  </a:cubicBezTo>
                  <a:cubicBezTo>
                    <a:pt x="492" y="139"/>
                    <a:pt x="492" y="139"/>
                    <a:pt x="502" y="127"/>
                  </a:cubicBezTo>
                  <a:cubicBezTo>
                    <a:pt x="513" y="116"/>
                    <a:pt x="513" y="116"/>
                    <a:pt x="525" y="101"/>
                  </a:cubicBezTo>
                  <a:cubicBezTo>
                    <a:pt x="538" y="86"/>
                    <a:pt x="538" y="86"/>
                    <a:pt x="550" y="69"/>
                  </a:cubicBezTo>
                  <a:cubicBezTo>
                    <a:pt x="563" y="51"/>
                    <a:pt x="563" y="51"/>
                    <a:pt x="576" y="33"/>
                  </a:cubicBezTo>
                  <a:cubicBezTo>
                    <a:pt x="589" y="15"/>
                    <a:pt x="589" y="15"/>
                    <a:pt x="598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69" name="Freeform 32">
              <a:extLst>
                <a:ext uri="{FF2B5EF4-FFF2-40B4-BE49-F238E27FC236}">
                  <a16:creationId xmlns:a16="http://schemas.microsoft.com/office/drawing/2014/main" id="{396A1981-DA2B-4BAD-BDD6-29F2D49E5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511300"/>
              <a:ext cx="74613" cy="255588"/>
            </a:xfrm>
            <a:custGeom>
              <a:avLst/>
              <a:gdLst>
                <a:gd name="T0" fmla="*/ 0 w 71"/>
                <a:gd name="T1" fmla="*/ 0 h 239"/>
                <a:gd name="T2" fmla="*/ 2147483646 w 71"/>
                <a:gd name="T3" fmla="*/ 2147483646 h 239"/>
                <a:gd name="T4" fmla="*/ 2147483646 w 71"/>
                <a:gd name="T5" fmla="*/ 2147483646 h 239"/>
                <a:gd name="T6" fmla="*/ 2147483646 w 71"/>
                <a:gd name="T7" fmla="*/ 2147483646 h 239"/>
                <a:gd name="T8" fmla="*/ 2147483646 w 71"/>
                <a:gd name="T9" fmla="*/ 2147483646 h 239"/>
                <a:gd name="T10" fmla="*/ 2147483646 w 71"/>
                <a:gd name="T11" fmla="*/ 2147483646 h 239"/>
                <a:gd name="T12" fmla="*/ 2147483646 w 71"/>
                <a:gd name="T13" fmla="*/ 2147483646 h 239"/>
                <a:gd name="T14" fmla="*/ 2147483646 w 71"/>
                <a:gd name="T15" fmla="*/ 214748364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9"/>
                <a:gd name="T26" fmla="*/ 71 w 71"/>
                <a:gd name="T27" fmla="*/ 239 h 2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9">
                  <a:moveTo>
                    <a:pt x="0" y="0"/>
                  </a:moveTo>
                  <a:cubicBezTo>
                    <a:pt x="16" y="29"/>
                    <a:pt x="16" y="29"/>
                    <a:pt x="23" y="44"/>
                  </a:cubicBezTo>
                  <a:cubicBezTo>
                    <a:pt x="29" y="59"/>
                    <a:pt x="29" y="59"/>
                    <a:pt x="36" y="77"/>
                  </a:cubicBezTo>
                  <a:cubicBezTo>
                    <a:pt x="43" y="95"/>
                    <a:pt x="43" y="95"/>
                    <a:pt x="48" y="113"/>
                  </a:cubicBezTo>
                  <a:cubicBezTo>
                    <a:pt x="54" y="131"/>
                    <a:pt x="54" y="131"/>
                    <a:pt x="59" y="150"/>
                  </a:cubicBezTo>
                  <a:cubicBezTo>
                    <a:pt x="65" y="168"/>
                    <a:pt x="65" y="168"/>
                    <a:pt x="66" y="183"/>
                  </a:cubicBezTo>
                  <a:cubicBezTo>
                    <a:pt x="68" y="199"/>
                    <a:pt x="68" y="199"/>
                    <a:pt x="69" y="208"/>
                  </a:cubicBezTo>
                  <a:cubicBezTo>
                    <a:pt x="71" y="218"/>
                    <a:pt x="71" y="218"/>
                    <a:pt x="70" y="239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70" name="Freeform 33">
              <a:extLst>
                <a:ext uri="{FF2B5EF4-FFF2-40B4-BE49-F238E27FC236}">
                  <a16:creationId xmlns:a16="http://schemas.microsoft.com/office/drawing/2014/main" id="{1D7AF61D-98B3-4C6A-81B6-43A77B446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765300"/>
              <a:ext cx="74613" cy="255588"/>
            </a:xfrm>
            <a:custGeom>
              <a:avLst/>
              <a:gdLst>
                <a:gd name="T0" fmla="*/ 0 w 71"/>
                <a:gd name="T1" fmla="*/ 2147483646 h 238"/>
                <a:gd name="T2" fmla="*/ 2147483646 w 71"/>
                <a:gd name="T3" fmla="*/ 2147483646 h 238"/>
                <a:gd name="T4" fmla="*/ 2147483646 w 71"/>
                <a:gd name="T5" fmla="*/ 2147483646 h 238"/>
                <a:gd name="T6" fmla="*/ 2147483646 w 71"/>
                <a:gd name="T7" fmla="*/ 2147483646 h 238"/>
                <a:gd name="T8" fmla="*/ 2147483646 w 71"/>
                <a:gd name="T9" fmla="*/ 2147483646 h 238"/>
                <a:gd name="T10" fmla="*/ 2147483646 w 71"/>
                <a:gd name="T11" fmla="*/ 2147483646 h 238"/>
                <a:gd name="T12" fmla="*/ 2147483646 w 71"/>
                <a:gd name="T13" fmla="*/ 2147483646 h 238"/>
                <a:gd name="T14" fmla="*/ 2147483646 w 71"/>
                <a:gd name="T15" fmla="*/ 0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8"/>
                <a:gd name="T26" fmla="*/ 71 w 71"/>
                <a:gd name="T27" fmla="*/ 238 h 2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8">
                  <a:moveTo>
                    <a:pt x="0" y="238"/>
                  </a:moveTo>
                  <a:cubicBezTo>
                    <a:pt x="16" y="210"/>
                    <a:pt x="16" y="210"/>
                    <a:pt x="23" y="195"/>
                  </a:cubicBezTo>
                  <a:cubicBezTo>
                    <a:pt x="29" y="180"/>
                    <a:pt x="29" y="180"/>
                    <a:pt x="36" y="162"/>
                  </a:cubicBezTo>
                  <a:cubicBezTo>
                    <a:pt x="43" y="143"/>
                    <a:pt x="43" y="143"/>
                    <a:pt x="48" y="125"/>
                  </a:cubicBezTo>
                  <a:cubicBezTo>
                    <a:pt x="54" y="107"/>
                    <a:pt x="54" y="107"/>
                    <a:pt x="59" y="89"/>
                  </a:cubicBezTo>
                  <a:cubicBezTo>
                    <a:pt x="65" y="71"/>
                    <a:pt x="65" y="71"/>
                    <a:pt x="66" y="55"/>
                  </a:cubicBezTo>
                  <a:cubicBezTo>
                    <a:pt x="68" y="40"/>
                    <a:pt x="68" y="40"/>
                    <a:pt x="69" y="30"/>
                  </a:cubicBezTo>
                  <a:cubicBezTo>
                    <a:pt x="71" y="21"/>
                    <a:pt x="71" y="21"/>
                    <a:pt x="70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71" name="Line 34">
              <a:extLst>
                <a:ext uri="{FF2B5EF4-FFF2-40B4-BE49-F238E27FC236}">
                  <a16:creationId xmlns:a16="http://schemas.microsoft.com/office/drawing/2014/main" id="{2CE8DF17-3630-497D-B852-D2DAFDB4B1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0688" y="38925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72" name="Freeform 35">
              <a:extLst>
                <a:ext uri="{FF2B5EF4-FFF2-40B4-BE49-F238E27FC236}">
                  <a16:creationId xmlns:a16="http://schemas.microsoft.com/office/drawing/2014/main" id="{9D75A38E-556A-42FC-B727-1D85591E1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813" y="1471613"/>
              <a:ext cx="600075" cy="2420937"/>
            </a:xfrm>
            <a:custGeom>
              <a:avLst/>
              <a:gdLst>
                <a:gd name="T0" fmla="*/ 0 w 378"/>
                <a:gd name="T1" fmla="*/ 2147483646 h 1525"/>
                <a:gd name="T2" fmla="*/ 0 w 378"/>
                <a:gd name="T3" fmla="*/ 0 h 1525"/>
                <a:gd name="T4" fmla="*/ 2147483646 w 378"/>
                <a:gd name="T5" fmla="*/ 0 h 1525"/>
                <a:gd name="T6" fmla="*/ 0 60000 65536"/>
                <a:gd name="T7" fmla="*/ 0 60000 65536"/>
                <a:gd name="T8" fmla="*/ 0 60000 65536"/>
                <a:gd name="T9" fmla="*/ 0 w 378"/>
                <a:gd name="T10" fmla="*/ 0 h 1525"/>
                <a:gd name="T11" fmla="*/ 378 w 378"/>
                <a:gd name="T12" fmla="*/ 1525 h 15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8" h="1525">
                  <a:moveTo>
                    <a:pt x="0" y="1525"/>
                  </a:moveTo>
                  <a:lnTo>
                    <a:pt x="0" y="0"/>
                  </a:lnTo>
                  <a:lnTo>
                    <a:pt x="3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73" name="Freeform 36">
              <a:extLst>
                <a:ext uri="{FF2B5EF4-FFF2-40B4-BE49-F238E27FC236}">
                  <a16:creationId xmlns:a16="http://schemas.microsoft.com/office/drawing/2014/main" id="{408001B3-4BF8-4138-A265-C58EB5C36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625" y="4762500"/>
              <a:ext cx="63500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74" name="Line 42">
              <a:extLst>
                <a:ext uri="{FF2B5EF4-FFF2-40B4-BE49-F238E27FC236}">
                  <a16:creationId xmlns:a16="http://schemas.microsoft.com/office/drawing/2014/main" id="{A6F81312-425E-4A47-B1B2-A26425A062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18350" y="1471613"/>
              <a:ext cx="298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75" name="Line 43">
              <a:extLst>
                <a:ext uri="{FF2B5EF4-FFF2-40B4-BE49-F238E27FC236}">
                  <a16:creationId xmlns:a16="http://schemas.microsoft.com/office/drawing/2014/main" id="{D9CCB985-952E-4688-A8AF-79B86CB7B7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6875" y="1320800"/>
              <a:ext cx="1698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76" name="Line 44">
              <a:extLst>
                <a:ext uri="{FF2B5EF4-FFF2-40B4-BE49-F238E27FC236}">
                  <a16:creationId xmlns:a16="http://schemas.microsoft.com/office/drawing/2014/main" id="{A47A1CDB-71CE-46F1-9B18-8E223E0D2A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7600" y="1136650"/>
              <a:ext cx="1219200" cy="12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77" name="Freeform 45">
              <a:extLst>
                <a:ext uri="{FF2B5EF4-FFF2-40B4-BE49-F238E27FC236}">
                  <a16:creationId xmlns:a16="http://schemas.microsoft.com/office/drawing/2014/main" id="{6F5AAF9A-D67D-4BDB-8F5B-45C718A4D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7600" y="1471613"/>
              <a:ext cx="920750" cy="2120900"/>
            </a:xfrm>
            <a:custGeom>
              <a:avLst/>
              <a:gdLst>
                <a:gd name="T0" fmla="*/ 0 w 580"/>
                <a:gd name="T1" fmla="*/ 2147483646 h 1336"/>
                <a:gd name="T2" fmla="*/ 2147483646 w 580"/>
                <a:gd name="T3" fmla="*/ 2147483646 h 1336"/>
                <a:gd name="T4" fmla="*/ 2147483646 w 580"/>
                <a:gd name="T5" fmla="*/ 0 h 1336"/>
                <a:gd name="T6" fmla="*/ 0 60000 65536"/>
                <a:gd name="T7" fmla="*/ 0 60000 65536"/>
                <a:gd name="T8" fmla="*/ 0 60000 65536"/>
                <a:gd name="T9" fmla="*/ 0 w 580"/>
                <a:gd name="T10" fmla="*/ 0 h 1336"/>
                <a:gd name="T11" fmla="*/ 580 w 580"/>
                <a:gd name="T12" fmla="*/ 1336 h 1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0" h="1336">
                  <a:moveTo>
                    <a:pt x="0" y="1336"/>
                  </a:moveTo>
                  <a:lnTo>
                    <a:pt x="580" y="1336"/>
                  </a:lnTo>
                  <a:lnTo>
                    <a:pt x="58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78" name="Line 46">
              <a:extLst>
                <a:ext uri="{FF2B5EF4-FFF2-40B4-BE49-F238E27FC236}">
                  <a16:creationId xmlns:a16="http://schemas.microsoft.com/office/drawing/2014/main" id="{E848936F-5984-4E1C-A45B-433D62270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86738" y="1320800"/>
              <a:ext cx="150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79" name="Rectangle 47">
              <a:extLst>
                <a:ext uri="{FF2B5EF4-FFF2-40B4-BE49-F238E27FC236}">
                  <a16:creationId xmlns:a16="http://schemas.microsoft.com/office/drawing/2014/main" id="{F3E3E171-8896-4754-9AF4-F6B6FE179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16637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80" name="Rectangle 48">
              <a:extLst>
                <a:ext uri="{FF2B5EF4-FFF2-40B4-BE49-F238E27FC236}">
                  <a16:creationId xmlns:a16="http://schemas.microsoft.com/office/drawing/2014/main" id="{11C53A1F-6DAB-47B0-9BD7-55948D20F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288" y="3786188"/>
              <a:ext cx="59690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Clock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81" name="Freeform 49">
              <a:extLst>
                <a:ext uri="{FF2B5EF4-FFF2-40B4-BE49-F238E27FC236}">
                  <a16:creationId xmlns:a16="http://schemas.microsoft.com/office/drawing/2014/main" id="{27BF2201-C243-4DD6-877A-67F0BE89A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120775"/>
              <a:ext cx="41275" cy="63500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82" name="Rectangle 50">
              <a:extLst>
                <a:ext uri="{FF2B5EF4-FFF2-40B4-BE49-F238E27FC236}">
                  <a16:creationId xmlns:a16="http://schemas.microsoft.com/office/drawing/2014/main" id="{B0B1AA6A-946B-4172-81EA-A4579CAB2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813" y="4676775"/>
              <a:ext cx="73183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Resetn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83" name="Rectangle 51">
              <a:extLst>
                <a:ext uri="{FF2B5EF4-FFF2-40B4-BE49-F238E27FC236}">
                  <a16:creationId xmlns:a16="http://schemas.microsoft.com/office/drawing/2014/main" id="{7EF18A72-E99E-4999-9CA5-3D646D104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326707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84" name="Rectangle 52">
              <a:extLst>
                <a:ext uri="{FF2B5EF4-FFF2-40B4-BE49-F238E27FC236}">
                  <a16:creationId xmlns:a16="http://schemas.microsoft.com/office/drawing/2014/main" id="{E4FDAF60-205C-4A8D-B6B0-AB5CFE6FA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33639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85" name="Rectangle 53">
              <a:extLst>
                <a:ext uri="{FF2B5EF4-FFF2-40B4-BE49-F238E27FC236}">
                  <a16:creationId xmlns:a16="http://schemas.microsoft.com/office/drawing/2014/main" id="{5027CC60-C491-4B25-8357-CEFDE83E6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820738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86" name="Rectangle 54">
              <a:extLst>
                <a:ext uri="{FF2B5EF4-FFF2-40B4-BE49-F238E27FC236}">
                  <a16:creationId xmlns:a16="http://schemas.microsoft.com/office/drawing/2014/main" id="{34B7FD2A-AAD4-470F-A523-91D4E9208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915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87" name="Rectangle 55">
              <a:extLst>
                <a:ext uri="{FF2B5EF4-FFF2-40B4-BE49-F238E27FC236}">
                  <a16:creationId xmlns:a16="http://schemas.microsoft.com/office/drawing/2014/main" id="{B4089462-E032-4504-A7A2-9EFC38D5D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3289300"/>
              <a:ext cx="19208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88" name="Rectangle 56">
              <a:extLst>
                <a:ext uri="{FF2B5EF4-FFF2-40B4-BE49-F238E27FC236}">
                  <a16:creationId xmlns:a16="http://schemas.microsoft.com/office/drawing/2014/main" id="{BF3CB829-8EC3-44C9-9AA4-2E87991E8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3384550"/>
              <a:ext cx="165100" cy="220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89" name="Rectangle 57">
              <a:extLst>
                <a:ext uri="{FF2B5EF4-FFF2-40B4-BE49-F238E27FC236}">
                  <a16:creationId xmlns:a16="http://schemas.microsoft.com/office/drawing/2014/main" id="{C556AD68-22A5-4EC2-BEFC-504053B9E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865188"/>
              <a:ext cx="192087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90" name="Line 58">
              <a:extLst>
                <a:ext uri="{FF2B5EF4-FFF2-40B4-BE49-F238E27FC236}">
                  <a16:creationId xmlns:a16="http://schemas.microsoft.com/office/drawing/2014/main" id="{01CFBCFE-A617-4426-8C29-13F8E07CE1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62338" y="3592513"/>
              <a:ext cx="19875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91" name="Rectangle 59">
              <a:extLst>
                <a:ext uri="{FF2B5EF4-FFF2-40B4-BE49-F238E27FC236}">
                  <a16:creationId xmlns:a16="http://schemas.microsoft.com/office/drawing/2014/main" id="{63E01BFD-5E1E-4BC1-B0DE-54B4F20D0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96043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92" name="Rectangle 60">
              <a:extLst>
                <a:ext uri="{FF2B5EF4-FFF2-40B4-BE49-F238E27FC236}">
                  <a16:creationId xmlns:a16="http://schemas.microsoft.com/office/drawing/2014/main" id="{B777124E-9B2A-4BC3-B7D0-B8FA570E0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" y="1042988"/>
              <a:ext cx="2349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93" name="Rectangle 61">
              <a:extLst>
                <a:ext uri="{FF2B5EF4-FFF2-40B4-BE49-F238E27FC236}">
                  <a16:creationId xmlns:a16="http://schemas.microsoft.com/office/drawing/2014/main" id="{11E9A18A-7B3E-42D5-8B89-4710968B0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4225" y="1193800"/>
              <a:ext cx="18573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94" name="Rectangle 62">
              <a:extLst>
                <a:ext uri="{FF2B5EF4-FFF2-40B4-BE49-F238E27FC236}">
                  <a16:creationId xmlns:a16="http://schemas.microsoft.com/office/drawing/2014/main" id="{D813EA23-E457-4E53-940B-0ACBBC5A5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3292475"/>
              <a:ext cx="747712" cy="12001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95" name="Rectangle 63">
              <a:extLst>
                <a:ext uri="{FF2B5EF4-FFF2-40B4-BE49-F238E27FC236}">
                  <a16:creationId xmlns:a16="http://schemas.microsoft.com/office/drawing/2014/main" id="{3B7E9636-087B-49EF-A992-3BDF08083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1651000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96" name="Rectangle 64">
              <a:extLst>
                <a:ext uri="{FF2B5EF4-FFF2-40B4-BE49-F238E27FC236}">
                  <a16:creationId xmlns:a16="http://schemas.microsoft.com/office/drawing/2014/main" id="{8E6E584C-2E47-4AD5-9762-9257F6BAC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348932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97" name="Rectangle 65">
              <a:extLst>
                <a:ext uri="{FF2B5EF4-FFF2-40B4-BE49-F238E27FC236}">
                  <a16:creationId xmlns:a16="http://schemas.microsoft.com/office/drawing/2014/main" id="{E895E864-8C1D-4782-9B12-16AFDC527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34798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898" name="Line 66">
              <a:extLst>
                <a:ext uri="{FF2B5EF4-FFF2-40B4-BE49-F238E27FC236}">
                  <a16:creationId xmlns:a16="http://schemas.microsoft.com/office/drawing/2014/main" id="{9207802F-55F8-4D67-BA1F-F9259680B7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4084638"/>
              <a:ext cx="1063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99" name="Freeform 67">
              <a:extLst>
                <a:ext uri="{FF2B5EF4-FFF2-40B4-BE49-F238E27FC236}">
                  <a16:creationId xmlns:a16="http://schemas.microsoft.com/office/drawing/2014/main" id="{493EBC9D-AF96-4C6E-8080-55D5ECFB3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3806825"/>
              <a:ext cx="149225" cy="171450"/>
            </a:xfrm>
            <a:custGeom>
              <a:avLst/>
              <a:gdLst>
                <a:gd name="T0" fmla="*/ 0 w 94"/>
                <a:gd name="T1" fmla="*/ 2147483646 h 108"/>
                <a:gd name="T2" fmla="*/ 2147483646 w 94"/>
                <a:gd name="T3" fmla="*/ 2147483646 h 108"/>
                <a:gd name="T4" fmla="*/ 0 w 94"/>
                <a:gd name="T5" fmla="*/ 0 h 108"/>
                <a:gd name="T6" fmla="*/ 0 60000 65536"/>
                <a:gd name="T7" fmla="*/ 0 60000 65536"/>
                <a:gd name="T8" fmla="*/ 0 60000 65536"/>
                <a:gd name="T9" fmla="*/ 0 w 94"/>
                <a:gd name="T10" fmla="*/ 0 h 108"/>
                <a:gd name="T11" fmla="*/ 94 w 94"/>
                <a:gd name="T12" fmla="*/ 108 h 1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108">
                  <a:moveTo>
                    <a:pt x="0" y="108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00" name="Rectangle 68">
              <a:extLst>
                <a:ext uri="{FF2B5EF4-FFF2-40B4-BE49-F238E27FC236}">
                  <a16:creationId xmlns:a16="http://schemas.microsoft.com/office/drawing/2014/main" id="{B71920B6-68D2-4C9F-A2EE-B83F094B1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4094163"/>
              <a:ext cx="2476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901" name="Freeform 69">
              <a:extLst>
                <a:ext uri="{FF2B5EF4-FFF2-40B4-BE49-F238E27FC236}">
                  <a16:creationId xmlns:a16="http://schemas.microsoft.com/office/drawing/2014/main" id="{A1B009B2-81EE-47EF-B625-730A466AB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1920875"/>
              <a:ext cx="3635375" cy="2271713"/>
            </a:xfrm>
            <a:custGeom>
              <a:avLst/>
              <a:gdLst>
                <a:gd name="T0" fmla="*/ 0 w 2290"/>
                <a:gd name="T1" fmla="*/ 0 h 1431"/>
                <a:gd name="T2" fmla="*/ 0 w 2290"/>
                <a:gd name="T3" fmla="*/ 2147483646 h 1431"/>
                <a:gd name="T4" fmla="*/ 2147483646 w 2290"/>
                <a:gd name="T5" fmla="*/ 2147483646 h 1431"/>
                <a:gd name="T6" fmla="*/ 2147483646 w 2290"/>
                <a:gd name="T7" fmla="*/ 2147483646 h 1431"/>
                <a:gd name="T8" fmla="*/ 2147483646 w 2290"/>
                <a:gd name="T9" fmla="*/ 2147483646 h 1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0"/>
                <a:gd name="T16" fmla="*/ 0 h 1431"/>
                <a:gd name="T17" fmla="*/ 2290 w 2290"/>
                <a:gd name="T18" fmla="*/ 1431 h 1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0" h="1431">
                  <a:moveTo>
                    <a:pt x="0" y="0"/>
                  </a:moveTo>
                  <a:lnTo>
                    <a:pt x="0" y="662"/>
                  </a:lnTo>
                  <a:lnTo>
                    <a:pt x="2290" y="662"/>
                  </a:lnTo>
                  <a:lnTo>
                    <a:pt x="2290" y="1431"/>
                  </a:lnTo>
                  <a:lnTo>
                    <a:pt x="1899" y="14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02" name="Freeform 70">
              <a:extLst>
                <a:ext uri="{FF2B5EF4-FFF2-40B4-BE49-F238E27FC236}">
                  <a16:creationId xmlns:a16="http://schemas.microsoft.com/office/drawing/2014/main" id="{B05CDF53-1874-430F-8C0B-F71C343BA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225" y="1149350"/>
              <a:ext cx="4256088" cy="2292350"/>
            </a:xfrm>
            <a:custGeom>
              <a:avLst/>
              <a:gdLst>
                <a:gd name="T0" fmla="*/ 0 w 2681"/>
                <a:gd name="T1" fmla="*/ 2147483646 h 1444"/>
                <a:gd name="T2" fmla="*/ 0 w 2681"/>
                <a:gd name="T3" fmla="*/ 2147483646 h 1444"/>
                <a:gd name="T4" fmla="*/ 2147483646 w 2681"/>
                <a:gd name="T5" fmla="*/ 2147483646 h 1444"/>
                <a:gd name="T6" fmla="*/ 2147483646 w 2681"/>
                <a:gd name="T7" fmla="*/ 0 h 14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81"/>
                <a:gd name="T13" fmla="*/ 0 h 1444"/>
                <a:gd name="T14" fmla="*/ 2681 w 2681"/>
                <a:gd name="T15" fmla="*/ 1444 h 14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81" h="1444">
                  <a:moveTo>
                    <a:pt x="0" y="1444"/>
                  </a:moveTo>
                  <a:lnTo>
                    <a:pt x="0" y="770"/>
                  </a:lnTo>
                  <a:lnTo>
                    <a:pt x="2681" y="770"/>
                  </a:lnTo>
                  <a:lnTo>
                    <a:pt x="2681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03" name="Line 71">
              <a:extLst>
                <a:ext uri="{FF2B5EF4-FFF2-40B4-BE49-F238E27FC236}">
                  <a16:creationId xmlns:a16="http://schemas.microsoft.com/office/drawing/2014/main" id="{16D66F18-78D1-4067-894E-5D4445F431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988" y="1149350"/>
              <a:ext cx="4406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04" name="Line 73">
              <a:extLst>
                <a:ext uri="{FF2B5EF4-FFF2-40B4-BE49-F238E27FC236}">
                  <a16:creationId xmlns:a16="http://schemas.microsoft.com/office/drawing/2014/main" id="{B7DA2705-B5C8-43A8-9551-0CED489FE5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663" y="1620838"/>
              <a:ext cx="300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05" name="Freeform 74">
              <a:extLst>
                <a:ext uri="{FF2B5EF4-FFF2-40B4-BE49-F238E27FC236}">
                  <a16:creationId xmlns:a16="http://schemas.microsoft.com/office/drawing/2014/main" id="{28740EC5-7267-45F6-96BA-4DBE9BAB2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0" y="1471613"/>
              <a:ext cx="300038" cy="300037"/>
            </a:xfrm>
            <a:custGeom>
              <a:avLst/>
              <a:gdLst>
                <a:gd name="T0" fmla="*/ 2147483646 w 189"/>
                <a:gd name="T1" fmla="*/ 2147483646 h 189"/>
                <a:gd name="T2" fmla="*/ 0 w 189"/>
                <a:gd name="T3" fmla="*/ 2147483646 h 189"/>
                <a:gd name="T4" fmla="*/ 0 w 189"/>
                <a:gd name="T5" fmla="*/ 0 h 189"/>
                <a:gd name="T6" fmla="*/ 0 60000 65536"/>
                <a:gd name="T7" fmla="*/ 0 60000 65536"/>
                <a:gd name="T8" fmla="*/ 0 60000 65536"/>
                <a:gd name="T9" fmla="*/ 0 w 189"/>
                <a:gd name="T10" fmla="*/ 0 h 189"/>
                <a:gd name="T11" fmla="*/ 189 w 189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189">
                  <a:moveTo>
                    <a:pt x="189" y="94"/>
                  </a:moveTo>
                  <a:lnTo>
                    <a:pt x="0" y="189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06" name="Oval 76">
              <a:extLst>
                <a:ext uri="{FF2B5EF4-FFF2-40B4-BE49-F238E27FC236}">
                  <a16:creationId xmlns:a16="http://schemas.microsoft.com/office/drawing/2014/main" id="{622D352E-5F6D-4BEA-AA35-EC470BB9F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325" y="1568450"/>
              <a:ext cx="96838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907" name="Line 77">
              <a:extLst>
                <a:ext uri="{FF2B5EF4-FFF2-40B4-BE49-F238E27FC236}">
                  <a16:creationId xmlns:a16="http://schemas.microsoft.com/office/drawing/2014/main" id="{301DFF52-F868-4906-A126-9C215BBBC2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62163" y="1620838"/>
              <a:ext cx="14001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08" name="Freeform 78">
              <a:extLst>
                <a:ext uri="{FF2B5EF4-FFF2-40B4-BE49-F238E27FC236}">
                  <a16:creationId xmlns:a16="http://schemas.microsoft.com/office/drawing/2014/main" id="{68FC1D3D-058C-4044-9B99-82E7336CA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188" y="1620838"/>
              <a:ext cx="3187700" cy="2571750"/>
            </a:xfrm>
            <a:custGeom>
              <a:avLst/>
              <a:gdLst>
                <a:gd name="T0" fmla="*/ 2147483646 w 2008"/>
                <a:gd name="T1" fmla="*/ 2147483646 h 1620"/>
                <a:gd name="T2" fmla="*/ 0 w 2008"/>
                <a:gd name="T3" fmla="*/ 2147483646 h 1620"/>
                <a:gd name="T4" fmla="*/ 0 w 2008"/>
                <a:gd name="T5" fmla="*/ 0 h 1620"/>
                <a:gd name="T6" fmla="*/ 0 60000 65536"/>
                <a:gd name="T7" fmla="*/ 0 60000 65536"/>
                <a:gd name="T8" fmla="*/ 0 60000 65536"/>
                <a:gd name="T9" fmla="*/ 0 w 2008"/>
                <a:gd name="T10" fmla="*/ 0 h 1620"/>
                <a:gd name="T11" fmla="*/ 2008 w 2008"/>
                <a:gd name="T12" fmla="*/ 1620 h 16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08" h="1620">
                  <a:moveTo>
                    <a:pt x="2008" y="1620"/>
                  </a:moveTo>
                  <a:lnTo>
                    <a:pt x="0" y="162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09" name="Freeform 79">
              <a:extLst>
                <a:ext uri="{FF2B5EF4-FFF2-40B4-BE49-F238E27FC236}">
                  <a16:creationId xmlns:a16="http://schemas.microsoft.com/office/drawing/2014/main" id="{129842B1-A15E-4D82-91AE-6AC40AA94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128713"/>
              <a:ext cx="65087" cy="63500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10" name="Freeform 80">
              <a:extLst>
                <a:ext uri="{FF2B5EF4-FFF2-40B4-BE49-F238E27FC236}">
                  <a16:creationId xmlns:a16="http://schemas.microsoft.com/office/drawing/2014/main" id="{63A78DD8-E163-47EE-81D4-11756928F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577975"/>
              <a:ext cx="65087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11" name="Freeform 81">
              <a:extLst>
                <a:ext uri="{FF2B5EF4-FFF2-40B4-BE49-F238E27FC236}">
                  <a16:creationId xmlns:a16="http://schemas.microsoft.com/office/drawing/2014/main" id="{0814203D-653D-4037-893F-33BF3B5DC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550" y="1585913"/>
              <a:ext cx="42863" cy="65087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12" name="Rectangle 82">
              <a:extLst>
                <a:ext uri="{FF2B5EF4-FFF2-40B4-BE49-F238E27FC236}">
                  <a16:creationId xmlns:a16="http://schemas.microsoft.com/office/drawing/2014/main" id="{54F33EEE-C36E-4246-87B5-ADF50A74A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4079875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913" name="Rectangle 83">
              <a:extLst>
                <a:ext uri="{FF2B5EF4-FFF2-40B4-BE49-F238E27FC236}">
                  <a16:creationId xmlns:a16="http://schemas.microsoft.com/office/drawing/2014/main" id="{86FE984E-6166-43F7-8E7B-20F4BB3EC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4249738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914" name="Rectangle 84">
              <a:extLst>
                <a:ext uri="{FF2B5EF4-FFF2-40B4-BE49-F238E27FC236}">
                  <a16:creationId xmlns:a16="http://schemas.microsoft.com/office/drawing/2014/main" id="{2907AC34-A482-4157-844D-13986C3DB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4344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915" name="Rectangle 85">
              <a:extLst>
                <a:ext uri="{FF2B5EF4-FFF2-40B4-BE49-F238E27FC236}">
                  <a16:creationId xmlns:a16="http://schemas.microsoft.com/office/drawing/2014/main" id="{5AF8914B-23E3-4D0A-8496-226F22599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1820863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916" name="Oval 87">
              <a:extLst>
                <a:ext uri="{FF2B5EF4-FFF2-40B4-BE49-F238E27FC236}">
                  <a16:creationId xmlns:a16="http://schemas.microsoft.com/office/drawing/2014/main" id="{33AE596D-E93F-455B-A84A-D44B7362E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2090738"/>
              <a:ext cx="98425" cy="96837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917" name="Oval 89">
              <a:extLst>
                <a:ext uri="{FF2B5EF4-FFF2-40B4-BE49-F238E27FC236}">
                  <a16:creationId xmlns:a16="http://schemas.microsoft.com/office/drawing/2014/main" id="{E8A35E31-454F-4E13-B596-68C250E5E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4511675"/>
              <a:ext cx="98425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918" name="Rectangle 90">
              <a:extLst>
                <a:ext uri="{FF2B5EF4-FFF2-40B4-BE49-F238E27FC236}">
                  <a16:creationId xmlns:a16="http://schemas.microsoft.com/office/drawing/2014/main" id="{FF349B81-E8F6-4DAD-9401-E2D6A2853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19161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919" name="AutoShape 92">
              <a:extLst>
                <a:ext uri="{FF2B5EF4-FFF2-40B4-BE49-F238E27FC236}">
                  <a16:creationId xmlns:a16="http://schemas.microsoft.com/office/drawing/2014/main" id="{7FC340BB-C298-4A93-BAF6-01BCE97ED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900" y="3355975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920" name="AutoShape 94">
              <a:extLst>
                <a:ext uri="{FF2B5EF4-FFF2-40B4-BE49-F238E27FC236}">
                  <a16:creationId xmlns:a16="http://schemas.microsoft.com/office/drawing/2014/main" id="{8BA968C1-5233-403F-A1FE-15165D001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6800" y="1073150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921" name="Line 95">
              <a:extLst>
                <a:ext uri="{FF2B5EF4-FFF2-40B4-BE49-F238E27FC236}">
                  <a16:creationId xmlns:a16="http://schemas.microsoft.com/office/drawing/2014/main" id="{E7B571E5-D75E-407E-81C6-3F49DCFDF2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3700" y="1465263"/>
              <a:ext cx="300038" cy="1571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78851" name="Oval 76">
            <a:extLst>
              <a:ext uri="{FF2B5EF4-FFF2-40B4-BE49-F238E27FC236}">
                <a16:creationId xmlns:a16="http://schemas.microsoft.com/office/drawing/2014/main" id="{CA8A6AFA-7FB7-4C30-BF7F-4B0FCF934A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8800" y="1736725"/>
            <a:ext cx="673100" cy="725488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8852" name="TextBox 77">
            <a:extLst>
              <a:ext uri="{FF2B5EF4-FFF2-40B4-BE49-F238E27FC236}">
                <a16:creationId xmlns:a16="http://schemas.microsoft.com/office/drawing/2014/main" id="{CEC31D7F-E2AB-4792-B69A-96CDFC35AA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3550" y="2551113"/>
            <a:ext cx="8255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output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A5E6FE0E-FABA-1E42-A332-E6FAB72B12C8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What is the logic expression of the output?</a:t>
            </a:r>
          </a:p>
        </p:txBody>
      </p:sp>
      <p:grpSp>
        <p:nvGrpSpPr>
          <p:cNvPr id="79874" name="Group 6">
            <a:extLst>
              <a:ext uri="{FF2B5EF4-FFF2-40B4-BE49-F238E27FC236}">
                <a16:creationId xmlns:a16="http://schemas.microsoft.com/office/drawing/2014/main" id="{F5393237-7967-4897-A730-5D576B63446C}"/>
              </a:ext>
            </a:extLst>
          </p:cNvPr>
          <p:cNvGrpSpPr>
            <a:grpSpLocks/>
          </p:cNvGrpSpPr>
          <p:nvPr/>
        </p:nvGrpSpPr>
        <p:grpSpPr bwMode="auto">
          <a:xfrm>
            <a:off x="800100" y="1598613"/>
            <a:ext cx="7789863" cy="4127500"/>
            <a:chOff x="800100" y="820738"/>
            <a:chExt cx="7789863" cy="4127500"/>
          </a:xfrm>
        </p:grpSpPr>
        <p:sp>
          <p:nvSpPr>
            <p:cNvPr id="79878" name="Freeform 9">
              <a:extLst>
                <a:ext uri="{FF2B5EF4-FFF2-40B4-BE49-F238E27FC236}">
                  <a16:creationId xmlns:a16="http://schemas.microsoft.com/office/drawing/2014/main" id="{2EB87324-EFCD-406C-8606-BA98D6BF4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663" y="1149350"/>
              <a:ext cx="1198562" cy="2592388"/>
            </a:xfrm>
            <a:custGeom>
              <a:avLst/>
              <a:gdLst>
                <a:gd name="T0" fmla="*/ 0 w 755"/>
                <a:gd name="T1" fmla="*/ 0 h 1633"/>
                <a:gd name="T2" fmla="*/ 0 w 755"/>
                <a:gd name="T3" fmla="*/ 2147483646 h 1633"/>
                <a:gd name="T4" fmla="*/ 2147483646 w 755"/>
                <a:gd name="T5" fmla="*/ 2147483646 h 1633"/>
                <a:gd name="T6" fmla="*/ 0 60000 65536"/>
                <a:gd name="T7" fmla="*/ 0 60000 65536"/>
                <a:gd name="T8" fmla="*/ 0 60000 65536"/>
                <a:gd name="T9" fmla="*/ 0 w 755"/>
                <a:gd name="T10" fmla="*/ 0 h 1633"/>
                <a:gd name="T11" fmla="*/ 755 w 755"/>
                <a:gd name="T12" fmla="*/ 1633 h 16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55" h="1633">
                  <a:moveTo>
                    <a:pt x="0" y="0"/>
                  </a:moveTo>
                  <a:lnTo>
                    <a:pt x="0" y="1633"/>
                  </a:lnTo>
                  <a:lnTo>
                    <a:pt x="755" y="163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879" name="Freeform 10">
              <a:extLst>
                <a:ext uri="{FF2B5EF4-FFF2-40B4-BE49-F238E27FC236}">
                  <a16:creationId xmlns:a16="http://schemas.microsoft.com/office/drawing/2014/main" id="{E7E81ABB-41C8-4898-B95E-DF60B0E18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8" y="4492625"/>
              <a:ext cx="1603375" cy="300038"/>
            </a:xfrm>
            <a:custGeom>
              <a:avLst/>
              <a:gdLst>
                <a:gd name="T0" fmla="*/ 0 w 1010"/>
                <a:gd name="T1" fmla="*/ 2147483646 h 189"/>
                <a:gd name="T2" fmla="*/ 2147483646 w 1010"/>
                <a:gd name="T3" fmla="*/ 2147483646 h 189"/>
                <a:gd name="T4" fmla="*/ 2147483646 w 1010"/>
                <a:gd name="T5" fmla="*/ 0 h 189"/>
                <a:gd name="T6" fmla="*/ 0 60000 65536"/>
                <a:gd name="T7" fmla="*/ 0 60000 65536"/>
                <a:gd name="T8" fmla="*/ 0 60000 65536"/>
                <a:gd name="T9" fmla="*/ 0 w 1010"/>
                <a:gd name="T10" fmla="*/ 0 h 189"/>
                <a:gd name="T11" fmla="*/ 1010 w 1010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0" h="189">
                  <a:moveTo>
                    <a:pt x="0" y="189"/>
                  </a:moveTo>
                  <a:lnTo>
                    <a:pt x="1010" y="189"/>
                  </a:lnTo>
                  <a:lnTo>
                    <a:pt x="101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880" name="Freeform 11">
              <a:extLst>
                <a:ext uri="{FF2B5EF4-FFF2-40B4-BE49-F238E27FC236}">
                  <a16:creationId xmlns:a16="http://schemas.microsoft.com/office/drawing/2014/main" id="{0F3D0340-EA44-49BA-9937-E4C64A9DE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138" y="2071688"/>
              <a:ext cx="1304925" cy="2720975"/>
            </a:xfrm>
            <a:custGeom>
              <a:avLst/>
              <a:gdLst>
                <a:gd name="T0" fmla="*/ 0 w 822"/>
                <a:gd name="T1" fmla="*/ 2147483646 h 1714"/>
                <a:gd name="T2" fmla="*/ 0 w 822"/>
                <a:gd name="T3" fmla="*/ 2147483646 h 1714"/>
                <a:gd name="T4" fmla="*/ 2147483646 w 822"/>
                <a:gd name="T5" fmla="*/ 2147483646 h 1714"/>
                <a:gd name="T6" fmla="*/ 2147483646 w 822"/>
                <a:gd name="T7" fmla="*/ 0 h 17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22"/>
                <a:gd name="T13" fmla="*/ 0 h 1714"/>
                <a:gd name="T14" fmla="*/ 822 w 822"/>
                <a:gd name="T15" fmla="*/ 1714 h 17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22" h="1714">
                  <a:moveTo>
                    <a:pt x="0" y="1714"/>
                  </a:moveTo>
                  <a:lnTo>
                    <a:pt x="0" y="378"/>
                  </a:lnTo>
                  <a:lnTo>
                    <a:pt x="822" y="378"/>
                  </a:lnTo>
                  <a:lnTo>
                    <a:pt x="82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881" name="Line 16">
              <a:extLst>
                <a:ext uri="{FF2B5EF4-FFF2-40B4-BE49-F238E27FC236}">
                  <a16:creationId xmlns:a16="http://schemas.microsoft.com/office/drawing/2014/main" id="{FC233203-96EE-485B-9A7B-8D4956C0DC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441700"/>
              <a:ext cx="3206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882" name="Line 17">
              <a:extLst>
                <a:ext uri="{FF2B5EF4-FFF2-40B4-BE49-F238E27FC236}">
                  <a16:creationId xmlns:a16="http://schemas.microsoft.com/office/drawing/2014/main" id="{AC2F78CB-DFE0-408A-B187-8B32875AB5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5" y="3741738"/>
              <a:ext cx="3206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883" name="Rectangle 19">
              <a:extLst>
                <a:ext uri="{FF2B5EF4-FFF2-40B4-BE49-F238E27FC236}">
                  <a16:creationId xmlns:a16="http://schemas.microsoft.com/office/drawing/2014/main" id="{784B7304-2D72-470C-B2B9-7A9B5A01A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849313"/>
              <a:ext cx="747712" cy="122237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884" name="Rectangle 20">
              <a:extLst>
                <a:ext uri="{FF2B5EF4-FFF2-40B4-BE49-F238E27FC236}">
                  <a16:creationId xmlns:a16="http://schemas.microsoft.com/office/drawing/2014/main" id="{B61B1779-1B0F-4373-8987-899ADC19F8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1058863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885" name="Rectangle 21">
              <a:extLst>
                <a:ext uri="{FF2B5EF4-FFF2-40B4-BE49-F238E27FC236}">
                  <a16:creationId xmlns:a16="http://schemas.microsoft.com/office/drawing/2014/main" id="{09773AF8-A986-48FE-9CF1-9D08B4964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1050925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886" name="Line 22">
              <a:extLst>
                <a:ext uri="{FF2B5EF4-FFF2-40B4-BE49-F238E27FC236}">
                  <a16:creationId xmlns:a16="http://schemas.microsoft.com/office/drawing/2014/main" id="{7DCD0278-ED5B-42CF-9073-654A26ADBB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1663700"/>
              <a:ext cx="106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887" name="Freeform 23">
              <a:extLst>
                <a:ext uri="{FF2B5EF4-FFF2-40B4-BE49-F238E27FC236}">
                  <a16:creationId xmlns:a16="http://schemas.microsoft.com/office/drawing/2014/main" id="{EDFA2302-280D-4BCC-97BD-EBF9F7D66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1385888"/>
              <a:ext cx="149225" cy="149225"/>
            </a:xfrm>
            <a:custGeom>
              <a:avLst/>
              <a:gdLst>
                <a:gd name="T0" fmla="*/ 0 w 94"/>
                <a:gd name="T1" fmla="*/ 2147483646 h 94"/>
                <a:gd name="T2" fmla="*/ 2147483646 w 94"/>
                <a:gd name="T3" fmla="*/ 2147483646 h 94"/>
                <a:gd name="T4" fmla="*/ 0 w 94"/>
                <a:gd name="T5" fmla="*/ 0 h 94"/>
                <a:gd name="T6" fmla="*/ 0 60000 65536"/>
                <a:gd name="T7" fmla="*/ 0 60000 65536"/>
                <a:gd name="T8" fmla="*/ 0 60000 65536"/>
                <a:gd name="T9" fmla="*/ 0 w 94"/>
                <a:gd name="T10" fmla="*/ 0 h 94"/>
                <a:gd name="T11" fmla="*/ 94 w 94"/>
                <a:gd name="T12" fmla="*/ 94 h 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94">
                  <a:moveTo>
                    <a:pt x="0" y="94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888" name="Freeform 24">
              <a:extLst>
                <a:ext uri="{FF2B5EF4-FFF2-40B4-BE49-F238E27FC236}">
                  <a16:creationId xmlns:a16="http://schemas.microsoft.com/office/drawing/2014/main" id="{700C0D31-DCC3-4939-8CED-85EB9AA66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3870325"/>
              <a:ext cx="63500" cy="42863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6"/>
                  </a:moveTo>
                  <a:cubicBezTo>
                    <a:pt x="0" y="1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16"/>
                    <a:pt x="60" y="16"/>
                  </a:cubicBezTo>
                  <a:cubicBezTo>
                    <a:pt x="60" y="29"/>
                    <a:pt x="49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24" y="40"/>
                    <a:pt x="24" y="40"/>
                  </a:cubicBezTo>
                  <a:cubicBezTo>
                    <a:pt x="11" y="40"/>
                    <a:pt x="0" y="29"/>
                    <a:pt x="0" y="1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889" name="Line 25">
              <a:extLst>
                <a:ext uri="{FF2B5EF4-FFF2-40B4-BE49-F238E27FC236}">
                  <a16:creationId xmlns:a16="http://schemas.microsoft.com/office/drawing/2014/main" id="{C4F51358-C32C-4BA6-BABF-0636A260F8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0688" y="17716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890" name="Line 28">
              <a:extLst>
                <a:ext uri="{FF2B5EF4-FFF2-40B4-BE49-F238E27FC236}">
                  <a16:creationId xmlns:a16="http://schemas.microsoft.com/office/drawing/2014/main" id="{7A12C91E-539F-4337-B521-F5A6E18459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938" y="1920875"/>
              <a:ext cx="2984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891" name="Line 29">
              <a:extLst>
                <a:ext uri="{FF2B5EF4-FFF2-40B4-BE49-F238E27FC236}">
                  <a16:creationId xmlns:a16="http://schemas.microsoft.com/office/drawing/2014/main" id="{91FF7489-6816-42A8-8C75-A4D1051821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1771650"/>
              <a:ext cx="1508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892" name="Freeform 30">
              <a:extLst>
                <a:ext uri="{FF2B5EF4-FFF2-40B4-BE49-F238E27FC236}">
                  <a16:creationId xmlns:a16="http://schemas.microsoft.com/office/drawing/2014/main" id="{1325F871-2FFF-45F3-A8AA-AEE532B53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511300"/>
              <a:ext cx="638175" cy="254000"/>
            </a:xfrm>
            <a:custGeom>
              <a:avLst/>
              <a:gdLst>
                <a:gd name="T0" fmla="*/ 0 w 598"/>
                <a:gd name="T1" fmla="*/ 0 h 238"/>
                <a:gd name="T2" fmla="*/ 2147483646 w 598"/>
                <a:gd name="T3" fmla="*/ 2147483646 h 238"/>
                <a:gd name="T4" fmla="*/ 2147483646 w 598"/>
                <a:gd name="T5" fmla="*/ 2147483646 h 238"/>
                <a:gd name="T6" fmla="*/ 2147483646 w 598"/>
                <a:gd name="T7" fmla="*/ 2147483646 h 238"/>
                <a:gd name="T8" fmla="*/ 2147483646 w 598"/>
                <a:gd name="T9" fmla="*/ 2147483646 h 238"/>
                <a:gd name="T10" fmla="*/ 2147483646 w 598"/>
                <a:gd name="T11" fmla="*/ 2147483646 h 238"/>
                <a:gd name="T12" fmla="*/ 2147483646 w 598"/>
                <a:gd name="T13" fmla="*/ 2147483646 h 238"/>
                <a:gd name="T14" fmla="*/ 2147483646 w 598"/>
                <a:gd name="T15" fmla="*/ 2147483646 h 238"/>
                <a:gd name="T16" fmla="*/ 2147483646 w 598"/>
                <a:gd name="T17" fmla="*/ 2147483646 h 238"/>
                <a:gd name="T18" fmla="*/ 2147483646 w 598"/>
                <a:gd name="T19" fmla="*/ 2147483646 h 238"/>
                <a:gd name="T20" fmla="*/ 2147483646 w 598"/>
                <a:gd name="T21" fmla="*/ 2147483646 h 238"/>
                <a:gd name="T22" fmla="*/ 2147483646 w 598"/>
                <a:gd name="T23" fmla="*/ 2147483646 h 238"/>
                <a:gd name="T24" fmla="*/ 2147483646 w 598"/>
                <a:gd name="T25" fmla="*/ 2147483646 h 238"/>
                <a:gd name="T26" fmla="*/ 2147483646 w 598"/>
                <a:gd name="T27" fmla="*/ 2147483646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8"/>
                <a:gd name="T44" fmla="*/ 598 w 598"/>
                <a:gd name="T45" fmla="*/ 238 h 2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8">
                  <a:moveTo>
                    <a:pt x="0" y="0"/>
                  </a:moveTo>
                  <a:cubicBezTo>
                    <a:pt x="252" y="0"/>
                    <a:pt x="252" y="0"/>
                    <a:pt x="270" y="1"/>
                  </a:cubicBezTo>
                  <a:cubicBezTo>
                    <a:pt x="288" y="3"/>
                    <a:pt x="288" y="3"/>
                    <a:pt x="305" y="5"/>
                  </a:cubicBezTo>
                  <a:cubicBezTo>
                    <a:pt x="323" y="8"/>
                    <a:pt x="323" y="8"/>
                    <a:pt x="343" y="14"/>
                  </a:cubicBezTo>
                  <a:cubicBezTo>
                    <a:pt x="363" y="20"/>
                    <a:pt x="363" y="20"/>
                    <a:pt x="380" y="29"/>
                  </a:cubicBezTo>
                  <a:cubicBezTo>
                    <a:pt x="398" y="38"/>
                    <a:pt x="398" y="38"/>
                    <a:pt x="413" y="46"/>
                  </a:cubicBezTo>
                  <a:cubicBezTo>
                    <a:pt x="429" y="55"/>
                    <a:pt x="429" y="55"/>
                    <a:pt x="442" y="63"/>
                  </a:cubicBezTo>
                  <a:cubicBezTo>
                    <a:pt x="454" y="71"/>
                    <a:pt x="454" y="71"/>
                    <a:pt x="463" y="78"/>
                  </a:cubicBezTo>
                  <a:cubicBezTo>
                    <a:pt x="472" y="85"/>
                    <a:pt x="472" y="85"/>
                    <a:pt x="482" y="92"/>
                  </a:cubicBezTo>
                  <a:cubicBezTo>
                    <a:pt x="492" y="99"/>
                    <a:pt x="492" y="99"/>
                    <a:pt x="502" y="110"/>
                  </a:cubicBezTo>
                  <a:cubicBezTo>
                    <a:pt x="513" y="121"/>
                    <a:pt x="513" y="121"/>
                    <a:pt x="525" y="136"/>
                  </a:cubicBezTo>
                  <a:cubicBezTo>
                    <a:pt x="538" y="151"/>
                    <a:pt x="538" y="151"/>
                    <a:pt x="550" y="169"/>
                  </a:cubicBezTo>
                  <a:cubicBezTo>
                    <a:pt x="563" y="186"/>
                    <a:pt x="563" y="186"/>
                    <a:pt x="576" y="205"/>
                  </a:cubicBezTo>
                  <a:cubicBezTo>
                    <a:pt x="589" y="223"/>
                    <a:pt x="589" y="223"/>
                    <a:pt x="598" y="238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893" name="Freeform 31">
              <a:extLst>
                <a:ext uri="{FF2B5EF4-FFF2-40B4-BE49-F238E27FC236}">
                  <a16:creationId xmlns:a16="http://schemas.microsoft.com/office/drawing/2014/main" id="{87A2C238-30B4-4497-AEAA-687F2A56E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700" y="1766888"/>
              <a:ext cx="638175" cy="254000"/>
            </a:xfrm>
            <a:custGeom>
              <a:avLst/>
              <a:gdLst>
                <a:gd name="T0" fmla="*/ 0 w 598"/>
                <a:gd name="T1" fmla="*/ 2147483646 h 237"/>
                <a:gd name="T2" fmla="*/ 2147483646 w 598"/>
                <a:gd name="T3" fmla="*/ 2147483646 h 237"/>
                <a:gd name="T4" fmla="*/ 2147483646 w 598"/>
                <a:gd name="T5" fmla="*/ 2147483646 h 237"/>
                <a:gd name="T6" fmla="*/ 2147483646 w 598"/>
                <a:gd name="T7" fmla="*/ 2147483646 h 237"/>
                <a:gd name="T8" fmla="*/ 2147483646 w 598"/>
                <a:gd name="T9" fmla="*/ 2147483646 h 237"/>
                <a:gd name="T10" fmla="*/ 2147483646 w 598"/>
                <a:gd name="T11" fmla="*/ 2147483646 h 237"/>
                <a:gd name="T12" fmla="*/ 2147483646 w 598"/>
                <a:gd name="T13" fmla="*/ 2147483646 h 237"/>
                <a:gd name="T14" fmla="*/ 2147483646 w 598"/>
                <a:gd name="T15" fmla="*/ 2147483646 h 237"/>
                <a:gd name="T16" fmla="*/ 2147483646 w 598"/>
                <a:gd name="T17" fmla="*/ 2147483646 h 237"/>
                <a:gd name="T18" fmla="*/ 2147483646 w 598"/>
                <a:gd name="T19" fmla="*/ 2147483646 h 237"/>
                <a:gd name="T20" fmla="*/ 2147483646 w 598"/>
                <a:gd name="T21" fmla="*/ 2147483646 h 237"/>
                <a:gd name="T22" fmla="*/ 2147483646 w 598"/>
                <a:gd name="T23" fmla="*/ 2147483646 h 237"/>
                <a:gd name="T24" fmla="*/ 2147483646 w 598"/>
                <a:gd name="T25" fmla="*/ 2147483646 h 237"/>
                <a:gd name="T26" fmla="*/ 2147483646 w 598"/>
                <a:gd name="T27" fmla="*/ 0 h 2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98"/>
                <a:gd name="T43" fmla="*/ 0 h 237"/>
                <a:gd name="T44" fmla="*/ 598 w 598"/>
                <a:gd name="T45" fmla="*/ 237 h 2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98" h="237">
                  <a:moveTo>
                    <a:pt x="0" y="237"/>
                  </a:moveTo>
                  <a:cubicBezTo>
                    <a:pt x="252" y="237"/>
                    <a:pt x="252" y="237"/>
                    <a:pt x="270" y="236"/>
                  </a:cubicBezTo>
                  <a:cubicBezTo>
                    <a:pt x="288" y="235"/>
                    <a:pt x="288" y="235"/>
                    <a:pt x="305" y="232"/>
                  </a:cubicBezTo>
                  <a:cubicBezTo>
                    <a:pt x="323" y="230"/>
                    <a:pt x="323" y="230"/>
                    <a:pt x="343" y="224"/>
                  </a:cubicBezTo>
                  <a:cubicBezTo>
                    <a:pt x="363" y="217"/>
                    <a:pt x="363" y="217"/>
                    <a:pt x="380" y="209"/>
                  </a:cubicBezTo>
                  <a:cubicBezTo>
                    <a:pt x="398" y="200"/>
                    <a:pt x="398" y="200"/>
                    <a:pt x="413" y="191"/>
                  </a:cubicBezTo>
                  <a:cubicBezTo>
                    <a:pt x="429" y="182"/>
                    <a:pt x="429" y="182"/>
                    <a:pt x="442" y="174"/>
                  </a:cubicBezTo>
                  <a:cubicBezTo>
                    <a:pt x="454" y="166"/>
                    <a:pt x="454" y="166"/>
                    <a:pt x="463" y="159"/>
                  </a:cubicBezTo>
                  <a:cubicBezTo>
                    <a:pt x="472" y="152"/>
                    <a:pt x="472" y="152"/>
                    <a:pt x="482" y="146"/>
                  </a:cubicBezTo>
                  <a:cubicBezTo>
                    <a:pt x="492" y="139"/>
                    <a:pt x="492" y="139"/>
                    <a:pt x="502" y="127"/>
                  </a:cubicBezTo>
                  <a:cubicBezTo>
                    <a:pt x="513" y="116"/>
                    <a:pt x="513" y="116"/>
                    <a:pt x="525" y="101"/>
                  </a:cubicBezTo>
                  <a:cubicBezTo>
                    <a:pt x="538" y="86"/>
                    <a:pt x="538" y="86"/>
                    <a:pt x="550" y="69"/>
                  </a:cubicBezTo>
                  <a:cubicBezTo>
                    <a:pt x="563" y="51"/>
                    <a:pt x="563" y="51"/>
                    <a:pt x="576" y="33"/>
                  </a:cubicBezTo>
                  <a:cubicBezTo>
                    <a:pt x="589" y="15"/>
                    <a:pt x="589" y="15"/>
                    <a:pt x="598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894" name="Freeform 32">
              <a:extLst>
                <a:ext uri="{FF2B5EF4-FFF2-40B4-BE49-F238E27FC236}">
                  <a16:creationId xmlns:a16="http://schemas.microsoft.com/office/drawing/2014/main" id="{BD8DFEB1-8D4F-42E7-A838-7D3A3C1B2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511300"/>
              <a:ext cx="74613" cy="255588"/>
            </a:xfrm>
            <a:custGeom>
              <a:avLst/>
              <a:gdLst>
                <a:gd name="T0" fmla="*/ 0 w 71"/>
                <a:gd name="T1" fmla="*/ 0 h 239"/>
                <a:gd name="T2" fmla="*/ 2147483646 w 71"/>
                <a:gd name="T3" fmla="*/ 2147483646 h 239"/>
                <a:gd name="T4" fmla="*/ 2147483646 w 71"/>
                <a:gd name="T5" fmla="*/ 2147483646 h 239"/>
                <a:gd name="T6" fmla="*/ 2147483646 w 71"/>
                <a:gd name="T7" fmla="*/ 2147483646 h 239"/>
                <a:gd name="T8" fmla="*/ 2147483646 w 71"/>
                <a:gd name="T9" fmla="*/ 2147483646 h 239"/>
                <a:gd name="T10" fmla="*/ 2147483646 w 71"/>
                <a:gd name="T11" fmla="*/ 2147483646 h 239"/>
                <a:gd name="T12" fmla="*/ 2147483646 w 71"/>
                <a:gd name="T13" fmla="*/ 2147483646 h 239"/>
                <a:gd name="T14" fmla="*/ 2147483646 w 71"/>
                <a:gd name="T15" fmla="*/ 214748364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9"/>
                <a:gd name="T26" fmla="*/ 71 w 71"/>
                <a:gd name="T27" fmla="*/ 239 h 2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9">
                  <a:moveTo>
                    <a:pt x="0" y="0"/>
                  </a:moveTo>
                  <a:cubicBezTo>
                    <a:pt x="16" y="29"/>
                    <a:pt x="16" y="29"/>
                    <a:pt x="23" y="44"/>
                  </a:cubicBezTo>
                  <a:cubicBezTo>
                    <a:pt x="29" y="59"/>
                    <a:pt x="29" y="59"/>
                    <a:pt x="36" y="77"/>
                  </a:cubicBezTo>
                  <a:cubicBezTo>
                    <a:pt x="43" y="95"/>
                    <a:pt x="43" y="95"/>
                    <a:pt x="48" y="113"/>
                  </a:cubicBezTo>
                  <a:cubicBezTo>
                    <a:pt x="54" y="131"/>
                    <a:pt x="54" y="131"/>
                    <a:pt x="59" y="150"/>
                  </a:cubicBezTo>
                  <a:cubicBezTo>
                    <a:pt x="65" y="168"/>
                    <a:pt x="65" y="168"/>
                    <a:pt x="66" y="183"/>
                  </a:cubicBezTo>
                  <a:cubicBezTo>
                    <a:pt x="68" y="199"/>
                    <a:pt x="68" y="199"/>
                    <a:pt x="69" y="208"/>
                  </a:cubicBezTo>
                  <a:cubicBezTo>
                    <a:pt x="71" y="218"/>
                    <a:pt x="71" y="218"/>
                    <a:pt x="70" y="239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895" name="Freeform 33">
              <a:extLst>
                <a:ext uri="{FF2B5EF4-FFF2-40B4-BE49-F238E27FC236}">
                  <a16:creationId xmlns:a16="http://schemas.microsoft.com/office/drawing/2014/main" id="{B63E0377-48EB-4966-B7D7-7FEBB0375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0" y="1765300"/>
              <a:ext cx="74613" cy="255588"/>
            </a:xfrm>
            <a:custGeom>
              <a:avLst/>
              <a:gdLst>
                <a:gd name="T0" fmla="*/ 0 w 71"/>
                <a:gd name="T1" fmla="*/ 2147483646 h 238"/>
                <a:gd name="T2" fmla="*/ 2147483646 w 71"/>
                <a:gd name="T3" fmla="*/ 2147483646 h 238"/>
                <a:gd name="T4" fmla="*/ 2147483646 w 71"/>
                <a:gd name="T5" fmla="*/ 2147483646 h 238"/>
                <a:gd name="T6" fmla="*/ 2147483646 w 71"/>
                <a:gd name="T7" fmla="*/ 2147483646 h 238"/>
                <a:gd name="T8" fmla="*/ 2147483646 w 71"/>
                <a:gd name="T9" fmla="*/ 2147483646 h 238"/>
                <a:gd name="T10" fmla="*/ 2147483646 w 71"/>
                <a:gd name="T11" fmla="*/ 2147483646 h 238"/>
                <a:gd name="T12" fmla="*/ 2147483646 w 71"/>
                <a:gd name="T13" fmla="*/ 2147483646 h 238"/>
                <a:gd name="T14" fmla="*/ 2147483646 w 71"/>
                <a:gd name="T15" fmla="*/ 0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238"/>
                <a:gd name="T26" fmla="*/ 71 w 71"/>
                <a:gd name="T27" fmla="*/ 238 h 2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238">
                  <a:moveTo>
                    <a:pt x="0" y="238"/>
                  </a:moveTo>
                  <a:cubicBezTo>
                    <a:pt x="16" y="210"/>
                    <a:pt x="16" y="210"/>
                    <a:pt x="23" y="195"/>
                  </a:cubicBezTo>
                  <a:cubicBezTo>
                    <a:pt x="29" y="180"/>
                    <a:pt x="29" y="180"/>
                    <a:pt x="36" y="162"/>
                  </a:cubicBezTo>
                  <a:cubicBezTo>
                    <a:pt x="43" y="143"/>
                    <a:pt x="43" y="143"/>
                    <a:pt x="48" y="125"/>
                  </a:cubicBezTo>
                  <a:cubicBezTo>
                    <a:pt x="54" y="107"/>
                    <a:pt x="54" y="107"/>
                    <a:pt x="59" y="89"/>
                  </a:cubicBezTo>
                  <a:cubicBezTo>
                    <a:pt x="65" y="71"/>
                    <a:pt x="65" y="71"/>
                    <a:pt x="66" y="55"/>
                  </a:cubicBezTo>
                  <a:cubicBezTo>
                    <a:pt x="68" y="40"/>
                    <a:pt x="68" y="40"/>
                    <a:pt x="69" y="30"/>
                  </a:cubicBezTo>
                  <a:cubicBezTo>
                    <a:pt x="71" y="21"/>
                    <a:pt x="71" y="21"/>
                    <a:pt x="70" y="0"/>
                  </a:cubicBez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896" name="Line 34">
              <a:extLst>
                <a:ext uri="{FF2B5EF4-FFF2-40B4-BE49-F238E27FC236}">
                  <a16:creationId xmlns:a16="http://schemas.microsoft.com/office/drawing/2014/main" id="{4CBC9C9F-D3C1-4603-9EC6-AB0F435497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0688" y="3892550"/>
              <a:ext cx="12192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897" name="Freeform 35">
              <a:extLst>
                <a:ext uri="{FF2B5EF4-FFF2-40B4-BE49-F238E27FC236}">
                  <a16:creationId xmlns:a16="http://schemas.microsoft.com/office/drawing/2014/main" id="{A76B8EF5-6283-4BB8-9A0A-CDC05F446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813" y="1471613"/>
              <a:ext cx="600075" cy="2420937"/>
            </a:xfrm>
            <a:custGeom>
              <a:avLst/>
              <a:gdLst>
                <a:gd name="T0" fmla="*/ 0 w 378"/>
                <a:gd name="T1" fmla="*/ 2147483646 h 1525"/>
                <a:gd name="T2" fmla="*/ 0 w 378"/>
                <a:gd name="T3" fmla="*/ 0 h 1525"/>
                <a:gd name="T4" fmla="*/ 2147483646 w 378"/>
                <a:gd name="T5" fmla="*/ 0 h 1525"/>
                <a:gd name="T6" fmla="*/ 0 60000 65536"/>
                <a:gd name="T7" fmla="*/ 0 60000 65536"/>
                <a:gd name="T8" fmla="*/ 0 60000 65536"/>
                <a:gd name="T9" fmla="*/ 0 w 378"/>
                <a:gd name="T10" fmla="*/ 0 h 1525"/>
                <a:gd name="T11" fmla="*/ 378 w 378"/>
                <a:gd name="T12" fmla="*/ 1525 h 15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8" h="1525">
                  <a:moveTo>
                    <a:pt x="0" y="1525"/>
                  </a:moveTo>
                  <a:lnTo>
                    <a:pt x="0" y="0"/>
                  </a:lnTo>
                  <a:lnTo>
                    <a:pt x="3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898" name="Freeform 36">
              <a:extLst>
                <a:ext uri="{FF2B5EF4-FFF2-40B4-BE49-F238E27FC236}">
                  <a16:creationId xmlns:a16="http://schemas.microsoft.com/office/drawing/2014/main" id="{1A3370D7-08CC-4EC7-AD64-5FA484335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625" y="4762500"/>
              <a:ext cx="63500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899" name="Line 42">
              <a:extLst>
                <a:ext uri="{FF2B5EF4-FFF2-40B4-BE49-F238E27FC236}">
                  <a16:creationId xmlns:a16="http://schemas.microsoft.com/office/drawing/2014/main" id="{2D6D9129-D4D9-42D2-9430-8C6A3A8D03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18350" y="1471613"/>
              <a:ext cx="2984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00" name="Line 43">
              <a:extLst>
                <a:ext uri="{FF2B5EF4-FFF2-40B4-BE49-F238E27FC236}">
                  <a16:creationId xmlns:a16="http://schemas.microsoft.com/office/drawing/2014/main" id="{84482293-19A6-4506-B061-A465ADD68B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6875" y="1320800"/>
              <a:ext cx="1698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01" name="Line 44">
              <a:extLst>
                <a:ext uri="{FF2B5EF4-FFF2-40B4-BE49-F238E27FC236}">
                  <a16:creationId xmlns:a16="http://schemas.microsoft.com/office/drawing/2014/main" id="{B7ED6D94-34DB-4818-83B7-7C428BB0A5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7600" y="1136650"/>
              <a:ext cx="1219200" cy="12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02" name="Freeform 45">
              <a:extLst>
                <a:ext uri="{FF2B5EF4-FFF2-40B4-BE49-F238E27FC236}">
                  <a16:creationId xmlns:a16="http://schemas.microsoft.com/office/drawing/2014/main" id="{D6FDB06D-019A-483B-A383-022BF8C3D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7600" y="1471613"/>
              <a:ext cx="920750" cy="2120900"/>
            </a:xfrm>
            <a:custGeom>
              <a:avLst/>
              <a:gdLst>
                <a:gd name="T0" fmla="*/ 0 w 580"/>
                <a:gd name="T1" fmla="*/ 2147483646 h 1336"/>
                <a:gd name="T2" fmla="*/ 2147483646 w 580"/>
                <a:gd name="T3" fmla="*/ 2147483646 h 1336"/>
                <a:gd name="T4" fmla="*/ 2147483646 w 580"/>
                <a:gd name="T5" fmla="*/ 0 h 1336"/>
                <a:gd name="T6" fmla="*/ 0 60000 65536"/>
                <a:gd name="T7" fmla="*/ 0 60000 65536"/>
                <a:gd name="T8" fmla="*/ 0 60000 65536"/>
                <a:gd name="T9" fmla="*/ 0 w 580"/>
                <a:gd name="T10" fmla="*/ 0 h 1336"/>
                <a:gd name="T11" fmla="*/ 580 w 580"/>
                <a:gd name="T12" fmla="*/ 1336 h 1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0" h="1336">
                  <a:moveTo>
                    <a:pt x="0" y="1336"/>
                  </a:moveTo>
                  <a:lnTo>
                    <a:pt x="580" y="1336"/>
                  </a:lnTo>
                  <a:lnTo>
                    <a:pt x="58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03" name="Line 46">
              <a:extLst>
                <a:ext uri="{FF2B5EF4-FFF2-40B4-BE49-F238E27FC236}">
                  <a16:creationId xmlns:a16="http://schemas.microsoft.com/office/drawing/2014/main" id="{D21E33CC-B214-423C-8D8E-38A5B9587C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86738" y="1320800"/>
              <a:ext cx="150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04" name="Rectangle 47">
              <a:extLst>
                <a:ext uri="{FF2B5EF4-FFF2-40B4-BE49-F238E27FC236}">
                  <a16:creationId xmlns:a16="http://schemas.microsoft.com/office/drawing/2014/main" id="{9E25EF19-8FAA-43EF-B7F7-05E7CD20F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16637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05" name="Rectangle 48">
              <a:extLst>
                <a:ext uri="{FF2B5EF4-FFF2-40B4-BE49-F238E27FC236}">
                  <a16:creationId xmlns:a16="http://schemas.microsoft.com/office/drawing/2014/main" id="{034D4354-47E9-4EC3-A1AC-87C42BCAF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288" y="3786188"/>
              <a:ext cx="59690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Clock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06" name="Freeform 49">
              <a:extLst>
                <a:ext uri="{FF2B5EF4-FFF2-40B4-BE49-F238E27FC236}">
                  <a16:creationId xmlns:a16="http://schemas.microsoft.com/office/drawing/2014/main" id="{05307196-CE89-4B29-B3EA-6AE173FC4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120775"/>
              <a:ext cx="41275" cy="63500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07" name="Rectangle 50">
              <a:extLst>
                <a:ext uri="{FF2B5EF4-FFF2-40B4-BE49-F238E27FC236}">
                  <a16:creationId xmlns:a16="http://schemas.microsoft.com/office/drawing/2014/main" id="{FD753A2B-6D74-424A-B023-8E31A0FFA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813" y="4676775"/>
              <a:ext cx="73183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Resetn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08" name="Rectangle 51">
              <a:extLst>
                <a:ext uri="{FF2B5EF4-FFF2-40B4-BE49-F238E27FC236}">
                  <a16:creationId xmlns:a16="http://schemas.microsoft.com/office/drawing/2014/main" id="{030FD769-AF14-4721-B140-509996DE9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326707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09" name="Rectangle 52">
              <a:extLst>
                <a:ext uri="{FF2B5EF4-FFF2-40B4-BE49-F238E27FC236}">
                  <a16:creationId xmlns:a16="http://schemas.microsoft.com/office/drawing/2014/main" id="{7A584101-993F-47EE-9F08-4257A6436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33639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10" name="Rectangle 53">
              <a:extLst>
                <a:ext uri="{FF2B5EF4-FFF2-40B4-BE49-F238E27FC236}">
                  <a16:creationId xmlns:a16="http://schemas.microsoft.com/office/drawing/2014/main" id="{0E3D8626-3043-4DB8-A162-14D03ADDF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75" y="820738"/>
              <a:ext cx="192088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11" name="Rectangle 54">
              <a:extLst>
                <a:ext uri="{FF2B5EF4-FFF2-40B4-BE49-F238E27FC236}">
                  <a16:creationId xmlns:a16="http://schemas.microsoft.com/office/drawing/2014/main" id="{9FFFB184-9396-4468-9E41-8BC843A55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450" y="915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12" name="Rectangle 55">
              <a:extLst>
                <a:ext uri="{FF2B5EF4-FFF2-40B4-BE49-F238E27FC236}">
                  <a16:creationId xmlns:a16="http://schemas.microsoft.com/office/drawing/2014/main" id="{E48734A7-2700-4FA0-BED5-52BF98937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3289300"/>
              <a:ext cx="192087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13" name="Rectangle 56">
              <a:extLst>
                <a:ext uri="{FF2B5EF4-FFF2-40B4-BE49-F238E27FC236}">
                  <a16:creationId xmlns:a16="http://schemas.microsoft.com/office/drawing/2014/main" id="{B6AC1209-943C-4008-8CE6-449B0F3A3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3384550"/>
              <a:ext cx="165100" cy="220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14" name="Rectangle 57">
              <a:extLst>
                <a:ext uri="{FF2B5EF4-FFF2-40B4-BE49-F238E27FC236}">
                  <a16:creationId xmlns:a16="http://schemas.microsoft.com/office/drawing/2014/main" id="{8668696C-4509-4356-AA07-0A2B42627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363" y="865188"/>
              <a:ext cx="192087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15" name="Line 58">
              <a:extLst>
                <a:ext uri="{FF2B5EF4-FFF2-40B4-BE49-F238E27FC236}">
                  <a16:creationId xmlns:a16="http://schemas.microsoft.com/office/drawing/2014/main" id="{62A87089-8CE3-4D1A-A801-A057346848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62338" y="3592513"/>
              <a:ext cx="19875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16" name="Rectangle 59">
              <a:extLst>
                <a:ext uri="{FF2B5EF4-FFF2-40B4-BE49-F238E27FC236}">
                  <a16:creationId xmlns:a16="http://schemas.microsoft.com/office/drawing/2014/main" id="{FC6B1AAB-228B-4F7F-9D4D-52A795D0E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96043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17" name="Rectangle 60">
              <a:extLst>
                <a:ext uri="{FF2B5EF4-FFF2-40B4-BE49-F238E27FC236}">
                  <a16:creationId xmlns:a16="http://schemas.microsoft.com/office/drawing/2014/main" id="{8968C870-A1BA-456A-8656-D0B69CC56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" y="1042988"/>
              <a:ext cx="2349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18" name="Rectangle 61">
              <a:extLst>
                <a:ext uri="{FF2B5EF4-FFF2-40B4-BE49-F238E27FC236}">
                  <a16:creationId xmlns:a16="http://schemas.microsoft.com/office/drawing/2014/main" id="{8998394E-AE6A-46E5-9884-0C71621E0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4225" y="1193800"/>
              <a:ext cx="18573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19" name="Rectangle 62">
              <a:extLst>
                <a:ext uri="{FF2B5EF4-FFF2-40B4-BE49-F238E27FC236}">
                  <a16:creationId xmlns:a16="http://schemas.microsoft.com/office/drawing/2014/main" id="{9E049315-6560-463E-BF6D-465225791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3292475"/>
              <a:ext cx="747712" cy="12001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20" name="Rectangle 63">
              <a:extLst>
                <a:ext uri="{FF2B5EF4-FFF2-40B4-BE49-F238E27FC236}">
                  <a16:creationId xmlns:a16="http://schemas.microsoft.com/office/drawing/2014/main" id="{630C6C3E-689F-425E-8CC1-291E6C52C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1651000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21" name="Rectangle 64">
              <a:extLst>
                <a:ext uri="{FF2B5EF4-FFF2-40B4-BE49-F238E27FC236}">
                  <a16:creationId xmlns:a16="http://schemas.microsoft.com/office/drawing/2014/main" id="{92309F97-6492-433A-A70F-D451ADC4A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500" y="3489325"/>
              <a:ext cx="192088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J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22" name="Rectangle 65">
              <a:extLst>
                <a:ext uri="{FF2B5EF4-FFF2-40B4-BE49-F238E27FC236}">
                  <a16:creationId xmlns:a16="http://schemas.microsoft.com/office/drawing/2014/main" id="{8F8A5A1C-8B57-455E-BACC-F42A5FBEA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3479800"/>
              <a:ext cx="247650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23" name="Line 66">
              <a:extLst>
                <a:ext uri="{FF2B5EF4-FFF2-40B4-BE49-F238E27FC236}">
                  <a16:creationId xmlns:a16="http://schemas.microsoft.com/office/drawing/2014/main" id="{FC82169D-CEF6-4467-B729-0DFB94F50E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84875" y="4084638"/>
              <a:ext cx="1063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24" name="Freeform 67">
              <a:extLst>
                <a:ext uri="{FF2B5EF4-FFF2-40B4-BE49-F238E27FC236}">
                  <a16:creationId xmlns:a16="http://schemas.microsoft.com/office/drawing/2014/main" id="{623439F6-490F-466A-8001-0032E08AF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3806825"/>
              <a:ext cx="149225" cy="171450"/>
            </a:xfrm>
            <a:custGeom>
              <a:avLst/>
              <a:gdLst>
                <a:gd name="T0" fmla="*/ 0 w 94"/>
                <a:gd name="T1" fmla="*/ 2147483646 h 108"/>
                <a:gd name="T2" fmla="*/ 2147483646 w 94"/>
                <a:gd name="T3" fmla="*/ 2147483646 h 108"/>
                <a:gd name="T4" fmla="*/ 0 w 94"/>
                <a:gd name="T5" fmla="*/ 0 h 108"/>
                <a:gd name="T6" fmla="*/ 0 60000 65536"/>
                <a:gd name="T7" fmla="*/ 0 60000 65536"/>
                <a:gd name="T8" fmla="*/ 0 60000 65536"/>
                <a:gd name="T9" fmla="*/ 0 w 94"/>
                <a:gd name="T10" fmla="*/ 0 h 108"/>
                <a:gd name="T11" fmla="*/ 94 w 94"/>
                <a:gd name="T12" fmla="*/ 108 h 1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" h="108">
                  <a:moveTo>
                    <a:pt x="0" y="108"/>
                  </a:moveTo>
                  <a:lnTo>
                    <a:pt x="94" y="5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25" name="Rectangle 68">
              <a:extLst>
                <a:ext uri="{FF2B5EF4-FFF2-40B4-BE49-F238E27FC236}">
                  <a16:creationId xmlns:a16="http://schemas.microsoft.com/office/drawing/2014/main" id="{3AB25C40-2A0C-4510-8E55-DE551BE37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4094163"/>
              <a:ext cx="247650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Q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26" name="Freeform 69">
              <a:extLst>
                <a:ext uri="{FF2B5EF4-FFF2-40B4-BE49-F238E27FC236}">
                  <a16:creationId xmlns:a16="http://schemas.microsoft.com/office/drawing/2014/main" id="{8D67A37D-5AAA-4246-9BE1-B65FCE165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1920875"/>
              <a:ext cx="3635375" cy="2271713"/>
            </a:xfrm>
            <a:custGeom>
              <a:avLst/>
              <a:gdLst>
                <a:gd name="T0" fmla="*/ 0 w 2290"/>
                <a:gd name="T1" fmla="*/ 0 h 1431"/>
                <a:gd name="T2" fmla="*/ 0 w 2290"/>
                <a:gd name="T3" fmla="*/ 2147483646 h 1431"/>
                <a:gd name="T4" fmla="*/ 2147483646 w 2290"/>
                <a:gd name="T5" fmla="*/ 2147483646 h 1431"/>
                <a:gd name="T6" fmla="*/ 2147483646 w 2290"/>
                <a:gd name="T7" fmla="*/ 2147483646 h 1431"/>
                <a:gd name="T8" fmla="*/ 2147483646 w 2290"/>
                <a:gd name="T9" fmla="*/ 2147483646 h 1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0"/>
                <a:gd name="T16" fmla="*/ 0 h 1431"/>
                <a:gd name="T17" fmla="*/ 2290 w 2290"/>
                <a:gd name="T18" fmla="*/ 1431 h 1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0" h="1431">
                  <a:moveTo>
                    <a:pt x="0" y="0"/>
                  </a:moveTo>
                  <a:lnTo>
                    <a:pt x="0" y="662"/>
                  </a:lnTo>
                  <a:lnTo>
                    <a:pt x="2290" y="662"/>
                  </a:lnTo>
                  <a:lnTo>
                    <a:pt x="2290" y="1431"/>
                  </a:lnTo>
                  <a:lnTo>
                    <a:pt x="1899" y="14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27" name="Freeform 70">
              <a:extLst>
                <a:ext uri="{FF2B5EF4-FFF2-40B4-BE49-F238E27FC236}">
                  <a16:creationId xmlns:a16="http://schemas.microsoft.com/office/drawing/2014/main" id="{21C65092-3E0D-44D4-8F1F-3F405744E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225" y="1149350"/>
              <a:ext cx="4256088" cy="2292350"/>
            </a:xfrm>
            <a:custGeom>
              <a:avLst/>
              <a:gdLst>
                <a:gd name="T0" fmla="*/ 0 w 2681"/>
                <a:gd name="T1" fmla="*/ 2147483646 h 1444"/>
                <a:gd name="T2" fmla="*/ 0 w 2681"/>
                <a:gd name="T3" fmla="*/ 2147483646 h 1444"/>
                <a:gd name="T4" fmla="*/ 2147483646 w 2681"/>
                <a:gd name="T5" fmla="*/ 2147483646 h 1444"/>
                <a:gd name="T6" fmla="*/ 2147483646 w 2681"/>
                <a:gd name="T7" fmla="*/ 0 h 14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81"/>
                <a:gd name="T13" fmla="*/ 0 h 1444"/>
                <a:gd name="T14" fmla="*/ 2681 w 2681"/>
                <a:gd name="T15" fmla="*/ 1444 h 14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81" h="1444">
                  <a:moveTo>
                    <a:pt x="0" y="1444"/>
                  </a:moveTo>
                  <a:lnTo>
                    <a:pt x="0" y="770"/>
                  </a:lnTo>
                  <a:lnTo>
                    <a:pt x="2681" y="770"/>
                  </a:lnTo>
                  <a:lnTo>
                    <a:pt x="2681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28" name="Line 71">
              <a:extLst>
                <a:ext uri="{FF2B5EF4-FFF2-40B4-BE49-F238E27FC236}">
                  <a16:creationId xmlns:a16="http://schemas.microsoft.com/office/drawing/2014/main" id="{833E97F2-AFD4-4EAF-AD1D-601FEBE8E5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988" y="1149350"/>
              <a:ext cx="44069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29" name="Line 73">
              <a:extLst>
                <a:ext uri="{FF2B5EF4-FFF2-40B4-BE49-F238E27FC236}">
                  <a16:creationId xmlns:a16="http://schemas.microsoft.com/office/drawing/2014/main" id="{654227FD-6DE3-455E-A974-56D47E44A3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663" y="1620838"/>
              <a:ext cx="300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30" name="Freeform 74">
              <a:extLst>
                <a:ext uri="{FF2B5EF4-FFF2-40B4-BE49-F238E27FC236}">
                  <a16:creationId xmlns:a16="http://schemas.microsoft.com/office/drawing/2014/main" id="{536FF287-A707-4C26-A089-8EF96B50C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0" y="1471613"/>
              <a:ext cx="300038" cy="300037"/>
            </a:xfrm>
            <a:custGeom>
              <a:avLst/>
              <a:gdLst>
                <a:gd name="T0" fmla="*/ 2147483646 w 189"/>
                <a:gd name="T1" fmla="*/ 2147483646 h 189"/>
                <a:gd name="T2" fmla="*/ 0 w 189"/>
                <a:gd name="T3" fmla="*/ 2147483646 h 189"/>
                <a:gd name="T4" fmla="*/ 0 w 189"/>
                <a:gd name="T5" fmla="*/ 0 h 189"/>
                <a:gd name="T6" fmla="*/ 0 60000 65536"/>
                <a:gd name="T7" fmla="*/ 0 60000 65536"/>
                <a:gd name="T8" fmla="*/ 0 60000 65536"/>
                <a:gd name="T9" fmla="*/ 0 w 189"/>
                <a:gd name="T10" fmla="*/ 0 h 189"/>
                <a:gd name="T11" fmla="*/ 189 w 189"/>
                <a:gd name="T12" fmla="*/ 189 h 18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189">
                  <a:moveTo>
                    <a:pt x="189" y="94"/>
                  </a:moveTo>
                  <a:lnTo>
                    <a:pt x="0" y="189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31" name="Oval 76">
              <a:extLst>
                <a:ext uri="{FF2B5EF4-FFF2-40B4-BE49-F238E27FC236}">
                  <a16:creationId xmlns:a16="http://schemas.microsoft.com/office/drawing/2014/main" id="{E7E8C55C-96AF-4740-8CBE-0C83DB956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325" y="1568450"/>
              <a:ext cx="96838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32" name="Line 77">
              <a:extLst>
                <a:ext uri="{FF2B5EF4-FFF2-40B4-BE49-F238E27FC236}">
                  <a16:creationId xmlns:a16="http://schemas.microsoft.com/office/drawing/2014/main" id="{418A1E2B-2936-4086-A5FC-1644574298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62163" y="1620838"/>
              <a:ext cx="14001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33" name="Freeform 78">
              <a:extLst>
                <a:ext uri="{FF2B5EF4-FFF2-40B4-BE49-F238E27FC236}">
                  <a16:creationId xmlns:a16="http://schemas.microsoft.com/office/drawing/2014/main" id="{F9E06070-0844-4D14-869C-A13233CC9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188" y="1620838"/>
              <a:ext cx="3187700" cy="2571750"/>
            </a:xfrm>
            <a:custGeom>
              <a:avLst/>
              <a:gdLst>
                <a:gd name="T0" fmla="*/ 2147483646 w 2008"/>
                <a:gd name="T1" fmla="*/ 2147483646 h 1620"/>
                <a:gd name="T2" fmla="*/ 0 w 2008"/>
                <a:gd name="T3" fmla="*/ 2147483646 h 1620"/>
                <a:gd name="T4" fmla="*/ 0 w 2008"/>
                <a:gd name="T5" fmla="*/ 0 h 1620"/>
                <a:gd name="T6" fmla="*/ 0 60000 65536"/>
                <a:gd name="T7" fmla="*/ 0 60000 65536"/>
                <a:gd name="T8" fmla="*/ 0 60000 65536"/>
                <a:gd name="T9" fmla="*/ 0 w 2008"/>
                <a:gd name="T10" fmla="*/ 0 h 1620"/>
                <a:gd name="T11" fmla="*/ 2008 w 2008"/>
                <a:gd name="T12" fmla="*/ 1620 h 16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08" h="1620">
                  <a:moveTo>
                    <a:pt x="2008" y="1620"/>
                  </a:moveTo>
                  <a:lnTo>
                    <a:pt x="0" y="162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34" name="Freeform 79">
              <a:extLst>
                <a:ext uri="{FF2B5EF4-FFF2-40B4-BE49-F238E27FC236}">
                  <a16:creationId xmlns:a16="http://schemas.microsoft.com/office/drawing/2014/main" id="{94395DEE-792D-4BBF-BDD3-5B0BD56B6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128713"/>
              <a:ext cx="65087" cy="63500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35" name="Freeform 80">
              <a:extLst>
                <a:ext uri="{FF2B5EF4-FFF2-40B4-BE49-F238E27FC236}">
                  <a16:creationId xmlns:a16="http://schemas.microsoft.com/office/drawing/2014/main" id="{C249D713-1F31-444C-B79D-63028A040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738" y="1577975"/>
              <a:ext cx="65087" cy="65088"/>
            </a:xfrm>
            <a:custGeom>
              <a:avLst/>
              <a:gdLst>
                <a:gd name="T0" fmla="*/ 0 w 60"/>
                <a:gd name="T1" fmla="*/ 2147483646 h 60"/>
                <a:gd name="T2" fmla="*/ 0 w 60"/>
                <a:gd name="T3" fmla="*/ 2147483646 h 60"/>
                <a:gd name="T4" fmla="*/ 2147483646 w 60"/>
                <a:gd name="T5" fmla="*/ 0 h 60"/>
                <a:gd name="T6" fmla="*/ 2147483646 w 60"/>
                <a:gd name="T7" fmla="*/ 0 h 60"/>
                <a:gd name="T8" fmla="*/ 2147483646 w 60"/>
                <a:gd name="T9" fmla="*/ 2147483646 h 60"/>
                <a:gd name="T10" fmla="*/ 2147483646 w 60"/>
                <a:gd name="T11" fmla="*/ 2147483646 h 60"/>
                <a:gd name="T12" fmla="*/ 2147483646 w 60"/>
                <a:gd name="T13" fmla="*/ 2147483646 h 60"/>
                <a:gd name="T14" fmla="*/ 2147483646 w 60"/>
                <a:gd name="T15" fmla="*/ 2147483646 h 60"/>
                <a:gd name="T16" fmla="*/ 2147483646 w 60"/>
                <a:gd name="T17" fmla="*/ 2147483646 h 60"/>
                <a:gd name="T18" fmla="*/ 0 w 6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60"/>
                <a:gd name="T32" fmla="*/ 60 w 6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36" y="0"/>
                    <a:pt x="36" y="0"/>
                  </a:cubicBezTo>
                  <a:cubicBezTo>
                    <a:pt x="49" y="0"/>
                    <a:pt x="60" y="11"/>
                    <a:pt x="60" y="24"/>
                  </a:cubicBezTo>
                  <a:cubicBezTo>
                    <a:pt x="60" y="24"/>
                    <a:pt x="60" y="36"/>
                    <a:pt x="60" y="36"/>
                  </a:cubicBezTo>
                  <a:cubicBezTo>
                    <a:pt x="60" y="49"/>
                    <a:pt x="49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36" name="Freeform 81">
              <a:extLst>
                <a:ext uri="{FF2B5EF4-FFF2-40B4-BE49-F238E27FC236}">
                  <a16:creationId xmlns:a16="http://schemas.microsoft.com/office/drawing/2014/main" id="{314CE5C9-489A-468E-AAD8-6194D1A03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550" y="1585913"/>
              <a:ext cx="42863" cy="65087"/>
            </a:xfrm>
            <a:custGeom>
              <a:avLst/>
              <a:gdLst>
                <a:gd name="T0" fmla="*/ 0 w 40"/>
                <a:gd name="T1" fmla="*/ 2147483646 h 60"/>
                <a:gd name="T2" fmla="*/ 0 w 40"/>
                <a:gd name="T3" fmla="*/ 2147483646 h 60"/>
                <a:gd name="T4" fmla="*/ 2147483646 w 40"/>
                <a:gd name="T5" fmla="*/ 0 h 60"/>
                <a:gd name="T6" fmla="*/ 2147483646 w 40"/>
                <a:gd name="T7" fmla="*/ 0 h 60"/>
                <a:gd name="T8" fmla="*/ 2147483646 w 40"/>
                <a:gd name="T9" fmla="*/ 2147483646 h 60"/>
                <a:gd name="T10" fmla="*/ 2147483646 w 40"/>
                <a:gd name="T11" fmla="*/ 2147483646 h 60"/>
                <a:gd name="T12" fmla="*/ 2147483646 w 40"/>
                <a:gd name="T13" fmla="*/ 2147483646 h 60"/>
                <a:gd name="T14" fmla="*/ 2147483646 w 40"/>
                <a:gd name="T15" fmla="*/ 2147483646 h 60"/>
                <a:gd name="T16" fmla="*/ 2147483646 w 40"/>
                <a:gd name="T17" fmla="*/ 2147483646 h 60"/>
                <a:gd name="T18" fmla="*/ 0 w 40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60"/>
                <a:gd name="T32" fmla="*/ 40 w 40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60">
                  <a:moveTo>
                    <a:pt x="0" y="36"/>
                  </a:moveTo>
                  <a:cubicBezTo>
                    <a:pt x="0" y="36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0"/>
                    <a:pt x="16" y="0"/>
                    <a:pt x="16" y="0"/>
                  </a:cubicBezTo>
                  <a:cubicBezTo>
                    <a:pt x="29" y="0"/>
                    <a:pt x="40" y="11"/>
                    <a:pt x="40" y="24"/>
                  </a:cubicBezTo>
                  <a:cubicBezTo>
                    <a:pt x="40" y="24"/>
                    <a:pt x="40" y="36"/>
                    <a:pt x="40" y="36"/>
                  </a:cubicBezTo>
                  <a:cubicBezTo>
                    <a:pt x="40" y="49"/>
                    <a:pt x="29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24" y="60"/>
                    <a:pt x="24" y="60"/>
                  </a:cubicBezTo>
                  <a:cubicBezTo>
                    <a:pt x="11" y="60"/>
                    <a:pt x="0" y="49"/>
                    <a:pt x="0" y="36"/>
                  </a:cubicBez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937" name="Rectangle 82">
              <a:extLst>
                <a:ext uri="{FF2B5EF4-FFF2-40B4-BE49-F238E27FC236}">
                  <a16:creationId xmlns:a16="http://schemas.microsoft.com/office/drawing/2014/main" id="{96D0B557-09A2-40B7-B44F-0597D47B6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750" y="4079875"/>
              <a:ext cx="225425" cy="271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38" name="Rectangle 83">
              <a:extLst>
                <a:ext uri="{FF2B5EF4-FFF2-40B4-BE49-F238E27FC236}">
                  <a16:creationId xmlns:a16="http://schemas.microsoft.com/office/drawing/2014/main" id="{DE2E34C2-9B23-425F-83BF-0B9CF3DDE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4249738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39" name="Rectangle 84">
              <a:extLst>
                <a:ext uri="{FF2B5EF4-FFF2-40B4-BE49-F238E27FC236}">
                  <a16:creationId xmlns:a16="http://schemas.microsoft.com/office/drawing/2014/main" id="{D6ED6105-A444-4C2B-BDC6-7D40B8D5C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4344988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40" name="Rectangle 85">
              <a:extLst>
                <a:ext uri="{FF2B5EF4-FFF2-40B4-BE49-F238E27FC236}">
                  <a16:creationId xmlns:a16="http://schemas.microsoft.com/office/drawing/2014/main" id="{24F77C77-551D-4B35-97F4-A375AE6C7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138" y="1820863"/>
              <a:ext cx="225425" cy="271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41" name="Oval 87">
              <a:extLst>
                <a:ext uri="{FF2B5EF4-FFF2-40B4-BE49-F238E27FC236}">
                  <a16:creationId xmlns:a16="http://schemas.microsoft.com/office/drawing/2014/main" id="{6448A553-4AA7-40BA-BE4A-9AEF1C3EB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2090738"/>
              <a:ext cx="98425" cy="96837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42" name="Oval 89">
              <a:extLst>
                <a:ext uri="{FF2B5EF4-FFF2-40B4-BE49-F238E27FC236}">
                  <a16:creationId xmlns:a16="http://schemas.microsoft.com/office/drawing/2014/main" id="{0A7FAF5E-A5F4-48ED-9114-D3CF5A5E8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0088" y="4511675"/>
              <a:ext cx="98425" cy="9683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43" name="Rectangle 90">
              <a:extLst>
                <a:ext uri="{FF2B5EF4-FFF2-40B4-BE49-F238E27FC236}">
                  <a16:creationId xmlns:a16="http://schemas.microsoft.com/office/drawing/2014/main" id="{667DAD04-E7AB-42A1-BE54-8E634E158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1916113"/>
              <a:ext cx="165100" cy="220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44" name="AutoShape 92">
              <a:extLst>
                <a:ext uri="{FF2B5EF4-FFF2-40B4-BE49-F238E27FC236}">
                  <a16:creationId xmlns:a16="http://schemas.microsoft.com/office/drawing/2014/main" id="{16BC9950-1D1D-46D3-BD6B-CB1A69A25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900" y="3355975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45" name="AutoShape 94">
              <a:extLst>
                <a:ext uri="{FF2B5EF4-FFF2-40B4-BE49-F238E27FC236}">
                  <a16:creationId xmlns:a16="http://schemas.microsoft.com/office/drawing/2014/main" id="{61D0DB0B-3FBF-4E85-9FEC-B443CEC8E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6800" y="1073150"/>
              <a:ext cx="579438" cy="48418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946" name="Line 95">
              <a:extLst>
                <a:ext uri="{FF2B5EF4-FFF2-40B4-BE49-F238E27FC236}">
                  <a16:creationId xmlns:a16="http://schemas.microsoft.com/office/drawing/2014/main" id="{D28DBA4F-736F-4A55-A1EA-EB52BC41E1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3700" y="1465263"/>
              <a:ext cx="300038" cy="1571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79875" name="Oval 76">
            <a:extLst>
              <a:ext uri="{FF2B5EF4-FFF2-40B4-BE49-F238E27FC236}">
                <a16:creationId xmlns:a16="http://schemas.microsoft.com/office/drawing/2014/main" id="{C916C6BB-DCE2-4D9B-B52A-38FD10D76C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8800" y="1736725"/>
            <a:ext cx="673100" cy="725488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9876" name="TextBox 77">
            <a:extLst>
              <a:ext uri="{FF2B5EF4-FFF2-40B4-BE49-F238E27FC236}">
                <a16:creationId xmlns:a16="http://schemas.microsoft.com/office/drawing/2014/main" id="{FCCE6F95-6D15-4EF0-B211-57D073777B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3550" y="2551113"/>
            <a:ext cx="8255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output</a:t>
            </a:r>
          </a:p>
        </p:txBody>
      </p:sp>
      <p:sp>
        <p:nvSpPr>
          <p:cNvPr id="79877" name="TextBox 78">
            <a:extLst>
              <a:ext uri="{FF2B5EF4-FFF2-40B4-BE49-F238E27FC236}">
                <a16:creationId xmlns:a16="http://schemas.microsoft.com/office/drawing/2014/main" id="{F5026191-D494-4346-B64A-B933189D5E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3838" y="1181100"/>
            <a:ext cx="12255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Rectangle 2">
            <a:extLst>
              <a:ext uri="{FF2B5EF4-FFF2-40B4-BE49-F238E27FC236}">
                <a16:creationId xmlns:a16="http://schemas.microsoft.com/office/drawing/2014/main" id="{34691846-2EC6-4B3C-8B03-AE2F72C80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9144000" cy="11627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This is what we have to work with now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(we don</a:t>
            </a:r>
            <a:r>
              <a:rPr kumimoji="0" lang="fr-FR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 need the circuit anymore)</a:t>
            </a:r>
            <a:endParaRPr kumimoji="0" lang="en-US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0898" name="TextBox 12">
            <a:extLst>
              <a:ext uri="{FF2B5EF4-FFF2-40B4-BE49-F238E27FC236}">
                <a16:creationId xmlns:a16="http://schemas.microsoft.com/office/drawing/2014/main" id="{59E3DBDE-E287-4BCF-9DD2-457E17336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0509" y="5310368"/>
            <a:ext cx="12239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80899" name="TextBox 13">
            <a:extLst>
              <a:ext uri="{FF2B5EF4-FFF2-40B4-BE49-F238E27FC236}">
                <a16:creationId xmlns:a16="http://schemas.microsoft.com/office/drawing/2014/main" id="{C79E5477-AC17-4E94-A73B-895DA1A0D3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7797" y="1662293"/>
            <a:ext cx="10318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</a:t>
            </a:r>
            <a:endParaRPr kumimoji="0" lang="en-US" altLang="en-US" sz="2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0900" name="Group 14">
            <a:extLst>
              <a:ext uri="{FF2B5EF4-FFF2-40B4-BE49-F238E27FC236}">
                <a16:creationId xmlns:a16="http://schemas.microsoft.com/office/drawing/2014/main" id="{67731244-BF30-4CD7-97C8-6C79F1A8362C}"/>
              </a:ext>
            </a:extLst>
          </p:cNvPr>
          <p:cNvGrpSpPr>
            <a:grpSpLocks/>
          </p:cNvGrpSpPr>
          <p:nvPr/>
        </p:nvGrpSpPr>
        <p:grpSpPr bwMode="auto">
          <a:xfrm>
            <a:off x="4339697" y="4173718"/>
            <a:ext cx="1081087" cy="461963"/>
            <a:chOff x="4636811" y="5891761"/>
            <a:chExt cx="1082348" cy="461665"/>
          </a:xfrm>
        </p:grpSpPr>
        <p:sp>
          <p:nvSpPr>
            <p:cNvPr id="80906" name="TextBox 15">
              <a:extLst>
                <a:ext uri="{FF2B5EF4-FFF2-40B4-BE49-F238E27FC236}">
                  <a16:creationId xmlns:a16="http://schemas.microsoft.com/office/drawing/2014/main" id="{3642FF24-A868-4EEF-9103-878298DA70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811" y="5891761"/>
              <a:ext cx="108234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</a:t>
              </a:r>
              <a:endPara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80907" name="Straight Connector 16">
              <a:extLst>
                <a:ext uri="{FF2B5EF4-FFF2-40B4-BE49-F238E27FC236}">
                  <a16:creationId xmlns:a16="http://schemas.microsoft.com/office/drawing/2014/main" id="{AD32E4EE-D512-4606-B246-A988C37F9EC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367913" y="5964739"/>
              <a:ext cx="228867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0901" name="TextBox 17">
            <a:extLst>
              <a:ext uri="{FF2B5EF4-FFF2-40B4-BE49-F238E27FC236}">
                <a16:creationId xmlns:a16="http://schemas.microsoft.com/office/drawing/2014/main" id="{84C5812E-C412-45ED-8FAA-6ECBA4B342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322" y="3464106"/>
            <a:ext cx="13795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grpSp>
        <p:nvGrpSpPr>
          <p:cNvPr id="80902" name="Group 18">
            <a:extLst>
              <a:ext uri="{FF2B5EF4-FFF2-40B4-BE49-F238E27FC236}">
                <a16:creationId xmlns:a16="http://schemas.microsoft.com/office/drawing/2014/main" id="{CD1EBAF7-D505-4E26-83E9-2A720C8EBB84}"/>
              </a:ext>
            </a:extLst>
          </p:cNvPr>
          <p:cNvGrpSpPr>
            <a:grpSpLocks/>
          </p:cNvGrpSpPr>
          <p:nvPr/>
        </p:nvGrpSpPr>
        <p:grpSpPr bwMode="auto">
          <a:xfrm>
            <a:off x="4325409" y="2387781"/>
            <a:ext cx="1697038" cy="461962"/>
            <a:chOff x="6895289" y="6215149"/>
            <a:chExt cx="1695847" cy="461665"/>
          </a:xfrm>
        </p:grpSpPr>
        <p:sp>
          <p:nvSpPr>
            <p:cNvPr id="80903" name="TextBox 19">
              <a:extLst>
                <a:ext uri="{FF2B5EF4-FFF2-40B4-BE49-F238E27FC236}">
                  <a16:creationId xmlns:a16="http://schemas.microsoft.com/office/drawing/2014/main" id="{B75C0B12-8C26-45BE-A727-BFA29142B5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5289" y="6215149"/>
              <a:ext cx="169584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 +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80904" name="Straight Connector 20">
              <a:extLst>
                <a:ext uri="{FF2B5EF4-FFF2-40B4-BE49-F238E27FC236}">
                  <a16:creationId xmlns:a16="http://schemas.microsoft.com/office/drawing/2014/main" id="{EBAAD521-6ED7-4F54-8352-B89E4A775DF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26613" y="6254810"/>
              <a:ext cx="2284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05" name="Straight Connector 21">
              <a:extLst>
                <a:ext uri="{FF2B5EF4-FFF2-40B4-BE49-F238E27FC236}">
                  <a16:creationId xmlns:a16="http://schemas.microsoft.com/office/drawing/2014/main" id="{AFBCE0BD-B1C0-428A-95EA-C1D451BD7E0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154879" y="6251638"/>
              <a:ext cx="2284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1" name="Rectangle 2">
            <a:extLst>
              <a:ext uri="{FF2B5EF4-FFF2-40B4-BE49-F238E27FC236}">
                <a16:creationId xmlns:a16="http://schemas.microsoft.com/office/drawing/2014/main" id="{90E7F6B7-7FDD-4B1E-9715-C8609FEE03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excitation table</a:t>
            </a:r>
          </a:p>
        </p:txBody>
      </p:sp>
      <p:sp>
        <p:nvSpPr>
          <p:cNvPr id="81922" name="TextBox 76">
            <a:extLst>
              <a:ext uri="{FF2B5EF4-FFF2-40B4-BE49-F238E27FC236}">
                <a16:creationId xmlns:a16="http://schemas.microsoft.com/office/drawing/2014/main" id="{2B06B179-6FFB-4BB4-99A3-13C1349D71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5281613"/>
            <a:ext cx="12255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81923" name="TextBox 77">
            <a:extLst>
              <a:ext uri="{FF2B5EF4-FFF2-40B4-BE49-F238E27FC236}">
                <a16:creationId xmlns:a16="http://schemas.microsoft.com/office/drawing/2014/main" id="{8D6AD3D5-5BB2-45CB-B5AA-1CDC3B9B09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875" y="1633538"/>
            <a:ext cx="103028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</a:t>
            </a:r>
            <a:endParaRPr kumimoji="0" lang="en-US" altLang="en-US" sz="2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1924" name="Group 79">
            <a:extLst>
              <a:ext uri="{FF2B5EF4-FFF2-40B4-BE49-F238E27FC236}">
                <a16:creationId xmlns:a16="http://schemas.microsoft.com/office/drawing/2014/main" id="{CA435F7F-7086-4848-B643-ABE9A8862D92}"/>
              </a:ext>
            </a:extLst>
          </p:cNvPr>
          <p:cNvGrpSpPr>
            <a:grpSpLocks/>
          </p:cNvGrpSpPr>
          <p:nvPr/>
        </p:nvGrpSpPr>
        <p:grpSpPr bwMode="auto">
          <a:xfrm>
            <a:off x="611188" y="4144963"/>
            <a:ext cx="1082675" cy="461962"/>
            <a:chOff x="4636811" y="5891761"/>
            <a:chExt cx="1082348" cy="461665"/>
          </a:xfrm>
        </p:grpSpPr>
        <p:sp>
          <p:nvSpPr>
            <p:cNvPr id="81999" name="TextBox 82">
              <a:extLst>
                <a:ext uri="{FF2B5EF4-FFF2-40B4-BE49-F238E27FC236}">
                  <a16:creationId xmlns:a16="http://schemas.microsoft.com/office/drawing/2014/main" id="{A1B9121A-C519-44FB-BA02-DDAF77EC18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811" y="5891761"/>
              <a:ext cx="108234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</a:t>
              </a:r>
              <a:endPara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82000" name="Straight Connector 86">
              <a:extLst>
                <a:ext uri="{FF2B5EF4-FFF2-40B4-BE49-F238E27FC236}">
                  <a16:creationId xmlns:a16="http://schemas.microsoft.com/office/drawing/2014/main" id="{E16D87E1-4E30-418F-BA48-56193A94026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368427" y="5964739"/>
              <a:ext cx="22853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1925" name="TextBox 87">
            <a:extLst>
              <a:ext uri="{FF2B5EF4-FFF2-40B4-BE49-F238E27FC236}">
                <a16:creationId xmlns:a16="http://schemas.microsoft.com/office/drawing/2014/main" id="{85F51B3A-718C-47CB-9970-B738EEB67B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" y="3433763"/>
            <a:ext cx="13795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grpSp>
        <p:nvGrpSpPr>
          <p:cNvPr id="81926" name="Group 89">
            <a:extLst>
              <a:ext uri="{FF2B5EF4-FFF2-40B4-BE49-F238E27FC236}">
                <a16:creationId xmlns:a16="http://schemas.microsoft.com/office/drawing/2014/main" id="{1BBD4BEC-03EE-41CD-A45D-3C57036EB742}"/>
              </a:ext>
            </a:extLst>
          </p:cNvPr>
          <p:cNvGrpSpPr>
            <a:grpSpLocks/>
          </p:cNvGrpSpPr>
          <p:nvPr/>
        </p:nvGrpSpPr>
        <p:grpSpPr bwMode="auto">
          <a:xfrm>
            <a:off x="598488" y="2359025"/>
            <a:ext cx="1695450" cy="460375"/>
            <a:chOff x="6895289" y="6215149"/>
            <a:chExt cx="1695847" cy="461665"/>
          </a:xfrm>
        </p:grpSpPr>
        <p:sp>
          <p:nvSpPr>
            <p:cNvPr id="81996" name="TextBox 92">
              <a:extLst>
                <a:ext uri="{FF2B5EF4-FFF2-40B4-BE49-F238E27FC236}">
                  <a16:creationId xmlns:a16="http://schemas.microsoft.com/office/drawing/2014/main" id="{C54FD786-0BC4-4AD3-9776-7781D619AC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5289" y="6215149"/>
              <a:ext cx="169584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 +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81997" name="Straight Connector 93">
              <a:extLst>
                <a:ext uri="{FF2B5EF4-FFF2-40B4-BE49-F238E27FC236}">
                  <a16:creationId xmlns:a16="http://schemas.microsoft.com/office/drawing/2014/main" id="{B3972600-D073-4E83-968D-FBBA3AFCDAD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25710" y="6253356"/>
              <a:ext cx="22865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998" name="Straight Connector 94">
              <a:extLst>
                <a:ext uri="{FF2B5EF4-FFF2-40B4-BE49-F238E27FC236}">
                  <a16:creationId xmlns:a16="http://schemas.microsoft.com/office/drawing/2014/main" id="{D5924D81-2F48-4A61-8E80-2F10D6292FB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154471" y="6250172"/>
              <a:ext cx="22865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1927" name="Group 95">
            <a:extLst>
              <a:ext uri="{FF2B5EF4-FFF2-40B4-BE49-F238E27FC236}">
                <a16:creationId xmlns:a16="http://schemas.microsoft.com/office/drawing/2014/main" id="{52D16197-C7FB-4639-BB3F-138D9239AA3B}"/>
              </a:ext>
            </a:extLst>
          </p:cNvPr>
          <p:cNvGrpSpPr>
            <a:grpSpLocks/>
          </p:cNvGrpSpPr>
          <p:nvPr/>
        </p:nvGrpSpPr>
        <p:grpSpPr bwMode="auto">
          <a:xfrm>
            <a:off x="3259127" y="1596232"/>
            <a:ext cx="5832475" cy="2779712"/>
            <a:chOff x="1747838" y="1301750"/>
            <a:chExt cx="5832475" cy="2779713"/>
          </a:xfrm>
        </p:grpSpPr>
        <p:sp>
          <p:nvSpPr>
            <p:cNvPr id="81928" name="Rectangle 4">
              <a:extLst>
                <a:ext uri="{FF2B5EF4-FFF2-40B4-BE49-F238E27FC236}">
                  <a16:creationId xmlns:a16="http://schemas.microsoft.com/office/drawing/2014/main" id="{80E25CCC-0B39-4B27-9F6B-0D8B00FA9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301750"/>
              <a:ext cx="5830887" cy="111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29" name="Rectangle 5">
              <a:extLst>
                <a:ext uri="{FF2B5EF4-FFF2-40B4-BE49-F238E27FC236}">
                  <a16:creationId xmlns:a16="http://schemas.microsoft.com/office/drawing/2014/main" id="{3AE008EC-785B-4C9D-93BC-22E0F9B95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3128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30" name="Rectangle 6">
              <a:extLst>
                <a:ext uri="{FF2B5EF4-FFF2-40B4-BE49-F238E27FC236}">
                  <a16:creationId xmlns:a16="http://schemas.microsoft.com/office/drawing/2014/main" id="{4DA4FF39-5F57-4213-AC11-2B39D39B1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31" name="Rectangle 7">
              <a:extLst>
                <a:ext uri="{FF2B5EF4-FFF2-40B4-BE49-F238E27FC236}">
                  <a16:creationId xmlns:a16="http://schemas.microsoft.com/office/drawing/2014/main" id="{217C7D5D-17CB-4F60-A839-0C78548C4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913" y="1519238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32" name="Rectangle 8">
              <a:extLst>
                <a:ext uri="{FF2B5EF4-FFF2-40B4-BE49-F238E27FC236}">
                  <a16:creationId xmlns:a16="http://schemas.microsoft.com/office/drawing/2014/main" id="{6D5DE117-3632-4059-BC4A-F3BFDF27C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33" name="Rectangle 9">
              <a:extLst>
                <a:ext uri="{FF2B5EF4-FFF2-40B4-BE49-F238E27FC236}">
                  <a16:creationId xmlns:a16="http://schemas.microsoft.com/office/drawing/2014/main" id="{97264BB6-A156-430C-BF17-D2A25272E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34" name="Rectangle 10">
              <a:extLst>
                <a:ext uri="{FF2B5EF4-FFF2-40B4-BE49-F238E27FC236}">
                  <a16:creationId xmlns:a16="http://schemas.microsoft.com/office/drawing/2014/main" id="{1C6E006E-9C8E-4A08-8964-808CCF621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782763"/>
              <a:ext cx="36480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35" name="Rectangle 11">
              <a:extLst>
                <a:ext uri="{FF2B5EF4-FFF2-40B4-BE49-F238E27FC236}">
                  <a16:creationId xmlns:a16="http://schemas.microsoft.com/office/drawing/2014/main" id="{1C17BABA-06C5-452E-B873-CAA9A5B4F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7700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36" name="Rectangle 12">
              <a:extLst>
                <a:ext uri="{FF2B5EF4-FFF2-40B4-BE49-F238E27FC236}">
                  <a16:creationId xmlns:a16="http://schemas.microsoft.com/office/drawing/2014/main" id="{43E12040-6AD2-4F10-9E03-C238CC6BC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1428750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37" name="Rectangle 13">
              <a:extLst>
                <a:ext uri="{FF2B5EF4-FFF2-40B4-BE49-F238E27FC236}">
                  <a16:creationId xmlns:a16="http://schemas.microsoft.com/office/drawing/2014/main" id="{52F2E2E1-6A45-4EB1-9B80-AE2C6DA6E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38" name="Rectangle 14">
              <a:extLst>
                <a:ext uri="{FF2B5EF4-FFF2-40B4-BE49-F238E27FC236}">
                  <a16:creationId xmlns:a16="http://schemas.microsoft.com/office/drawing/2014/main" id="{F6CD10C7-A3B8-441A-A373-7544DDCC4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200" y="1885950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39" name="Rectangle 15">
              <a:extLst>
                <a:ext uri="{FF2B5EF4-FFF2-40B4-BE49-F238E27FC236}">
                  <a16:creationId xmlns:a16="http://schemas.microsoft.com/office/drawing/2014/main" id="{72ECAFF5-6059-4483-903E-7F5A81A8A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825" y="18859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40" name="Rectangle 16">
              <a:extLst>
                <a:ext uri="{FF2B5EF4-FFF2-40B4-BE49-F238E27FC236}">
                  <a16:creationId xmlns:a16="http://schemas.microsoft.com/office/drawing/2014/main" id="{7265CFAD-5772-4688-8B68-478483C97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175" y="188595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41" name="Rectangle 17">
              <a:extLst>
                <a:ext uri="{FF2B5EF4-FFF2-40B4-BE49-F238E27FC236}">
                  <a16:creationId xmlns:a16="http://schemas.microsoft.com/office/drawing/2014/main" id="{B2BA89E4-2973-421E-95AF-A7752D666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9700" y="18859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42" name="Rectangle 18">
              <a:extLst>
                <a:ext uri="{FF2B5EF4-FFF2-40B4-BE49-F238E27FC236}">
                  <a16:creationId xmlns:a16="http://schemas.microsoft.com/office/drawing/2014/main" id="{60663FA7-8550-45B2-8E02-041FAD633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275" y="18859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43" name="Rectangle 19">
              <a:extLst>
                <a:ext uri="{FF2B5EF4-FFF2-40B4-BE49-F238E27FC236}">
                  <a16:creationId xmlns:a16="http://schemas.microsoft.com/office/drawing/2014/main" id="{66E8CC3A-9AF8-41D9-B4B4-04CCE368A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5450" y="188595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44" name="Rectangle 20">
              <a:extLst>
                <a:ext uri="{FF2B5EF4-FFF2-40B4-BE49-F238E27FC236}">
                  <a16:creationId xmlns:a16="http://schemas.microsoft.com/office/drawing/2014/main" id="{549DCE65-9A53-4C3E-B8DB-1AA8308BA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45" name="Rectangle 21">
              <a:extLst>
                <a:ext uri="{FF2B5EF4-FFF2-40B4-BE49-F238E27FC236}">
                  <a16:creationId xmlns:a16="http://schemas.microsoft.com/office/drawing/2014/main" id="{05D4EA29-5AA1-4A84-9F88-81ACAE02F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3738" y="18859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46" name="Rectangle 22">
              <a:extLst>
                <a:ext uri="{FF2B5EF4-FFF2-40B4-BE49-F238E27FC236}">
                  <a16:creationId xmlns:a16="http://schemas.microsoft.com/office/drawing/2014/main" id="{2E497D16-7F7D-459F-AEDF-AF7ABDDF7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47" name="Rectangle 23">
              <a:extLst>
                <a:ext uri="{FF2B5EF4-FFF2-40B4-BE49-F238E27FC236}">
                  <a16:creationId xmlns:a16="http://schemas.microsoft.com/office/drawing/2014/main" id="{8EBDA240-5E1A-4FD0-A7D7-C66E7F20C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239963"/>
              <a:ext cx="36480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48" name="Rectangle 24">
              <a:extLst>
                <a:ext uri="{FF2B5EF4-FFF2-40B4-BE49-F238E27FC236}">
                  <a16:creationId xmlns:a16="http://schemas.microsoft.com/office/drawing/2014/main" id="{DEFA6804-9BAE-49EE-AA41-AD131C49D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2272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49" name="Rectangle 25">
              <a:extLst>
                <a:ext uri="{FF2B5EF4-FFF2-40B4-BE49-F238E27FC236}">
                  <a16:creationId xmlns:a16="http://schemas.microsoft.com/office/drawing/2014/main" id="{694E8656-7D91-44ED-915E-B48F7E2DD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4650" y="179387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50" name="Rectangle 26">
              <a:extLst>
                <a:ext uri="{FF2B5EF4-FFF2-40B4-BE49-F238E27FC236}">
                  <a16:creationId xmlns:a16="http://schemas.microsoft.com/office/drawing/2014/main" id="{EDD47F02-B1E4-422A-8307-2AE3FE2BE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100" y="219710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51" name="Rectangle 27">
              <a:extLst>
                <a:ext uri="{FF2B5EF4-FFF2-40B4-BE49-F238E27FC236}">
                  <a16:creationId xmlns:a16="http://schemas.microsoft.com/office/drawing/2014/main" id="{C42CC7B0-58A8-4614-B31F-8FC88F6F8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513" y="22955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52" name="Rectangle 28">
              <a:extLst>
                <a:ext uri="{FF2B5EF4-FFF2-40B4-BE49-F238E27FC236}">
                  <a16:creationId xmlns:a16="http://schemas.microsoft.com/office/drawing/2014/main" id="{29BFFAA8-5D1A-4B0B-BFD8-B876BB7D9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225" y="219710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53" name="Rectangle 29">
              <a:extLst>
                <a:ext uri="{FF2B5EF4-FFF2-40B4-BE49-F238E27FC236}">
                  <a16:creationId xmlns:a16="http://schemas.microsoft.com/office/drawing/2014/main" id="{94E9CA2A-E3A4-4703-95AE-160AEABDF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54" name="Rectangle 30">
              <a:extLst>
                <a:ext uri="{FF2B5EF4-FFF2-40B4-BE49-F238E27FC236}">
                  <a16:creationId xmlns:a16="http://schemas.microsoft.com/office/drawing/2014/main" id="{3465EE78-4484-465D-AB27-5C381BCAA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638" y="22955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55" name="Rectangle 31">
              <a:extLst>
                <a:ext uri="{FF2B5EF4-FFF2-40B4-BE49-F238E27FC236}">
                  <a16:creationId xmlns:a16="http://schemas.microsoft.com/office/drawing/2014/main" id="{0AB37924-30EE-42E7-8058-04FD28198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250" y="234315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56" name="Rectangle 32">
              <a:extLst>
                <a:ext uri="{FF2B5EF4-FFF2-40B4-BE49-F238E27FC236}">
                  <a16:creationId xmlns:a16="http://schemas.microsoft.com/office/drawing/2014/main" id="{20A39CE8-1CDF-412E-A756-5DF43842A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950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57" name="Rectangle 33">
              <a:extLst>
                <a:ext uri="{FF2B5EF4-FFF2-40B4-BE49-F238E27FC236}">
                  <a16:creationId xmlns:a16="http://schemas.microsoft.com/office/drawing/2014/main" id="{4968BF06-42A0-43D9-A42C-1D92FD1D4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663" y="2343150"/>
              <a:ext cx="2333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58" name="Rectangle 34">
              <a:extLst>
                <a:ext uri="{FF2B5EF4-FFF2-40B4-BE49-F238E27FC236}">
                  <a16:creationId xmlns:a16="http://schemas.microsoft.com/office/drawing/2014/main" id="{3BDE660A-D721-4A49-8FDE-96D2D30F3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56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59" name="Rectangle 35">
              <a:extLst>
                <a:ext uri="{FF2B5EF4-FFF2-40B4-BE49-F238E27FC236}">
                  <a16:creationId xmlns:a16="http://schemas.microsoft.com/office/drawing/2014/main" id="{5416FC6D-013F-4DF0-A8D3-75519A00B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60" name="Rectangle 36">
              <a:extLst>
                <a:ext uri="{FF2B5EF4-FFF2-40B4-BE49-F238E27FC236}">
                  <a16:creationId xmlns:a16="http://schemas.microsoft.com/office/drawing/2014/main" id="{20F43EF8-F119-4AC0-923C-BCA015A36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61" name="Rectangle 37">
              <a:extLst>
                <a:ext uri="{FF2B5EF4-FFF2-40B4-BE49-F238E27FC236}">
                  <a16:creationId xmlns:a16="http://schemas.microsoft.com/office/drawing/2014/main" id="{FF4755D2-C9DE-4B61-91D5-594F80699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075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62" name="Rectangle 38">
              <a:extLst>
                <a:ext uri="{FF2B5EF4-FFF2-40B4-BE49-F238E27FC236}">
                  <a16:creationId xmlns:a16="http://schemas.microsoft.com/office/drawing/2014/main" id="{AF81CF77-537A-4CA0-84F8-FFDD0DC27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63" name="Rectangle 39">
              <a:extLst>
                <a:ext uri="{FF2B5EF4-FFF2-40B4-BE49-F238E27FC236}">
                  <a16:creationId xmlns:a16="http://schemas.microsoft.com/office/drawing/2014/main" id="{60639A34-429E-4FF1-AB5F-E1FC9E5A7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288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64" name="Rectangle 40">
              <a:extLst>
                <a:ext uri="{FF2B5EF4-FFF2-40B4-BE49-F238E27FC236}">
                  <a16:creationId xmlns:a16="http://schemas.microsoft.com/office/drawing/2014/main" id="{6989E0CE-0F92-4CB1-AA0F-0B8009DEE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988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65" name="Rectangle 41">
              <a:extLst>
                <a:ext uri="{FF2B5EF4-FFF2-40B4-BE49-F238E27FC236}">
                  <a16:creationId xmlns:a16="http://schemas.microsoft.com/office/drawing/2014/main" id="{A8B72779-E362-42A6-A059-B65808D1E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2700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66" name="Rectangle 42">
              <a:extLst>
                <a:ext uri="{FF2B5EF4-FFF2-40B4-BE49-F238E27FC236}">
                  <a16:creationId xmlns:a16="http://schemas.microsoft.com/office/drawing/2014/main" id="{2F6FD171-EE5D-4451-8F73-F52C59D26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67" name="Rectangle 43">
              <a:extLst>
                <a:ext uri="{FF2B5EF4-FFF2-40B4-BE49-F238E27FC236}">
                  <a16:creationId xmlns:a16="http://schemas.microsoft.com/office/drawing/2014/main" id="{E1FDF18B-0371-46B9-839B-ED54DAAE5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68" name="Rectangle 44">
              <a:extLst>
                <a:ext uri="{FF2B5EF4-FFF2-40B4-BE49-F238E27FC236}">
                  <a16:creationId xmlns:a16="http://schemas.microsoft.com/office/drawing/2014/main" id="{05BE9891-0F29-48E1-9601-63C0FDDF9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661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69" name="Rectangle 45">
              <a:extLst>
                <a:ext uri="{FF2B5EF4-FFF2-40B4-BE49-F238E27FC236}">
                  <a16:creationId xmlns:a16="http://schemas.microsoft.com/office/drawing/2014/main" id="{DA34B806-A52D-41AD-80B3-A4E06E179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9325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70" name="Rectangle 46">
              <a:extLst>
                <a:ext uri="{FF2B5EF4-FFF2-40B4-BE49-F238E27FC236}">
                  <a16:creationId xmlns:a16="http://schemas.microsoft.com/office/drawing/2014/main" id="{14C2C4A6-CC9F-4DB0-B261-AB57683CF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71" name="Rectangle 47">
              <a:extLst>
                <a:ext uri="{FF2B5EF4-FFF2-40B4-BE49-F238E27FC236}">
                  <a16:creationId xmlns:a16="http://schemas.microsoft.com/office/drawing/2014/main" id="{22D19EE5-740B-4B74-9CD4-09215B2C4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5225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72" name="Rectangle 48">
              <a:extLst>
                <a:ext uri="{FF2B5EF4-FFF2-40B4-BE49-F238E27FC236}">
                  <a16:creationId xmlns:a16="http://schemas.microsoft.com/office/drawing/2014/main" id="{199706F0-1A08-420A-9C17-A963056A9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73" name="Rectangle 49">
              <a:extLst>
                <a:ext uri="{FF2B5EF4-FFF2-40B4-BE49-F238E27FC236}">
                  <a16:creationId xmlns:a16="http://schemas.microsoft.com/office/drawing/2014/main" id="{A893E51A-4564-47FE-B5B7-6DAB9B7B9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697163"/>
              <a:ext cx="58308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74" name="Rectangle 50">
              <a:extLst>
                <a:ext uri="{FF2B5EF4-FFF2-40B4-BE49-F238E27FC236}">
                  <a16:creationId xmlns:a16="http://schemas.microsoft.com/office/drawing/2014/main" id="{5EC11DC9-2384-4838-B91F-56260610A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713038"/>
              <a:ext cx="11112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75" name="Rectangle 51">
              <a:extLst>
                <a:ext uri="{FF2B5EF4-FFF2-40B4-BE49-F238E27FC236}">
                  <a16:creationId xmlns:a16="http://schemas.microsoft.com/office/drawing/2014/main" id="{7F6813C4-A7AE-47CB-9BB1-15F697DC2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1825" y="2197100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76" name="Rectangle 52">
              <a:extLst>
                <a:ext uri="{FF2B5EF4-FFF2-40B4-BE49-F238E27FC236}">
                  <a16:creationId xmlns:a16="http://schemas.microsoft.com/office/drawing/2014/main" id="{04275AC5-9B9F-40E7-998E-D87FBCFE6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77" name="Rectangle 53">
              <a:extLst>
                <a:ext uri="{FF2B5EF4-FFF2-40B4-BE49-F238E27FC236}">
                  <a16:creationId xmlns:a16="http://schemas.microsoft.com/office/drawing/2014/main" id="{309B8F6A-5AC9-4D5B-AEA5-32C484A65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27987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78" name="Rectangle 60">
              <a:extLst>
                <a:ext uri="{FF2B5EF4-FFF2-40B4-BE49-F238E27FC236}">
                  <a16:creationId xmlns:a16="http://schemas.microsoft.com/office/drawing/2014/main" id="{EB7A4C3D-343D-4E96-9BF2-6E863CA6D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79" name="Rectangle 62">
              <a:extLst>
                <a:ext uri="{FF2B5EF4-FFF2-40B4-BE49-F238E27FC236}">
                  <a16:creationId xmlns:a16="http://schemas.microsoft.com/office/drawing/2014/main" id="{DD4B891C-C4B9-4A14-A328-E769B9FC3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80" name="Rectangle 63">
              <a:extLst>
                <a:ext uri="{FF2B5EF4-FFF2-40B4-BE49-F238E27FC236}">
                  <a16:creationId xmlns:a16="http://schemas.microsoft.com/office/drawing/2014/main" id="{52814DE8-526C-41F2-BA3F-DE8435B0E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090863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81" name="Rectangle 65">
              <a:extLst>
                <a:ext uri="{FF2B5EF4-FFF2-40B4-BE49-F238E27FC236}">
                  <a16:creationId xmlns:a16="http://schemas.microsoft.com/office/drawing/2014/main" id="{6739A605-CD73-4FAD-879D-CDE763431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82" name="Rectangle 66">
              <a:extLst>
                <a:ext uri="{FF2B5EF4-FFF2-40B4-BE49-F238E27FC236}">
                  <a16:creationId xmlns:a16="http://schemas.microsoft.com/office/drawing/2014/main" id="{E1C8EC30-86C7-402A-9495-464E6A515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1019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83" name="Rectangle 73">
              <a:extLst>
                <a:ext uri="{FF2B5EF4-FFF2-40B4-BE49-F238E27FC236}">
                  <a16:creationId xmlns:a16="http://schemas.microsoft.com/office/drawing/2014/main" id="{ABC7055F-94FA-4623-8F91-0F0E8B4C2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84" name="Rectangle 75">
              <a:extLst>
                <a:ext uri="{FF2B5EF4-FFF2-40B4-BE49-F238E27FC236}">
                  <a16:creationId xmlns:a16="http://schemas.microsoft.com/office/drawing/2014/main" id="{CD80F706-62E4-475A-8F2A-C0BF8D0A1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85" name="Rectangle 76">
              <a:extLst>
                <a:ext uri="{FF2B5EF4-FFF2-40B4-BE49-F238E27FC236}">
                  <a16:creationId xmlns:a16="http://schemas.microsoft.com/office/drawing/2014/main" id="{B703EE85-3189-4B5E-995F-370517407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395663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86" name="Rectangle 78">
              <a:extLst>
                <a:ext uri="{FF2B5EF4-FFF2-40B4-BE49-F238E27FC236}">
                  <a16:creationId xmlns:a16="http://schemas.microsoft.com/office/drawing/2014/main" id="{686E69E9-4723-4B33-992F-BF34AC5A5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87" name="Rectangle 79">
              <a:extLst>
                <a:ext uri="{FF2B5EF4-FFF2-40B4-BE49-F238E27FC236}">
                  <a16:creationId xmlns:a16="http://schemas.microsoft.com/office/drawing/2014/main" id="{43B7776F-122A-411E-9D8C-8904C067F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4067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88" name="Rectangle 86">
              <a:extLst>
                <a:ext uri="{FF2B5EF4-FFF2-40B4-BE49-F238E27FC236}">
                  <a16:creationId xmlns:a16="http://schemas.microsoft.com/office/drawing/2014/main" id="{A82AD41C-2B0C-41C8-8B9B-5001F7B08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89" name="Rectangle 88">
              <a:extLst>
                <a:ext uri="{FF2B5EF4-FFF2-40B4-BE49-F238E27FC236}">
                  <a16:creationId xmlns:a16="http://schemas.microsoft.com/office/drawing/2014/main" id="{B0CF3135-136A-431D-84EF-C6C8D50CA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90" name="Rectangle 89">
              <a:extLst>
                <a:ext uri="{FF2B5EF4-FFF2-40B4-BE49-F238E27FC236}">
                  <a16:creationId xmlns:a16="http://schemas.microsoft.com/office/drawing/2014/main" id="{64503F0B-55D6-4887-987E-F93FD8B6F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705225"/>
              <a:ext cx="11112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91" name="Rectangle 91">
              <a:extLst>
                <a:ext uri="{FF2B5EF4-FFF2-40B4-BE49-F238E27FC236}">
                  <a16:creationId xmlns:a16="http://schemas.microsoft.com/office/drawing/2014/main" id="{FE6709F0-8911-4AF5-B71C-2BE6E9E0A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92" name="Rectangle 92">
              <a:extLst>
                <a:ext uri="{FF2B5EF4-FFF2-40B4-BE49-F238E27FC236}">
                  <a16:creationId xmlns:a16="http://schemas.microsoft.com/office/drawing/2014/main" id="{B8C41E27-FD39-4C19-8D93-8D138AD00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7115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93" name="Rectangle 99">
              <a:extLst>
                <a:ext uri="{FF2B5EF4-FFF2-40B4-BE49-F238E27FC236}">
                  <a16:creationId xmlns:a16="http://schemas.microsoft.com/office/drawing/2014/main" id="{5FE73F02-DC7E-4856-A925-62691CBE9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94" name="Rectangle 101">
              <a:extLst>
                <a:ext uri="{FF2B5EF4-FFF2-40B4-BE49-F238E27FC236}">
                  <a16:creationId xmlns:a16="http://schemas.microsoft.com/office/drawing/2014/main" id="{FAC9B3EB-F2C4-4FFE-9812-E13E5AF8B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995" name="Rectangle 102">
              <a:extLst>
                <a:ext uri="{FF2B5EF4-FFF2-40B4-BE49-F238E27FC236}">
                  <a16:creationId xmlns:a16="http://schemas.microsoft.com/office/drawing/2014/main" id="{D00C49E7-376E-4120-82E2-FF68BB682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4068763"/>
              <a:ext cx="58308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5DECCA85-E859-41F6-B7F8-FF3442B10A6B}"/>
              </a:ext>
            </a:extLst>
          </p:cNvPr>
          <p:cNvSpPr/>
          <p:nvPr/>
        </p:nvSpPr>
        <p:spPr>
          <a:xfrm>
            <a:off x="3581389" y="3048000"/>
            <a:ext cx="506413" cy="12628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F2551D68-1363-4642-9BE0-CB11274404D9}"/>
                  </a:ext>
                </a:extLst>
              </p14:cNvPr>
              <p14:cNvContentPartPr/>
              <p14:nvPr/>
            </p14:nvContentPartPr>
            <p14:xfrm>
              <a:off x="2028240" y="2567160"/>
              <a:ext cx="6587280" cy="33904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F2551D68-1363-4642-9BE0-CB11274404D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018880" y="2557800"/>
                <a:ext cx="6606000" cy="34092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Rectangle 2">
            <a:extLst>
              <a:ext uri="{FF2B5EF4-FFF2-40B4-BE49-F238E27FC236}">
                <a16:creationId xmlns:a16="http://schemas.microsoft.com/office/drawing/2014/main" id="{1B1B3437-4435-47D6-BCA5-532D3A0A99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excitation table</a:t>
            </a:r>
          </a:p>
        </p:txBody>
      </p:sp>
      <p:sp>
        <p:nvSpPr>
          <p:cNvPr id="82946" name="TextBox 76">
            <a:extLst>
              <a:ext uri="{FF2B5EF4-FFF2-40B4-BE49-F238E27FC236}">
                <a16:creationId xmlns:a16="http://schemas.microsoft.com/office/drawing/2014/main" id="{FB2B4778-7A4C-42DC-B4F7-3F4EBCFA6E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5281613"/>
            <a:ext cx="12255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82947" name="TextBox 77">
            <a:extLst>
              <a:ext uri="{FF2B5EF4-FFF2-40B4-BE49-F238E27FC236}">
                <a16:creationId xmlns:a16="http://schemas.microsoft.com/office/drawing/2014/main" id="{843CD080-9001-4E78-A37E-60AE711E9B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875" y="1633538"/>
            <a:ext cx="103028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</a:t>
            </a:r>
            <a:endParaRPr kumimoji="0" lang="en-US" altLang="en-US" sz="2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2948" name="Group 79">
            <a:extLst>
              <a:ext uri="{FF2B5EF4-FFF2-40B4-BE49-F238E27FC236}">
                <a16:creationId xmlns:a16="http://schemas.microsoft.com/office/drawing/2014/main" id="{C27F8E0D-A508-4AF7-91A7-101B2E303BE3}"/>
              </a:ext>
            </a:extLst>
          </p:cNvPr>
          <p:cNvGrpSpPr>
            <a:grpSpLocks/>
          </p:cNvGrpSpPr>
          <p:nvPr/>
        </p:nvGrpSpPr>
        <p:grpSpPr bwMode="auto">
          <a:xfrm>
            <a:off x="611188" y="4144963"/>
            <a:ext cx="1082675" cy="461962"/>
            <a:chOff x="4636811" y="5891761"/>
            <a:chExt cx="1082348" cy="461665"/>
          </a:xfrm>
        </p:grpSpPr>
        <p:sp>
          <p:nvSpPr>
            <p:cNvPr id="83024" name="TextBox 82">
              <a:extLst>
                <a:ext uri="{FF2B5EF4-FFF2-40B4-BE49-F238E27FC236}">
                  <a16:creationId xmlns:a16="http://schemas.microsoft.com/office/drawing/2014/main" id="{BE2061C1-23DB-42F5-933A-B1180558EB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811" y="5891761"/>
              <a:ext cx="108234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</a:t>
              </a:r>
              <a:endPara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83025" name="Straight Connector 86">
              <a:extLst>
                <a:ext uri="{FF2B5EF4-FFF2-40B4-BE49-F238E27FC236}">
                  <a16:creationId xmlns:a16="http://schemas.microsoft.com/office/drawing/2014/main" id="{5F9C6EC4-9B6A-4655-B12A-CC071BC399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368427" y="5964739"/>
              <a:ext cx="22853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2949" name="TextBox 87">
            <a:extLst>
              <a:ext uri="{FF2B5EF4-FFF2-40B4-BE49-F238E27FC236}">
                <a16:creationId xmlns:a16="http://schemas.microsoft.com/office/drawing/2014/main" id="{C39B6AE9-8F2F-42E7-A200-6789D986F3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" y="3433763"/>
            <a:ext cx="13795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grpSp>
        <p:nvGrpSpPr>
          <p:cNvPr id="82950" name="Group 89">
            <a:extLst>
              <a:ext uri="{FF2B5EF4-FFF2-40B4-BE49-F238E27FC236}">
                <a16:creationId xmlns:a16="http://schemas.microsoft.com/office/drawing/2014/main" id="{65B15B7A-CD66-4067-9166-525A7F7472D2}"/>
              </a:ext>
            </a:extLst>
          </p:cNvPr>
          <p:cNvGrpSpPr>
            <a:grpSpLocks/>
          </p:cNvGrpSpPr>
          <p:nvPr/>
        </p:nvGrpSpPr>
        <p:grpSpPr bwMode="auto">
          <a:xfrm>
            <a:off x="598488" y="2359025"/>
            <a:ext cx="1695450" cy="460375"/>
            <a:chOff x="6895289" y="6215149"/>
            <a:chExt cx="1695847" cy="461665"/>
          </a:xfrm>
        </p:grpSpPr>
        <p:sp>
          <p:nvSpPr>
            <p:cNvPr id="83021" name="TextBox 92">
              <a:extLst>
                <a:ext uri="{FF2B5EF4-FFF2-40B4-BE49-F238E27FC236}">
                  <a16:creationId xmlns:a16="http://schemas.microsoft.com/office/drawing/2014/main" id="{F1F62F3F-B019-4299-A317-B06178E8FE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5289" y="6215149"/>
              <a:ext cx="169584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 +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83022" name="Straight Connector 93">
              <a:extLst>
                <a:ext uri="{FF2B5EF4-FFF2-40B4-BE49-F238E27FC236}">
                  <a16:creationId xmlns:a16="http://schemas.microsoft.com/office/drawing/2014/main" id="{7E66CA85-6E2B-4ADE-B11C-4A055498498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25710" y="6253356"/>
              <a:ext cx="22865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23" name="Straight Connector 94">
              <a:extLst>
                <a:ext uri="{FF2B5EF4-FFF2-40B4-BE49-F238E27FC236}">
                  <a16:creationId xmlns:a16="http://schemas.microsoft.com/office/drawing/2014/main" id="{78ADE935-1D89-4BC6-BBE5-C78060FD51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154471" y="6250172"/>
              <a:ext cx="22865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51" name="Group 95">
            <a:extLst>
              <a:ext uri="{FF2B5EF4-FFF2-40B4-BE49-F238E27FC236}">
                <a16:creationId xmlns:a16="http://schemas.microsoft.com/office/drawing/2014/main" id="{7171CF14-0499-4987-8076-CA66FEFCAA28}"/>
              </a:ext>
            </a:extLst>
          </p:cNvPr>
          <p:cNvGrpSpPr>
            <a:grpSpLocks/>
          </p:cNvGrpSpPr>
          <p:nvPr/>
        </p:nvGrpSpPr>
        <p:grpSpPr bwMode="auto">
          <a:xfrm>
            <a:off x="2954338" y="2154238"/>
            <a:ext cx="5832475" cy="2779712"/>
            <a:chOff x="1747838" y="1301750"/>
            <a:chExt cx="5832475" cy="2779713"/>
          </a:xfrm>
        </p:grpSpPr>
        <p:sp>
          <p:nvSpPr>
            <p:cNvPr id="82953" name="Rectangle 4">
              <a:extLst>
                <a:ext uri="{FF2B5EF4-FFF2-40B4-BE49-F238E27FC236}">
                  <a16:creationId xmlns:a16="http://schemas.microsoft.com/office/drawing/2014/main" id="{7D60DFFB-381C-421E-A1F0-6F0CC498B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301750"/>
              <a:ext cx="5830887" cy="111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54" name="Rectangle 5">
              <a:extLst>
                <a:ext uri="{FF2B5EF4-FFF2-40B4-BE49-F238E27FC236}">
                  <a16:creationId xmlns:a16="http://schemas.microsoft.com/office/drawing/2014/main" id="{EBBEAC6B-83BF-430D-8213-552D0F20D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3128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55" name="Rectangle 6">
              <a:extLst>
                <a:ext uri="{FF2B5EF4-FFF2-40B4-BE49-F238E27FC236}">
                  <a16:creationId xmlns:a16="http://schemas.microsoft.com/office/drawing/2014/main" id="{AFEF1C3E-74AF-49F3-B776-219B1A9D6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56" name="Rectangle 7">
              <a:extLst>
                <a:ext uri="{FF2B5EF4-FFF2-40B4-BE49-F238E27FC236}">
                  <a16:creationId xmlns:a16="http://schemas.microsoft.com/office/drawing/2014/main" id="{C1A82BBD-D7A4-444B-8AA1-6FE57EEE1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913" y="1519238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57" name="Rectangle 8">
              <a:extLst>
                <a:ext uri="{FF2B5EF4-FFF2-40B4-BE49-F238E27FC236}">
                  <a16:creationId xmlns:a16="http://schemas.microsoft.com/office/drawing/2014/main" id="{F4011E22-15E5-47B0-B586-8D156F574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58" name="Rectangle 9">
              <a:extLst>
                <a:ext uri="{FF2B5EF4-FFF2-40B4-BE49-F238E27FC236}">
                  <a16:creationId xmlns:a16="http://schemas.microsoft.com/office/drawing/2014/main" id="{A354813A-2710-4BBC-96CC-C2DB75BE6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59" name="Rectangle 10">
              <a:extLst>
                <a:ext uri="{FF2B5EF4-FFF2-40B4-BE49-F238E27FC236}">
                  <a16:creationId xmlns:a16="http://schemas.microsoft.com/office/drawing/2014/main" id="{070E813F-CA9B-4B2A-9403-D89A484AD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782763"/>
              <a:ext cx="36480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60" name="Rectangle 11">
              <a:extLst>
                <a:ext uri="{FF2B5EF4-FFF2-40B4-BE49-F238E27FC236}">
                  <a16:creationId xmlns:a16="http://schemas.microsoft.com/office/drawing/2014/main" id="{6BA00447-AB32-4FB1-9F15-AF4ED4D42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7700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61" name="Rectangle 12">
              <a:extLst>
                <a:ext uri="{FF2B5EF4-FFF2-40B4-BE49-F238E27FC236}">
                  <a16:creationId xmlns:a16="http://schemas.microsoft.com/office/drawing/2014/main" id="{E80AF776-0800-4B28-9E90-0AA0A5501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1428750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62" name="Rectangle 13">
              <a:extLst>
                <a:ext uri="{FF2B5EF4-FFF2-40B4-BE49-F238E27FC236}">
                  <a16:creationId xmlns:a16="http://schemas.microsoft.com/office/drawing/2014/main" id="{A0A29E7B-A5FC-428C-AE89-CA841B2BD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63" name="Rectangle 14">
              <a:extLst>
                <a:ext uri="{FF2B5EF4-FFF2-40B4-BE49-F238E27FC236}">
                  <a16:creationId xmlns:a16="http://schemas.microsoft.com/office/drawing/2014/main" id="{DD552AB2-E7AD-4E8E-B4AE-DAF851CC9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200" y="1885950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64" name="Rectangle 15">
              <a:extLst>
                <a:ext uri="{FF2B5EF4-FFF2-40B4-BE49-F238E27FC236}">
                  <a16:creationId xmlns:a16="http://schemas.microsoft.com/office/drawing/2014/main" id="{06E5923B-FE28-41DE-AEF7-82C3D99E7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825" y="18859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65" name="Rectangle 16">
              <a:extLst>
                <a:ext uri="{FF2B5EF4-FFF2-40B4-BE49-F238E27FC236}">
                  <a16:creationId xmlns:a16="http://schemas.microsoft.com/office/drawing/2014/main" id="{1E2BEE58-B280-45FB-B7D7-C21D1E357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175" y="188595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66" name="Rectangle 17">
              <a:extLst>
                <a:ext uri="{FF2B5EF4-FFF2-40B4-BE49-F238E27FC236}">
                  <a16:creationId xmlns:a16="http://schemas.microsoft.com/office/drawing/2014/main" id="{B5644BDA-D530-40A4-B30E-F18357101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9700" y="18859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67" name="Rectangle 18">
              <a:extLst>
                <a:ext uri="{FF2B5EF4-FFF2-40B4-BE49-F238E27FC236}">
                  <a16:creationId xmlns:a16="http://schemas.microsoft.com/office/drawing/2014/main" id="{1F9C7FBF-A185-487C-94AE-50AE56B65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275" y="18859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68" name="Rectangle 19">
              <a:extLst>
                <a:ext uri="{FF2B5EF4-FFF2-40B4-BE49-F238E27FC236}">
                  <a16:creationId xmlns:a16="http://schemas.microsoft.com/office/drawing/2014/main" id="{F94249B9-CC0F-4F64-BBAF-29F7EE43B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5450" y="188595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69" name="Rectangle 20">
              <a:extLst>
                <a:ext uri="{FF2B5EF4-FFF2-40B4-BE49-F238E27FC236}">
                  <a16:creationId xmlns:a16="http://schemas.microsoft.com/office/drawing/2014/main" id="{BAA117E6-3154-40E4-8736-B0AC9F3C5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70" name="Rectangle 21">
              <a:extLst>
                <a:ext uri="{FF2B5EF4-FFF2-40B4-BE49-F238E27FC236}">
                  <a16:creationId xmlns:a16="http://schemas.microsoft.com/office/drawing/2014/main" id="{602B369D-6054-4005-89BB-626827EA2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3738" y="18859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71" name="Rectangle 22">
              <a:extLst>
                <a:ext uri="{FF2B5EF4-FFF2-40B4-BE49-F238E27FC236}">
                  <a16:creationId xmlns:a16="http://schemas.microsoft.com/office/drawing/2014/main" id="{6CEC76A6-E18B-441B-ACE1-C48EE95DB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72" name="Rectangle 23">
              <a:extLst>
                <a:ext uri="{FF2B5EF4-FFF2-40B4-BE49-F238E27FC236}">
                  <a16:creationId xmlns:a16="http://schemas.microsoft.com/office/drawing/2014/main" id="{0900C0ED-2E64-4D78-BA5C-3616A2753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239963"/>
              <a:ext cx="36480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73" name="Rectangle 24">
              <a:extLst>
                <a:ext uri="{FF2B5EF4-FFF2-40B4-BE49-F238E27FC236}">
                  <a16:creationId xmlns:a16="http://schemas.microsoft.com/office/drawing/2014/main" id="{426EBF7B-798B-46A0-B043-63405F2C8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2272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74" name="Rectangle 25">
              <a:extLst>
                <a:ext uri="{FF2B5EF4-FFF2-40B4-BE49-F238E27FC236}">
                  <a16:creationId xmlns:a16="http://schemas.microsoft.com/office/drawing/2014/main" id="{E507C269-F2A3-4033-91BF-88230BB14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4650" y="179387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75" name="Rectangle 26">
              <a:extLst>
                <a:ext uri="{FF2B5EF4-FFF2-40B4-BE49-F238E27FC236}">
                  <a16:creationId xmlns:a16="http://schemas.microsoft.com/office/drawing/2014/main" id="{DE505DD5-EB60-491C-9BF9-8FE2F985B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100" y="219710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76" name="Rectangle 27">
              <a:extLst>
                <a:ext uri="{FF2B5EF4-FFF2-40B4-BE49-F238E27FC236}">
                  <a16:creationId xmlns:a16="http://schemas.microsoft.com/office/drawing/2014/main" id="{8AE8B3AC-03FD-4F43-85B3-B947B80D0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513" y="22955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77" name="Rectangle 28">
              <a:extLst>
                <a:ext uri="{FF2B5EF4-FFF2-40B4-BE49-F238E27FC236}">
                  <a16:creationId xmlns:a16="http://schemas.microsoft.com/office/drawing/2014/main" id="{6487E80E-EA4F-425C-AEBC-0DE8C8333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225" y="219710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78" name="Rectangle 29">
              <a:extLst>
                <a:ext uri="{FF2B5EF4-FFF2-40B4-BE49-F238E27FC236}">
                  <a16:creationId xmlns:a16="http://schemas.microsoft.com/office/drawing/2014/main" id="{8E820856-7FE8-4D40-8359-EED6EDD41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79" name="Rectangle 30">
              <a:extLst>
                <a:ext uri="{FF2B5EF4-FFF2-40B4-BE49-F238E27FC236}">
                  <a16:creationId xmlns:a16="http://schemas.microsoft.com/office/drawing/2014/main" id="{8420913D-D4AC-4822-8A6A-ED9619ED3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638" y="22955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80" name="Rectangle 31">
              <a:extLst>
                <a:ext uri="{FF2B5EF4-FFF2-40B4-BE49-F238E27FC236}">
                  <a16:creationId xmlns:a16="http://schemas.microsoft.com/office/drawing/2014/main" id="{EC250536-F578-4399-953D-593B548E2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250" y="234315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81" name="Rectangle 32">
              <a:extLst>
                <a:ext uri="{FF2B5EF4-FFF2-40B4-BE49-F238E27FC236}">
                  <a16:creationId xmlns:a16="http://schemas.microsoft.com/office/drawing/2014/main" id="{F0931690-65D1-4808-9B47-CE55DCEC5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950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82" name="Rectangle 33">
              <a:extLst>
                <a:ext uri="{FF2B5EF4-FFF2-40B4-BE49-F238E27FC236}">
                  <a16:creationId xmlns:a16="http://schemas.microsoft.com/office/drawing/2014/main" id="{44333E1F-CA98-4DC9-9D5D-B83380AB2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663" y="2343150"/>
              <a:ext cx="2333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83" name="Rectangle 34">
              <a:extLst>
                <a:ext uri="{FF2B5EF4-FFF2-40B4-BE49-F238E27FC236}">
                  <a16:creationId xmlns:a16="http://schemas.microsoft.com/office/drawing/2014/main" id="{3117A840-FA28-4299-AA18-A1B4D53DC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56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84" name="Rectangle 35">
              <a:extLst>
                <a:ext uri="{FF2B5EF4-FFF2-40B4-BE49-F238E27FC236}">
                  <a16:creationId xmlns:a16="http://schemas.microsoft.com/office/drawing/2014/main" id="{13F86209-3425-4032-B327-342615E92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85" name="Rectangle 36">
              <a:extLst>
                <a:ext uri="{FF2B5EF4-FFF2-40B4-BE49-F238E27FC236}">
                  <a16:creationId xmlns:a16="http://schemas.microsoft.com/office/drawing/2014/main" id="{72B5FC53-38B2-4ED0-B5CB-0054141C2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86" name="Rectangle 37">
              <a:extLst>
                <a:ext uri="{FF2B5EF4-FFF2-40B4-BE49-F238E27FC236}">
                  <a16:creationId xmlns:a16="http://schemas.microsoft.com/office/drawing/2014/main" id="{32952DC9-0C04-45F3-9831-E0625C2AD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075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87" name="Rectangle 38">
              <a:extLst>
                <a:ext uri="{FF2B5EF4-FFF2-40B4-BE49-F238E27FC236}">
                  <a16:creationId xmlns:a16="http://schemas.microsoft.com/office/drawing/2014/main" id="{3D2CD4A8-016A-4D42-AD26-27718F07D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88" name="Rectangle 39">
              <a:extLst>
                <a:ext uri="{FF2B5EF4-FFF2-40B4-BE49-F238E27FC236}">
                  <a16:creationId xmlns:a16="http://schemas.microsoft.com/office/drawing/2014/main" id="{D0AFD0F7-3C43-41E3-B775-35535260E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288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89" name="Rectangle 40">
              <a:extLst>
                <a:ext uri="{FF2B5EF4-FFF2-40B4-BE49-F238E27FC236}">
                  <a16:creationId xmlns:a16="http://schemas.microsoft.com/office/drawing/2014/main" id="{0AA1674A-E997-4FEE-A704-EA47041F9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988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90" name="Rectangle 41">
              <a:extLst>
                <a:ext uri="{FF2B5EF4-FFF2-40B4-BE49-F238E27FC236}">
                  <a16:creationId xmlns:a16="http://schemas.microsoft.com/office/drawing/2014/main" id="{F9849E49-8EED-47C0-B157-8A1DA6C5C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2700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91" name="Rectangle 42">
              <a:extLst>
                <a:ext uri="{FF2B5EF4-FFF2-40B4-BE49-F238E27FC236}">
                  <a16:creationId xmlns:a16="http://schemas.microsoft.com/office/drawing/2014/main" id="{4FC94C03-BCA2-4F01-9C8A-AC2F7DF61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92" name="Rectangle 43">
              <a:extLst>
                <a:ext uri="{FF2B5EF4-FFF2-40B4-BE49-F238E27FC236}">
                  <a16:creationId xmlns:a16="http://schemas.microsoft.com/office/drawing/2014/main" id="{78762642-C521-49F8-9541-843E2B8EA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93" name="Rectangle 44">
              <a:extLst>
                <a:ext uri="{FF2B5EF4-FFF2-40B4-BE49-F238E27FC236}">
                  <a16:creationId xmlns:a16="http://schemas.microsoft.com/office/drawing/2014/main" id="{94590AC6-715B-4999-963B-A5C95EC01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661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94" name="Rectangle 45">
              <a:extLst>
                <a:ext uri="{FF2B5EF4-FFF2-40B4-BE49-F238E27FC236}">
                  <a16:creationId xmlns:a16="http://schemas.microsoft.com/office/drawing/2014/main" id="{40D5B71C-A214-4439-84A2-D2D24193E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9325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95" name="Rectangle 46">
              <a:extLst>
                <a:ext uri="{FF2B5EF4-FFF2-40B4-BE49-F238E27FC236}">
                  <a16:creationId xmlns:a16="http://schemas.microsoft.com/office/drawing/2014/main" id="{DBAE9A1C-BF7A-4CA5-817D-2ECAB0F93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96" name="Rectangle 47">
              <a:extLst>
                <a:ext uri="{FF2B5EF4-FFF2-40B4-BE49-F238E27FC236}">
                  <a16:creationId xmlns:a16="http://schemas.microsoft.com/office/drawing/2014/main" id="{6C5BBB9D-9983-49D3-8BEB-1C2482B99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5225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97" name="Rectangle 48">
              <a:extLst>
                <a:ext uri="{FF2B5EF4-FFF2-40B4-BE49-F238E27FC236}">
                  <a16:creationId xmlns:a16="http://schemas.microsoft.com/office/drawing/2014/main" id="{C7F571F4-56BD-4629-ABB9-A226DFCA9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98" name="Rectangle 49">
              <a:extLst>
                <a:ext uri="{FF2B5EF4-FFF2-40B4-BE49-F238E27FC236}">
                  <a16:creationId xmlns:a16="http://schemas.microsoft.com/office/drawing/2014/main" id="{5CE5532A-E423-4890-8EF6-0269EB182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697163"/>
              <a:ext cx="58308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999" name="Rectangle 50">
              <a:extLst>
                <a:ext uri="{FF2B5EF4-FFF2-40B4-BE49-F238E27FC236}">
                  <a16:creationId xmlns:a16="http://schemas.microsoft.com/office/drawing/2014/main" id="{BA76FBF8-5D7E-45B7-A431-1029EFCC8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713038"/>
              <a:ext cx="11112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00" name="Rectangle 51">
              <a:extLst>
                <a:ext uri="{FF2B5EF4-FFF2-40B4-BE49-F238E27FC236}">
                  <a16:creationId xmlns:a16="http://schemas.microsoft.com/office/drawing/2014/main" id="{B062E9CD-43EF-4C34-89C7-76B25FAA2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1825" y="2197100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01" name="Rectangle 52">
              <a:extLst>
                <a:ext uri="{FF2B5EF4-FFF2-40B4-BE49-F238E27FC236}">
                  <a16:creationId xmlns:a16="http://schemas.microsoft.com/office/drawing/2014/main" id="{CD4A278C-767A-4B6D-B063-48078F6B8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02" name="Rectangle 53">
              <a:extLst>
                <a:ext uri="{FF2B5EF4-FFF2-40B4-BE49-F238E27FC236}">
                  <a16:creationId xmlns:a16="http://schemas.microsoft.com/office/drawing/2014/main" id="{03389748-DE82-4739-8E71-B85F60A90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27987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03" name="Rectangle 60">
              <a:extLst>
                <a:ext uri="{FF2B5EF4-FFF2-40B4-BE49-F238E27FC236}">
                  <a16:creationId xmlns:a16="http://schemas.microsoft.com/office/drawing/2014/main" id="{CB0504CD-840E-4446-8AD7-8642ACB50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04" name="Rectangle 62">
              <a:extLst>
                <a:ext uri="{FF2B5EF4-FFF2-40B4-BE49-F238E27FC236}">
                  <a16:creationId xmlns:a16="http://schemas.microsoft.com/office/drawing/2014/main" id="{87DB9999-A5E7-4DD0-96C2-49D0E6719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05" name="Rectangle 63">
              <a:extLst>
                <a:ext uri="{FF2B5EF4-FFF2-40B4-BE49-F238E27FC236}">
                  <a16:creationId xmlns:a16="http://schemas.microsoft.com/office/drawing/2014/main" id="{234D745E-0EAA-45F7-8EAB-CDD4D1E35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090863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06" name="Rectangle 65">
              <a:extLst>
                <a:ext uri="{FF2B5EF4-FFF2-40B4-BE49-F238E27FC236}">
                  <a16:creationId xmlns:a16="http://schemas.microsoft.com/office/drawing/2014/main" id="{72F15B97-3870-4B5A-8F1B-A5B81ED81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07" name="Rectangle 66">
              <a:extLst>
                <a:ext uri="{FF2B5EF4-FFF2-40B4-BE49-F238E27FC236}">
                  <a16:creationId xmlns:a16="http://schemas.microsoft.com/office/drawing/2014/main" id="{8842424A-3755-419C-9D98-51444477B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1019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08" name="Rectangle 73">
              <a:extLst>
                <a:ext uri="{FF2B5EF4-FFF2-40B4-BE49-F238E27FC236}">
                  <a16:creationId xmlns:a16="http://schemas.microsoft.com/office/drawing/2014/main" id="{5A6A538B-ED94-4EEF-8416-7980E5BDC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09" name="Rectangle 75">
              <a:extLst>
                <a:ext uri="{FF2B5EF4-FFF2-40B4-BE49-F238E27FC236}">
                  <a16:creationId xmlns:a16="http://schemas.microsoft.com/office/drawing/2014/main" id="{A5F8A987-0A35-4FB8-ADFC-3296D2438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10" name="Rectangle 76">
              <a:extLst>
                <a:ext uri="{FF2B5EF4-FFF2-40B4-BE49-F238E27FC236}">
                  <a16:creationId xmlns:a16="http://schemas.microsoft.com/office/drawing/2014/main" id="{DA295554-AEA7-4837-97DE-7544993D5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395663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11" name="Rectangle 78">
              <a:extLst>
                <a:ext uri="{FF2B5EF4-FFF2-40B4-BE49-F238E27FC236}">
                  <a16:creationId xmlns:a16="http://schemas.microsoft.com/office/drawing/2014/main" id="{E78315BB-B2EE-4A6F-9C5E-E3B5795E6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12" name="Rectangle 79">
              <a:extLst>
                <a:ext uri="{FF2B5EF4-FFF2-40B4-BE49-F238E27FC236}">
                  <a16:creationId xmlns:a16="http://schemas.microsoft.com/office/drawing/2014/main" id="{39976C2E-E506-4258-A670-93ED478C1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4067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13" name="Rectangle 86">
              <a:extLst>
                <a:ext uri="{FF2B5EF4-FFF2-40B4-BE49-F238E27FC236}">
                  <a16:creationId xmlns:a16="http://schemas.microsoft.com/office/drawing/2014/main" id="{3CEDC15E-3BC2-4B37-8302-047F968AE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14" name="Rectangle 88">
              <a:extLst>
                <a:ext uri="{FF2B5EF4-FFF2-40B4-BE49-F238E27FC236}">
                  <a16:creationId xmlns:a16="http://schemas.microsoft.com/office/drawing/2014/main" id="{F3CDEAB6-A835-48E8-9956-8DF89BF92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15" name="Rectangle 89">
              <a:extLst>
                <a:ext uri="{FF2B5EF4-FFF2-40B4-BE49-F238E27FC236}">
                  <a16:creationId xmlns:a16="http://schemas.microsoft.com/office/drawing/2014/main" id="{D784A795-D95F-4994-B0ED-DD72C5157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705225"/>
              <a:ext cx="11112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16" name="Rectangle 91">
              <a:extLst>
                <a:ext uri="{FF2B5EF4-FFF2-40B4-BE49-F238E27FC236}">
                  <a16:creationId xmlns:a16="http://schemas.microsoft.com/office/drawing/2014/main" id="{CEB32FB1-FD57-4692-A4FE-2234A329B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17" name="Rectangle 92">
              <a:extLst>
                <a:ext uri="{FF2B5EF4-FFF2-40B4-BE49-F238E27FC236}">
                  <a16:creationId xmlns:a16="http://schemas.microsoft.com/office/drawing/2014/main" id="{2A6CD90F-0D19-4C6D-AEF2-3900D7080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7115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18" name="Rectangle 99">
              <a:extLst>
                <a:ext uri="{FF2B5EF4-FFF2-40B4-BE49-F238E27FC236}">
                  <a16:creationId xmlns:a16="http://schemas.microsoft.com/office/drawing/2014/main" id="{53AC3FC7-505D-46BD-80FB-8EF4840C1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19" name="Rectangle 101">
              <a:extLst>
                <a:ext uri="{FF2B5EF4-FFF2-40B4-BE49-F238E27FC236}">
                  <a16:creationId xmlns:a16="http://schemas.microsoft.com/office/drawing/2014/main" id="{1FA57AC2-D6C6-47BA-8A75-9315F576C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020" name="Rectangle 102">
              <a:extLst>
                <a:ext uri="{FF2B5EF4-FFF2-40B4-BE49-F238E27FC236}">
                  <a16:creationId xmlns:a16="http://schemas.microsoft.com/office/drawing/2014/main" id="{59366DFE-8683-4D6C-9D27-B6B7751F8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4068763"/>
              <a:ext cx="58308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2952" name="Rectangle 81">
            <a:extLst>
              <a:ext uri="{FF2B5EF4-FFF2-40B4-BE49-F238E27FC236}">
                <a16:creationId xmlns:a16="http://schemas.microsoft.com/office/drawing/2014/main" id="{F58A002A-74E7-4EF9-8259-24DC18A94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5788" y="5281613"/>
            <a:ext cx="1617662" cy="579437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Rectangle 2">
            <a:extLst>
              <a:ext uri="{FF2B5EF4-FFF2-40B4-BE49-F238E27FC236}">
                <a16:creationId xmlns:a16="http://schemas.microsoft.com/office/drawing/2014/main" id="{CE6B4FCE-91F3-4F1B-B4AB-D0294B9C30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excitation table</a:t>
            </a:r>
          </a:p>
        </p:txBody>
      </p:sp>
      <p:sp>
        <p:nvSpPr>
          <p:cNvPr id="83970" name="TextBox 76">
            <a:extLst>
              <a:ext uri="{FF2B5EF4-FFF2-40B4-BE49-F238E27FC236}">
                <a16:creationId xmlns:a16="http://schemas.microsoft.com/office/drawing/2014/main" id="{77609AF8-0DCD-467B-8B6C-DD646BAF3A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5281613"/>
            <a:ext cx="12255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83971" name="TextBox 77">
            <a:extLst>
              <a:ext uri="{FF2B5EF4-FFF2-40B4-BE49-F238E27FC236}">
                <a16:creationId xmlns:a16="http://schemas.microsoft.com/office/drawing/2014/main" id="{A665CF25-1089-450F-BD81-CB9EFC47E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875" y="1633538"/>
            <a:ext cx="103028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</a:t>
            </a:r>
            <a:endParaRPr kumimoji="0" lang="en-US" altLang="en-US" sz="2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3972" name="Group 79">
            <a:extLst>
              <a:ext uri="{FF2B5EF4-FFF2-40B4-BE49-F238E27FC236}">
                <a16:creationId xmlns:a16="http://schemas.microsoft.com/office/drawing/2014/main" id="{17AC751E-3C8F-40B4-B3DC-0CEF166B3887}"/>
              </a:ext>
            </a:extLst>
          </p:cNvPr>
          <p:cNvGrpSpPr>
            <a:grpSpLocks/>
          </p:cNvGrpSpPr>
          <p:nvPr/>
        </p:nvGrpSpPr>
        <p:grpSpPr bwMode="auto">
          <a:xfrm>
            <a:off x="611188" y="4144963"/>
            <a:ext cx="1082675" cy="461962"/>
            <a:chOff x="4636811" y="5891761"/>
            <a:chExt cx="1082348" cy="461665"/>
          </a:xfrm>
        </p:grpSpPr>
        <p:sp>
          <p:nvSpPr>
            <p:cNvPr id="84052" name="TextBox 82">
              <a:extLst>
                <a:ext uri="{FF2B5EF4-FFF2-40B4-BE49-F238E27FC236}">
                  <a16:creationId xmlns:a16="http://schemas.microsoft.com/office/drawing/2014/main" id="{F41D3F09-9BCF-4EE7-A56D-E9CF34C5EE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811" y="5891761"/>
              <a:ext cx="108234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</a:t>
              </a:r>
              <a:endPara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84053" name="Straight Connector 86">
              <a:extLst>
                <a:ext uri="{FF2B5EF4-FFF2-40B4-BE49-F238E27FC236}">
                  <a16:creationId xmlns:a16="http://schemas.microsoft.com/office/drawing/2014/main" id="{0E9FFF04-CB5E-41A5-9AEF-8273213D08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368427" y="5964739"/>
              <a:ext cx="22853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3973" name="TextBox 87">
            <a:extLst>
              <a:ext uri="{FF2B5EF4-FFF2-40B4-BE49-F238E27FC236}">
                <a16:creationId xmlns:a16="http://schemas.microsoft.com/office/drawing/2014/main" id="{2FC67C0D-9B0B-4BAE-92FC-E3AE4ED060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" y="3433763"/>
            <a:ext cx="13795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grpSp>
        <p:nvGrpSpPr>
          <p:cNvPr id="83974" name="Group 89">
            <a:extLst>
              <a:ext uri="{FF2B5EF4-FFF2-40B4-BE49-F238E27FC236}">
                <a16:creationId xmlns:a16="http://schemas.microsoft.com/office/drawing/2014/main" id="{4AD4F47D-527A-4892-A7C1-49611F063BF9}"/>
              </a:ext>
            </a:extLst>
          </p:cNvPr>
          <p:cNvGrpSpPr>
            <a:grpSpLocks/>
          </p:cNvGrpSpPr>
          <p:nvPr/>
        </p:nvGrpSpPr>
        <p:grpSpPr bwMode="auto">
          <a:xfrm>
            <a:off x="598488" y="2359025"/>
            <a:ext cx="1695450" cy="460375"/>
            <a:chOff x="6895289" y="6215149"/>
            <a:chExt cx="1695847" cy="461665"/>
          </a:xfrm>
        </p:grpSpPr>
        <p:sp>
          <p:nvSpPr>
            <p:cNvPr id="84049" name="TextBox 92">
              <a:extLst>
                <a:ext uri="{FF2B5EF4-FFF2-40B4-BE49-F238E27FC236}">
                  <a16:creationId xmlns:a16="http://schemas.microsoft.com/office/drawing/2014/main" id="{26DDB1BA-BAE9-4C77-AC79-78B3479BAF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5289" y="6215149"/>
              <a:ext cx="169584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 +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84050" name="Straight Connector 93">
              <a:extLst>
                <a:ext uri="{FF2B5EF4-FFF2-40B4-BE49-F238E27FC236}">
                  <a16:creationId xmlns:a16="http://schemas.microsoft.com/office/drawing/2014/main" id="{22D3D978-0443-4D1A-8A46-26BDA23397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25710" y="6253356"/>
              <a:ext cx="22865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051" name="Straight Connector 94">
              <a:extLst>
                <a:ext uri="{FF2B5EF4-FFF2-40B4-BE49-F238E27FC236}">
                  <a16:creationId xmlns:a16="http://schemas.microsoft.com/office/drawing/2014/main" id="{3C3BA160-4627-4A6D-8EAD-67B87C165B9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154471" y="6250172"/>
              <a:ext cx="22865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975" name="Group 95">
            <a:extLst>
              <a:ext uri="{FF2B5EF4-FFF2-40B4-BE49-F238E27FC236}">
                <a16:creationId xmlns:a16="http://schemas.microsoft.com/office/drawing/2014/main" id="{3EDB049B-983F-4484-8E39-2050FCDDEDC5}"/>
              </a:ext>
            </a:extLst>
          </p:cNvPr>
          <p:cNvGrpSpPr>
            <a:grpSpLocks/>
          </p:cNvGrpSpPr>
          <p:nvPr/>
        </p:nvGrpSpPr>
        <p:grpSpPr bwMode="auto">
          <a:xfrm>
            <a:off x="2954338" y="2154238"/>
            <a:ext cx="5832475" cy="2779712"/>
            <a:chOff x="1747838" y="1301750"/>
            <a:chExt cx="5832475" cy="2779713"/>
          </a:xfrm>
        </p:grpSpPr>
        <p:sp>
          <p:nvSpPr>
            <p:cNvPr id="83977" name="Rectangle 4">
              <a:extLst>
                <a:ext uri="{FF2B5EF4-FFF2-40B4-BE49-F238E27FC236}">
                  <a16:creationId xmlns:a16="http://schemas.microsoft.com/office/drawing/2014/main" id="{3A630D2D-A8AE-40EC-93DA-109F59B69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301750"/>
              <a:ext cx="5830887" cy="111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78" name="Rectangle 5">
              <a:extLst>
                <a:ext uri="{FF2B5EF4-FFF2-40B4-BE49-F238E27FC236}">
                  <a16:creationId xmlns:a16="http://schemas.microsoft.com/office/drawing/2014/main" id="{0F425614-4C77-4497-9071-1C4542580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3128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79" name="Rectangle 6">
              <a:extLst>
                <a:ext uri="{FF2B5EF4-FFF2-40B4-BE49-F238E27FC236}">
                  <a16:creationId xmlns:a16="http://schemas.microsoft.com/office/drawing/2014/main" id="{BB9C2875-B6CC-4C68-B252-4CE9A0742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80" name="Rectangle 7">
              <a:extLst>
                <a:ext uri="{FF2B5EF4-FFF2-40B4-BE49-F238E27FC236}">
                  <a16:creationId xmlns:a16="http://schemas.microsoft.com/office/drawing/2014/main" id="{282827E3-E054-4A51-BCEC-FF05F3833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913" y="1519238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81" name="Rectangle 8">
              <a:extLst>
                <a:ext uri="{FF2B5EF4-FFF2-40B4-BE49-F238E27FC236}">
                  <a16:creationId xmlns:a16="http://schemas.microsoft.com/office/drawing/2014/main" id="{AA28E0FA-ABE4-4715-A207-0FC4E3FAC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82" name="Rectangle 9">
              <a:extLst>
                <a:ext uri="{FF2B5EF4-FFF2-40B4-BE49-F238E27FC236}">
                  <a16:creationId xmlns:a16="http://schemas.microsoft.com/office/drawing/2014/main" id="{BF3E86A3-288F-43EF-B82C-6860EB48D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83" name="Rectangle 10">
              <a:extLst>
                <a:ext uri="{FF2B5EF4-FFF2-40B4-BE49-F238E27FC236}">
                  <a16:creationId xmlns:a16="http://schemas.microsoft.com/office/drawing/2014/main" id="{7B6EAF90-57AC-4043-B0F0-C657C4D37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782763"/>
              <a:ext cx="36480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84" name="Rectangle 11">
              <a:extLst>
                <a:ext uri="{FF2B5EF4-FFF2-40B4-BE49-F238E27FC236}">
                  <a16:creationId xmlns:a16="http://schemas.microsoft.com/office/drawing/2014/main" id="{2718843F-60B4-4F5F-AB52-7DB918154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7700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85" name="Rectangle 12">
              <a:extLst>
                <a:ext uri="{FF2B5EF4-FFF2-40B4-BE49-F238E27FC236}">
                  <a16:creationId xmlns:a16="http://schemas.microsoft.com/office/drawing/2014/main" id="{B0A9FD44-1B7F-4192-9EE9-FD91092E5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1428750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86" name="Rectangle 13">
              <a:extLst>
                <a:ext uri="{FF2B5EF4-FFF2-40B4-BE49-F238E27FC236}">
                  <a16:creationId xmlns:a16="http://schemas.microsoft.com/office/drawing/2014/main" id="{B85D5BFB-CE40-4935-9D80-72D116BA9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87" name="Rectangle 14">
              <a:extLst>
                <a:ext uri="{FF2B5EF4-FFF2-40B4-BE49-F238E27FC236}">
                  <a16:creationId xmlns:a16="http://schemas.microsoft.com/office/drawing/2014/main" id="{FD4818F2-C785-439F-A6BF-A56924FBD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200" y="1885950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88" name="Rectangle 15">
              <a:extLst>
                <a:ext uri="{FF2B5EF4-FFF2-40B4-BE49-F238E27FC236}">
                  <a16:creationId xmlns:a16="http://schemas.microsoft.com/office/drawing/2014/main" id="{3BAA0963-06A2-4210-BDCA-7633BC2C7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825" y="18859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89" name="Rectangle 16">
              <a:extLst>
                <a:ext uri="{FF2B5EF4-FFF2-40B4-BE49-F238E27FC236}">
                  <a16:creationId xmlns:a16="http://schemas.microsoft.com/office/drawing/2014/main" id="{49157AC1-939D-4398-8AB9-5A86AD545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175" y="188595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90" name="Rectangle 17">
              <a:extLst>
                <a:ext uri="{FF2B5EF4-FFF2-40B4-BE49-F238E27FC236}">
                  <a16:creationId xmlns:a16="http://schemas.microsoft.com/office/drawing/2014/main" id="{A0BFA194-9A78-4087-98B2-CC6AEEAFA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9700" y="18859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91" name="Rectangle 18">
              <a:extLst>
                <a:ext uri="{FF2B5EF4-FFF2-40B4-BE49-F238E27FC236}">
                  <a16:creationId xmlns:a16="http://schemas.microsoft.com/office/drawing/2014/main" id="{234028A7-1595-4FDE-B2E9-7DA9C6D5E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275" y="18859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92" name="Rectangle 19">
              <a:extLst>
                <a:ext uri="{FF2B5EF4-FFF2-40B4-BE49-F238E27FC236}">
                  <a16:creationId xmlns:a16="http://schemas.microsoft.com/office/drawing/2014/main" id="{90EB41E3-B2B6-4C54-AD0F-A78161A27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5450" y="188595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93" name="Rectangle 20">
              <a:extLst>
                <a:ext uri="{FF2B5EF4-FFF2-40B4-BE49-F238E27FC236}">
                  <a16:creationId xmlns:a16="http://schemas.microsoft.com/office/drawing/2014/main" id="{88712573-AA85-4DAA-9656-9651C53F3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94" name="Rectangle 21">
              <a:extLst>
                <a:ext uri="{FF2B5EF4-FFF2-40B4-BE49-F238E27FC236}">
                  <a16:creationId xmlns:a16="http://schemas.microsoft.com/office/drawing/2014/main" id="{0804EBD4-A8F2-46CC-8BD0-49A14851C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3738" y="18859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95" name="Rectangle 22">
              <a:extLst>
                <a:ext uri="{FF2B5EF4-FFF2-40B4-BE49-F238E27FC236}">
                  <a16:creationId xmlns:a16="http://schemas.microsoft.com/office/drawing/2014/main" id="{90DFFBB1-25FB-48B4-8BA0-EC10C131C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96" name="Rectangle 23">
              <a:extLst>
                <a:ext uri="{FF2B5EF4-FFF2-40B4-BE49-F238E27FC236}">
                  <a16:creationId xmlns:a16="http://schemas.microsoft.com/office/drawing/2014/main" id="{6F282868-010E-4A3B-B598-572D08EEB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239963"/>
              <a:ext cx="36480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97" name="Rectangle 24">
              <a:extLst>
                <a:ext uri="{FF2B5EF4-FFF2-40B4-BE49-F238E27FC236}">
                  <a16:creationId xmlns:a16="http://schemas.microsoft.com/office/drawing/2014/main" id="{2A31EC3F-E43A-406D-B731-5A0C4B515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2272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98" name="Rectangle 25">
              <a:extLst>
                <a:ext uri="{FF2B5EF4-FFF2-40B4-BE49-F238E27FC236}">
                  <a16:creationId xmlns:a16="http://schemas.microsoft.com/office/drawing/2014/main" id="{86038A0C-7B59-4563-9713-963F8C791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4650" y="179387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999" name="Rectangle 26">
              <a:extLst>
                <a:ext uri="{FF2B5EF4-FFF2-40B4-BE49-F238E27FC236}">
                  <a16:creationId xmlns:a16="http://schemas.microsoft.com/office/drawing/2014/main" id="{D6FCA12B-CD96-4365-B011-BFC56679E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100" y="219710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00" name="Rectangle 27">
              <a:extLst>
                <a:ext uri="{FF2B5EF4-FFF2-40B4-BE49-F238E27FC236}">
                  <a16:creationId xmlns:a16="http://schemas.microsoft.com/office/drawing/2014/main" id="{40B615AB-DC06-44BE-80F1-24497A010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513" y="22955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01" name="Rectangle 28">
              <a:extLst>
                <a:ext uri="{FF2B5EF4-FFF2-40B4-BE49-F238E27FC236}">
                  <a16:creationId xmlns:a16="http://schemas.microsoft.com/office/drawing/2014/main" id="{CED4FD0C-CCF5-40E8-9D98-0DF6FCB37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225" y="219710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02" name="Rectangle 29">
              <a:extLst>
                <a:ext uri="{FF2B5EF4-FFF2-40B4-BE49-F238E27FC236}">
                  <a16:creationId xmlns:a16="http://schemas.microsoft.com/office/drawing/2014/main" id="{B1EF4C21-2BCB-4F45-B391-5AB1EFDE5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03" name="Rectangle 30">
              <a:extLst>
                <a:ext uri="{FF2B5EF4-FFF2-40B4-BE49-F238E27FC236}">
                  <a16:creationId xmlns:a16="http://schemas.microsoft.com/office/drawing/2014/main" id="{E3232B54-C131-47A6-8DE1-8C2F261CF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638" y="22955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04" name="Rectangle 31">
              <a:extLst>
                <a:ext uri="{FF2B5EF4-FFF2-40B4-BE49-F238E27FC236}">
                  <a16:creationId xmlns:a16="http://schemas.microsoft.com/office/drawing/2014/main" id="{5DBB2C84-EE91-49C0-8787-563BB0665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250" y="234315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05" name="Rectangle 32">
              <a:extLst>
                <a:ext uri="{FF2B5EF4-FFF2-40B4-BE49-F238E27FC236}">
                  <a16:creationId xmlns:a16="http://schemas.microsoft.com/office/drawing/2014/main" id="{3557C04B-708C-48AF-8753-8DFD5546F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950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06" name="Rectangle 33">
              <a:extLst>
                <a:ext uri="{FF2B5EF4-FFF2-40B4-BE49-F238E27FC236}">
                  <a16:creationId xmlns:a16="http://schemas.microsoft.com/office/drawing/2014/main" id="{D47A2770-5CB6-4532-A4BB-8F9BD71FE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663" y="2343150"/>
              <a:ext cx="2333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07" name="Rectangle 34">
              <a:extLst>
                <a:ext uri="{FF2B5EF4-FFF2-40B4-BE49-F238E27FC236}">
                  <a16:creationId xmlns:a16="http://schemas.microsoft.com/office/drawing/2014/main" id="{982F04A9-6C5D-4E5B-9F03-5FC0C279D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56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08" name="Rectangle 35">
              <a:extLst>
                <a:ext uri="{FF2B5EF4-FFF2-40B4-BE49-F238E27FC236}">
                  <a16:creationId xmlns:a16="http://schemas.microsoft.com/office/drawing/2014/main" id="{C70046E1-DC14-43F1-84A4-CA8A7A1B3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09" name="Rectangle 36">
              <a:extLst>
                <a:ext uri="{FF2B5EF4-FFF2-40B4-BE49-F238E27FC236}">
                  <a16:creationId xmlns:a16="http://schemas.microsoft.com/office/drawing/2014/main" id="{30A740ED-1CB5-421D-B9A2-BAFF578CE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10" name="Rectangle 37">
              <a:extLst>
                <a:ext uri="{FF2B5EF4-FFF2-40B4-BE49-F238E27FC236}">
                  <a16:creationId xmlns:a16="http://schemas.microsoft.com/office/drawing/2014/main" id="{69BDDCDD-9133-4460-992C-9AC15041E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075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11" name="Rectangle 38">
              <a:extLst>
                <a:ext uri="{FF2B5EF4-FFF2-40B4-BE49-F238E27FC236}">
                  <a16:creationId xmlns:a16="http://schemas.microsoft.com/office/drawing/2014/main" id="{DD4E2731-E3AC-4228-AF94-037D3D8A6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12" name="Rectangle 39">
              <a:extLst>
                <a:ext uri="{FF2B5EF4-FFF2-40B4-BE49-F238E27FC236}">
                  <a16:creationId xmlns:a16="http://schemas.microsoft.com/office/drawing/2014/main" id="{6D715F35-AD09-4718-8F6B-DEB8489C5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288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13" name="Rectangle 40">
              <a:extLst>
                <a:ext uri="{FF2B5EF4-FFF2-40B4-BE49-F238E27FC236}">
                  <a16:creationId xmlns:a16="http://schemas.microsoft.com/office/drawing/2014/main" id="{0FF24BB3-A265-4EF5-A4FB-B7D051348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988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14" name="Rectangle 41">
              <a:extLst>
                <a:ext uri="{FF2B5EF4-FFF2-40B4-BE49-F238E27FC236}">
                  <a16:creationId xmlns:a16="http://schemas.microsoft.com/office/drawing/2014/main" id="{835DC4C9-444C-44CD-8D89-447BFA4DD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2700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15" name="Rectangle 42">
              <a:extLst>
                <a:ext uri="{FF2B5EF4-FFF2-40B4-BE49-F238E27FC236}">
                  <a16:creationId xmlns:a16="http://schemas.microsoft.com/office/drawing/2014/main" id="{985A2D95-FD7C-42C0-AEE9-013E3197A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16" name="Rectangle 43">
              <a:extLst>
                <a:ext uri="{FF2B5EF4-FFF2-40B4-BE49-F238E27FC236}">
                  <a16:creationId xmlns:a16="http://schemas.microsoft.com/office/drawing/2014/main" id="{34D69E9B-D8ED-43F1-9B56-A1C4C6DCE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17" name="Rectangle 44">
              <a:extLst>
                <a:ext uri="{FF2B5EF4-FFF2-40B4-BE49-F238E27FC236}">
                  <a16:creationId xmlns:a16="http://schemas.microsoft.com/office/drawing/2014/main" id="{42A3A603-54C4-43F9-850F-F44FC6399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661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18" name="Rectangle 45">
              <a:extLst>
                <a:ext uri="{FF2B5EF4-FFF2-40B4-BE49-F238E27FC236}">
                  <a16:creationId xmlns:a16="http://schemas.microsoft.com/office/drawing/2014/main" id="{79601AD8-35C7-4BAE-A81C-202293315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9325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19" name="Rectangle 46">
              <a:extLst>
                <a:ext uri="{FF2B5EF4-FFF2-40B4-BE49-F238E27FC236}">
                  <a16:creationId xmlns:a16="http://schemas.microsoft.com/office/drawing/2014/main" id="{DDFC3AED-0062-4500-B985-7752479E1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20" name="Rectangle 47">
              <a:extLst>
                <a:ext uri="{FF2B5EF4-FFF2-40B4-BE49-F238E27FC236}">
                  <a16:creationId xmlns:a16="http://schemas.microsoft.com/office/drawing/2014/main" id="{84D3F8A4-272A-46D3-AC41-6AC47830E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5225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21" name="Rectangle 48">
              <a:extLst>
                <a:ext uri="{FF2B5EF4-FFF2-40B4-BE49-F238E27FC236}">
                  <a16:creationId xmlns:a16="http://schemas.microsoft.com/office/drawing/2014/main" id="{B059FFC7-2C04-4ACF-A1CD-29AAB346B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22" name="Rectangle 49">
              <a:extLst>
                <a:ext uri="{FF2B5EF4-FFF2-40B4-BE49-F238E27FC236}">
                  <a16:creationId xmlns:a16="http://schemas.microsoft.com/office/drawing/2014/main" id="{FDECBCC4-C5C5-4781-8633-35294CBF4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697163"/>
              <a:ext cx="58308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23" name="Rectangle 50">
              <a:extLst>
                <a:ext uri="{FF2B5EF4-FFF2-40B4-BE49-F238E27FC236}">
                  <a16:creationId xmlns:a16="http://schemas.microsoft.com/office/drawing/2014/main" id="{18B2D923-E009-4188-977C-F055AADF7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713038"/>
              <a:ext cx="11112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24" name="Rectangle 51">
              <a:extLst>
                <a:ext uri="{FF2B5EF4-FFF2-40B4-BE49-F238E27FC236}">
                  <a16:creationId xmlns:a16="http://schemas.microsoft.com/office/drawing/2014/main" id="{1A2445D6-C921-4A5F-B517-489B77D5E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1825" y="2197100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25" name="Rectangle 52">
              <a:extLst>
                <a:ext uri="{FF2B5EF4-FFF2-40B4-BE49-F238E27FC236}">
                  <a16:creationId xmlns:a16="http://schemas.microsoft.com/office/drawing/2014/main" id="{56AC4F09-3916-4D77-A7B0-4E6F40059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26" name="Rectangle 53">
              <a:extLst>
                <a:ext uri="{FF2B5EF4-FFF2-40B4-BE49-F238E27FC236}">
                  <a16:creationId xmlns:a16="http://schemas.microsoft.com/office/drawing/2014/main" id="{CE6FA3A0-A96E-4BC5-B169-A3C3154FB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27987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27" name="Rectangle 60">
              <a:extLst>
                <a:ext uri="{FF2B5EF4-FFF2-40B4-BE49-F238E27FC236}">
                  <a16:creationId xmlns:a16="http://schemas.microsoft.com/office/drawing/2014/main" id="{862D498B-4850-436A-A35C-C3F087272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28" name="Rectangle 62">
              <a:extLst>
                <a:ext uri="{FF2B5EF4-FFF2-40B4-BE49-F238E27FC236}">
                  <a16:creationId xmlns:a16="http://schemas.microsoft.com/office/drawing/2014/main" id="{F1C0868F-6C8E-4395-AB9A-EC9F96D96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29" name="Rectangle 63">
              <a:extLst>
                <a:ext uri="{FF2B5EF4-FFF2-40B4-BE49-F238E27FC236}">
                  <a16:creationId xmlns:a16="http://schemas.microsoft.com/office/drawing/2014/main" id="{10998D26-EA73-4DB5-A5CF-2B77D8F44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090863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30" name="Rectangle 64">
              <a:extLst>
                <a:ext uri="{FF2B5EF4-FFF2-40B4-BE49-F238E27FC236}">
                  <a16:creationId xmlns:a16="http://schemas.microsoft.com/office/drawing/2014/main" id="{557F2218-AC65-41AD-B239-654B9B39C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31" name="Rectangle 65">
              <a:extLst>
                <a:ext uri="{FF2B5EF4-FFF2-40B4-BE49-F238E27FC236}">
                  <a16:creationId xmlns:a16="http://schemas.microsoft.com/office/drawing/2014/main" id="{9C905B56-FEBB-40F3-9647-43BF3E6C9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32" name="Rectangle 66">
              <a:extLst>
                <a:ext uri="{FF2B5EF4-FFF2-40B4-BE49-F238E27FC236}">
                  <a16:creationId xmlns:a16="http://schemas.microsoft.com/office/drawing/2014/main" id="{58AB9FFD-72BC-47C3-98E6-D51F4AB8B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1019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33" name="Rectangle 73">
              <a:extLst>
                <a:ext uri="{FF2B5EF4-FFF2-40B4-BE49-F238E27FC236}">
                  <a16:creationId xmlns:a16="http://schemas.microsoft.com/office/drawing/2014/main" id="{CDE5490E-3080-4B37-8875-E8D6399B6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34" name="Rectangle 75">
              <a:extLst>
                <a:ext uri="{FF2B5EF4-FFF2-40B4-BE49-F238E27FC236}">
                  <a16:creationId xmlns:a16="http://schemas.microsoft.com/office/drawing/2014/main" id="{EFEF2F7F-3591-41E4-ACE4-6FAE071AC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35" name="Rectangle 76">
              <a:extLst>
                <a:ext uri="{FF2B5EF4-FFF2-40B4-BE49-F238E27FC236}">
                  <a16:creationId xmlns:a16="http://schemas.microsoft.com/office/drawing/2014/main" id="{0F16A06A-E3C3-4E03-A25F-9FA1010CE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395663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36" name="Rectangle 77">
              <a:extLst>
                <a:ext uri="{FF2B5EF4-FFF2-40B4-BE49-F238E27FC236}">
                  <a16:creationId xmlns:a16="http://schemas.microsoft.com/office/drawing/2014/main" id="{EEE9B14E-C009-4583-BD69-BEEC04A0B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37" name="Rectangle 78">
              <a:extLst>
                <a:ext uri="{FF2B5EF4-FFF2-40B4-BE49-F238E27FC236}">
                  <a16:creationId xmlns:a16="http://schemas.microsoft.com/office/drawing/2014/main" id="{534BE69C-985F-4D91-A853-3CEAB79DB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38" name="Rectangle 79">
              <a:extLst>
                <a:ext uri="{FF2B5EF4-FFF2-40B4-BE49-F238E27FC236}">
                  <a16:creationId xmlns:a16="http://schemas.microsoft.com/office/drawing/2014/main" id="{BF42EA53-6661-481B-A007-4188D3FE0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4067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39" name="Rectangle 86">
              <a:extLst>
                <a:ext uri="{FF2B5EF4-FFF2-40B4-BE49-F238E27FC236}">
                  <a16:creationId xmlns:a16="http://schemas.microsoft.com/office/drawing/2014/main" id="{4BFF3403-C9E4-4552-BA52-B3754F3E4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40" name="Rectangle 88">
              <a:extLst>
                <a:ext uri="{FF2B5EF4-FFF2-40B4-BE49-F238E27FC236}">
                  <a16:creationId xmlns:a16="http://schemas.microsoft.com/office/drawing/2014/main" id="{D683D34F-D6F1-46BD-BDB1-75FB2F29C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41" name="Rectangle 89">
              <a:extLst>
                <a:ext uri="{FF2B5EF4-FFF2-40B4-BE49-F238E27FC236}">
                  <a16:creationId xmlns:a16="http://schemas.microsoft.com/office/drawing/2014/main" id="{5C6CBAE0-674B-4709-A362-ADE3096E7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705225"/>
              <a:ext cx="11112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42" name="Rectangle 90">
              <a:extLst>
                <a:ext uri="{FF2B5EF4-FFF2-40B4-BE49-F238E27FC236}">
                  <a16:creationId xmlns:a16="http://schemas.microsoft.com/office/drawing/2014/main" id="{D0BC93C5-6D6C-43CA-A039-AE2F505F7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43" name="Rectangle 91">
              <a:extLst>
                <a:ext uri="{FF2B5EF4-FFF2-40B4-BE49-F238E27FC236}">
                  <a16:creationId xmlns:a16="http://schemas.microsoft.com/office/drawing/2014/main" id="{6199BFA8-54EF-4768-858C-5A28ABB15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44" name="Rectangle 92">
              <a:extLst>
                <a:ext uri="{FF2B5EF4-FFF2-40B4-BE49-F238E27FC236}">
                  <a16:creationId xmlns:a16="http://schemas.microsoft.com/office/drawing/2014/main" id="{F4B6FDBE-777D-45A9-8958-791A0D0DF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7115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45" name="Rectangle 99">
              <a:extLst>
                <a:ext uri="{FF2B5EF4-FFF2-40B4-BE49-F238E27FC236}">
                  <a16:creationId xmlns:a16="http://schemas.microsoft.com/office/drawing/2014/main" id="{9144FC01-8E92-450F-95F1-5C7D81845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46" name="Rectangle 101">
              <a:extLst>
                <a:ext uri="{FF2B5EF4-FFF2-40B4-BE49-F238E27FC236}">
                  <a16:creationId xmlns:a16="http://schemas.microsoft.com/office/drawing/2014/main" id="{70C8A71D-351C-4F87-8CA4-B5DF8417C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47" name="Rectangle 102">
              <a:extLst>
                <a:ext uri="{FF2B5EF4-FFF2-40B4-BE49-F238E27FC236}">
                  <a16:creationId xmlns:a16="http://schemas.microsoft.com/office/drawing/2014/main" id="{DE4BD01B-B1A2-4288-B87C-7921CB130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4068763"/>
              <a:ext cx="58308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048" name="Rectangle 103">
              <a:extLst>
                <a:ext uri="{FF2B5EF4-FFF2-40B4-BE49-F238E27FC236}">
                  <a16:creationId xmlns:a16="http://schemas.microsoft.com/office/drawing/2014/main" id="{7CE084E3-43E0-4A74-95B3-3475F6002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3976" name="Rectangle 85">
            <a:extLst>
              <a:ext uri="{FF2B5EF4-FFF2-40B4-BE49-F238E27FC236}">
                <a16:creationId xmlns:a16="http://schemas.microsoft.com/office/drawing/2014/main" id="{4A463DE0-8B3B-459E-8219-1A4874CC1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5788" y="5281613"/>
            <a:ext cx="1617662" cy="579437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Rectangle 2">
            <a:extLst>
              <a:ext uri="{FF2B5EF4-FFF2-40B4-BE49-F238E27FC236}">
                <a16:creationId xmlns:a16="http://schemas.microsoft.com/office/drawing/2014/main" id="{DD580D59-045A-43C6-8647-4343ABC6DE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excitation table</a:t>
            </a:r>
          </a:p>
        </p:txBody>
      </p:sp>
      <p:sp>
        <p:nvSpPr>
          <p:cNvPr id="84994" name="TextBox 76">
            <a:extLst>
              <a:ext uri="{FF2B5EF4-FFF2-40B4-BE49-F238E27FC236}">
                <a16:creationId xmlns:a16="http://schemas.microsoft.com/office/drawing/2014/main" id="{F25F771A-A58A-4330-A31B-B7CAAA1E27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5281613"/>
            <a:ext cx="12255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84995" name="TextBox 77">
            <a:extLst>
              <a:ext uri="{FF2B5EF4-FFF2-40B4-BE49-F238E27FC236}">
                <a16:creationId xmlns:a16="http://schemas.microsoft.com/office/drawing/2014/main" id="{A39A1587-42F8-401F-AEAF-2A0BEE6EDA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875" y="1633538"/>
            <a:ext cx="103028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</a:t>
            </a:r>
            <a:endParaRPr kumimoji="0" lang="en-US" altLang="en-US" sz="2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4996" name="Group 79">
            <a:extLst>
              <a:ext uri="{FF2B5EF4-FFF2-40B4-BE49-F238E27FC236}">
                <a16:creationId xmlns:a16="http://schemas.microsoft.com/office/drawing/2014/main" id="{E18CF81F-990D-4223-AD9A-DDCBE8F60802}"/>
              </a:ext>
            </a:extLst>
          </p:cNvPr>
          <p:cNvGrpSpPr>
            <a:grpSpLocks/>
          </p:cNvGrpSpPr>
          <p:nvPr/>
        </p:nvGrpSpPr>
        <p:grpSpPr bwMode="auto">
          <a:xfrm>
            <a:off x="611188" y="4144963"/>
            <a:ext cx="1082675" cy="461962"/>
            <a:chOff x="4636811" y="5891761"/>
            <a:chExt cx="1082348" cy="461665"/>
          </a:xfrm>
        </p:grpSpPr>
        <p:sp>
          <p:nvSpPr>
            <p:cNvPr id="85076" name="TextBox 82">
              <a:extLst>
                <a:ext uri="{FF2B5EF4-FFF2-40B4-BE49-F238E27FC236}">
                  <a16:creationId xmlns:a16="http://schemas.microsoft.com/office/drawing/2014/main" id="{0672A05E-69B0-4001-8420-10B4CD9C1A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811" y="5891761"/>
              <a:ext cx="108234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</a:t>
              </a:r>
              <a:endPara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85077" name="Straight Connector 86">
              <a:extLst>
                <a:ext uri="{FF2B5EF4-FFF2-40B4-BE49-F238E27FC236}">
                  <a16:creationId xmlns:a16="http://schemas.microsoft.com/office/drawing/2014/main" id="{BF7BE25D-82CE-4765-AFA6-C48B677156E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368427" y="5964739"/>
              <a:ext cx="22853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4997" name="TextBox 87">
            <a:extLst>
              <a:ext uri="{FF2B5EF4-FFF2-40B4-BE49-F238E27FC236}">
                <a16:creationId xmlns:a16="http://schemas.microsoft.com/office/drawing/2014/main" id="{C3AC26E6-E58D-46D6-9FB6-174B729203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" y="3433763"/>
            <a:ext cx="13795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grpSp>
        <p:nvGrpSpPr>
          <p:cNvPr id="84998" name="Group 89">
            <a:extLst>
              <a:ext uri="{FF2B5EF4-FFF2-40B4-BE49-F238E27FC236}">
                <a16:creationId xmlns:a16="http://schemas.microsoft.com/office/drawing/2014/main" id="{132D20D0-749D-469A-AA14-D8ED870D41C0}"/>
              </a:ext>
            </a:extLst>
          </p:cNvPr>
          <p:cNvGrpSpPr>
            <a:grpSpLocks/>
          </p:cNvGrpSpPr>
          <p:nvPr/>
        </p:nvGrpSpPr>
        <p:grpSpPr bwMode="auto">
          <a:xfrm>
            <a:off x="598488" y="2359025"/>
            <a:ext cx="1695450" cy="460375"/>
            <a:chOff x="6895289" y="6215149"/>
            <a:chExt cx="1695847" cy="461665"/>
          </a:xfrm>
        </p:grpSpPr>
        <p:sp>
          <p:nvSpPr>
            <p:cNvPr id="85073" name="TextBox 92">
              <a:extLst>
                <a:ext uri="{FF2B5EF4-FFF2-40B4-BE49-F238E27FC236}">
                  <a16:creationId xmlns:a16="http://schemas.microsoft.com/office/drawing/2014/main" id="{42CAADD9-BAC7-40E0-9A1A-46BFC361EA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5289" y="6215149"/>
              <a:ext cx="169584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 +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85074" name="Straight Connector 93">
              <a:extLst>
                <a:ext uri="{FF2B5EF4-FFF2-40B4-BE49-F238E27FC236}">
                  <a16:creationId xmlns:a16="http://schemas.microsoft.com/office/drawing/2014/main" id="{D5CBE147-46A2-42B4-941C-236E2CD16B6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25710" y="6253356"/>
              <a:ext cx="22865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075" name="Straight Connector 94">
              <a:extLst>
                <a:ext uri="{FF2B5EF4-FFF2-40B4-BE49-F238E27FC236}">
                  <a16:creationId xmlns:a16="http://schemas.microsoft.com/office/drawing/2014/main" id="{B3B0566B-0B56-482B-BE11-F7C3096659A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154471" y="6250172"/>
              <a:ext cx="22865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4999" name="Group 95">
            <a:extLst>
              <a:ext uri="{FF2B5EF4-FFF2-40B4-BE49-F238E27FC236}">
                <a16:creationId xmlns:a16="http://schemas.microsoft.com/office/drawing/2014/main" id="{EB79FFD1-EBBA-4A10-9C16-08E3C023264F}"/>
              </a:ext>
            </a:extLst>
          </p:cNvPr>
          <p:cNvGrpSpPr>
            <a:grpSpLocks/>
          </p:cNvGrpSpPr>
          <p:nvPr/>
        </p:nvGrpSpPr>
        <p:grpSpPr bwMode="auto">
          <a:xfrm>
            <a:off x="2954338" y="2154238"/>
            <a:ext cx="5832475" cy="2779712"/>
            <a:chOff x="1747838" y="1301750"/>
            <a:chExt cx="5832475" cy="2779713"/>
          </a:xfrm>
        </p:grpSpPr>
        <p:sp>
          <p:nvSpPr>
            <p:cNvPr id="85001" name="Rectangle 4">
              <a:extLst>
                <a:ext uri="{FF2B5EF4-FFF2-40B4-BE49-F238E27FC236}">
                  <a16:creationId xmlns:a16="http://schemas.microsoft.com/office/drawing/2014/main" id="{FF85FE6B-F98C-4720-9734-6811A3EFF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301750"/>
              <a:ext cx="5830887" cy="111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02" name="Rectangle 5">
              <a:extLst>
                <a:ext uri="{FF2B5EF4-FFF2-40B4-BE49-F238E27FC236}">
                  <a16:creationId xmlns:a16="http://schemas.microsoft.com/office/drawing/2014/main" id="{A66D07CD-B8C7-478C-A334-6565CAD58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3128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03" name="Rectangle 6">
              <a:extLst>
                <a:ext uri="{FF2B5EF4-FFF2-40B4-BE49-F238E27FC236}">
                  <a16:creationId xmlns:a16="http://schemas.microsoft.com/office/drawing/2014/main" id="{6AAC5C4E-3C85-4520-B264-A9DF008AA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04" name="Rectangle 7">
              <a:extLst>
                <a:ext uri="{FF2B5EF4-FFF2-40B4-BE49-F238E27FC236}">
                  <a16:creationId xmlns:a16="http://schemas.microsoft.com/office/drawing/2014/main" id="{45FAF83B-D835-4046-AD6A-43EC5235B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913" y="1519238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05" name="Rectangle 8">
              <a:extLst>
                <a:ext uri="{FF2B5EF4-FFF2-40B4-BE49-F238E27FC236}">
                  <a16:creationId xmlns:a16="http://schemas.microsoft.com/office/drawing/2014/main" id="{D6A7560D-D911-476C-AC5B-FEF5193A4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06" name="Rectangle 9">
              <a:extLst>
                <a:ext uri="{FF2B5EF4-FFF2-40B4-BE49-F238E27FC236}">
                  <a16:creationId xmlns:a16="http://schemas.microsoft.com/office/drawing/2014/main" id="{FFDB95D6-1551-4152-90D9-D37591B30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07" name="Rectangle 10">
              <a:extLst>
                <a:ext uri="{FF2B5EF4-FFF2-40B4-BE49-F238E27FC236}">
                  <a16:creationId xmlns:a16="http://schemas.microsoft.com/office/drawing/2014/main" id="{2F3F21C7-C4E2-4147-A3B1-A7BA137B7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782763"/>
              <a:ext cx="36480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08" name="Rectangle 11">
              <a:extLst>
                <a:ext uri="{FF2B5EF4-FFF2-40B4-BE49-F238E27FC236}">
                  <a16:creationId xmlns:a16="http://schemas.microsoft.com/office/drawing/2014/main" id="{A0110F58-CAD8-4574-BE63-743E7CE80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7700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09" name="Rectangle 12">
              <a:extLst>
                <a:ext uri="{FF2B5EF4-FFF2-40B4-BE49-F238E27FC236}">
                  <a16:creationId xmlns:a16="http://schemas.microsoft.com/office/drawing/2014/main" id="{0D2FFC47-F5B0-4E5A-A586-D01BC0B48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1428750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10" name="Rectangle 13">
              <a:extLst>
                <a:ext uri="{FF2B5EF4-FFF2-40B4-BE49-F238E27FC236}">
                  <a16:creationId xmlns:a16="http://schemas.microsoft.com/office/drawing/2014/main" id="{3AF6784C-7EE5-491B-9291-DCDD477C5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11" name="Rectangle 14">
              <a:extLst>
                <a:ext uri="{FF2B5EF4-FFF2-40B4-BE49-F238E27FC236}">
                  <a16:creationId xmlns:a16="http://schemas.microsoft.com/office/drawing/2014/main" id="{90B4D406-9343-4214-ADF1-514864FC1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200" y="1885950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12" name="Rectangle 15">
              <a:extLst>
                <a:ext uri="{FF2B5EF4-FFF2-40B4-BE49-F238E27FC236}">
                  <a16:creationId xmlns:a16="http://schemas.microsoft.com/office/drawing/2014/main" id="{179096F5-8BD6-4356-B5D3-59CFDDFE9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825" y="18859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13" name="Rectangle 16">
              <a:extLst>
                <a:ext uri="{FF2B5EF4-FFF2-40B4-BE49-F238E27FC236}">
                  <a16:creationId xmlns:a16="http://schemas.microsoft.com/office/drawing/2014/main" id="{C4B94F9D-7167-476D-9B41-1FAF49372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175" y="188595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14" name="Rectangle 17">
              <a:extLst>
                <a:ext uri="{FF2B5EF4-FFF2-40B4-BE49-F238E27FC236}">
                  <a16:creationId xmlns:a16="http://schemas.microsoft.com/office/drawing/2014/main" id="{AF808855-A05F-4008-B596-921C5F878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9700" y="18859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15" name="Rectangle 18">
              <a:extLst>
                <a:ext uri="{FF2B5EF4-FFF2-40B4-BE49-F238E27FC236}">
                  <a16:creationId xmlns:a16="http://schemas.microsoft.com/office/drawing/2014/main" id="{61897E1F-C3A3-4E57-B7E2-41BDD62CF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275" y="18859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16" name="Rectangle 19">
              <a:extLst>
                <a:ext uri="{FF2B5EF4-FFF2-40B4-BE49-F238E27FC236}">
                  <a16:creationId xmlns:a16="http://schemas.microsoft.com/office/drawing/2014/main" id="{373E490E-7682-4E50-8048-9167263FD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5450" y="188595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17" name="Rectangle 20">
              <a:extLst>
                <a:ext uri="{FF2B5EF4-FFF2-40B4-BE49-F238E27FC236}">
                  <a16:creationId xmlns:a16="http://schemas.microsoft.com/office/drawing/2014/main" id="{4680563A-D859-4902-A172-6151AA590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18" name="Rectangle 21">
              <a:extLst>
                <a:ext uri="{FF2B5EF4-FFF2-40B4-BE49-F238E27FC236}">
                  <a16:creationId xmlns:a16="http://schemas.microsoft.com/office/drawing/2014/main" id="{3A8F8AE2-2971-4A5B-B197-58DD379F9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3738" y="18859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19" name="Rectangle 22">
              <a:extLst>
                <a:ext uri="{FF2B5EF4-FFF2-40B4-BE49-F238E27FC236}">
                  <a16:creationId xmlns:a16="http://schemas.microsoft.com/office/drawing/2014/main" id="{91604151-A102-4725-BDE5-ACD4F03D0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20" name="Rectangle 23">
              <a:extLst>
                <a:ext uri="{FF2B5EF4-FFF2-40B4-BE49-F238E27FC236}">
                  <a16:creationId xmlns:a16="http://schemas.microsoft.com/office/drawing/2014/main" id="{05102569-9612-4DF5-90F6-8C60F561E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239963"/>
              <a:ext cx="36480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21" name="Rectangle 24">
              <a:extLst>
                <a:ext uri="{FF2B5EF4-FFF2-40B4-BE49-F238E27FC236}">
                  <a16:creationId xmlns:a16="http://schemas.microsoft.com/office/drawing/2014/main" id="{D5EB2A91-5A1B-4A84-B164-175600207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2272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22" name="Rectangle 25">
              <a:extLst>
                <a:ext uri="{FF2B5EF4-FFF2-40B4-BE49-F238E27FC236}">
                  <a16:creationId xmlns:a16="http://schemas.microsoft.com/office/drawing/2014/main" id="{53427004-8551-4F91-8A47-E56A625D5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4650" y="179387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23" name="Rectangle 26">
              <a:extLst>
                <a:ext uri="{FF2B5EF4-FFF2-40B4-BE49-F238E27FC236}">
                  <a16:creationId xmlns:a16="http://schemas.microsoft.com/office/drawing/2014/main" id="{D2DC5174-6EEE-4569-93D1-377BDB878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100" y="219710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24" name="Rectangle 27">
              <a:extLst>
                <a:ext uri="{FF2B5EF4-FFF2-40B4-BE49-F238E27FC236}">
                  <a16:creationId xmlns:a16="http://schemas.microsoft.com/office/drawing/2014/main" id="{329962E4-ACFA-4E6B-9E2E-93B6BA889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513" y="22955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25" name="Rectangle 28">
              <a:extLst>
                <a:ext uri="{FF2B5EF4-FFF2-40B4-BE49-F238E27FC236}">
                  <a16:creationId xmlns:a16="http://schemas.microsoft.com/office/drawing/2014/main" id="{127C4722-9093-4B7E-8035-A8848CF77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225" y="219710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26" name="Rectangle 29">
              <a:extLst>
                <a:ext uri="{FF2B5EF4-FFF2-40B4-BE49-F238E27FC236}">
                  <a16:creationId xmlns:a16="http://schemas.microsoft.com/office/drawing/2014/main" id="{65F714E7-9E0A-480C-BC38-037D86C63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27" name="Rectangle 30">
              <a:extLst>
                <a:ext uri="{FF2B5EF4-FFF2-40B4-BE49-F238E27FC236}">
                  <a16:creationId xmlns:a16="http://schemas.microsoft.com/office/drawing/2014/main" id="{49D36703-0B1B-413D-B655-ABD0B511F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638" y="22955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28" name="Rectangle 31">
              <a:extLst>
                <a:ext uri="{FF2B5EF4-FFF2-40B4-BE49-F238E27FC236}">
                  <a16:creationId xmlns:a16="http://schemas.microsoft.com/office/drawing/2014/main" id="{899439D1-1557-44A0-828B-3B7A42C2B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250" y="234315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29" name="Rectangle 32">
              <a:extLst>
                <a:ext uri="{FF2B5EF4-FFF2-40B4-BE49-F238E27FC236}">
                  <a16:creationId xmlns:a16="http://schemas.microsoft.com/office/drawing/2014/main" id="{5CD7B764-5D5B-4A47-A1BA-81432F4E8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950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30" name="Rectangle 33">
              <a:extLst>
                <a:ext uri="{FF2B5EF4-FFF2-40B4-BE49-F238E27FC236}">
                  <a16:creationId xmlns:a16="http://schemas.microsoft.com/office/drawing/2014/main" id="{251359A5-DA19-449E-8C84-7DA2DBE8F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663" y="2343150"/>
              <a:ext cx="2333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31" name="Rectangle 34">
              <a:extLst>
                <a:ext uri="{FF2B5EF4-FFF2-40B4-BE49-F238E27FC236}">
                  <a16:creationId xmlns:a16="http://schemas.microsoft.com/office/drawing/2014/main" id="{EE59A9B5-39F6-40A7-9597-53ADD16EC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56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32" name="Rectangle 35">
              <a:extLst>
                <a:ext uri="{FF2B5EF4-FFF2-40B4-BE49-F238E27FC236}">
                  <a16:creationId xmlns:a16="http://schemas.microsoft.com/office/drawing/2014/main" id="{A12E1AF9-0CAC-4AAB-B28E-4BD0514CA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33" name="Rectangle 36">
              <a:extLst>
                <a:ext uri="{FF2B5EF4-FFF2-40B4-BE49-F238E27FC236}">
                  <a16:creationId xmlns:a16="http://schemas.microsoft.com/office/drawing/2014/main" id="{B4DCC184-B669-41B9-B03B-F3991E061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34" name="Rectangle 37">
              <a:extLst>
                <a:ext uri="{FF2B5EF4-FFF2-40B4-BE49-F238E27FC236}">
                  <a16:creationId xmlns:a16="http://schemas.microsoft.com/office/drawing/2014/main" id="{2FFAB672-1D54-4F98-90B2-1BD781D00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075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35" name="Rectangle 38">
              <a:extLst>
                <a:ext uri="{FF2B5EF4-FFF2-40B4-BE49-F238E27FC236}">
                  <a16:creationId xmlns:a16="http://schemas.microsoft.com/office/drawing/2014/main" id="{517727DF-729D-4297-97A2-D1BBEE0F6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36" name="Rectangle 39">
              <a:extLst>
                <a:ext uri="{FF2B5EF4-FFF2-40B4-BE49-F238E27FC236}">
                  <a16:creationId xmlns:a16="http://schemas.microsoft.com/office/drawing/2014/main" id="{4A7DF9F8-6A2E-495C-91B7-ECDCCD24B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288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37" name="Rectangle 40">
              <a:extLst>
                <a:ext uri="{FF2B5EF4-FFF2-40B4-BE49-F238E27FC236}">
                  <a16:creationId xmlns:a16="http://schemas.microsoft.com/office/drawing/2014/main" id="{9854384E-F1AB-4CFD-8589-A2FE0DE47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988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38" name="Rectangle 41">
              <a:extLst>
                <a:ext uri="{FF2B5EF4-FFF2-40B4-BE49-F238E27FC236}">
                  <a16:creationId xmlns:a16="http://schemas.microsoft.com/office/drawing/2014/main" id="{9899F853-F4BC-4781-9397-A64B17441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2700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39" name="Rectangle 42">
              <a:extLst>
                <a:ext uri="{FF2B5EF4-FFF2-40B4-BE49-F238E27FC236}">
                  <a16:creationId xmlns:a16="http://schemas.microsoft.com/office/drawing/2014/main" id="{2B092412-2FAF-44EB-8280-EB35B04F2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40" name="Rectangle 43">
              <a:extLst>
                <a:ext uri="{FF2B5EF4-FFF2-40B4-BE49-F238E27FC236}">
                  <a16:creationId xmlns:a16="http://schemas.microsoft.com/office/drawing/2014/main" id="{2DD02916-44C0-4C39-A869-0F7A3CBEA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41" name="Rectangle 44">
              <a:extLst>
                <a:ext uri="{FF2B5EF4-FFF2-40B4-BE49-F238E27FC236}">
                  <a16:creationId xmlns:a16="http://schemas.microsoft.com/office/drawing/2014/main" id="{CCDBA01C-4A0A-40FE-B655-1A3C67D2D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661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42" name="Rectangle 45">
              <a:extLst>
                <a:ext uri="{FF2B5EF4-FFF2-40B4-BE49-F238E27FC236}">
                  <a16:creationId xmlns:a16="http://schemas.microsoft.com/office/drawing/2014/main" id="{B8843EB0-51F2-4762-962B-0998A25DE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9325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43" name="Rectangle 46">
              <a:extLst>
                <a:ext uri="{FF2B5EF4-FFF2-40B4-BE49-F238E27FC236}">
                  <a16:creationId xmlns:a16="http://schemas.microsoft.com/office/drawing/2014/main" id="{18CC69A6-B7A3-4338-B5C9-8BFEB183C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44" name="Rectangle 47">
              <a:extLst>
                <a:ext uri="{FF2B5EF4-FFF2-40B4-BE49-F238E27FC236}">
                  <a16:creationId xmlns:a16="http://schemas.microsoft.com/office/drawing/2014/main" id="{5AB786F0-A8FE-4A5A-AC24-283C50C79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5225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45" name="Rectangle 48">
              <a:extLst>
                <a:ext uri="{FF2B5EF4-FFF2-40B4-BE49-F238E27FC236}">
                  <a16:creationId xmlns:a16="http://schemas.microsoft.com/office/drawing/2014/main" id="{3DEB3098-21DE-48B0-8796-A50605702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46" name="Rectangle 49">
              <a:extLst>
                <a:ext uri="{FF2B5EF4-FFF2-40B4-BE49-F238E27FC236}">
                  <a16:creationId xmlns:a16="http://schemas.microsoft.com/office/drawing/2014/main" id="{146F0269-5FCB-4A54-9645-53AEFC20B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697163"/>
              <a:ext cx="58308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47" name="Rectangle 50">
              <a:extLst>
                <a:ext uri="{FF2B5EF4-FFF2-40B4-BE49-F238E27FC236}">
                  <a16:creationId xmlns:a16="http://schemas.microsoft.com/office/drawing/2014/main" id="{62AB1CBE-ED18-4607-A54D-22BA46FBA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713038"/>
              <a:ext cx="11112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48" name="Rectangle 51">
              <a:extLst>
                <a:ext uri="{FF2B5EF4-FFF2-40B4-BE49-F238E27FC236}">
                  <a16:creationId xmlns:a16="http://schemas.microsoft.com/office/drawing/2014/main" id="{EF8462FB-DC9D-4150-820C-006C3BCFD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1825" y="2197100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49" name="Rectangle 52">
              <a:extLst>
                <a:ext uri="{FF2B5EF4-FFF2-40B4-BE49-F238E27FC236}">
                  <a16:creationId xmlns:a16="http://schemas.microsoft.com/office/drawing/2014/main" id="{D86E8663-5655-4F91-82EE-08A734584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50" name="Rectangle 53">
              <a:extLst>
                <a:ext uri="{FF2B5EF4-FFF2-40B4-BE49-F238E27FC236}">
                  <a16:creationId xmlns:a16="http://schemas.microsoft.com/office/drawing/2014/main" id="{8E6ADC55-4E17-4819-8B85-22AB9165A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27987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51" name="Rectangle 60">
              <a:extLst>
                <a:ext uri="{FF2B5EF4-FFF2-40B4-BE49-F238E27FC236}">
                  <a16:creationId xmlns:a16="http://schemas.microsoft.com/office/drawing/2014/main" id="{DF0A7481-29E8-4A90-ADA0-67106BCB9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52" name="Rectangle 62">
              <a:extLst>
                <a:ext uri="{FF2B5EF4-FFF2-40B4-BE49-F238E27FC236}">
                  <a16:creationId xmlns:a16="http://schemas.microsoft.com/office/drawing/2014/main" id="{4CB0130F-5197-473B-BB62-1AD81B404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53" name="Rectangle 63">
              <a:extLst>
                <a:ext uri="{FF2B5EF4-FFF2-40B4-BE49-F238E27FC236}">
                  <a16:creationId xmlns:a16="http://schemas.microsoft.com/office/drawing/2014/main" id="{1DED6C73-453C-45C9-AB86-83DA9A388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090863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54" name="Rectangle 64">
              <a:extLst>
                <a:ext uri="{FF2B5EF4-FFF2-40B4-BE49-F238E27FC236}">
                  <a16:creationId xmlns:a16="http://schemas.microsoft.com/office/drawing/2014/main" id="{90A85FF3-85FA-4490-97EC-220E7E597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55" name="Rectangle 65">
              <a:extLst>
                <a:ext uri="{FF2B5EF4-FFF2-40B4-BE49-F238E27FC236}">
                  <a16:creationId xmlns:a16="http://schemas.microsoft.com/office/drawing/2014/main" id="{0033E38F-1756-48A9-8B83-B2055203B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56" name="Rectangle 66">
              <a:extLst>
                <a:ext uri="{FF2B5EF4-FFF2-40B4-BE49-F238E27FC236}">
                  <a16:creationId xmlns:a16="http://schemas.microsoft.com/office/drawing/2014/main" id="{AC5EFBE8-D22C-4B51-9694-D64B534A2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1019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57" name="Rectangle 73">
              <a:extLst>
                <a:ext uri="{FF2B5EF4-FFF2-40B4-BE49-F238E27FC236}">
                  <a16:creationId xmlns:a16="http://schemas.microsoft.com/office/drawing/2014/main" id="{26259D96-6494-4BC2-AA97-27F71FEC3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58" name="Rectangle 75">
              <a:extLst>
                <a:ext uri="{FF2B5EF4-FFF2-40B4-BE49-F238E27FC236}">
                  <a16:creationId xmlns:a16="http://schemas.microsoft.com/office/drawing/2014/main" id="{73D9BDA2-C80C-4455-A14B-A9579602C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59" name="Rectangle 76">
              <a:extLst>
                <a:ext uri="{FF2B5EF4-FFF2-40B4-BE49-F238E27FC236}">
                  <a16:creationId xmlns:a16="http://schemas.microsoft.com/office/drawing/2014/main" id="{E664ED94-B007-47C4-879E-2A6548AFE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395663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60" name="Rectangle 77">
              <a:extLst>
                <a:ext uri="{FF2B5EF4-FFF2-40B4-BE49-F238E27FC236}">
                  <a16:creationId xmlns:a16="http://schemas.microsoft.com/office/drawing/2014/main" id="{4DB96E1C-9D18-4C5D-B00F-FF2EA1D6F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61" name="Rectangle 78">
              <a:extLst>
                <a:ext uri="{FF2B5EF4-FFF2-40B4-BE49-F238E27FC236}">
                  <a16:creationId xmlns:a16="http://schemas.microsoft.com/office/drawing/2014/main" id="{766C7D30-1FAA-453C-BD3D-C6A2E46AC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62" name="Rectangle 79">
              <a:extLst>
                <a:ext uri="{FF2B5EF4-FFF2-40B4-BE49-F238E27FC236}">
                  <a16:creationId xmlns:a16="http://schemas.microsoft.com/office/drawing/2014/main" id="{3060B96B-9F91-42B9-89A6-DDA0BFD23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4067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63" name="Rectangle 86">
              <a:extLst>
                <a:ext uri="{FF2B5EF4-FFF2-40B4-BE49-F238E27FC236}">
                  <a16:creationId xmlns:a16="http://schemas.microsoft.com/office/drawing/2014/main" id="{3B3B9063-ECE2-47D1-9925-7D61A284F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64" name="Rectangle 88">
              <a:extLst>
                <a:ext uri="{FF2B5EF4-FFF2-40B4-BE49-F238E27FC236}">
                  <a16:creationId xmlns:a16="http://schemas.microsoft.com/office/drawing/2014/main" id="{A5C619B5-7C02-425A-8D30-275B42EEB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65" name="Rectangle 89">
              <a:extLst>
                <a:ext uri="{FF2B5EF4-FFF2-40B4-BE49-F238E27FC236}">
                  <a16:creationId xmlns:a16="http://schemas.microsoft.com/office/drawing/2014/main" id="{D8CBF9B5-E622-43A9-9FD1-C10BBBFD8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705225"/>
              <a:ext cx="11112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66" name="Rectangle 90">
              <a:extLst>
                <a:ext uri="{FF2B5EF4-FFF2-40B4-BE49-F238E27FC236}">
                  <a16:creationId xmlns:a16="http://schemas.microsoft.com/office/drawing/2014/main" id="{FC178C69-CF60-4B38-B177-1C59EAB1A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67" name="Rectangle 91">
              <a:extLst>
                <a:ext uri="{FF2B5EF4-FFF2-40B4-BE49-F238E27FC236}">
                  <a16:creationId xmlns:a16="http://schemas.microsoft.com/office/drawing/2014/main" id="{49B4C180-0465-4613-AD79-F45B1A18C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68" name="Rectangle 92">
              <a:extLst>
                <a:ext uri="{FF2B5EF4-FFF2-40B4-BE49-F238E27FC236}">
                  <a16:creationId xmlns:a16="http://schemas.microsoft.com/office/drawing/2014/main" id="{D9D40284-2241-4438-8033-62418355D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7115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69" name="Rectangle 99">
              <a:extLst>
                <a:ext uri="{FF2B5EF4-FFF2-40B4-BE49-F238E27FC236}">
                  <a16:creationId xmlns:a16="http://schemas.microsoft.com/office/drawing/2014/main" id="{E399193A-16BE-4B38-A464-33B57C156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70" name="Rectangle 101">
              <a:extLst>
                <a:ext uri="{FF2B5EF4-FFF2-40B4-BE49-F238E27FC236}">
                  <a16:creationId xmlns:a16="http://schemas.microsoft.com/office/drawing/2014/main" id="{329B7AB0-0B3B-4216-86B4-018D047A6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71" name="Rectangle 102">
              <a:extLst>
                <a:ext uri="{FF2B5EF4-FFF2-40B4-BE49-F238E27FC236}">
                  <a16:creationId xmlns:a16="http://schemas.microsoft.com/office/drawing/2014/main" id="{82BC607C-4973-4C23-82E0-FD0FCC5F2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4068763"/>
              <a:ext cx="58308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072" name="Rectangle 103">
              <a:extLst>
                <a:ext uri="{FF2B5EF4-FFF2-40B4-BE49-F238E27FC236}">
                  <a16:creationId xmlns:a16="http://schemas.microsoft.com/office/drawing/2014/main" id="{75A9CD32-D93A-4FAA-BFD0-15BD5587B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5000" name="Rectangle 85">
            <a:extLst>
              <a:ext uri="{FF2B5EF4-FFF2-40B4-BE49-F238E27FC236}">
                <a16:creationId xmlns:a16="http://schemas.microsoft.com/office/drawing/2014/main" id="{1880CC97-4533-494E-AE28-1054D9825E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900" y="1574800"/>
            <a:ext cx="1824038" cy="14684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7" name="Rectangle 2">
            <a:extLst>
              <a:ext uri="{FF2B5EF4-FFF2-40B4-BE49-F238E27FC236}">
                <a16:creationId xmlns:a16="http://schemas.microsoft.com/office/drawing/2014/main" id="{2BF88830-7615-41E5-88C2-D4D7735316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excitation table</a:t>
            </a:r>
          </a:p>
        </p:txBody>
      </p:sp>
      <p:sp>
        <p:nvSpPr>
          <p:cNvPr id="86018" name="TextBox 76">
            <a:extLst>
              <a:ext uri="{FF2B5EF4-FFF2-40B4-BE49-F238E27FC236}">
                <a16:creationId xmlns:a16="http://schemas.microsoft.com/office/drawing/2014/main" id="{7E32B051-D2C8-49C5-A473-00D26648BB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5281613"/>
            <a:ext cx="12255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86019" name="TextBox 77">
            <a:extLst>
              <a:ext uri="{FF2B5EF4-FFF2-40B4-BE49-F238E27FC236}">
                <a16:creationId xmlns:a16="http://schemas.microsoft.com/office/drawing/2014/main" id="{585B69EC-107A-44A4-8B0D-2742ADD33B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875" y="1633538"/>
            <a:ext cx="103028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</a:t>
            </a:r>
            <a:endParaRPr kumimoji="0" lang="en-US" altLang="en-US" sz="2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6020" name="Group 79">
            <a:extLst>
              <a:ext uri="{FF2B5EF4-FFF2-40B4-BE49-F238E27FC236}">
                <a16:creationId xmlns:a16="http://schemas.microsoft.com/office/drawing/2014/main" id="{C372ACF7-C167-4405-B954-3DAC8B77D29E}"/>
              </a:ext>
            </a:extLst>
          </p:cNvPr>
          <p:cNvGrpSpPr>
            <a:grpSpLocks/>
          </p:cNvGrpSpPr>
          <p:nvPr/>
        </p:nvGrpSpPr>
        <p:grpSpPr bwMode="auto">
          <a:xfrm>
            <a:off x="611188" y="4144963"/>
            <a:ext cx="1082675" cy="461962"/>
            <a:chOff x="4636811" y="5891761"/>
            <a:chExt cx="1082348" cy="461665"/>
          </a:xfrm>
        </p:grpSpPr>
        <p:sp>
          <p:nvSpPr>
            <p:cNvPr id="86116" name="TextBox 82">
              <a:extLst>
                <a:ext uri="{FF2B5EF4-FFF2-40B4-BE49-F238E27FC236}">
                  <a16:creationId xmlns:a16="http://schemas.microsoft.com/office/drawing/2014/main" id="{7036DCCB-AC75-4D84-A74C-9DC2FA29AB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811" y="5891761"/>
              <a:ext cx="108234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</a:t>
              </a:r>
              <a:endPara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86117" name="Straight Connector 86">
              <a:extLst>
                <a:ext uri="{FF2B5EF4-FFF2-40B4-BE49-F238E27FC236}">
                  <a16:creationId xmlns:a16="http://schemas.microsoft.com/office/drawing/2014/main" id="{1F20652E-BAED-4125-85D0-923E29111A0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368427" y="5964739"/>
              <a:ext cx="22853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6021" name="TextBox 87">
            <a:extLst>
              <a:ext uri="{FF2B5EF4-FFF2-40B4-BE49-F238E27FC236}">
                <a16:creationId xmlns:a16="http://schemas.microsoft.com/office/drawing/2014/main" id="{F468259F-DB02-437D-8979-6369C888CE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" y="3433763"/>
            <a:ext cx="13795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grpSp>
        <p:nvGrpSpPr>
          <p:cNvPr id="86022" name="Group 89">
            <a:extLst>
              <a:ext uri="{FF2B5EF4-FFF2-40B4-BE49-F238E27FC236}">
                <a16:creationId xmlns:a16="http://schemas.microsoft.com/office/drawing/2014/main" id="{41E0D983-D5B2-408E-95ED-ECD3AF755FE7}"/>
              </a:ext>
            </a:extLst>
          </p:cNvPr>
          <p:cNvGrpSpPr>
            <a:grpSpLocks/>
          </p:cNvGrpSpPr>
          <p:nvPr/>
        </p:nvGrpSpPr>
        <p:grpSpPr bwMode="auto">
          <a:xfrm>
            <a:off x="598488" y="2359025"/>
            <a:ext cx="1695450" cy="460375"/>
            <a:chOff x="6895289" y="6215149"/>
            <a:chExt cx="1695847" cy="461665"/>
          </a:xfrm>
        </p:grpSpPr>
        <p:sp>
          <p:nvSpPr>
            <p:cNvPr id="86113" name="TextBox 92">
              <a:extLst>
                <a:ext uri="{FF2B5EF4-FFF2-40B4-BE49-F238E27FC236}">
                  <a16:creationId xmlns:a16="http://schemas.microsoft.com/office/drawing/2014/main" id="{5F92D74E-AD43-4629-ADB9-F6807BECD4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5289" y="6215149"/>
              <a:ext cx="169584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 +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86114" name="Straight Connector 93">
              <a:extLst>
                <a:ext uri="{FF2B5EF4-FFF2-40B4-BE49-F238E27FC236}">
                  <a16:creationId xmlns:a16="http://schemas.microsoft.com/office/drawing/2014/main" id="{FD4333D9-3FEE-41EC-82B8-F5D52742F2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25710" y="6253356"/>
              <a:ext cx="22865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115" name="Straight Connector 94">
              <a:extLst>
                <a:ext uri="{FF2B5EF4-FFF2-40B4-BE49-F238E27FC236}">
                  <a16:creationId xmlns:a16="http://schemas.microsoft.com/office/drawing/2014/main" id="{53F9948A-3516-431D-A6A7-1F715C8324C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154471" y="6250172"/>
              <a:ext cx="22865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6023" name="Group 95">
            <a:extLst>
              <a:ext uri="{FF2B5EF4-FFF2-40B4-BE49-F238E27FC236}">
                <a16:creationId xmlns:a16="http://schemas.microsoft.com/office/drawing/2014/main" id="{2B7A2145-669A-43D0-8197-A9C99A81364F}"/>
              </a:ext>
            </a:extLst>
          </p:cNvPr>
          <p:cNvGrpSpPr>
            <a:grpSpLocks/>
          </p:cNvGrpSpPr>
          <p:nvPr/>
        </p:nvGrpSpPr>
        <p:grpSpPr bwMode="auto">
          <a:xfrm>
            <a:off x="2954338" y="2154238"/>
            <a:ext cx="5832475" cy="2779712"/>
            <a:chOff x="1747838" y="1301750"/>
            <a:chExt cx="5832475" cy="2779713"/>
          </a:xfrm>
        </p:grpSpPr>
        <p:sp>
          <p:nvSpPr>
            <p:cNvPr id="86025" name="Rectangle 4">
              <a:extLst>
                <a:ext uri="{FF2B5EF4-FFF2-40B4-BE49-F238E27FC236}">
                  <a16:creationId xmlns:a16="http://schemas.microsoft.com/office/drawing/2014/main" id="{B86C08CB-F722-457A-89B5-0AC8ACACA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301750"/>
              <a:ext cx="5830887" cy="111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26" name="Rectangle 5">
              <a:extLst>
                <a:ext uri="{FF2B5EF4-FFF2-40B4-BE49-F238E27FC236}">
                  <a16:creationId xmlns:a16="http://schemas.microsoft.com/office/drawing/2014/main" id="{982D5AD0-82D5-40BB-A98B-A61B3FD7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3128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27" name="Rectangle 6">
              <a:extLst>
                <a:ext uri="{FF2B5EF4-FFF2-40B4-BE49-F238E27FC236}">
                  <a16:creationId xmlns:a16="http://schemas.microsoft.com/office/drawing/2014/main" id="{06E9AAC0-3C07-4026-9CB3-24D7778BA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28" name="Rectangle 7">
              <a:extLst>
                <a:ext uri="{FF2B5EF4-FFF2-40B4-BE49-F238E27FC236}">
                  <a16:creationId xmlns:a16="http://schemas.microsoft.com/office/drawing/2014/main" id="{1B1382B3-C796-4B07-B48E-3CF3D3261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913" y="1519238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29" name="Rectangle 8">
              <a:extLst>
                <a:ext uri="{FF2B5EF4-FFF2-40B4-BE49-F238E27FC236}">
                  <a16:creationId xmlns:a16="http://schemas.microsoft.com/office/drawing/2014/main" id="{6B738027-6503-4BD7-826D-6A215AE52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30" name="Rectangle 9">
              <a:extLst>
                <a:ext uri="{FF2B5EF4-FFF2-40B4-BE49-F238E27FC236}">
                  <a16:creationId xmlns:a16="http://schemas.microsoft.com/office/drawing/2014/main" id="{981D0DFE-BC60-42D2-A326-FF695111E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31" name="Rectangle 10">
              <a:extLst>
                <a:ext uri="{FF2B5EF4-FFF2-40B4-BE49-F238E27FC236}">
                  <a16:creationId xmlns:a16="http://schemas.microsoft.com/office/drawing/2014/main" id="{0287E5A3-6164-40F6-A349-6730FCC9D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782763"/>
              <a:ext cx="36480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32" name="Rectangle 11">
              <a:extLst>
                <a:ext uri="{FF2B5EF4-FFF2-40B4-BE49-F238E27FC236}">
                  <a16:creationId xmlns:a16="http://schemas.microsoft.com/office/drawing/2014/main" id="{A1438B4C-C48F-408B-A19C-7AB97A021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7700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33" name="Rectangle 12">
              <a:extLst>
                <a:ext uri="{FF2B5EF4-FFF2-40B4-BE49-F238E27FC236}">
                  <a16:creationId xmlns:a16="http://schemas.microsoft.com/office/drawing/2014/main" id="{79D7AE5A-B21A-4B9D-A182-27C429E75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1428750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34" name="Rectangle 13">
              <a:extLst>
                <a:ext uri="{FF2B5EF4-FFF2-40B4-BE49-F238E27FC236}">
                  <a16:creationId xmlns:a16="http://schemas.microsoft.com/office/drawing/2014/main" id="{A2632FDD-3899-4C1A-B09E-5BD12A6F8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35" name="Rectangle 14">
              <a:extLst>
                <a:ext uri="{FF2B5EF4-FFF2-40B4-BE49-F238E27FC236}">
                  <a16:creationId xmlns:a16="http://schemas.microsoft.com/office/drawing/2014/main" id="{A343F1AC-57F1-44DF-B457-8D90F27F9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200" y="1885950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36" name="Rectangle 15">
              <a:extLst>
                <a:ext uri="{FF2B5EF4-FFF2-40B4-BE49-F238E27FC236}">
                  <a16:creationId xmlns:a16="http://schemas.microsoft.com/office/drawing/2014/main" id="{48FA5D3D-A307-4795-B8FC-6141AFB81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825" y="18859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37" name="Rectangle 16">
              <a:extLst>
                <a:ext uri="{FF2B5EF4-FFF2-40B4-BE49-F238E27FC236}">
                  <a16:creationId xmlns:a16="http://schemas.microsoft.com/office/drawing/2014/main" id="{FEED5FE3-11EF-4688-BD2E-6195A4B35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175" y="188595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38" name="Rectangle 17">
              <a:extLst>
                <a:ext uri="{FF2B5EF4-FFF2-40B4-BE49-F238E27FC236}">
                  <a16:creationId xmlns:a16="http://schemas.microsoft.com/office/drawing/2014/main" id="{AEB48D7B-52FC-4D26-88AF-691C97BD8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9700" y="18859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39" name="Rectangle 18">
              <a:extLst>
                <a:ext uri="{FF2B5EF4-FFF2-40B4-BE49-F238E27FC236}">
                  <a16:creationId xmlns:a16="http://schemas.microsoft.com/office/drawing/2014/main" id="{2FEF9D50-E942-48E2-90A3-6A5635AFD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275" y="18859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40" name="Rectangle 19">
              <a:extLst>
                <a:ext uri="{FF2B5EF4-FFF2-40B4-BE49-F238E27FC236}">
                  <a16:creationId xmlns:a16="http://schemas.microsoft.com/office/drawing/2014/main" id="{3211A5F1-DABB-4477-9E7B-2D3112060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5450" y="188595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41" name="Rectangle 20">
              <a:extLst>
                <a:ext uri="{FF2B5EF4-FFF2-40B4-BE49-F238E27FC236}">
                  <a16:creationId xmlns:a16="http://schemas.microsoft.com/office/drawing/2014/main" id="{20E63A9D-0DAE-4943-B7EE-D411780D7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42" name="Rectangle 21">
              <a:extLst>
                <a:ext uri="{FF2B5EF4-FFF2-40B4-BE49-F238E27FC236}">
                  <a16:creationId xmlns:a16="http://schemas.microsoft.com/office/drawing/2014/main" id="{A6B8144B-ED2A-4DDD-8B68-BC7F6F75A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3738" y="18859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43" name="Rectangle 22">
              <a:extLst>
                <a:ext uri="{FF2B5EF4-FFF2-40B4-BE49-F238E27FC236}">
                  <a16:creationId xmlns:a16="http://schemas.microsoft.com/office/drawing/2014/main" id="{F22A1F1A-A2F8-451E-A976-494F78876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44" name="Rectangle 23">
              <a:extLst>
                <a:ext uri="{FF2B5EF4-FFF2-40B4-BE49-F238E27FC236}">
                  <a16:creationId xmlns:a16="http://schemas.microsoft.com/office/drawing/2014/main" id="{0C2550FA-43CA-45D3-8B6E-8F28BD90F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239963"/>
              <a:ext cx="36480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45" name="Rectangle 24">
              <a:extLst>
                <a:ext uri="{FF2B5EF4-FFF2-40B4-BE49-F238E27FC236}">
                  <a16:creationId xmlns:a16="http://schemas.microsoft.com/office/drawing/2014/main" id="{4EBA73FE-B8B0-47E9-B987-3BDC6B406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2272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46" name="Rectangle 25">
              <a:extLst>
                <a:ext uri="{FF2B5EF4-FFF2-40B4-BE49-F238E27FC236}">
                  <a16:creationId xmlns:a16="http://schemas.microsoft.com/office/drawing/2014/main" id="{5C869A7C-46B3-4DD8-ADBF-235F4AC1B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4650" y="179387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47" name="Rectangle 26">
              <a:extLst>
                <a:ext uri="{FF2B5EF4-FFF2-40B4-BE49-F238E27FC236}">
                  <a16:creationId xmlns:a16="http://schemas.microsoft.com/office/drawing/2014/main" id="{BA8261C9-9081-486F-97C9-528924007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100" y="219710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48" name="Rectangle 27">
              <a:extLst>
                <a:ext uri="{FF2B5EF4-FFF2-40B4-BE49-F238E27FC236}">
                  <a16:creationId xmlns:a16="http://schemas.microsoft.com/office/drawing/2014/main" id="{BAA0DFB8-4166-4B7B-A906-6D9F99C65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513" y="22955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49" name="Rectangle 28">
              <a:extLst>
                <a:ext uri="{FF2B5EF4-FFF2-40B4-BE49-F238E27FC236}">
                  <a16:creationId xmlns:a16="http://schemas.microsoft.com/office/drawing/2014/main" id="{B50F05FF-ABF4-4E57-AE8E-A538C407C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225" y="219710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50" name="Rectangle 29">
              <a:extLst>
                <a:ext uri="{FF2B5EF4-FFF2-40B4-BE49-F238E27FC236}">
                  <a16:creationId xmlns:a16="http://schemas.microsoft.com/office/drawing/2014/main" id="{CBBB453C-80CE-4D9D-8500-C1C04A8D4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51" name="Rectangle 30">
              <a:extLst>
                <a:ext uri="{FF2B5EF4-FFF2-40B4-BE49-F238E27FC236}">
                  <a16:creationId xmlns:a16="http://schemas.microsoft.com/office/drawing/2014/main" id="{C63FAAA1-0848-410D-80D7-9C26574E5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638" y="22955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52" name="Rectangle 31">
              <a:extLst>
                <a:ext uri="{FF2B5EF4-FFF2-40B4-BE49-F238E27FC236}">
                  <a16:creationId xmlns:a16="http://schemas.microsoft.com/office/drawing/2014/main" id="{ED6464EF-DE7B-465B-8E9A-20198269D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250" y="234315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53" name="Rectangle 32">
              <a:extLst>
                <a:ext uri="{FF2B5EF4-FFF2-40B4-BE49-F238E27FC236}">
                  <a16:creationId xmlns:a16="http://schemas.microsoft.com/office/drawing/2014/main" id="{FAFA2330-C4EA-4589-BA89-43746C47F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950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54" name="Rectangle 33">
              <a:extLst>
                <a:ext uri="{FF2B5EF4-FFF2-40B4-BE49-F238E27FC236}">
                  <a16:creationId xmlns:a16="http://schemas.microsoft.com/office/drawing/2014/main" id="{06AAAC6E-2FEE-494E-A7C3-F4FD6BAFA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663" y="2343150"/>
              <a:ext cx="2333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55" name="Rectangle 34">
              <a:extLst>
                <a:ext uri="{FF2B5EF4-FFF2-40B4-BE49-F238E27FC236}">
                  <a16:creationId xmlns:a16="http://schemas.microsoft.com/office/drawing/2014/main" id="{5FA9A74B-ABD9-4C53-92C8-BE1084A37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56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56" name="Rectangle 35">
              <a:extLst>
                <a:ext uri="{FF2B5EF4-FFF2-40B4-BE49-F238E27FC236}">
                  <a16:creationId xmlns:a16="http://schemas.microsoft.com/office/drawing/2014/main" id="{F029297C-4BE3-4CFE-B558-FB286F28D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57" name="Rectangle 36">
              <a:extLst>
                <a:ext uri="{FF2B5EF4-FFF2-40B4-BE49-F238E27FC236}">
                  <a16:creationId xmlns:a16="http://schemas.microsoft.com/office/drawing/2014/main" id="{93D6214E-C760-43BE-9E34-F7B5D18EC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58" name="Rectangle 37">
              <a:extLst>
                <a:ext uri="{FF2B5EF4-FFF2-40B4-BE49-F238E27FC236}">
                  <a16:creationId xmlns:a16="http://schemas.microsoft.com/office/drawing/2014/main" id="{EEAB05D8-317A-407D-8F14-0C1C57170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075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59" name="Rectangle 38">
              <a:extLst>
                <a:ext uri="{FF2B5EF4-FFF2-40B4-BE49-F238E27FC236}">
                  <a16:creationId xmlns:a16="http://schemas.microsoft.com/office/drawing/2014/main" id="{0A1791B8-B758-4B7D-AC3D-F1D4F3256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60" name="Rectangle 39">
              <a:extLst>
                <a:ext uri="{FF2B5EF4-FFF2-40B4-BE49-F238E27FC236}">
                  <a16:creationId xmlns:a16="http://schemas.microsoft.com/office/drawing/2014/main" id="{597F057F-1CA3-4734-BE69-8336C6E66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288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61" name="Rectangle 40">
              <a:extLst>
                <a:ext uri="{FF2B5EF4-FFF2-40B4-BE49-F238E27FC236}">
                  <a16:creationId xmlns:a16="http://schemas.microsoft.com/office/drawing/2014/main" id="{46393A36-297D-476A-B107-1E587C7CB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988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62" name="Rectangle 41">
              <a:extLst>
                <a:ext uri="{FF2B5EF4-FFF2-40B4-BE49-F238E27FC236}">
                  <a16:creationId xmlns:a16="http://schemas.microsoft.com/office/drawing/2014/main" id="{A0AA0ABD-EC4A-4E88-982F-D086FCE53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2700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63" name="Rectangle 42">
              <a:extLst>
                <a:ext uri="{FF2B5EF4-FFF2-40B4-BE49-F238E27FC236}">
                  <a16:creationId xmlns:a16="http://schemas.microsoft.com/office/drawing/2014/main" id="{7B0C2ABF-921F-4C40-B7AB-2FF30AACA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64" name="Rectangle 43">
              <a:extLst>
                <a:ext uri="{FF2B5EF4-FFF2-40B4-BE49-F238E27FC236}">
                  <a16:creationId xmlns:a16="http://schemas.microsoft.com/office/drawing/2014/main" id="{A2497744-389E-4E41-99E1-18C5299EA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65" name="Rectangle 44">
              <a:extLst>
                <a:ext uri="{FF2B5EF4-FFF2-40B4-BE49-F238E27FC236}">
                  <a16:creationId xmlns:a16="http://schemas.microsoft.com/office/drawing/2014/main" id="{28B3AA7F-2068-4076-B9D4-37128E984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661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66" name="Rectangle 45">
              <a:extLst>
                <a:ext uri="{FF2B5EF4-FFF2-40B4-BE49-F238E27FC236}">
                  <a16:creationId xmlns:a16="http://schemas.microsoft.com/office/drawing/2014/main" id="{82B4084D-03F0-476A-919F-04DA05276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9325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67" name="Rectangle 46">
              <a:extLst>
                <a:ext uri="{FF2B5EF4-FFF2-40B4-BE49-F238E27FC236}">
                  <a16:creationId xmlns:a16="http://schemas.microsoft.com/office/drawing/2014/main" id="{D405A8EB-ED19-43BD-9ED8-EEF6F2F63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68" name="Rectangle 47">
              <a:extLst>
                <a:ext uri="{FF2B5EF4-FFF2-40B4-BE49-F238E27FC236}">
                  <a16:creationId xmlns:a16="http://schemas.microsoft.com/office/drawing/2014/main" id="{2FA4F955-C162-4DA9-AC34-74B06F156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5225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69" name="Rectangle 48">
              <a:extLst>
                <a:ext uri="{FF2B5EF4-FFF2-40B4-BE49-F238E27FC236}">
                  <a16:creationId xmlns:a16="http://schemas.microsoft.com/office/drawing/2014/main" id="{FACD3F6D-E351-4FAB-8213-35BEEBF36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70" name="Rectangle 49">
              <a:extLst>
                <a:ext uri="{FF2B5EF4-FFF2-40B4-BE49-F238E27FC236}">
                  <a16:creationId xmlns:a16="http://schemas.microsoft.com/office/drawing/2014/main" id="{DF8F3CD5-7C3E-4EDC-BF18-A77D4A803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697163"/>
              <a:ext cx="58308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71" name="Rectangle 50">
              <a:extLst>
                <a:ext uri="{FF2B5EF4-FFF2-40B4-BE49-F238E27FC236}">
                  <a16:creationId xmlns:a16="http://schemas.microsoft.com/office/drawing/2014/main" id="{528F13AF-1285-4249-BE10-2F98DD785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713038"/>
              <a:ext cx="11112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72" name="Rectangle 51">
              <a:extLst>
                <a:ext uri="{FF2B5EF4-FFF2-40B4-BE49-F238E27FC236}">
                  <a16:creationId xmlns:a16="http://schemas.microsoft.com/office/drawing/2014/main" id="{89A43840-D7B9-46D8-9FA8-8879BFB6B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1825" y="2197100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73" name="Rectangle 52">
              <a:extLst>
                <a:ext uri="{FF2B5EF4-FFF2-40B4-BE49-F238E27FC236}">
                  <a16:creationId xmlns:a16="http://schemas.microsoft.com/office/drawing/2014/main" id="{7D0CF9CB-4365-4DB7-B8AC-2834E9A12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74" name="Rectangle 53">
              <a:extLst>
                <a:ext uri="{FF2B5EF4-FFF2-40B4-BE49-F238E27FC236}">
                  <a16:creationId xmlns:a16="http://schemas.microsoft.com/office/drawing/2014/main" id="{FEFD8212-CAC6-4FD3-BE28-AC2B0094F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27987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75" name="Rectangle 55">
              <a:extLst>
                <a:ext uri="{FF2B5EF4-FFF2-40B4-BE49-F238E27FC236}">
                  <a16:creationId xmlns:a16="http://schemas.microsoft.com/office/drawing/2014/main" id="{3E4E61B9-CB53-420C-9A9B-A2AD65C38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07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76" name="Rectangle 56">
              <a:extLst>
                <a:ext uri="{FF2B5EF4-FFF2-40B4-BE49-F238E27FC236}">
                  <a16:creationId xmlns:a16="http://schemas.microsoft.com/office/drawing/2014/main" id="{6A55A0DB-C282-407C-8D42-3942A570B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57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77" name="Rectangle 59">
              <a:extLst>
                <a:ext uri="{FF2B5EF4-FFF2-40B4-BE49-F238E27FC236}">
                  <a16:creationId xmlns:a16="http://schemas.microsoft.com/office/drawing/2014/main" id="{20774197-8985-4607-8173-9FB8472CD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97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78" name="Rectangle 60">
              <a:extLst>
                <a:ext uri="{FF2B5EF4-FFF2-40B4-BE49-F238E27FC236}">
                  <a16:creationId xmlns:a16="http://schemas.microsoft.com/office/drawing/2014/main" id="{BB5B8D3E-FF07-40F2-BAE0-CFDECAC87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79" name="Rectangle 61">
              <a:extLst>
                <a:ext uri="{FF2B5EF4-FFF2-40B4-BE49-F238E27FC236}">
                  <a16:creationId xmlns:a16="http://schemas.microsoft.com/office/drawing/2014/main" id="{71D6A791-0F57-4FCB-9D36-3543FF197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647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80" name="Rectangle 62">
              <a:extLst>
                <a:ext uri="{FF2B5EF4-FFF2-40B4-BE49-F238E27FC236}">
                  <a16:creationId xmlns:a16="http://schemas.microsoft.com/office/drawing/2014/main" id="{1FE13F18-EB80-4384-A01B-4151CE81E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81" name="Rectangle 63">
              <a:extLst>
                <a:ext uri="{FF2B5EF4-FFF2-40B4-BE49-F238E27FC236}">
                  <a16:creationId xmlns:a16="http://schemas.microsoft.com/office/drawing/2014/main" id="{77573B75-7FB1-4F5F-A799-F9D4FA4D1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090863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82" name="Rectangle 64">
              <a:extLst>
                <a:ext uri="{FF2B5EF4-FFF2-40B4-BE49-F238E27FC236}">
                  <a16:creationId xmlns:a16="http://schemas.microsoft.com/office/drawing/2014/main" id="{AA8E3927-DB4F-4782-9C72-0C1D4C6D3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83" name="Rectangle 65">
              <a:extLst>
                <a:ext uri="{FF2B5EF4-FFF2-40B4-BE49-F238E27FC236}">
                  <a16:creationId xmlns:a16="http://schemas.microsoft.com/office/drawing/2014/main" id="{FC47267F-4C36-4CB8-A376-2DEAADB9F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84" name="Rectangle 66">
              <a:extLst>
                <a:ext uri="{FF2B5EF4-FFF2-40B4-BE49-F238E27FC236}">
                  <a16:creationId xmlns:a16="http://schemas.microsoft.com/office/drawing/2014/main" id="{4DE9327E-49C7-4927-8420-D3D5A9F9B7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1019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85" name="Rectangle 68">
              <a:extLst>
                <a:ext uri="{FF2B5EF4-FFF2-40B4-BE49-F238E27FC236}">
                  <a16:creationId xmlns:a16="http://schemas.microsoft.com/office/drawing/2014/main" id="{C573608C-30B8-424E-9F85-76E8514CF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07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86" name="Rectangle 69">
              <a:extLst>
                <a:ext uri="{FF2B5EF4-FFF2-40B4-BE49-F238E27FC236}">
                  <a16:creationId xmlns:a16="http://schemas.microsoft.com/office/drawing/2014/main" id="{BE739738-0957-4997-B0BD-C403DA8CF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57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87" name="Rectangle 72">
              <a:extLst>
                <a:ext uri="{FF2B5EF4-FFF2-40B4-BE49-F238E27FC236}">
                  <a16:creationId xmlns:a16="http://schemas.microsoft.com/office/drawing/2014/main" id="{6895C340-40C6-416C-82B7-03F238C68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97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88" name="Rectangle 73">
              <a:extLst>
                <a:ext uri="{FF2B5EF4-FFF2-40B4-BE49-F238E27FC236}">
                  <a16:creationId xmlns:a16="http://schemas.microsoft.com/office/drawing/2014/main" id="{DF9916D2-19A0-41CB-A4B7-92151937F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89" name="Rectangle 74">
              <a:extLst>
                <a:ext uri="{FF2B5EF4-FFF2-40B4-BE49-F238E27FC236}">
                  <a16:creationId xmlns:a16="http://schemas.microsoft.com/office/drawing/2014/main" id="{F02B0504-E6A9-419D-A83F-9D12A1B29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647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90" name="Rectangle 75">
              <a:extLst>
                <a:ext uri="{FF2B5EF4-FFF2-40B4-BE49-F238E27FC236}">
                  <a16:creationId xmlns:a16="http://schemas.microsoft.com/office/drawing/2014/main" id="{3CD46937-0D1E-41EF-8D4B-232A015FC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91" name="Rectangle 76">
              <a:extLst>
                <a:ext uri="{FF2B5EF4-FFF2-40B4-BE49-F238E27FC236}">
                  <a16:creationId xmlns:a16="http://schemas.microsoft.com/office/drawing/2014/main" id="{2CB0850F-9144-4874-9549-2604F84E4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395663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92" name="Rectangle 77">
              <a:extLst>
                <a:ext uri="{FF2B5EF4-FFF2-40B4-BE49-F238E27FC236}">
                  <a16:creationId xmlns:a16="http://schemas.microsoft.com/office/drawing/2014/main" id="{705D5465-81E2-4D76-B1CD-AA32B04BF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93" name="Rectangle 78">
              <a:extLst>
                <a:ext uri="{FF2B5EF4-FFF2-40B4-BE49-F238E27FC236}">
                  <a16:creationId xmlns:a16="http://schemas.microsoft.com/office/drawing/2014/main" id="{F3422DC0-ECA1-4076-94ED-9101938B9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94" name="Rectangle 79">
              <a:extLst>
                <a:ext uri="{FF2B5EF4-FFF2-40B4-BE49-F238E27FC236}">
                  <a16:creationId xmlns:a16="http://schemas.microsoft.com/office/drawing/2014/main" id="{C4CC284E-B749-480D-8C5D-1415CE1E9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4067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95" name="Rectangle 81">
              <a:extLst>
                <a:ext uri="{FF2B5EF4-FFF2-40B4-BE49-F238E27FC236}">
                  <a16:creationId xmlns:a16="http://schemas.microsoft.com/office/drawing/2014/main" id="{8C6D5AE9-3943-4577-9067-0ADF83AA4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07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96" name="Rectangle 82">
              <a:extLst>
                <a:ext uri="{FF2B5EF4-FFF2-40B4-BE49-F238E27FC236}">
                  <a16:creationId xmlns:a16="http://schemas.microsoft.com/office/drawing/2014/main" id="{9FF571AC-1F83-4A3B-B548-6A5268E98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57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97" name="Rectangle 85">
              <a:extLst>
                <a:ext uri="{FF2B5EF4-FFF2-40B4-BE49-F238E27FC236}">
                  <a16:creationId xmlns:a16="http://schemas.microsoft.com/office/drawing/2014/main" id="{103846E9-0263-4865-8481-A8E2ED4D6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97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98" name="Rectangle 86">
              <a:extLst>
                <a:ext uri="{FF2B5EF4-FFF2-40B4-BE49-F238E27FC236}">
                  <a16:creationId xmlns:a16="http://schemas.microsoft.com/office/drawing/2014/main" id="{72AE9733-2F16-45EA-B805-5795EAA4E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099" name="Rectangle 87">
              <a:extLst>
                <a:ext uri="{FF2B5EF4-FFF2-40B4-BE49-F238E27FC236}">
                  <a16:creationId xmlns:a16="http://schemas.microsoft.com/office/drawing/2014/main" id="{27116F3E-77EF-437B-A4F7-3962BACC2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647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100" name="Rectangle 88">
              <a:extLst>
                <a:ext uri="{FF2B5EF4-FFF2-40B4-BE49-F238E27FC236}">
                  <a16:creationId xmlns:a16="http://schemas.microsoft.com/office/drawing/2014/main" id="{9E5C788E-8738-4722-947F-A9D7EBA45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101" name="Rectangle 89">
              <a:extLst>
                <a:ext uri="{FF2B5EF4-FFF2-40B4-BE49-F238E27FC236}">
                  <a16:creationId xmlns:a16="http://schemas.microsoft.com/office/drawing/2014/main" id="{425EB7DB-584B-47AB-A656-F7F967DAC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705225"/>
              <a:ext cx="11112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102" name="Rectangle 90">
              <a:extLst>
                <a:ext uri="{FF2B5EF4-FFF2-40B4-BE49-F238E27FC236}">
                  <a16:creationId xmlns:a16="http://schemas.microsoft.com/office/drawing/2014/main" id="{3CE7997C-453D-4DE9-AE78-E9DA7833B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103" name="Rectangle 91">
              <a:extLst>
                <a:ext uri="{FF2B5EF4-FFF2-40B4-BE49-F238E27FC236}">
                  <a16:creationId xmlns:a16="http://schemas.microsoft.com/office/drawing/2014/main" id="{FFF21066-A495-43B8-9AD5-56B720C8F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104" name="Rectangle 92">
              <a:extLst>
                <a:ext uri="{FF2B5EF4-FFF2-40B4-BE49-F238E27FC236}">
                  <a16:creationId xmlns:a16="http://schemas.microsoft.com/office/drawing/2014/main" id="{253AF80C-E0F4-459F-BE62-19DB29951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7115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105" name="Rectangle 94">
              <a:extLst>
                <a:ext uri="{FF2B5EF4-FFF2-40B4-BE49-F238E27FC236}">
                  <a16:creationId xmlns:a16="http://schemas.microsoft.com/office/drawing/2014/main" id="{3B259708-FF35-4C7A-8AD3-8A7523F53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07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106" name="Rectangle 95">
              <a:extLst>
                <a:ext uri="{FF2B5EF4-FFF2-40B4-BE49-F238E27FC236}">
                  <a16:creationId xmlns:a16="http://schemas.microsoft.com/office/drawing/2014/main" id="{E375F5A7-20A8-45E4-9319-058652D1B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57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107" name="Rectangle 98">
              <a:extLst>
                <a:ext uri="{FF2B5EF4-FFF2-40B4-BE49-F238E27FC236}">
                  <a16:creationId xmlns:a16="http://schemas.microsoft.com/office/drawing/2014/main" id="{C7502D73-AA81-4DF8-BAB2-8F2ADF0CE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97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108" name="Rectangle 99">
              <a:extLst>
                <a:ext uri="{FF2B5EF4-FFF2-40B4-BE49-F238E27FC236}">
                  <a16:creationId xmlns:a16="http://schemas.microsoft.com/office/drawing/2014/main" id="{8011F23D-7E45-4F66-AF29-7519B1C7D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109" name="Rectangle 100">
              <a:extLst>
                <a:ext uri="{FF2B5EF4-FFF2-40B4-BE49-F238E27FC236}">
                  <a16:creationId xmlns:a16="http://schemas.microsoft.com/office/drawing/2014/main" id="{8CF6F514-8229-47E9-BBC0-12160D3A5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647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110" name="Rectangle 101">
              <a:extLst>
                <a:ext uri="{FF2B5EF4-FFF2-40B4-BE49-F238E27FC236}">
                  <a16:creationId xmlns:a16="http://schemas.microsoft.com/office/drawing/2014/main" id="{2E0260BB-1D1A-4C02-9D3A-9D0C3D209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111" name="Rectangle 102">
              <a:extLst>
                <a:ext uri="{FF2B5EF4-FFF2-40B4-BE49-F238E27FC236}">
                  <a16:creationId xmlns:a16="http://schemas.microsoft.com/office/drawing/2014/main" id="{CF854CF1-6802-4ADE-8E75-4CA0F170B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4068763"/>
              <a:ext cx="58308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112" name="Rectangle 103">
              <a:extLst>
                <a:ext uri="{FF2B5EF4-FFF2-40B4-BE49-F238E27FC236}">
                  <a16:creationId xmlns:a16="http://schemas.microsoft.com/office/drawing/2014/main" id="{D9F702C3-CA1E-438A-AE04-219F26FCF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6024" name="Rectangle 197">
            <a:extLst>
              <a:ext uri="{FF2B5EF4-FFF2-40B4-BE49-F238E27FC236}">
                <a16:creationId xmlns:a16="http://schemas.microsoft.com/office/drawing/2014/main" id="{9C60B7F2-12E6-445E-8C82-70C854F80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900" y="1574800"/>
            <a:ext cx="1824038" cy="14684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Rectangle 2">
            <a:extLst>
              <a:ext uri="{FF2B5EF4-FFF2-40B4-BE49-F238E27FC236}">
                <a16:creationId xmlns:a16="http://schemas.microsoft.com/office/drawing/2014/main" id="{7FB7FB96-C32B-49BD-84F9-54677447B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excitation table</a:t>
            </a:r>
          </a:p>
        </p:txBody>
      </p:sp>
      <p:sp>
        <p:nvSpPr>
          <p:cNvPr id="87042" name="TextBox 76">
            <a:extLst>
              <a:ext uri="{FF2B5EF4-FFF2-40B4-BE49-F238E27FC236}">
                <a16:creationId xmlns:a16="http://schemas.microsoft.com/office/drawing/2014/main" id="{E8B3DF51-A7E4-4EBE-8DA6-9DCAD0AB59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5281613"/>
            <a:ext cx="12255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87043" name="TextBox 77">
            <a:extLst>
              <a:ext uri="{FF2B5EF4-FFF2-40B4-BE49-F238E27FC236}">
                <a16:creationId xmlns:a16="http://schemas.microsoft.com/office/drawing/2014/main" id="{32109222-F030-45FE-BA6B-4834A61E65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875" y="1633538"/>
            <a:ext cx="103028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</a:t>
            </a:r>
            <a:endParaRPr kumimoji="0" lang="en-US" altLang="en-US" sz="2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7044" name="Group 79">
            <a:extLst>
              <a:ext uri="{FF2B5EF4-FFF2-40B4-BE49-F238E27FC236}">
                <a16:creationId xmlns:a16="http://schemas.microsoft.com/office/drawing/2014/main" id="{F0344FD7-0A3C-4D25-B15D-76649F31AD7F}"/>
              </a:ext>
            </a:extLst>
          </p:cNvPr>
          <p:cNvGrpSpPr>
            <a:grpSpLocks/>
          </p:cNvGrpSpPr>
          <p:nvPr/>
        </p:nvGrpSpPr>
        <p:grpSpPr bwMode="auto">
          <a:xfrm>
            <a:off x="611188" y="4144963"/>
            <a:ext cx="1082675" cy="461962"/>
            <a:chOff x="4636811" y="5891761"/>
            <a:chExt cx="1082348" cy="461665"/>
          </a:xfrm>
        </p:grpSpPr>
        <p:sp>
          <p:nvSpPr>
            <p:cNvPr id="87140" name="TextBox 82">
              <a:extLst>
                <a:ext uri="{FF2B5EF4-FFF2-40B4-BE49-F238E27FC236}">
                  <a16:creationId xmlns:a16="http://schemas.microsoft.com/office/drawing/2014/main" id="{80D68442-E0A6-449A-97F7-F37A90140A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811" y="5891761"/>
              <a:ext cx="108234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</a:t>
              </a:r>
              <a:endPara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87141" name="Straight Connector 86">
              <a:extLst>
                <a:ext uri="{FF2B5EF4-FFF2-40B4-BE49-F238E27FC236}">
                  <a16:creationId xmlns:a16="http://schemas.microsoft.com/office/drawing/2014/main" id="{DA610B01-0F9B-4D00-93AB-AD76A95A52D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368427" y="5964739"/>
              <a:ext cx="22853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7045" name="TextBox 87">
            <a:extLst>
              <a:ext uri="{FF2B5EF4-FFF2-40B4-BE49-F238E27FC236}">
                <a16:creationId xmlns:a16="http://schemas.microsoft.com/office/drawing/2014/main" id="{8BFAD6D9-41ED-4287-AB89-3B29B33DBC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" y="3433763"/>
            <a:ext cx="13795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grpSp>
        <p:nvGrpSpPr>
          <p:cNvPr id="87046" name="Group 89">
            <a:extLst>
              <a:ext uri="{FF2B5EF4-FFF2-40B4-BE49-F238E27FC236}">
                <a16:creationId xmlns:a16="http://schemas.microsoft.com/office/drawing/2014/main" id="{FE58C3E3-60BF-467B-9700-6CFDFBB1B2C7}"/>
              </a:ext>
            </a:extLst>
          </p:cNvPr>
          <p:cNvGrpSpPr>
            <a:grpSpLocks/>
          </p:cNvGrpSpPr>
          <p:nvPr/>
        </p:nvGrpSpPr>
        <p:grpSpPr bwMode="auto">
          <a:xfrm>
            <a:off x="598488" y="2359025"/>
            <a:ext cx="1695450" cy="460375"/>
            <a:chOff x="6895289" y="6215149"/>
            <a:chExt cx="1695847" cy="461665"/>
          </a:xfrm>
        </p:grpSpPr>
        <p:sp>
          <p:nvSpPr>
            <p:cNvPr id="87137" name="TextBox 92">
              <a:extLst>
                <a:ext uri="{FF2B5EF4-FFF2-40B4-BE49-F238E27FC236}">
                  <a16:creationId xmlns:a16="http://schemas.microsoft.com/office/drawing/2014/main" id="{CAFAD86A-3FF8-4662-9901-B1FADB71F8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5289" y="6215149"/>
              <a:ext cx="169584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 +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87138" name="Straight Connector 93">
              <a:extLst>
                <a:ext uri="{FF2B5EF4-FFF2-40B4-BE49-F238E27FC236}">
                  <a16:creationId xmlns:a16="http://schemas.microsoft.com/office/drawing/2014/main" id="{B828F8E1-B15D-4D3E-B4D3-1E1BA41DC74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25710" y="6253356"/>
              <a:ext cx="22865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139" name="Straight Connector 94">
              <a:extLst>
                <a:ext uri="{FF2B5EF4-FFF2-40B4-BE49-F238E27FC236}">
                  <a16:creationId xmlns:a16="http://schemas.microsoft.com/office/drawing/2014/main" id="{3D51646F-5004-4B18-8358-E527AA4FA00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154471" y="6250172"/>
              <a:ext cx="22865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47" name="Group 95">
            <a:extLst>
              <a:ext uri="{FF2B5EF4-FFF2-40B4-BE49-F238E27FC236}">
                <a16:creationId xmlns:a16="http://schemas.microsoft.com/office/drawing/2014/main" id="{9C05D06F-8964-4738-9630-BDA715ADB295}"/>
              </a:ext>
            </a:extLst>
          </p:cNvPr>
          <p:cNvGrpSpPr>
            <a:grpSpLocks/>
          </p:cNvGrpSpPr>
          <p:nvPr/>
        </p:nvGrpSpPr>
        <p:grpSpPr bwMode="auto">
          <a:xfrm>
            <a:off x="2954338" y="2154238"/>
            <a:ext cx="5832475" cy="2779712"/>
            <a:chOff x="1747838" y="1301750"/>
            <a:chExt cx="5832475" cy="2779713"/>
          </a:xfrm>
        </p:grpSpPr>
        <p:sp>
          <p:nvSpPr>
            <p:cNvPr id="87049" name="Rectangle 4">
              <a:extLst>
                <a:ext uri="{FF2B5EF4-FFF2-40B4-BE49-F238E27FC236}">
                  <a16:creationId xmlns:a16="http://schemas.microsoft.com/office/drawing/2014/main" id="{FB086A6A-6367-45CE-ADD5-2B3D12FC7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301750"/>
              <a:ext cx="5830887" cy="111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50" name="Rectangle 5">
              <a:extLst>
                <a:ext uri="{FF2B5EF4-FFF2-40B4-BE49-F238E27FC236}">
                  <a16:creationId xmlns:a16="http://schemas.microsoft.com/office/drawing/2014/main" id="{ADF025A9-44D9-4661-B60D-B3CBFA736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3128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51" name="Rectangle 6">
              <a:extLst>
                <a:ext uri="{FF2B5EF4-FFF2-40B4-BE49-F238E27FC236}">
                  <a16:creationId xmlns:a16="http://schemas.microsoft.com/office/drawing/2014/main" id="{A32ED20E-9989-465E-A739-B4E3DB0DE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52" name="Rectangle 7">
              <a:extLst>
                <a:ext uri="{FF2B5EF4-FFF2-40B4-BE49-F238E27FC236}">
                  <a16:creationId xmlns:a16="http://schemas.microsoft.com/office/drawing/2014/main" id="{D39C1C26-1C9F-4EA8-BF01-A967DDD29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913" y="1519238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53" name="Rectangle 8">
              <a:extLst>
                <a:ext uri="{FF2B5EF4-FFF2-40B4-BE49-F238E27FC236}">
                  <a16:creationId xmlns:a16="http://schemas.microsoft.com/office/drawing/2014/main" id="{913E9F49-F55A-4C8E-9706-7D44199CB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54" name="Rectangle 9">
              <a:extLst>
                <a:ext uri="{FF2B5EF4-FFF2-40B4-BE49-F238E27FC236}">
                  <a16:creationId xmlns:a16="http://schemas.microsoft.com/office/drawing/2014/main" id="{0D0710A9-0748-44BC-AE6B-709D80E15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55" name="Rectangle 10">
              <a:extLst>
                <a:ext uri="{FF2B5EF4-FFF2-40B4-BE49-F238E27FC236}">
                  <a16:creationId xmlns:a16="http://schemas.microsoft.com/office/drawing/2014/main" id="{35A486A3-18D6-49DA-A08B-C927AFDC8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782763"/>
              <a:ext cx="36480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56" name="Rectangle 11">
              <a:extLst>
                <a:ext uri="{FF2B5EF4-FFF2-40B4-BE49-F238E27FC236}">
                  <a16:creationId xmlns:a16="http://schemas.microsoft.com/office/drawing/2014/main" id="{84DC70CB-8CC0-4BAD-9F87-6DA1E3D4A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7700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57" name="Rectangle 12">
              <a:extLst>
                <a:ext uri="{FF2B5EF4-FFF2-40B4-BE49-F238E27FC236}">
                  <a16:creationId xmlns:a16="http://schemas.microsoft.com/office/drawing/2014/main" id="{8C032089-8CA9-449E-BA10-3514451F3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1428750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58" name="Rectangle 13">
              <a:extLst>
                <a:ext uri="{FF2B5EF4-FFF2-40B4-BE49-F238E27FC236}">
                  <a16:creationId xmlns:a16="http://schemas.microsoft.com/office/drawing/2014/main" id="{989BE3B9-C7ED-4110-9200-CC5CAE0B9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59" name="Rectangle 14">
              <a:extLst>
                <a:ext uri="{FF2B5EF4-FFF2-40B4-BE49-F238E27FC236}">
                  <a16:creationId xmlns:a16="http://schemas.microsoft.com/office/drawing/2014/main" id="{017CC216-CD66-4F8E-A5C6-AA82474D1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200" y="1885950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60" name="Rectangle 15">
              <a:extLst>
                <a:ext uri="{FF2B5EF4-FFF2-40B4-BE49-F238E27FC236}">
                  <a16:creationId xmlns:a16="http://schemas.microsoft.com/office/drawing/2014/main" id="{4DC5B1F6-1C60-49EE-9380-D162D9C4F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825" y="18859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61" name="Rectangle 16">
              <a:extLst>
                <a:ext uri="{FF2B5EF4-FFF2-40B4-BE49-F238E27FC236}">
                  <a16:creationId xmlns:a16="http://schemas.microsoft.com/office/drawing/2014/main" id="{585A3130-688A-415F-96C3-D56517486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175" y="188595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62" name="Rectangle 17">
              <a:extLst>
                <a:ext uri="{FF2B5EF4-FFF2-40B4-BE49-F238E27FC236}">
                  <a16:creationId xmlns:a16="http://schemas.microsoft.com/office/drawing/2014/main" id="{850DB0DF-C7DD-4A50-A6C9-219550D37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9700" y="18859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63" name="Rectangle 18">
              <a:extLst>
                <a:ext uri="{FF2B5EF4-FFF2-40B4-BE49-F238E27FC236}">
                  <a16:creationId xmlns:a16="http://schemas.microsoft.com/office/drawing/2014/main" id="{A5098C4F-8539-40A5-80F2-6EF12A657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275" y="18859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64" name="Rectangle 19">
              <a:extLst>
                <a:ext uri="{FF2B5EF4-FFF2-40B4-BE49-F238E27FC236}">
                  <a16:creationId xmlns:a16="http://schemas.microsoft.com/office/drawing/2014/main" id="{EB662F96-B83D-4279-A5C0-D6C7B2471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5450" y="188595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65" name="Rectangle 20">
              <a:extLst>
                <a:ext uri="{FF2B5EF4-FFF2-40B4-BE49-F238E27FC236}">
                  <a16:creationId xmlns:a16="http://schemas.microsoft.com/office/drawing/2014/main" id="{11FBEF22-079F-485E-AD30-6AF0A62AF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66" name="Rectangle 21">
              <a:extLst>
                <a:ext uri="{FF2B5EF4-FFF2-40B4-BE49-F238E27FC236}">
                  <a16:creationId xmlns:a16="http://schemas.microsoft.com/office/drawing/2014/main" id="{2FED4203-1351-44FA-948C-8AA4B0083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3738" y="18859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67" name="Rectangle 22">
              <a:extLst>
                <a:ext uri="{FF2B5EF4-FFF2-40B4-BE49-F238E27FC236}">
                  <a16:creationId xmlns:a16="http://schemas.microsoft.com/office/drawing/2014/main" id="{9127004A-D2A0-42E1-AE8A-4F12479BC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68" name="Rectangle 23">
              <a:extLst>
                <a:ext uri="{FF2B5EF4-FFF2-40B4-BE49-F238E27FC236}">
                  <a16:creationId xmlns:a16="http://schemas.microsoft.com/office/drawing/2014/main" id="{EC708603-0194-4810-A54E-209354789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239963"/>
              <a:ext cx="36480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69" name="Rectangle 24">
              <a:extLst>
                <a:ext uri="{FF2B5EF4-FFF2-40B4-BE49-F238E27FC236}">
                  <a16:creationId xmlns:a16="http://schemas.microsoft.com/office/drawing/2014/main" id="{DB21FEFB-6C71-49FF-B3C3-4F7BDB719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2272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70" name="Rectangle 25">
              <a:extLst>
                <a:ext uri="{FF2B5EF4-FFF2-40B4-BE49-F238E27FC236}">
                  <a16:creationId xmlns:a16="http://schemas.microsoft.com/office/drawing/2014/main" id="{93C4ECFE-25C7-4579-8E07-FDE08EC03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4650" y="179387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71" name="Rectangle 26">
              <a:extLst>
                <a:ext uri="{FF2B5EF4-FFF2-40B4-BE49-F238E27FC236}">
                  <a16:creationId xmlns:a16="http://schemas.microsoft.com/office/drawing/2014/main" id="{31253FF7-33D6-41A8-8243-DD595AC7F7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100" y="219710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72" name="Rectangle 27">
              <a:extLst>
                <a:ext uri="{FF2B5EF4-FFF2-40B4-BE49-F238E27FC236}">
                  <a16:creationId xmlns:a16="http://schemas.microsoft.com/office/drawing/2014/main" id="{D5C078A5-9874-4120-9005-E0BE86770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513" y="22955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73" name="Rectangle 28">
              <a:extLst>
                <a:ext uri="{FF2B5EF4-FFF2-40B4-BE49-F238E27FC236}">
                  <a16:creationId xmlns:a16="http://schemas.microsoft.com/office/drawing/2014/main" id="{02599643-B3CE-4892-B120-F18565E6F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225" y="219710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74" name="Rectangle 29">
              <a:extLst>
                <a:ext uri="{FF2B5EF4-FFF2-40B4-BE49-F238E27FC236}">
                  <a16:creationId xmlns:a16="http://schemas.microsoft.com/office/drawing/2014/main" id="{BEE0B928-8129-491E-B930-C67574E28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75" name="Rectangle 30">
              <a:extLst>
                <a:ext uri="{FF2B5EF4-FFF2-40B4-BE49-F238E27FC236}">
                  <a16:creationId xmlns:a16="http://schemas.microsoft.com/office/drawing/2014/main" id="{7F93CCBE-DA1C-4DAA-BED7-82DEF19DF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638" y="22955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76" name="Rectangle 31">
              <a:extLst>
                <a:ext uri="{FF2B5EF4-FFF2-40B4-BE49-F238E27FC236}">
                  <a16:creationId xmlns:a16="http://schemas.microsoft.com/office/drawing/2014/main" id="{AFCF3F8C-010B-405B-A6E9-A4E8D9F8C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250" y="234315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77" name="Rectangle 32">
              <a:extLst>
                <a:ext uri="{FF2B5EF4-FFF2-40B4-BE49-F238E27FC236}">
                  <a16:creationId xmlns:a16="http://schemas.microsoft.com/office/drawing/2014/main" id="{F5CC3E91-CEED-41F4-8080-4117C146A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950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78" name="Rectangle 33">
              <a:extLst>
                <a:ext uri="{FF2B5EF4-FFF2-40B4-BE49-F238E27FC236}">
                  <a16:creationId xmlns:a16="http://schemas.microsoft.com/office/drawing/2014/main" id="{0FE955FA-8A1D-4F95-BA3F-F5A15694C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663" y="2343150"/>
              <a:ext cx="2333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79" name="Rectangle 34">
              <a:extLst>
                <a:ext uri="{FF2B5EF4-FFF2-40B4-BE49-F238E27FC236}">
                  <a16:creationId xmlns:a16="http://schemas.microsoft.com/office/drawing/2014/main" id="{7AB1FBBE-9666-436A-8A1A-3BC5E8A65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56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80" name="Rectangle 35">
              <a:extLst>
                <a:ext uri="{FF2B5EF4-FFF2-40B4-BE49-F238E27FC236}">
                  <a16:creationId xmlns:a16="http://schemas.microsoft.com/office/drawing/2014/main" id="{6EA69880-3290-45D8-A222-A0067F849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81" name="Rectangle 36">
              <a:extLst>
                <a:ext uri="{FF2B5EF4-FFF2-40B4-BE49-F238E27FC236}">
                  <a16:creationId xmlns:a16="http://schemas.microsoft.com/office/drawing/2014/main" id="{EF43D3C6-7014-4685-BB9D-F2DC7A776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82" name="Rectangle 37">
              <a:extLst>
                <a:ext uri="{FF2B5EF4-FFF2-40B4-BE49-F238E27FC236}">
                  <a16:creationId xmlns:a16="http://schemas.microsoft.com/office/drawing/2014/main" id="{904F6545-DAA9-4639-91AC-221D5E823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075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83" name="Rectangle 38">
              <a:extLst>
                <a:ext uri="{FF2B5EF4-FFF2-40B4-BE49-F238E27FC236}">
                  <a16:creationId xmlns:a16="http://schemas.microsoft.com/office/drawing/2014/main" id="{7FD1D693-8EE0-43B7-9488-8B22EA8D2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84" name="Rectangle 39">
              <a:extLst>
                <a:ext uri="{FF2B5EF4-FFF2-40B4-BE49-F238E27FC236}">
                  <a16:creationId xmlns:a16="http://schemas.microsoft.com/office/drawing/2014/main" id="{640EDE52-E3CA-45C4-8D07-BF8BDF0C2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288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85" name="Rectangle 40">
              <a:extLst>
                <a:ext uri="{FF2B5EF4-FFF2-40B4-BE49-F238E27FC236}">
                  <a16:creationId xmlns:a16="http://schemas.microsoft.com/office/drawing/2014/main" id="{98340299-DEBC-424E-8055-1E2EFFCF6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988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86" name="Rectangle 41">
              <a:extLst>
                <a:ext uri="{FF2B5EF4-FFF2-40B4-BE49-F238E27FC236}">
                  <a16:creationId xmlns:a16="http://schemas.microsoft.com/office/drawing/2014/main" id="{E9BB689B-6BFA-4CC0-BA9E-5235DD522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2700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87" name="Rectangle 42">
              <a:extLst>
                <a:ext uri="{FF2B5EF4-FFF2-40B4-BE49-F238E27FC236}">
                  <a16:creationId xmlns:a16="http://schemas.microsoft.com/office/drawing/2014/main" id="{248579EA-52BB-472D-A45E-95D743539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88" name="Rectangle 43">
              <a:extLst>
                <a:ext uri="{FF2B5EF4-FFF2-40B4-BE49-F238E27FC236}">
                  <a16:creationId xmlns:a16="http://schemas.microsoft.com/office/drawing/2014/main" id="{7B21D901-4FD7-4710-BE88-8E09F5818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89" name="Rectangle 44">
              <a:extLst>
                <a:ext uri="{FF2B5EF4-FFF2-40B4-BE49-F238E27FC236}">
                  <a16:creationId xmlns:a16="http://schemas.microsoft.com/office/drawing/2014/main" id="{11B95260-E501-4DD6-B7EE-B60CE4255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661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90" name="Rectangle 45">
              <a:extLst>
                <a:ext uri="{FF2B5EF4-FFF2-40B4-BE49-F238E27FC236}">
                  <a16:creationId xmlns:a16="http://schemas.microsoft.com/office/drawing/2014/main" id="{027AEE7F-92E7-432A-A446-94FACB75E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9325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91" name="Rectangle 46">
              <a:extLst>
                <a:ext uri="{FF2B5EF4-FFF2-40B4-BE49-F238E27FC236}">
                  <a16:creationId xmlns:a16="http://schemas.microsoft.com/office/drawing/2014/main" id="{7F865A5D-2C4A-4D5E-A468-7D743AA8F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92" name="Rectangle 47">
              <a:extLst>
                <a:ext uri="{FF2B5EF4-FFF2-40B4-BE49-F238E27FC236}">
                  <a16:creationId xmlns:a16="http://schemas.microsoft.com/office/drawing/2014/main" id="{456CBA3B-ABFF-447C-9285-5BA3F2E50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5225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93" name="Rectangle 48">
              <a:extLst>
                <a:ext uri="{FF2B5EF4-FFF2-40B4-BE49-F238E27FC236}">
                  <a16:creationId xmlns:a16="http://schemas.microsoft.com/office/drawing/2014/main" id="{A4B5BDAD-DBB8-4D9A-88EA-C90E2BBE7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94" name="Rectangle 49">
              <a:extLst>
                <a:ext uri="{FF2B5EF4-FFF2-40B4-BE49-F238E27FC236}">
                  <a16:creationId xmlns:a16="http://schemas.microsoft.com/office/drawing/2014/main" id="{AED6F775-3359-4E7B-8781-04A5CCE0B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697163"/>
              <a:ext cx="58308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95" name="Rectangle 50">
              <a:extLst>
                <a:ext uri="{FF2B5EF4-FFF2-40B4-BE49-F238E27FC236}">
                  <a16:creationId xmlns:a16="http://schemas.microsoft.com/office/drawing/2014/main" id="{3A3B3842-9AC5-48AE-96EA-009D00352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713038"/>
              <a:ext cx="11112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96" name="Rectangle 51">
              <a:extLst>
                <a:ext uri="{FF2B5EF4-FFF2-40B4-BE49-F238E27FC236}">
                  <a16:creationId xmlns:a16="http://schemas.microsoft.com/office/drawing/2014/main" id="{E1A9F0CC-B267-4EE2-B793-73E400993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1825" y="2197100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97" name="Rectangle 52">
              <a:extLst>
                <a:ext uri="{FF2B5EF4-FFF2-40B4-BE49-F238E27FC236}">
                  <a16:creationId xmlns:a16="http://schemas.microsoft.com/office/drawing/2014/main" id="{65C78532-1200-481E-AF2A-1D7B16276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98" name="Rectangle 53">
              <a:extLst>
                <a:ext uri="{FF2B5EF4-FFF2-40B4-BE49-F238E27FC236}">
                  <a16:creationId xmlns:a16="http://schemas.microsoft.com/office/drawing/2014/main" id="{2EB76DB0-8C80-4E9F-AE31-9AF2EA40D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27987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099" name="Rectangle 55">
              <a:extLst>
                <a:ext uri="{FF2B5EF4-FFF2-40B4-BE49-F238E27FC236}">
                  <a16:creationId xmlns:a16="http://schemas.microsoft.com/office/drawing/2014/main" id="{73D812CF-BCC7-4644-AC98-7C0E8DD10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07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00" name="Rectangle 56">
              <a:extLst>
                <a:ext uri="{FF2B5EF4-FFF2-40B4-BE49-F238E27FC236}">
                  <a16:creationId xmlns:a16="http://schemas.microsoft.com/office/drawing/2014/main" id="{07BC96E9-1374-4846-8F4F-D1B456F29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57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01" name="Rectangle 59">
              <a:extLst>
                <a:ext uri="{FF2B5EF4-FFF2-40B4-BE49-F238E27FC236}">
                  <a16:creationId xmlns:a16="http://schemas.microsoft.com/office/drawing/2014/main" id="{9507AD08-AB5E-4A0D-B845-769EE34F7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97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02" name="Rectangle 60">
              <a:extLst>
                <a:ext uri="{FF2B5EF4-FFF2-40B4-BE49-F238E27FC236}">
                  <a16:creationId xmlns:a16="http://schemas.microsoft.com/office/drawing/2014/main" id="{2E1A26DB-4858-4413-911F-B64FA1681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03" name="Rectangle 61">
              <a:extLst>
                <a:ext uri="{FF2B5EF4-FFF2-40B4-BE49-F238E27FC236}">
                  <a16:creationId xmlns:a16="http://schemas.microsoft.com/office/drawing/2014/main" id="{2E547AD7-BAD3-4E8E-A0AD-0652BA0D4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647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04" name="Rectangle 62">
              <a:extLst>
                <a:ext uri="{FF2B5EF4-FFF2-40B4-BE49-F238E27FC236}">
                  <a16:creationId xmlns:a16="http://schemas.microsoft.com/office/drawing/2014/main" id="{FA8EEE40-5083-4170-A0A0-57211A94E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05" name="Rectangle 63">
              <a:extLst>
                <a:ext uri="{FF2B5EF4-FFF2-40B4-BE49-F238E27FC236}">
                  <a16:creationId xmlns:a16="http://schemas.microsoft.com/office/drawing/2014/main" id="{230EC3DE-1394-4B2E-88A5-929FDD8B4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090863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06" name="Rectangle 64">
              <a:extLst>
                <a:ext uri="{FF2B5EF4-FFF2-40B4-BE49-F238E27FC236}">
                  <a16:creationId xmlns:a16="http://schemas.microsoft.com/office/drawing/2014/main" id="{1A6FA064-4529-4837-8602-F2D6399B9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07" name="Rectangle 65">
              <a:extLst>
                <a:ext uri="{FF2B5EF4-FFF2-40B4-BE49-F238E27FC236}">
                  <a16:creationId xmlns:a16="http://schemas.microsoft.com/office/drawing/2014/main" id="{C9D52CE2-CA3C-4159-BD21-2F2CC6EB0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08" name="Rectangle 66">
              <a:extLst>
                <a:ext uri="{FF2B5EF4-FFF2-40B4-BE49-F238E27FC236}">
                  <a16:creationId xmlns:a16="http://schemas.microsoft.com/office/drawing/2014/main" id="{0FA4813C-2F1A-4B33-9144-EA56285C1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1019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09" name="Rectangle 68">
              <a:extLst>
                <a:ext uri="{FF2B5EF4-FFF2-40B4-BE49-F238E27FC236}">
                  <a16:creationId xmlns:a16="http://schemas.microsoft.com/office/drawing/2014/main" id="{69C17E6B-F852-4029-B18A-7D1BDCDAF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07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10" name="Rectangle 69">
              <a:extLst>
                <a:ext uri="{FF2B5EF4-FFF2-40B4-BE49-F238E27FC236}">
                  <a16:creationId xmlns:a16="http://schemas.microsoft.com/office/drawing/2014/main" id="{A491DEE0-2717-478C-A775-6D222F25D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57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11" name="Rectangle 72">
              <a:extLst>
                <a:ext uri="{FF2B5EF4-FFF2-40B4-BE49-F238E27FC236}">
                  <a16:creationId xmlns:a16="http://schemas.microsoft.com/office/drawing/2014/main" id="{28F8B337-2F9F-43CD-BF5B-46FFDD208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97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12" name="Rectangle 73">
              <a:extLst>
                <a:ext uri="{FF2B5EF4-FFF2-40B4-BE49-F238E27FC236}">
                  <a16:creationId xmlns:a16="http://schemas.microsoft.com/office/drawing/2014/main" id="{E3BE57A8-98A5-4502-B875-4D056CC3C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13" name="Rectangle 74">
              <a:extLst>
                <a:ext uri="{FF2B5EF4-FFF2-40B4-BE49-F238E27FC236}">
                  <a16:creationId xmlns:a16="http://schemas.microsoft.com/office/drawing/2014/main" id="{D57C9ECE-C362-4FA6-80B3-65DE93703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647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14" name="Rectangle 75">
              <a:extLst>
                <a:ext uri="{FF2B5EF4-FFF2-40B4-BE49-F238E27FC236}">
                  <a16:creationId xmlns:a16="http://schemas.microsoft.com/office/drawing/2014/main" id="{CDB6D124-6AF7-4A9D-A1CC-B66D4F200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15" name="Rectangle 76">
              <a:extLst>
                <a:ext uri="{FF2B5EF4-FFF2-40B4-BE49-F238E27FC236}">
                  <a16:creationId xmlns:a16="http://schemas.microsoft.com/office/drawing/2014/main" id="{DDB92C71-529A-4074-9498-DF9FAF3A3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395663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16" name="Rectangle 77">
              <a:extLst>
                <a:ext uri="{FF2B5EF4-FFF2-40B4-BE49-F238E27FC236}">
                  <a16:creationId xmlns:a16="http://schemas.microsoft.com/office/drawing/2014/main" id="{EE92841F-E293-4EAD-B3C8-7083EA45C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17" name="Rectangle 78">
              <a:extLst>
                <a:ext uri="{FF2B5EF4-FFF2-40B4-BE49-F238E27FC236}">
                  <a16:creationId xmlns:a16="http://schemas.microsoft.com/office/drawing/2014/main" id="{E102E63D-542E-4C6C-AC89-072151789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18" name="Rectangle 79">
              <a:extLst>
                <a:ext uri="{FF2B5EF4-FFF2-40B4-BE49-F238E27FC236}">
                  <a16:creationId xmlns:a16="http://schemas.microsoft.com/office/drawing/2014/main" id="{16BE5404-FDC8-4E0B-A698-C0336E414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4067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19" name="Rectangle 81">
              <a:extLst>
                <a:ext uri="{FF2B5EF4-FFF2-40B4-BE49-F238E27FC236}">
                  <a16:creationId xmlns:a16="http://schemas.microsoft.com/office/drawing/2014/main" id="{C076E197-F3D1-42E3-A2DC-5B275485A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07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20" name="Rectangle 82">
              <a:extLst>
                <a:ext uri="{FF2B5EF4-FFF2-40B4-BE49-F238E27FC236}">
                  <a16:creationId xmlns:a16="http://schemas.microsoft.com/office/drawing/2014/main" id="{C12C25E6-F54B-4887-BC73-AD3CF233E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57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21" name="Rectangle 85">
              <a:extLst>
                <a:ext uri="{FF2B5EF4-FFF2-40B4-BE49-F238E27FC236}">
                  <a16:creationId xmlns:a16="http://schemas.microsoft.com/office/drawing/2014/main" id="{0D22748B-A9EA-4EBA-AACE-01989DD27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97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22" name="Rectangle 86">
              <a:extLst>
                <a:ext uri="{FF2B5EF4-FFF2-40B4-BE49-F238E27FC236}">
                  <a16:creationId xmlns:a16="http://schemas.microsoft.com/office/drawing/2014/main" id="{D5FFDB95-6380-44F0-97D6-692B28D1B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23" name="Rectangle 87">
              <a:extLst>
                <a:ext uri="{FF2B5EF4-FFF2-40B4-BE49-F238E27FC236}">
                  <a16:creationId xmlns:a16="http://schemas.microsoft.com/office/drawing/2014/main" id="{C3A47A17-44CF-469A-81AF-067F7F249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647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24" name="Rectangle 88">
              <a:extLst>
                <a:ext uri="{FF2B5EF4-FFF2-40B4-BE49-F238E27FC236}">
                  <a16:creationId xmlns:a16="http://schemas.microsoft.com/office/drawing/2014/main" id="{9559954C-CC3B-468E-832D-D16716931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25" name="Rectangle 89">
              <a:extLst>
                <a:ext uri="{FF2B5EF4-FFF2-40B4-BE49-F238E27FC236}">
                  <a16:creationId xmlns:a16="http://schemas.microsoft.com/office/drawing/2014/main" id="{20D9E61D-BE54-4FAF-9B78-45B33FF35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705225"/>
              <a:ext cx="11112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26" name="Rectangle 90">
              <a:extLst>
                <a:ext uri="{FF2B5EF4-FFF2-40B4-BE49-F238E27FC236}">
                  <a16:creationId xmlns:a16="http://schemas.microsoft.com/office/drawing/2014/main" id="{85AF7066-5E95-43DA-B4D0-3048242DB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27" name="Rectangle 91">
              <a:extLst>
                <a:ext uri="{FF2B5EF4-FFF2-40B4-BE49-F238E27FC236}">
                  <a16:creationId xmlns:a16="http://schemas.microsoft.com/office/drawing/2014/main" id="{262E28A1-0E96-4F2A-B1E3-DA1602EB6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28" name="Rectangle 92">
              <a:extLst>
                <a:ext uri="{FF2B5EF4-FFF2-40B4-BE49-F238E27FC236}">
                  <a16:creationId xmlns:a16="http://schemas.microsoft.com/office/drawing/2014/main" id="{88ECD8B8-9DD7-4584-8EAB-363C28297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7115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29" name="Rectangle 94">
              <a:extLst>
                <a:ext uri="{FF2B5EF4-FFF2-40B4-BE49-F238E27FC236}">
                  <a16:creationId xmlns:a16="http://schemas.microsoft.com/office/drawing/2014/main" id="{DD199BC2-8DEF-43FF-85CB-116C20F09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07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30" name="Rectangle 95">
              <a:extLst>
                <a:ext uri="{FF2B5EF4-FFF2-40B4-BE49-F238E27FC236}">
                  <a16:creationId xmlns:a16="http://schemas.microsoft.com/office/drawing/2014/main" id="{FB582C9D-0066-4897-B0B6-F6538561D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57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31" name="Rectangle 98">
              <a:extLst>
                <a:ext uri="{FF2B5EF4-FFF2-40B4-BE49-F238E27FC236}">
                  <a16:creationId xmlns:a16="http://schemas.microsoft.com/office/drawing/2014/main" id="{74BF031F-EFF3-403D-88EB-892DADEC0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97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32" name="Rectangle 99">
              <a:extLst>
                <a:ext uri="{FF2B5EF4-FFF2-40B4-BE49-F238E27FC236}">
                  <a16:creationId xmlns:a16="http://schemas.microsoft.com/office/drawing/2014/main" id="{A47F027F-0FB8-4513-A7A0-CFB0B396B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33" name="Rectangle 100">
              <a:extLst>
                <a:ext uri="{FF2B5EF4-FFF2-40B4-BE49-F238E27FC236}">
                  <a16:creationId xmlns:a16="http://schemas.microsoft.com/office/drawing/2014/main" id="{5A04AF2E-6846-4EA2-B0AE-B1086BEC3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647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34" name="Rectangle 101">
              <a:extLst>
                <a:ext uri="{FF2B5EF4-FFF2-40B4-BE49-F238E27FC236}">
                  <a16:creationId xmlns:a16="http://schemas.microsoft.com/office/drawing/2014/main" id="{F19FA197-53D6-4945-AA0F-F54A9B8BE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35" name="Rectangle 102">
              <a:extLst>
                <a:ext uri="{FF2B5EF4-FFF2-40B4-BE49-F238E27FC236}">
                  <a16:creationId xmlns:a16="http://schemas.microsoft.com/office/drawing/2014/main" id="{D86D55A2-D786-4947-A94D-DF49893C2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4068763"/>
              <a:ext cx="58308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36" name="Rectangle 103">
              <a:extLst>
                <a:ext uri="{FF2B5EF4-FFF2-40B4-BE49-F238E27FC236}">
                  <a16:creationId xmlns:a16="http://schemas.microsoft.com/office/drawing/2014/main" id="{884509C4-2F28-4243-8B7C-C41B906DE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7048" name="Rectangle 197">
            <a:extLst>
              <a:ext uri="{FF2B5EF4-FFF2-40B4-BE49-F238E27FC236}">
                <a16:creationId xmlns:a16="http://schemas.microsoft.com/office/drawing/2014/main" id="{BBFC65FF-ACEC-4FD1-BAB7-FEB7752DC6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900" y="3311525"/>
            <a:ext cx="1824038" cy="14684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23806A5B-8816-8E49-9A0F-6496A9B40770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220663"/>
            <a:ext cx="9144000" cy="79057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The excitation table</a:t>
            </a:r>
          </a:p>
        </p:txBody>
      </p:sp>
      <p:sp>
        <p:nvSpPr>
          <p:cNvPr id="88066" name="TextBox 76">
            <a:extLst>
              <a:ext uri="{FF2B5EF4-FFF2-40B4-BE49-F238E27FC236}">
                <a16:creationId xmlns:a16="http://schemas.microsoft.com/office/drawing/2014/main" id="{DA97C5D9-5720-4780-BB4C-9009197DEE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5281613"/>
            <a:ext cx="12255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88067" name="TextBox 77">
            <a:extLst>
              <a:ext uri="{FF2B5EF4-FFF2-40B4-BE49-F238E27FC236}">
                <a16:creationId xmlns:a16="http://schemas.microsoft.com/office/drawing/2014/main" id="{DB18C611-9649-4AF6-96E5-99DECFE00C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875" y="1633538"/>
            <a:ext cx="103028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</a:t>
            </a:r>
            <a:endParaRPr kumimoji="0" lang="en-US" altLang="en-US" sz="2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8068" name="Group 79">
            <a:extLst>
              <a:ext uri="{FF2B5EF4-FFF2-40B4-BE49-F238E27FC236}">
                <a16:creationId xmlns:a16="http://schemas.microsoft.com/office/drawing/2014/main" id="{317AB1E6-4A56-4E2F-948B-D3B5EC33DD71}"/>
              </a:ext>
            </a:extLst>
          </p:cNvPr>
          <p:cNvGrpSpPr>
            <a:grpSpLocks/>
          </p:cNvGrpSpPr>
          <p:nvPr/>
        </p:nvGrpSpPr>
        <p:grpSpPr bwMode="auto">
          <a:xfrm>
            <a:off x="611188" y="4144963"/>
            <a:ext cx="1082675" cy="461962"/>
            <a:chOff x="4636811" y="5891761"/>
            <a:chExt cx="1082348" cy="461665"/>
          </a:xfrm>
        </p:grpSpPr>
        <p:sp>
          <p:nvSpPr>
            <p:cNvPr id="88176" name="TextBox 82">
              <a:extLst>
                <a:ext uri="{FF2B5EF4-FFF2-40B4-BE49-F238E27FC236}">
                  <a16:creationId xmlns:a16="http://schemas.microsoft.com/office/drawing/2014/main" id="{C975454D-EC93-4031-94ED-F06324E19C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811" y="5891761"/>
              <a:ext cx="108234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</a:t>
              </a:r>
              <a:endPara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88177" name="Straight Connector 86">
              <a:extLst>
                <a:ext uri="{FF2B5EF4-FFF2-40B4-BE49-F238E27FC236}">
                  <a16:creationId xmlns:a16="http://schemas.microsoft.com/office/drawing/2014/main" id="{3BD15082-513F-4300-A81E-64029AAF488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368427" y="5964739"/>
              <a:ext cx="22853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8069" name="TextBox 87">
            <a:extLst>
              <a:ext uri="{FF2B5EF4-FFF2-40B4-BE49-F238E27FC236}">
                <a16:creationId xmlns:a16="http://schemas.microsoft.com/office/drawing/2014/main" id="{5ADE2384-94DD-49A6-BDA3-3D27583A7A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" y="3433763"/>
            <a:ext cx="13795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grpSp>
        <p:nvGrpSpPr>
          <p:cNvPr id="88070" name="Group 89">
            <a:extLst>
              <a:ext uri="{FF2B5EF4-FFF2-40B4-BE49-F238E27FC236}">
                <a16:creationId xmlns:a16="http://schemas.microsoft.com/office/drawing/2014/main" id="{3FAB3D98-8880-46E2-9BE8-0B0973553305}"/>
              </a:ext>
            </a:extLst>
          </p:cNvPr>
          <p:cNvGrpSpPr>
            <a:grpSpLocks/>
          </p:cNvGrpSpPr>
          <p:nvPr/>
        </p:nvGrpSpPr>
        <p:grpSpPr bwMode="auto">
          <a:xfrm>
            <a:off x="598488" y="2359025"/>
            <a:ext cx="1695450" cy="460375"/>
            <a:chOff x="6895289" y="6215149"/>
            <a:chExt cx="1695847" cy="461665"/>
          </a:xfrm>
        </p:grpSpPr>
        <p:sp>
          <p:nvSpPr>
            <p:cNvPr id="88173" name="TextBox 92">
              <a:extLst>
                <a:ext uri="{FF2B5EF4-FFF2-40B4-BE49-F238E27FC236}">
                  <a16:creationId xmlns:a16="http://schemas.microsoft.com/office/drawing/2014/main" id="{4D98341A-A617-489D-86EA-F08FB3DA00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5289" y="6215149"/>
              <a:ext cx="169584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 +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88174" name="Straight Connector 93">
              <a:extLst>
                <a:ext uri="{FF2B5EF4-FFF2-40B4-BE49-F238E27FC236}">
                  <a16:creationId xmlns:a16="http://schemas.microsoft.com/office/drawing/2014/main" id="{12EE68D7-A6A1-4236-9778-554BFBF33F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25710" y="6253356"/>
              <a:ext cx="22865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175" name="Straight Connector 94">
              <a:extLst>
                <a:ext uri="{FF2B5EF4-FFF2-40B4-BE49-F238E27FC236}">
                  <a16:creationId xmlns:a16="http://schemas.microsoft.com/office/drawing/2014/main" id="{9208A78B-0DBB-459B-9817-4426C3186CA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154471" y="6250172"/>
              <a:ext cx="22865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8071" name="Group 95">
            <a:extLst>
              <a:ext uri="{FF2B5EF4-FFF2-40B4-BE49-F238E27FC236}">
                <a16:creationId xmlns:a16="http://schemas.microsoft.com/office/drawing/2014/main" id="{8531A3D3-2D21-453F-AE20-E985E819E5AA}"/>
              </a:ext>
            </a:extLst>
          </p:cNvPr>
          <p:cNvGrpSpPr>
            <a:grpSpLocks/>
          </p:cNvGrpSpPr>
          <p:nvPr/>
        </p:nvGrpSpPr>
        <p:grpSpPr bwMode="auto">
          <a:xfrm>
            <a:off x="2954338" y="2154238"/>
            <a:ext cx="5832475" cy="2779712"/>
            <a:chOff x="1747838" y="1301750"/>
            <a:chExt cx="5832475" cy="2779713"/>
          </a:xfrm>
        </p:grpSpPr>
        <p:sp>
          <p:nvSpPr>
            <p:cNvPr id="88073" name="Rectangle 4">
              <a:extLst>
                <a:ext uri="{FF2B5EF4-FFF2-40B4-BE49-F238E27FC236}">
                  <a16:creationId xmlns:a16="http://schemas.microsoft.com/office/drawing/2014/main" id="{B2C77BD4-84DC-46C4-A5F9-6B108E232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301750"/>
              <a:ext cx="5830887" cy="111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74" name="Rectangle 5">
              <a:extLst>
                <a:ext uri="{FF2B5EF4-FFF2-40B4-BE49-F238E27FC236}">
                  <a16:creationId xmlns:a16="http://schemas.microsoft.com/office/drawing/2014/main" id="{A270058F-6AEA-40EB-B798-DE8279649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3128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75" name="Rectangle 6">
              <a:extLst>
                <a:ext uri="{FF2B5EF4-FFF2-40B4-BE49-F238E27FC236}">
                  <a16:creationId xmlns:a16="http://schemas.microsoft.com/office/drawing/2014/main" id="{BBD4E5F2-4C46-43F5-B7DB-BEF46479C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76" name="Rectangle 7">
              <a:extLst>
                <a:ext uri="{FF2B5EF4-FFF2-40B4-BE49-F238E27FC236}">
                  <a16:creationId xmlns:a16="http://schemas.microsoft.com/office/drawing/2014/main" id="{E7342789-A276-4CA9-96DB-F0A1EE9EC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913" y="1519238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77" name="Rectangle 8">
              <a:extLst>
                <a:ext uri="{FF2B5EF4-FFF2-40B4-BE49-F238E27FC236}">
                  <a16:creationId xmlns:a16="http://schemas.microsoft.com/office/drawing/2014/main" id="{7C797B8C-8435-4B53-AC95-09C873589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78" name="Rectangle 9">
              <a:extLst>
                <a:ext uri="{FF2B5EF4-FFF2-40B4-BE49-F238E27FC236}">
                  <a16:creationId xmlns:a16="http://schemas.microsoft.com/office/drawing/2014/main" id="{42F8B1C5-3579-4F9E-82A1-A60A54C1A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79" name="Rectangle 10">
              <a:extLst>
                <a:ext uri="{FF2B5EF4-FFF2-40B4-BE49-F238E27FC236}">
                  <a16:creationId xmlns:a16="http://schemas.microsoft.com/office/drawing/2014/main" id="{6D8D5F93-2132-4699-A002-E6DC57708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782763"/>
              <a:ext cx="36480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80" name="Rectangle 11">
              <a:extLst>
                <a:ext uri="{FF2B5EF4-FFF2-40B4-BE49-F238E27FC236}">
                  <a16:creationId xmlns:a16="http://schemas.microsoft.com/office/drawing/2014/main" id="{D32E1587-57B9-45BC-87C0-9F3E893B7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7700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81" name="Rectangle 12">
              <a:extLst>
                <a:ext uri="{FF2B5EF4-FFF2-40B4-BE49-F238E27FC236}">
                  <a16:creationId xmlns:a16="http://schemas.microsoft.com/office/drawing/2014/main" id="{CE6C820E-3C03-44C5-A503-9632900D2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1428750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82" name="Rectangle 13">
              <a:extLst>
                <a:ext uri="{FF2B5EF4-FFF2-40B4-BE49-F238E27FC236}">
                  <a16:creationId xmlns:a16="http://schemas.microsoft.com/office/drawing/2014/main" id="{7A6732B4-D8A3-4386-9F8B-255CFB9DE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83" name="Rectangle 14">
              <a:extLst>
                <a:ext uri="{FF2B5EF4-FFF2-40B4-BE49-F238E27FC236}">
                  <a16:creationId xmlns:a16="http://schemas.microsoft.com/office/drawing/2014/main" id="{EEF202D0-09C1-44B5-A68B-F76EA1BFB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200" y="1885950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84" name="Rectangle 15">
              <a:extLst>
                <a:ext uri="{FF2B5EF4-FFF2-40B4-BE49-F238E27FC236}">
                  <a16:creationId xmlns:a16="http://schemas.microsoft.com/office/drawing/2014/main" id="{6CE96270-F693-433B-83B7-FEC55C459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825" y="18859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85" name="Rectangle 16">
              <a:extLst>
                <a:ext uri="{FF2B5EF4-FFF2-40B4-BE49-F238E27FC236}">
                  <a16:creationId xmlns:a16="http://schemas.microsoft.com/office/drawing/2014/main" id="{A008DD85-3FE0-4C23-BEEB-1E49DBC1A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175" y="188595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86" name="Rectangle 17">
              <a:extLst>
                <a:ext uri="{FF2B5EF4-FFF2-40B4-BE49-F238E27FC236}">
                  <a16:creationId xmlns:a16="http://schemas.microsoft.com/office/drawing/2014/main" id="{E209089F-AE89-46AF-BF06-C5F9D6C73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9700" y="18859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87" name="Rectangle 18">
              <a:extLst>
                <a:ext uri="{FF2B5EF4-FFF2-40B4-BE49-F238E27FC236}">
                  <a16:creationId xmlns:a16="http://schemas.microsoft.com/office/drawing/2014/main" id="{0733E8E6-0EDC-4C61-8CBB-8DFC23897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275" y="18859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88" name="Rectangle 19">
              <a:extLst>
                <a:ext uri="{FF2B5EF4-FFF2-40B4-BE49-F238E27FC236}">
                  <a16:creationId xmlns:a16="http://schemas.microsoft.com/office/drawing/2014/main" id="{309C2CCC-2776-4501-876A-2C0BB1757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5450" y="188595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89" name="Rectangle 20">
              <a:extLst>
                <a:ext uri="{FF2B5EF4-FFF2-40B4-BE49-F238E27FC236}">
                  <a16:creationId xmlns:a16="http://schemas.microsoft.com/office/drawing/2014/main" id="{F758EB3A-E60D-42CB-89C5-48F093A77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90" name="Rectangle 21">
              <a:extLst>
                <a:ext uri="{FF2B5EF4-FFF2-40B4-BE49-F238E27FC236}">
                  <a16:creationId xmlns:a16="http://schemas.microsoft.com/office/drawing/2014/main" id="{06521C2B-323A-48FE-9F14-21A380B09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3738" y="18859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91" name="Rectangle 22">
              <a:extLst>
                <a:ext uri="{FF2B5EF4-FFF2-40B4-BE49-F238E27FC236}">
                  <a16:creationId xmlns:a16="http://schemas.microsoft.com/office/drawing/2014/main" id="{F6480651-CF63-454A-B785-B7EA7B026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92" name="Rectangle 23">
              <a:extLst>
                <a:ext uri="{FF2B5EF4-FFF2-40B4-BE49-F238E27FC236}">
                  <a16:creationId xmlns:a16="http://schemas.microsoft.com/office/drawing/2014/main" id="{985E4CCC-D418-4B58-975E-25141732D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239963"/>
              <a:ext cx="36480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93" name="Rectangle 24">
              <a:extLst>
                <a:ext uri="{FF2B5EF4-FFF2-40B4-BE49-F238E27FC236}">
                  <a16:creationId xmlns:a16="http://schemas.microsoft.com/office/drawing/2014/main" id="{175BB8A2-B6A4-4705-8943-9E61605DE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2272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94" name="Rectangle 25">
              <a:extLst>
                <a:ext uri="{FF2B5EF4-FFF2-40B4-BE49-F238E27FC236}">
                  <a16:creationId xmlns:a16="http://schemas.microsoft.com/office/drawing/2014/main" id="{9C61F5F7-6D25-4650-A00F-115F27CFD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4650" y="179387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95" name="Rectangle 26">
              <a:extLst>
                <a:ext uri="{FF2B5EF4-FFF2-40B4-BE49-F238E27FC236}">
                  <a16:creationId xmlns:a16="http://schemas.microsoft.com/office/drawing/2014/main" id="{CA6F18F0-A5E0-42FE-8AC3-8DE4DB9DB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100" y="219710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96" name="Rectangle 27">
              <a:extLst>
                <a:ext uri="{FF2B5EF4-FFF2-40B4-BE49-F238E27FC236}">
                  <a16:creationId xmlns:a16="http://schemas.microsoft.com/office/drawing/2014/main" id="{3F8C8FAE-A218-4BEE-BCD8-9D7F752EB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513" y="22955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97" name="Rectangle 28">
              <a:extLst>
                <a:ext uri="{FF2B5EF4-FFF2-40B4-BE49-F238E27FC236}">
                  <a16:creationId xmlns:a16="http://schemas.microsoft.com/office/drawing/2014/main" id="{E0CF3E6D-AC95-4420-92C1-95781CE71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225" y="219710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98" name="Rectangle 29">
              <a:extLst>
                <a:ext uri="{FF2B5EF4-FFF2-40B4-BE49-F238E27FC236}">
                  <a16:creationId xmlns:a16="http://schemas.microsoft.com/office/drawing/2014/main" id="{3C1B0431-27A0-434B-99D1-84EFB7538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099" name="Rectangle 30">
              <a:extLst>
                <a:ext uri="{FF2B5EF4-FFF2-40B4-BE49-F238E27FC236}">
                  <a16:creationId xmlns:a16="http://schemas.microsoft.com/office/drawing/2014/main" id="{3AF5A4E7-4253-431F-B8EF-627D780FF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638" y="22955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00" name="Rectangle 31">
              <a:extLst>
                <a:ext uri="{FF2B5EF4-FFF2-40B4-BE49-F238E27FC236}">
                  <a16:creationId xmlns:a16="http://schemas.microsoft.com/office/drawing/2014/main" id="{82BEF835-7C88-44E0-9C5A-DB35B80FC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250" y="234315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01" name="Rectangle 32">
              <a:extLst>
                <a:ext uri="{FF2B5EF4-FFF2-40B4-BE49-F238E27FC236}">
                  <a16:creationId xmlns:a16="http://schemas.microsoft.com/office/drawing/2014/main" id="{EB473E1B-E361-453D-845E-B61401971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950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02" name="Rectangle 33">
              <a:extLst>
                <a:ext uri="{FF2B5EF4-FFF2-40B4-BE49-F238E27FC236}">
                  <a16:creationId xmlns:a16="http://schemas.microsoft.com/office/drawing/2014/main" id="{6A043193-9CEE-4751-9DB5-84F52E7A1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663" y="2343150"/>
              <a:ext cx="2333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03" name="Rectangle 34">
              <a:extLst>
                <a:ext uri="{FF2B5EF4-FFF2-40B4-BE49-F238E27FC236}">
                  <a16:creationId xmlns:a16="http://schemas.microsoft.com/office/drawing/2014/main" id="{841C5450-E5FB-4983-9438-EED121D6B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56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04" name="Rectangle 35">
              <a:extLst>
                <a:ext uri="{FF2B5EF4-FFF2-40B4-BE49-F238E27FC236}">
                  <a16:creationId xmlns:a16="http://schemas.microsoft.com/office/drawing/2014/main" id="{B95FD5BE-592D-4CB4-984C-089F41A0E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05" name="Rectangle 36">
              <a:extLst>
                <a:ext uri="{FF2B5EF4-FFF2-40B4-BE49-F238E27FC236}">
                  <a16:creationId xmlns:a16="http://schemas.microsoft.com/office/drawing/2014/main" id="{464CE8D2-F917-4BCD-BFFD-7AF2D5E86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06" name="Rectangle 37">
              <a:extLst>
                <a:ext uri="{FF2B5EF4-FFF2-40B4-BE49-F238E27FC236}">
                  <a16:creationId xmlns:a16="http://schemas.microsoft.com/office/drawing/2014/main" id="{98DAFA6B-597A-43CB-9EAF-59C8124EC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075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07" name="Rectangle 38">
              <a:extLst>
                <a:ext uri="{FF2B5EF4-FFF2-40B4-BE49-F238E27FC236}">
                  <a16:creationId xmlns:a16="http://schemas.microsoft.com/office/drawing/2014/main" id="{33A2334E-ACEB-45ED-AB65-BF70B44B9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08" name="Rectangle 39">
              <a:extLst>
                <a:ext uri="{FF2B5EF4-FFF2-40B4-BE49-F238E27FC236}">
                  <a16:creationId xmlns:a16="http://schemas.microsoft.com/office/drawing/2014/main" id="{05F60B9F-C6B1-4DC6-9661-D504E40E9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288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09" name="Rectangle 40">
              <a:extLst>
                <a:ext uri="{FF2B5EF4-FFF2-40B4-BE49-F238E27FC236}">
                  <a16:creationId xmlns:a16="http://schemas.microsoft.com/office/drawing/2014/main" id="{51D5E5AC-B628-4A02-BF93-33FCD7159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988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10" name="Rectangle 41">
              <a:extLst>
                <a:ext uri="{FF2B5EF4-FFF2-40B4-BE49-F238E27FC236}">
                  <a16:creationId xmlns:a16="http://schemas.microsoft.com/office/drawing/2014/main" id="{3E236B98-7FF8-4AC1-8FEA-77FAA50A2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2700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11" name="Rectangle 42">
              <a:extLst>
                <a:ext uri="{FF2B5EF4-FFF2-40B4-BE49-F238E27FC236}">
                  <a16:creationId xmlns:a16="http://schemas.microsoft.com/office/drawing/2014/main" id="{AFA98E2A-0A9E-4F74-8467-88A013277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12" name="Rectangle 43">
              <a:extLst>
                <a:ext uri="{FF2B5EF4-FFF2-40B4-BE49-F238E27FC236}">
                  <a16:creationId xmlns:a16="http://schemas.microsoft.com/office/drawing/2014/main" id="{1A64D259-D9A2-414D-9AED-1060B691A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13" name="Rectangle 44">
              <a:extLst>
                <a:ext uri="{FF2B5EF4-FFF2-40B4-BE49-F238E27FC236}">
                  <a16:creationId xmlns:a16="http://schemas.microsoft.com/office/drawing/2014/main" id="{49DFFABF-15A0-4375-AE56-06E72FA36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661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14" name="Rectangle 45">
              <a:extLst>
                <a:ext uri="{FF2B5EF4-FFF2-40B4-BE49-F238E27FC236}">
                  <a16:creationId xmlns:a16="http://schemas.microsoft.com/office/drawing/2014/main" id="{11B67902-27FA-4564-ACB6-DA341CDC0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9325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15" name="Rectangle 46">
              <a:extLst>
                <a:ext uri="{FF2B5EF4-FFF2-40B4-BE49-F238E27FC236}">
                  <a16:creationId xmlns:a16="http://schemas.microsoft.com/office/drawing/2014/main" id="{C00D3CF3-C891-4F80-B7AA-621F5768D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16" name="Rectangle 47">
              <a:extLst>
                <a:ext uri="{FF2B5EF4-FFF2-40B4-BE49-F238E27FC236}">
                  <a16:creationId xmlns:a16="http://schemas.microsoft.com/office/drawing/2014/main" id="{A65D5234-FEE5-4884-975C-45B370CFE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5225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17" name="Rectangle 48">
              <a:extLst>
                <a:ext uri="{FF2B5EF4-FFF2-40B4-BE49-F238E27FC236}">
                  <a16:creationId xmlns:a16="http://schemas.microsoft.com/office/drawing/2014/main" id="{6766F853-E293-4CBC-887B-9F9424293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18" name="Rectangle 49">
              <a:extLst>
                <a:ext uri="{FF2B5EF4-FFF2-40B4-BE49-F238E27FC236}">
                  <a16:creationId xmlns:a16="http://schemas.microsoft.com/office/drawing/2014/main" id="{DC6FDDCF-B066-4833-BDCA-DFB4E2A58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697163"/>
              <a:ext cx="58308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19" name="Rectangle 50">
              <a:extLst>
                <a:ext uri="{FF2B5EF4-FFF2-40B4-BE49-F238E27FC236}">
                  <a16:creationId xmlns:a16="http://schemas.microsoft.com/office/drawing/2014/main" id="{8B1B1ED5-7C4B-4E71-BDF0-B6CE09844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713038"/>
              <a:ext cx="11112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20" name="Rectangle 51">
              <a:extLst>
                <a:ext uri="{FF2B5EF4-FFF2-40B4-BE49-F238E27FC236}">
                  <a16:creationId xmlns:a16="http://schemas.microsoft.com/office/drawing/2014/main" id="{ABD5FD9F-CA4C-4518-AC77-B7E2E6827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1825" y="2197100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21" name="Rectangle 52">
              <a:extLst>
                <a:ext uri="{FF2B5EF4-FFF2-40B4-BE49-F238E27FC236}">
                  <a16:creationId xmlns:a16="http://schemas.microsoft.com/office/drawing/2014/main" id="{B5377734-58C3-4A59-82FA-B5FEF3AA8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22" name="Rectangle 53">
              <a:extLst>
                <a:ext uri="{FF2B5EF4-FFF2-40B4-BE49-F238E27FC236}">
                  <a16:creationId xmlns:a16="http://schemas.microsoft.com/office/drawing/2014/main" id="{8F6DC307-4FB4-498A-BF56-603614421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27987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23" name="Rectangle 54">
              <a:extLst>
                <a:ext uri="{FF2B5EF4-FFF2-40B4-BE49-F238E27FC236}">
                  <a16:creationId xmlns:a16="http://schemas.microsoft.com/office/drawing/2014/main" id="{65E6AE0B-72D3-4064-AD88-292E35B0A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425" y="27987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24" name="Rectangle 55">
              <a:extLst>
                <a:ext uri="{FF2B5EF4-FFF2-40B4-BE49-F238E27FC236}">
                  <a16:creationId xmlns:a16="http://schemas.microsoft.com/office/drawing/2014/main" id="{D14D747A-5181-4803-8E1C-3B968F25E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07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25" name="Rectangle 56">
              <a:extLst>
                <a:ext uri="{FF2B5EF4-FFF2-40B4-BE49-F238E27FC236}">
                  <a16:creationId xmlns:a16="http://schemas.microsoft.com/office/drawing/2014/main" id="{4D631711-0C1E-4318-86C3-57307CB39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57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26" name="Rectangle 57">
              <a:extLst>
                <a:ext uri="{FF2B5EF4-FFF2-40B4-BE49-F238E27FC236}">
                  <a16:creationId xmlns:a16="http://schemas.microsoft.com/office/drawing/2014/main" id="{E4E18FEC-EE1E-4049-9EA4-2787DB24E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252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27" name="Rectangle 58">
              <a:extLst>
                <a:ext uri="{FF2B5EF4-FFF2-40B4-BE49-F238E27FC236}">
                  <a16:creationId xmlns:a16="http://schemas.microsoft.com/office/drawing/2014/main" id="{4D60FAA1-7622-4825-B247-829E2854A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302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28" name="Rectangle 59">
              <a:extLst>
                <a:ext uri="{FF2B5EF4-FFF2-40B4-BE49-F238E27FC236}">
                  <a16:creationId xmlns:a16="http://schemas.microsoft.com/office/drawing/2014/main" id="{5BD9205E-562C-41F2-9FD9-987CA8D47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97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29" name="Rectangle 60">
              <a:extLst>
                <a:ext uri="{FF2B5EF4-FFF2-40B4-BE49-F238E27FC236}">
                  <a16:creationId xmlns:a16="http://schemas.microsoft.com/office/drawing/2014/main" id="{9445E04E-5234-4199-93C2-99B1C4225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30" name="Rectangle 61">
              <a:extLst>
                <a:ext uri="{FF2B5EF4-FFF2-40B4-BE49-F238E27FC236}">
                  <a16:creationId xmlns:a16="http://schemas.microsoft.com/office/drawing/2014/main" id="{07D10393-29E0-49BF-A940-21E4A8405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647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31" name="Rectangle 62">
              <a:extLst>
                <a:ext uri="{FF2B5EF4-FFF2-40B4-BE49-F238E27FC236}">
                  <a16:creationId xmlns:a16="http://schemas.microsoft.com/office/drawing/2014/main" id="{122AADFC-57EA-4DBC-A30C-80B8F74F5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32" name="Rectangle 63">
              <a:extLst>
                <a:ext uri="{FF2B5EF4-FFF2-40B4-BE49-F238E27FC236}">
                  <a16:creationId xmlns:a16="http://schemas.microsoft.com/office/drawing/2014/main" id="{49E4300C-1D00-48BD-811B-DF619940A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090863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33" name="Rectangle 64">
              <a:extLst>
                <a:ext uri="{FF2B5EF4-FFF2-40B4-BE49-F238E27FC236}">
                  <a16:creationId xmlns:a16="http://schemas.microsoft.com/office/drawing/2014/main" id="{3D9BFAAD-5141-4EAB-81E8-A2AB1FFF1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34" name="Rectangle 65">
              <a:extLst>
                <a:ext uri="{FF2B5EF4-FFF2-40B4-BE49-F238E27FC236}">
                  <a16:creationId xmlns:a16="http://schemas.microsoft.com/office/drawing/2014/main" id="{C9765F83-C134-4743-9448-34B7B69A5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35" name="Rectangle 66">
              <a:extLst>
                <a:ext uri="{FF2B5EF4-FFF2-40B4-BE49-F238E27FC236}">
                  <a16:creationId xmlns:a16="http://schemas.microsoft.com/office/drawing/2014/main" id="{657449F9-8F37-4ACA-8C6E-DB77016BB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1019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36" name="Rectangle 67">
              <a:extLst>
                <a:ext uri="{FF2B5EF4-FFF2-40B4-BE49-F238E27FC236}">
                  <a16:creationId xmlns:a16="http://schemas.microsoft.com/office/drawing/2014/main" id="{2CA2EC76-5368-426D-94AD-CB4EF7CC5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425" y="31019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37" name="Rectangle 68">
              <a:extLst>
                <a:ext uri="{FF2B5EF4-FFF2-40B4-BE49-F238E27FC236}">
                  <a16:creationId xmlns:a16="http://schemas.microsoft.com/office/drawing/2014/main" id="{C9496CAD-ABAF-4F32-B3BA-E24789517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07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38" name="Rectangle 69">
              <a:extLst>
                <a:ext uri="{FF2B5EF4-FFF2-40B4-BE49-F238E27FC236}">
                  <a16:creationId xmlns:a16="http://schemas.microsoft.com/office/drawing/2014/main" id="{5D073347-7A89-4B65-A800-A645A8409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57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39" name="Rectangle 70">
              <a:extLst>
                <a:ext uri="{FF2B5EF4-FFF2-40B4-BE49-F238E27FC236}">
                  <a16:creationId xmlns:a16="http://schemas.microsoft.com/office/drawing/2014/main" id="{C4E2118F-FD3E-42CC-B377-9AEE9B45B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252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40" name="Rectangle 71">
              <a:extLst>
                <a:ext uri="{FF2B5EF4-FFF2-40B4-BE49-F238E27FC236}">
                  <a16:creationId xmlns:a16="http://schemas.microsoft.com/office/drawing/2014/main" id="{8F7CD675-A1E6-4068-ABC0-110FD1DBD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302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41" name="Rectangle 72">
              <a:extLst>
                <a:ext uri="{FF2B5EF4-FFF2-40B4-BE49-F238E27FC236}">
                  <a16:creationId xmlns:a16="http://schemas.microsoft.com/office/drawing/2014/main" id="{CE7F74B8-48B6-4498-ACAF-35B0A4B72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97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42" name="Rectangle 73">
              <a:extLst>
                <a:ext uri="{FF2B5EF4-FFF2-40B4-BE49-F238E27FC236}">
                  <a16:creationId xmlns:a16="http://schemas.microsoft.com/office/drawing/2014/main" id="{A13C7C48-69E3-440D-815F-446CE3C2A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43" name="Rectangle 74">
              <a:extLst>
                <a:ext uri="{FF2B5EF4-FFF2-40B4-BE49-F238E27FC236}">
                  <a16:creationId xmlns:a16="http://schemas.microsoft.com/office/drawing/2014/main" id="{571525AF-C6A2-4FE8-A1B7-147CBA4FE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647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44" name="Rectangle 75">
              <a:extLst>
                <a:ext uri="{FF2B5EF4-FFF2-40B4-BE49-F238E27FC236}">
                  <a16:creationId xmlns:a16="http://schemas.microsoft.com/office/drawing/2014/main" id="{18B0A222-951E-4965-A070-44EBED7A3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45" name="Rectangle 76">
              <a:extLst>
                <a:ext uri="{FF2B5EF4-FFF2-40B4-BE49-F238E27FC236}">
                  <a16:creationId xmlns:a16="http://schemas.microsoft.com/office/drawing/2014/main" id="{DFBC758B-9DC7-45E2-A54F-EF438A2F1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395663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46" name="Rectangle 77">
              <a:extLst>
                <a:ext uri="{FF2B5EF4-FFF2-40B4-BE49-F238E27FC236}">
                  <a16:creationId xmlns:a16="http://schemas.microsoft.com/office/drawing/2014/main" id="{C4F14C38-5945-443A-A2CD-2CCFA15B9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47" name="Rectangle 78">
              <a:extLst>
                <a:ext uri="{FF2B5EF4-FFF2-40B4-BE49-F238E27FC236}">
                  <a16:creationId xmlns:a16="http://schemas.microsoft.com/office/drawing/2014/main" id="{53A686BB-BFD4-4581-A221-50879F4B4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48" name="Rectangle 79">
              <a:extLst>
                <a:ext uri="{FF2B5EF4-FFF2-40B4-BE49-F238E27FC236}">
                  <a16:creationId xmlns:a16="http://schemas.microsoft.com/office/drawing/2014/main" id="{8A41F508-BDCB-4F25-98B0-9B64C22D2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4067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49" name="Rectangle 80">
              <a:extLst>
                <a:ext uri="{FF2B5EF4-FFF2-40B4-BE49-F238E27FC236}">
                  <a16:creationId xmlns:a16="http://schemas.microsoft.com/office/drawing/2014/main" id="{04B4716C-5D83-4B23-93A0-83946C522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425" y="34067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50" name="Rectangle 81">
              <a:extLst>
                <a:ext uri="{FF2B5EF4-FFF2-40B4-BE49-F238E27FC236}">
                  <a16:creationId xmlns:a16="http://schemas.microsoft.com/office/drawing/2014/main" id="{A39D8BCD-6123-4702-B800-0AD3AF2B6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07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51" name="Rectangle 82">
              <a:extLst>
                <a:ext uri="{FF2B5EF4-FFF2-40B4-BE49-F238E27FC236}">
                  <a16:creationId xmlns:a16="http://schemas.microsoft.com/office/drawing/2014/main" id="{1E4021CA-5297-45D0-837A-A5B9E46AC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57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52" name="Rectangle 83">
              <a:extLst>
                <a:ext uri="{FF2B5EF4-FFF2-40B4-BE49-F238E27FC236}">
                  <a16:creationId xmlns:a16="http://schemas.microsoft.com/office/drawing/2014/main" id="{2A3E93C5-282E-4BD8-A41D-2B115775F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252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53" name="Rectangle 84">
              <a:extLst>
                <a:ext uri="{FF2B5EF4-FFF2-40B4-BE49-F238E27FC236}">
                  <a16:creationId xmlns:a16="http://schemas.microsoft.com/office/drawing/2014/main" id="{DF7E5DB9-CE4F-4DF0-ABE8-9CD1C38B2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302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54" name="Rectangle 85">
              <a:extLst>
                <a:ext uri="{FF2B5EF4-FFF2-40B4-BE49-F238E27FC236}">
                  <a16:creationId xmlns:a16="http://schemas.microsoft.com/office/drawing/2014/main" id="{F69CDF79-12F7-4644-A0E9-F63CBE244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97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55" name="Rectangle 86">
              <a:extLst>
                <a:ext uri="{FF2B5EF4-FFF2-40B4-BE49-F238E27FC236}">
                  <a16:creationId xmlns:a16="http://schemas.microsoft.com/office/drawing/2014/main" id="{11EAE0E8-5E92-46CB-8657-D62E6DF7A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56" name="Rectangle 87">
              <a:extLst>
                <a:ext uri="{FF2B5EF4-FFF2-40B4-BE49-F238E27FC236}">
                  <a16:creationId xmlns:a16="http://schemas.microsoft.com/office/drawing/2014/main" id="{68F4F54B-4A08-4051-B04B-127C06D38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647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57" name="Rectangle 88">
              <a:extLst>
                <a:ext uri="{FF2B5EF4-FFF2-40B4-BE49-F238E27FC236}">
                  <a16:creationId xmlns:a16="http://schemas.microsoft.com/office/drawing/2014/main" id="{7739CCA4-DDF4-44E0-83B6-C66B730F4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58" name="Rectangle 89">
              <a:extLst>
                <a:ext uri="{FF2B5EF4-FFF2-40B4-BE49-F238E27FC236}">
                  <a16:creationId xmlns:a16="http://schemas.microsoft.com/office/drawing/2014/main" id="{EC156799-7818-43E7-9CC2-6890619C3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705225"/>
              <a:ext cx="11112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59" name="Rectangle 90">
              <a:extLst>
                <a:ext uri="{FF2B5EF4-FFF2-40B4-BE49-F238E27FC236}">
                  <a16:creationId xmlns:a16="http://schemas.microsoft.com/office/drawing/2014/main" id="{14E61B7B-3347-4EC8-99F0-E28CB24BA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60" name="Rectangle 91">
              <a:extLst>
                <a:ext uri="{FF2B5EF4-FFF2-40B4-BE49-F238E27FC236}">
                  <a16:creationId xmlns:a16="http://schemas.microsoft.com/office/drawing/2014/main" id="{2A3A0A17-750D-41F5-A1E8-0355A9647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61" name="Rectangle 92">
              <a:extLst>
                <a:ext uri="{FF2B5EF4-FFF2-40B4-BE49-F238E27FC236}">
                  <a16:creationId xmlns:a16="http://schemas.microsoft.com/office/drawing/2014/main" id="{B80B4FD1-F762-47C5-946F-ACDAA5A13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7115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62" name="Rectangle 93">
              <a:extLst>
                <a:ext uri="{FF2B5EF4-FFF2-40B4-BE49-F238E27FC236}">
                  <a16:creationId xmlns:a16="http://schemas.microsoft.com/office/drawing/2014/main" id="{954ED8C0-2389-48DC-B68F-5D821A875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425" y="37115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63" name="Rectangle 94">
              <a:extLst>
                <a:ext uri="{FF2B5EF4-FFF2-40B4-BE49-F238E27FC236}">
                  <a16:creationId xmlns:a16="http://schemas.microsoft.com/office/drawing/2014/main" id="{50621684-D671-4315-89C2-A6738895C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07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64" name="Rectangle 95">
              <a:extLst>
                <a:ext uri="{FF2B5EF4-FFF2-40B4-BE49-F238E27FC236}">
                  <a16:creationId xmlns:a16="http://schemas.microsoft.com/office/drawing/2014/main" id="{CE5E4596-F1C1-4806-8ED0-8F9C06408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57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65" name="Rectangle 96">
              <a:extLst>
                <a:ext uri="{FF2B5EF4-FFF2-40B4-BE49-F238E27FC236}">
                  <a16:creationId xmlns:a16="http://schemas.microsoft.com/office/drawing/2014/main" id="{6D0AD943-4A7F-4E7E-B2FD-4C0699244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252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66" name="Rectangle 97">
              <a:extLst>
                <a:ext uri="{FF2B5EF4-FFF2-40B4-BE49-F238E27FC236}">
                  <a16:creationId xmlns:a16="http://schemas.microsoft.com/office/drawing/2014/main" id="{58997158-0837-42DD-92F8-0622AF465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302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67" name="Rectangle 98">
              <a:extLst>
                <a:ext uri="{FF2B5EF4-FFF2-40B4-BE49-F238E27FC236}">
                  <a16:creationId xmlns:a16="http://schemas.microsoft.com/office/drawing/2014/main" id="{AC5D4F02-6437-486F-A5CE-871953A57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97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68" name="Rectangle 99">
              <a:extLst>
                <a:ext uri="{FF2B5EF4-FFF2-40B4-BE49-F238E27FC236}">
                  <a16:creationId xmlns:a16="http://schemas.microsoft.com/office/drawing/2014/main" id="{1C21D907-57BE-4042-9CF4-938E9B0EC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69" name="Rectangle 100">
              <a:extLst>
                <a:ext uri="{FF2B5EF4-FFF2-40B4-BE49-F238E27FC236}">
                  <a16:creationId xmlns:a16="http://schemas.microsoft.com/office/drawing/2014/main" id="{76925083-78BF-47B7-85B8-9D7E47D0D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647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70" name="Rectangle 101">
              <a:extLst>
                <a:ext uri="{FF2B5EF4-FFF2-40B4-BE49-F238E27FC236}">
                  <a16:creationId xmlns:a16="http://schemas.microsoft.com/office/drawing/2014/main" id="{FB6737C0-1725-4405-B3D0-387F28BEB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71" name="Rectangle 102">
              <a:extLst>
                <a:ext uri="{FF2B5EF4-FFF2-40B4-BE49-F238E27FC236}">
                  <a16:creationId xmlns:a16="http://schemas.microsoft.com/office/drawing/2014/main" id="{5D96C088-19CA-4F20-9D90-E4BE8A6EC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4068763"/>
              <a:ext cx="58308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172" name="Rectangle 103">
              <a:extLst>
                <a:ext uri="{FF2B5EF4-FFF2-40B4-BE49-F238E27FC236}">
                  <a16:creationId xmlns:a16="http://schemas.microsoft.com/office/drawing/2014/main" id="{1B98D945-571F-4F4B-971A-C8A744FAC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8072" name="TextBox 125">
            <a:extLst>
              <a:ext uri="{FF2B5EF4-FFF2-40B4-BE49-F238E27FC236}">
                <a16:creationId xmlns:a16="http://schemas.microsoft.com/office/drawing/2014/main" id="{28762034-1BCD-4EE4-A684-1FB017DC76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6.78 from the textbook ]</a:t>
            </a:r>
          </a:p>
        </p:txBody>
      </p:sp>
      <p:sp>
        <p:nvSpPr>
          <p:cNvPr id="115" name="Rectangle 197">
            <a:extLst>
              <a:ext uri="{FF2B5EF4-FFF2-40B4-BE49-F238E27FC236}">
                <a16:creationId xmlns:a16="http://schemas.microsoft.com/office/drawing/2014/main" id="{D46A067B-636C-4F03-8A3A-3B8EDB29F1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900" y="3311525"/>
            <a:ext cx="1824038" cy="14684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9" name="Rectangle 2">
            <a:extLst>
              <a:ext uri="{FF2B5EF4-FFF2-40B4-BE49-F238E27FC236}">
                <a16:creationId xmlns:a16="http://schemas.microsoft.com/office/drawing/2014/main" id="{F41C7EF6-34CB-43A3-B9B1-99449186C7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We don</a:t>
            </a:r>
            <a:r>
              <a:rPr kumimoji="0" lang="fr-FR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 need the logic expressions anymore</a:t>
            </a:r>
            <a:endParaRPr kumimoji="0" lang="en-US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9090" name="TextBox 76">
            <a:extLst>
              <a:ext uri="{FF2B5EF4-FFF2-40B4-BE49-F238E27FC236}">
                <a16:creationId xmlns:a16="http://schemas.microsoft.com/office/drawing/2014/main" id="{8EE6E7DD-3B5F-467D-B16E-85BB068F43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5281613"/>
            <a:ext cx="12255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89091" name="TextBox 77">
            <a:extLst>
              <a:ext uri="{FF2B5EF4-FFF2-40B4-BE49-F238E27FC236}">
                <a16:creationId xmlns:a16="http://schemas.microsoft.com/office/drawing/2014/main" id="{BE55EF2C-EBCC-445C-863B-33FEE02376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875" y="1633538"/>
            <a:ext cx="103028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</a:t>
            </a:r>
            <a:endParaRPr kumimoji="0" lang="en-US" altLang="en-US" sz="2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9092" name="Group 79">
            <a:extLst>
              <a:ext uri="{FF2B5EF4-FFF2-40B4-BE49-F238E27FC236}">
                <a16:creationId xmlns:a16="http://schemas.microsoft.com/office/drawing/2014/main" id="{A50E821F-13C2-45DA-9993-DC8985107F5C}"/>
              </a:ext>
            </a:extLst>
          </p:cNvPr>
          <p:cNvGrpSpPr>
            <a:grpSpLocks/>
          </p:cNvGrpSpPr>
          <p:nvPr/>
        </p:nvGrpSpPr>
        <p:grpSpPr bwMode="auto">
          <a:xfrm>
            <a:off x="611188" y="4144963"/>
            <a:ext cx="1082675" cy="461962"/>
            <a:chOff x="4636811" y="5891761"/>
            <a:chExt cx="1082348" cy="461665"/>
          </a:xfrm>
        </p:grpSpPr>
        <p:sp>
          <p:nvSpPr>
            <p:cNvPr id="89200" name="TextBox 82">
              <a:extLst>
                <a:ext uri="{FF2B5EF4-FFF2-40B4-BE49-F238E27FC236}">
                  <a16:creationId xmlns:a16="http://schemas.microsoft.com/office/drawing/2014/main" id="{E0CE844E-DF02-4289-891D-7300C1C31A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811" y="5891761"/>
              <a:ext cx="108234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</a:t>
              </a:r>
              <a:endPara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89201" name="Straight Connector 86">
              <a:extLst>
                <a:ext uri="{FF2B5EF4-FFF2-40B4-BE49-F238E27FC236}">
                  <a16:creationId xmlns:a16="http://schemas.microsoft.com/office/drawing/2014/main" id="{67557F49-545A-4B80-B1F0-4E42F4EE1BE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368427" y="5964739"/>
              <a:ext cx="22853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9093" name="TextBox 87">
            <a:extLst>
              <a:ext uri="{FF2B5EF4-FFF2-40B4-BE49-F238E27FC236}">
                <a16:creationId xmlns:a16="http://schemas.microsoft.com/office/drawing/2014/main" id="{5935EE42-1B42-4933-911A-37CCA88165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" y="3433763"/>
            <a:ext cx="13795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= w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grpSp>
        <p:nvGrpSpPr>
          <p:cNvPr id="89094" name="Group 89">
            <a:extLst>
              <a:ext uri="{FF2B5EF4-FFF2-40B4-BE49-F238E27FC236}">
                <a16:creationId xmlns:a16="http://schemas.microsoft.com/office/drawing/2014/main" id="{6D943BBC-9BF0-4C7D-B898-6D91EA0BA6FA}"/>
              </a:ext>
            </a:extLst>
          </p:cNvPr>
          <p:cNvGrpSpPr>
            <a:grpSpLocks/>
          </p:cNvGrpSpPr>
          <p:nvPr/>
        </p:nvGrpSpPr>
        <p:grpSpPr bwMode="auto">
          <a:xfrm>
            <a:off x="598488" y="2359025"/>
            <a:ext cx="1695450" cy="460375"/>
            <a:chOff x="6895289" y="6215149"/>
            <a:chExt cx="1695847" cy="461665"/>
          </a:xfrm>
        </p:grpSpPr>
        <p:sp>
          <p:nvSpPr>
            <p:cNvPr id="89197" name="TextBox 92">
              <a:extLst>
                <a:ext uri="{FF2B5EF4-FFF2-40B4-BE49-F238E27FC236}">
                  <a16:creationId xmlns:a16="http://schemas.microsoft.com/office/drawing/2014/main" id="{C124DFAD-1433-465C-B17E-6FE21D4997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5289" y="6215149"/>
              <a:ext cx="169584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 +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89198" name="Straight Connector 93">
              <a:extLst>
                <a:ext uri="{FF2B5EF4-FFF2-40B4-BE49-F238E27FC236}">
                  <a16:creationId xmlns:a16="http://schemas.microsoft.com/office/drawing/2014/main" id="{BB5CE987-3845-40EF-BED5-B3788460188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25710" y="6253356"/>
              <a:ext cx="22865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99" name="Straight Connector 94">
              <a:extLst>
                <a:ext uri="{FF2B5EF4-FFF2-40B4-BE49-F238E27FC236}">
                  <a16:creationId xmlns:a16="http://schemas.microsoft.com/office/drawing/2014/main" id="{FB782F07-2FE8-4CB8-BB9E-2237AE256D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154471" y="6250172"/>
              <a:ext cx="22865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9095" name="Group 95">
            <a:extLst>
              <a:ext uri="{FF2B5EF4-FFF2-40B4-BE49-F238E27FC236}">
                <a16:creationId xmlns:a16="http://schemas.microsoft.com/office/drawing/2014/main" id="{D94748E9-BDFB-4E2A-9D27-74A984D7A4D6}"/>
              </a:ext>
            </a:extLst>
          </p:cNvPr>
          <p:cNvGrpSpPr>
            <a:grpSpLocks/>
          </p:cNvGrpSpPr>
          <p:nvPr/>
        </p:nvGrpSpPr>
        <p:grpSpPr bwMode="auto">
          <a:xfrm>
            <a:off x="2954338" y="2154238"/>
            <a:ext cx="5832475" cy="2779712"/>
            <a:chOff x="1747838" y="1301750"/>
            <a:chExt cx="5832475" cy="2779713"/>
          </a:xfrm>
        </p:grpSpPr>
        <p:sp>
          <p:nvSpPr>
            <p:cNvPr id="89097" name="Rectangle 4">
              <a:extLst>
                <a:ext uri="{FF2B5EF4-FFF2-40B4-BE49-F238E27FC236}">
                  <a16:creationId xmlns:a16="http://schemas.microsoft.com/office/drawing/2014/main" id="{E71A8309-1222-427D-B100-87A4EC1F5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301750"/>
              <a:ext cx="5830887" cy="11113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098" name="Rectangle 5">
              <a:extLst>
                <a:ext uri="{FF2B5EF4-FFF2-40B4-BE49-F238E27FC236}">
                  <a16:creationId xmlns:a16="http://schemas.microsoft.com/office/drawing/2014/main" id="{364294A8-3AC2-493D-B37D-1290757FB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3128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099" name="Rectangle 6">
              <a:extLst>
                <a:ext uri="{FF2B5EF4-FFF2-40B4-BE49-F238E27FC236}">
                  <a16:creationId xmlns:a16="http://schemas.microsoft.com/office/drawing/2014/main" id="{B6C90BF1-46B4-499B-B69F-095DB8156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00" name="Rectangle 7">
              <a:extLst>
                <a:ext uri="{FF2B5EF4-FFF2-40B4-BE49-F238E27FC236}">
                  <a16:creationId xmlns:a16="http://schemas.microsoft.com/office/drawing/2014/main" id="{0584E78F-A3C0-48A9-92E7-75B2D12BE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913" y="1519238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01" name="Rectangle 8">
              <a:extLst>
                <a:ext uri="{FF2B5EF4-FFF2-40B4-BE49-F238E27FC236}">
                  <a16:creationId xmlns:a16="http://schemas.microsoft.com/office/drawing/2014/main" id="{7A8554A7-91EA-4976-8A7F-304F04728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02" name="Rectangle 9">
              <a:extLst>
                <a:ext uri="{FF2B5EF4-FFF2-40B4-BE49-F238E27FC236}">
                  <a16:creationId xmlns:a16="http://schemas.microsoft.com/office/drawing/2014/main" id="{33481913-4977-41EE-9956-642111624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13128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03" name="Rectangle 10">
              <a:extLst>
                <a:ext uri="{FF2B5EF4-FFF2-40B4-BE49-F238E27FC236}">
                  <a16:creationId xmlns:a16="http://schemas.microsoft.com/office/drawing/2014/main" id="{7D058021-4217-449A-842C-053CB0B17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782763"/>
              <a:ext cx="36480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04" name="Rectangle 11">
              <a:extLst>
                <a:ext uri="{FF2B5EF4-FFF2-40B4-BE49-F238E27FC236}">
                  <a16:creationId xmlns:a16="http://schemas.microsoft.com/office/drawing/2014/main" id="{CA27EC06-D922-402A-8AD4-60C4101C9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17700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05" name="Rectangle 12">
              <a:extLst>
                <a:ext uri="{FF2B5EF4-FFF2-40B4-BE49-F238E27FC236}">
                  <a16:creationId xmlns:a16="http://schemas.microsoft.com/office/drawing/2014/main" id="{330A0B9B-5687-41AF-A507-A0250C4EA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1428750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06" name="Rectangle 13">
              <a:extLst>
                <a:ext uri="{FF2B5EF4-FFF2-40B4-BE49-F238E27FC236}">
                  <a16:creationId xmlns:a16="http://schemas.microsoft.com/office/drawing/2014/main" id="{19E4A470-F136-417A-B5DB-0D05F3BF9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07" name="Rectangle 14">
              <a:extLst>
                <a:ext uri="{FF2B5EF4-FFF2-40B4-BE49-F238E27FC236}">
                  <a16:creationId xmlns:a16="http://schemas.microsoft.com/office/drawing/2014/main" id="{4E66CA25-EB7B-469A-B801-DB4A118A4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200" y="1885950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08" name="Rectangle 15">
              <a:extLst>
                <a:ext uri="{FF2B5EF4-FFF2-40B4-BE49-F238E27FC236}">
                  <a16:creationId xmlns:a16="http://schemas.microsoft.com/office/drawing/2014/main" id="{A8BE5264-5D74-4FAC-A5A7-0676D3122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825" y="18859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09" name="Rectangle 16">
              <a:extLst>
                <a:ext uri="{FF2B5EF4-FFF2-40B4-BE49-F238E27FC236}">
                  <a16:creationId xmlns:a16="http://schemas.microsoft.com/office/drawing/2014/main" id="{DE13E8A2-0B99-4E77-B543-BC883C04C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175" y="188595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10" name="Rectangle 17">
              <a:extLst>
                <a:ext uri="{FF2B5EF4-FFF2-40B4-BE49-F238E27FC236}">
                  <a16:creationId xmlns:a16="http://schemas.microsoft.com/office/drawing/2014/main" id="{2651F66C-96ED-49C8-B27E-88DE2FC70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9700" y="18859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11" name="Rectangle 18">
              <a:extLst>
                <a:ext uri="{FF2B5EF4-FFF2-40B4-BE49-F238E27FC236}">
                  <a16:creationId xmlns:a16="http://schemas.microsoft.com/office/drawing/2014/main" id="{D351F255-D58E-4CB7-93A4-093570A7E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275" y="18859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12" name="Rectangle 19">
              <a:extLst>
                <a:ext uri="{FF2B5EF4-FFF2-40B4-BE49-F238E27FC236}">
                  <a16:creationId xmlns:a16="http://schemas.microsoft.com/office/drawing/2014/main" id="{4C8DAB42-3FF3-41AB-87A8-80027DD20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5450" y="1885950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13" name="Rectangle 20">
              <a:extLst>
                <a:ext uri="{FF2B5EF4-FFF2-40B4-BE49-F238E27FC236}">
                  <a16:creationId xmlns:a16="http://schemas.microsoft.com/office/drawing/2014/main" id="{8C30568D-E753-488F-8A31-3921AD4C8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14" name="Rectangle 21">
              <a:extLst>
                <a:ext uri="{FF2B5EF4-FFF2-40B4-BE49-F238E27FC236}">
                  <a16:creationId xmlns:a16="http://schemas.microsoft.com/office/drawing/2014/main" id="{A73A08C3-EA54-465D-9676-0B0855C9A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3738" y="18859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15" name="Rectangle 22">
              <a:extLst>
                <a:ext uri="{FF2B5EF4-FFF2-40B4-BE49-F238E27FC236}">
                  <a16:creationId xmlns:a16="http://schemas.microsoft.com/office/drawing/2014/main" id="{AEF9F153-F6AD-4389-B498-BFF4B60CA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17700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16" name="Rectangle 23">
              <a:extLst>
                <a:ext uri="{FF2B5EF4-FFF2-40B4-BE49-F238E27FC236}">
                  <a16:creationId xmlns:a16="http://schemas.microsoft.com/office/drawing/2014/main" id="{05C2C938-90D5-4FEE-B008-1DE5FD97E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239963"/>
              <a:ext cx="3648075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17" name="Rectangle 24">
              <a:extLst>
                <a:ext uri="{FF2B5EF4-FFF2-40B4-BE49-F238E27FC236}">
                  <a16:creationId xmlns:a16="http://schemas.microsoft.com/office/drawing/2014/main" id="{2F03F764-9BEF-469F-9AAD-91FD207D6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227263"/>
              <a:ext cx="11112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18" name="Rectangle 25">
              <a:extLst>
                <a:ext uri="{FF2B5EF4-FFF2-40B4-BE49-F238E27FC236}">
                  <a16:creationId xmlns:a16="http://schemas.microsoft.com/office/drawing/2014/main" id="{7D15BC26-7EE7-4684-BB90-FF63C4B56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4650" y="179387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19" name="Rectangle 26">
              <a:extLst>
                <a:ext uri="{FF2B5EF4-FFF2-40B4-BE49-F238E27FC236}">
                  <a16:creationId xmlns:a16="http://schemas.microsoft.com/office/drawing/2014/main" id="{1C1CC774-A20F-44C5-923D-6B4F65569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100" y="219710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20" name="Rectangle 27">
              <a:extLst>
                <a:ext uri="{FF2B5EF4-FFF2-40B4-BE49-F238E27FC236}">
                  <a16:creationId xmlns:a16="http://schemas.microsoft.com/office/drawing/2014/main" id="{7CDC3572-5E0F-4A67-83CB-000962C6D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513" y="22955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21" name="Rectangle 28">
              <a:extLst>
                <a:ext uri="{FF2B5EF4-FFF2-40B4-BE49-F238E27FC236}">
                  <a16:creationId xmlns:a16="http://schemas.microsoft.com/office/drawing/2014/main" id="{1D8D552D-115A-4ED5-ADEC-11D65EAC3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225" y="219710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22" name="Rectangle 29">
              <a:extLst>
                <a:ext uri="{FF2B5EF4-FFF2-40B4-BE49-F238E27FC236}">
                  <a16:creationId xmlns:a16="http://schemas.microsoft.com/office/drawing/2014/main" id="{71535E95-8B60-4A5F-97A5-348C914E9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23" name="Rectangle 30">
              <a:extLst>
                <a:ext uri="{FF2B5EF4-FFF2-40B4-BE49-F238E27FC236}">
                  <a16:creationId xmlns:a16="http://schemas.microsoft.com/office/drawing/2014/main" id="{27B38934-BC40-49BC-B036-ED1395528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638" y="22955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24" name="Rectangle 31">
              <a:extLst>
                <a:ext uri="{FF2B5EF4-FFF2-40B4-BE49-F238E27FC236}">
                  <a16:creationId xmlns:a16="http://schemas.microsoft.com/office/drawing/2014/main" id="{C1A1D702-05ED-4269-95FC-15F6D279B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250" y="2343150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25" name="Rectangle 32">
              <a:extLst>
                <a:ext uri="{FF2B5EF4-FFF2-40B4-BE49-F238E27FC236}">
                  <a16:creationId xmlns:a16="http://schemas.microsoft.com/office/drawing/2014/main" id="{54F39DBB-FA9C-4BCD-863C-56CB3BA70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950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26" name="Rectangle 33">
              <a:extLst>
                <a:ext uri="{FF2B5EF4-FFF2-40B4-BE49-F238E27FC236}">
                  <a16:creationId xmlns:a16="http://schemas.microsoft.com/office/drawing/2014/main" id="{196E06DC-A424-4D59-B0D0-A6B065848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663" y="2343150"/>
              <a:ext cx="2333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27" name="Rectangle 34">
              <a:extLst>
                <a:ext uri="{FF2B5EF4-FFF2-40B4-BE49-F238E27FC236}">
                  <a16:creationId xmlns:a16="http://schemas.microsoft.com/office/drawing/2014/main" id="{06ADE9C3-6960-4B3A-B886-7AB73F453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56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28" name="Rectangle 35">
              <a:extLst>
                <a:ext uri="{FF2B5EF4-FFF2-40B4-BE49-F238E27FC236}">
                  <a16:creationId xmlns:a16="http://schemas.microsoft.com/office/drawing/2014/main" id="{64C55F24-1D61-4C1D-A549-0BD0C3584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29" name="Rectangle 36">
              <a:extLst>
                <a:ext uri="{FF2B5EF4-FFF2-40B4-BE49-F238E27FC236}">
                  <a16:creationId xmlns:a16="http://schemas.microsoft.com/office/drawing/2014/main" id="{5B3B90E1-7A66-42EC-8C80-E230A6DAB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30" name="Rectangle 37">
              <a:extLst>
                <a:ext uri="{FF2B5EF4-FFF2-40B4-BE49-F238E27FC236}">
                  <a16:creationId xmlns:a16="http://schemas.microsoft.com/office/drawing/2014/main" id="{EE136C7D-EC84-48A7-A200-1A2E1B30E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075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31" name="Rectangle 38">
              <a:extLst>
                <a:ext uri="{FF2B5EF4-FFF2-40B4-BE49-F238E27FC236}">
                  <a16:creationId xmlns:a16="http://schemas.microsoft.com/office/drawing/2014/main" id="{CD910ACE-504D-4252-8E31-9EA6C1767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32" name="Rectangle 39">
              <a:extLst>
                <a:ext uri="{FF2B5EF4-FFF2-40B4-BE49-F238E27FC236}">
                  <a16:creationId xmlns:a16="http://schemas.microsoft.com/office/drawing/2014/main" id="{AC04F7A5-0E17-47E1-B585-367D497D2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288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33" name="Rectangle 40">
              <a:extLst>
                <a:ext uri="{FF2B5EF4-FFF2-40B4-BE49-F238E27FC236}">
                  <a16:creationId xmlns:a16="http://schemas.microsoft.com/office/drawing/2014/main" id="{E901D1CC-65D3-48F2-81C3-CF6B70AFF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988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34" name="Rectangle 41">
              <a:extLst>
                <a:ext uri="{FF2B5EF4-FFF2-40B4-BE49-F238E27FC236}">
                  <a16:creationId xmlns:a16="http://schemas.microsoft.com/office/drawing/2014/main" id="{D2C48C6A-D23B-4EBC-A3A8-3E5C35BFE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2700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35" name="Rectangle 42">
              <a:extLst>
                <a:ext uri="{FF2B5EF4-FFF2-40B4-BE49-F238E27FC236}">
                  <a16:creationId xmlns:a16="http://schemas.microsoft.com/office/drawing/2014/main" id="{3CBB4359-D9B4-4B79-97B8-351773B48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88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36" name="Rectangle 43">
              <a:extLst>
                <a:ext uri="{FF2B5EF4-FFF2-40B4-BE49-F238E27FC236}">
                  <a16:creationId xmlns:a16="http://schemas.microsoft.com/office/drawing/2014/main" id="{5613A1E9-DFF0-42C1-93D5-922FC45B9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343150"/>
              <a:ext cx="17621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J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37" name="Rectangle 44">
              <a:extLst>
                <a:ext uri="{FF2B5EF4-FFF2-40B4-BE49-F238E27FC236}">
                  <a16:creationId xmlns:a16="http://schemas.microsoft.com/office/drawing/2014/main" id="{DED48BBE-953A-4D50-95CD-D16DA3A80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6613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38" name="Rectangle 45">
              <a:extLst>
                <a:ext uri="{FF2B5EF4-FFF2-40B4-BE49-F238E27FC236}">
                  <a16:creationId xmlns:a16="http://schemas.microsoft.com/office/drawing/2014/main" id="{D6272B73-EE22-43B3-B128-26081F3AB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9325" y="2343150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39" name="Rectangle 46">
              <a:extLst>
                <a:ext uri="{FF2B5EF4-FFF2-40B4-BE49-F238E27FC236}">
                  <a16:creationId xmlns:a16="http://schemas.microsoft.com/office/drawing/2014/main" id="{A9DA1149-4BB5-4DD3-89CF-21A39E3EA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40" name="Rectangle 47">
              <a:extLst>
                <a:ext uri="{FF2B5EF4-FFF2-40B4-BE49-F238E27FC236}">
                  <a16:creationId xmlns:a16="http://schemas.microsoft.com/office/drawing/2014/main" id="{203AEA14-FE09-4A93-A791-16B34C23A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5225" y="24415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41" name="Rectangle 48">
              <a:extLst>
                <a:ext uri="{FF2B5EF4-FFF2-40B4-BE49-F238E27FC236}">
                  <a16:creationId xmlns:a16="http://schemas.microsoft.com/office/drawing/2014/main" id="{A088DDA3-A59D-46D6-A4A1-82F3B45E9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2227263"/>
              <a:ext cx="12700" cy="457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42" name="Rectangle 49">
              <a:extLst>
                <a:ext uri="{FF2B5EF4-FFF2-40B4-BE49-F238E27FC236}">
                  <a16:creationId xmlns:a16="http://schemas.microsoft.com/office/drawing/2014/main" id="{3E723943-EDBA-46ED-84E6-CC5AEE151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697163"/>
              <a:ext cx="58308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43" name="Rectangle 50">
              <a:extLst>
                <a:ext uri="{FF2B5EF4-FFF2-40B4-BE49-F238E27FC236}">
                  <a16:creationId xmlns:a16="http://schemas.microsoft.com/office/drawing/2014/main" id="{2534FDE9-F1C8-409A-81B4-3E5AF9B82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2713038"/>
              <a:ext cx="11112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44" name="Rectangle 51">
              <a:extLst>
                <a:ext uri="{FF2B5EF4-FFF2-40B4-BE49-F238E27FC236}">
                  <a16:creationId xmlns:a16="http://schemas.microsoft.com/office/drawing/2014/main" id="{FCC6263C-2D01-4447-82C1-C43FDA6AE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1825" y="2197100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45" name="Rectangle 52">
              <a:extLst>
                <a:ext uri="{FF2B5EF4-FFF2-40B4-BE49-F238E27FC236}">
                  <a16:creationId xmlns:a16="http://schemas.microsoft.com/office/drawing/2014/main" id="{48902F3E-AD04-48DC-8C5B-5384C0EC9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46" name="Rectangle 53">
              <a:extLst>
                <a:ext uri="{FF2B5EF4-FFF2-40B4-BE49-F238E27FC236}">
                  <a16:creationId xmlns:a16="http://schemas.microsoft.com/office/drawing/2014/main" id="{2C42D66C-7C87-4B2C-81C5-FB277941E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27987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47" name="Rectangle 54">
              <a:extLst>
                <a:ext uri="{FF2B5EF4-FFF2-40B4-BE49-F238E27FC236}">
                  <a16:creationId xmlns:a16="http://schemas.microsoft.com/office/drawing/2014/main" id="{F097E3EC-0753-4508-94C6-E29F382E3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425" y="2798763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48" name="Rectangle 55">
              <a:extLst>
                <a:ext uri="{FF2B5EF4-FFF2-40B4-BE49-F238E27FC236}">
                  <a16:creationId xmlns:a16="http://schemas.microsoft.com/office/drawing/2014/main" id="{771271BE-4A24-40F2-8AB5-43DEB59A7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07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49" name="Rectangle 56">
              <a:extLst>
                <a:ext uri="{FF2B5EF4-FFF2-40B4-BE49-F238E27FC236}">
                  <a16:creationId xmlns:a16="http://schemas.microsoft.com/office/drawing/2014/main" id="{F46410EC-DE76-4C91-B5BF-F98EA5312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57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50" name="Rectangle 57">
              <a:extLst>
                <a:ext uri="{FF2B5EF4-FFF2-40B4-BE49-F238E27FC236}">
                  <a16:creationId xmlns:a16="http://schemas.microsoft.com/office/drawing/2014/main" id="{9A4B83B3-6C47-40E2-A1DF-A10324801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252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51" name="Rectangle 58">
              <a:extLst>
                <a:ext uri="{FF2B5EF4-FFF2-40B4-BE49-F238E27FC236}">
                  <a16:creationId xmlns:a16="http://schemas.microsoft.com/office/drawing/2014/main" id="{7782FCF6-E0A3-4B6A-97E0-32AF2A2C7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302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52" name="Rectangle 59">
              <a:extLst>
                <a:ext uri="{FF2B5EF4-FFF2-40B4-BE49-F238E27FC236}">
                  <a16:creationId xmlns:a16="http://schemas.microsoft.com/office/drawing/2014/main" id="{F685E5D9-0D8F-41CB-9654-2D3834D3E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97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53" name="Rectangle 60">
              <a:extLst>
                <a:ext uri="{FF2B5EF4-FFF2-40B4-BE49-F238E27FC236}">
                  <a16:creationId xmlns:a16="http://schemas.microsoft.com/office/drawing/2014/main" id="{DF8D0100-6E35-4FD1-95CB-ADB17E7E9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54" name="Rectangle 61">
              <a:extLst>
                <a:ext uri="{FF2B5EF4-FFF2-40B4-BE49-F238E27FC236}">
                  <a16:creationId xmlns:a16="http://schemas.microsoft.com/office/drawing/2014/main" id="{CB3C433D-AA94-49CC-BD35-E5C25DCD0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6475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55" name="Rectangle 62">
              <a:extLst>
                <a:ext uri="{FF2B5EF4-FFF2-40B4-BE49-F238E27FC236}">
                  <a16:creationId xmlns:a16="http://schemas.microsoft.com/office/drawing/2014/main" id="{C527B81F-A8D0-4468-9528-E51CD0FDA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2713038"/>
              <a:ext cx="12700" cy="4032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56" name="Rectangle 63">
              <a:extLst>
                <a:ext uri="{FF2B5EF4-FFF2-40B4-BE49-F238E27FC236}">
                  <a16:creationId xmlns:a16="http://schemas.microsoft.com/office/drawing/2014/main" id="{1DBDCFF2-4012-41AC-A0A7-CFB0B3A56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090863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57" name="Rectangle 64">
              <a:extLst>
                <a:ext uri="{FF2B5EF4-FFF2-40B4-BE49-F238E27FC236}">
                  <a16:creationId xmlns:a16="http://schemas.microsoft.com/office/drawing/2014/main" id="{D43688F6-9E2A-4D72-9F69-943A23231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2798763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58" name="Rectangle 65">
              <a:extLst>
                <a:ext uri="{FF2B5EF4-FFF2-40B4-BE49-F238E27FC236}">
                  <a16:creationId xmlns:a16="http://schemas.microsoft.com/office/drawing/2014/main" id="{EBDFB3C0-AA67-46E5-A1B6-8C7130B70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59" name="Rectangle 66">
              <a:extLst>
                <a:ext uri="{FF2B5EF4-FFF2-40B4-BE49-F238E27FC236}">
                  <a16:creationId xmlns:a16="http://schemas.microsoft.com/office/drawing/2014/main" id="{051000FA-DDB1-40B4-846F-6D08E1655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1019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60" name="Rectangle 67">
              <a:extLst>
                <a:ext uri="{FF2B5EF4-FFF2-40B4-BE49-F238E27FC236}">
                  <a16:creationId xmlns:a16="http://schemas.microsoft.com/office/drawing/2014/main" id="{6A7F03B5-BC9D-4607-B76E-B232C3500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425" y="31019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61" name="Rectangle 68">
              <a:extLst>
                <a:ext uri="{FF2B5EF4-FFF2-40B4-BE49-F238E27FC236}">
                  <a16:creationId xmlns:a16="http://schemas.microsoft.com/office/drawing/2014/main" id="{38116DB9-45A9-42F3-B186-E97A0A5D6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07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62" name="Rectangle 69">
              <a:extLst>
                <a:ext uri="{FF2B5EF4-FFF2-40B4-BE49-F238E27FC236}">
                  <a16:creationId xmlns:a16="http://schemas.microsoft.com/office/drawing/2014/main" id="{3D51FF90-1556-45E3-AA76-84DBCEE2C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57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63" name="Rectangle 70">
              <a:extLst>
                <a:ext uri="{FF2B5EF4-FFF2-40B4-BE49-F238E27FC236}">
                  <a16:creationId xmlns:a16="http://schemas.microsoft.com/office/drawing/2014/main" id="{8841376D-9752-4C89-A450-EBBF73A05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252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64" name="Rectangle 71">
              <a:extLst>
                <a:ext uri="{FF2B5EF4-FFF2-40B4-BE49-F238E27FC236}">
                  <a16:creationId xmlns:a16="http://schemas.microsoft.com/office/drawing/2014/main" id="{A50B74A5-00F8-4DFB-8F16-AC994DBAC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302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65" name="Rectangle 72">
              <a:extLst>
                <a:ext uri="{FF2B5EF4-FFF2-40B4-BE49-F238E27FC236}">
                  <a16:creationId xmlns:a16="http://schemas.microsoft.com/office/drawing/2014/main" id="{B2CA5FA1-9F9F-485B-A1E6-E28757583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97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66" name="Rectangle 73">
              <a:extLst>
                <a:ext uri="{FF2B5EF4-FFF2-40B4-BE49-F238E27FC236}">
                  <a16:creationId xmlns:a16="http://schemas.microsoft.com/office/drawing/2014/main" id="{AE3186DC-ACF8-4870-BE22-4118FF4B0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67" name="Rectangle 74">
              <a:extLst>
                <a:ext uri="{FF2B5EF4-FFF2-40B4-BE49-F238E27FC236}">
                  <a16:creationId xmlns:a16="http://schemas.microsoft.com/office/drawing/2014/main" id="{32795DF7-1EF6-4F5F-B6CF-B8B3F5B75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6475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68" name="Rectangle 75">
              <a:extLst>
                <a:ext uri="{FF2B5EF4-FFF2-40B4-BE49-F238E27FC236}">
                  <a16:creationId xmlns:a16="http://schemas.microsoft.com/office/drawing/2014/main" id="{24204E79-84BB-4573-93A7-BF54ACEC0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0908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69" name="Rectangle 76">
              <a:extLst>
                <a:ext uri="{FF2B5EF4-FFF2-40B4-BE49-F238E27FC236}">
                  <a16:creationId xmlns:a16="http://schemas.microsoft.com/office/drawing/2014/main" id="{49AF2189-81E9-43E9-99C1-0AE211914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395663"/>
              <a:ext cx="11112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70" name="Rectangle 77">
              <a:extLst>
                <a:ext uri="{FF2B5EF4-FFF2-40B4-BE49-F238E27FC236}">
                  <a16:creationId xmlns:a16="http://schemas.microsoft.com/office/drawing/2014/main" id="{AB51B231-F562-4D7D-A6E1-F475B4BCF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31019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71" name="Rectangle 78">
              <a:extLst>
                <a:ext uri="{FF2B5EF4-FFF2-40B4-BE49-F238E27FC236}">
                  <a16:creationId xmlns:a16="http://schemas.microsoft.com/office/drawing/2014/main" id="{339F36D8-65A8-436A-99AA-AB95E4C7C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72" name="Rectangle 79">
              <a:extLst>
                <a:ext uri="{FF2B5EF4-FFF2-40B4-BE49-F238E27FC236}">
                  <a16:creationId xmlns:a16="http://schemas.microsoft.com/office/drawing/2014/main" id="{40346935-8DF9-44D2-82CD-3035EFBF4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4067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73" name="Rectangle 80">
              <a:extLst>
                <a:ext uri="{FF2B5EF4-FFF2-40B4-BE49-F238E27FC236}">
                  <a16:creationId xmlns:a16="http://schemas.microsoft.com/office/drawing/2014/main" id="{C9C3B707-D1C5-43BE-AC37-334162470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425" y="34067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74" name="Rectangle 81">
              <a:extLst>
                <a:ext uri="{FF2B5EF4-FFF2-40B4-BE49-F238E27FC236}">
                  <a16:creationId xmlns:a16="http://schemas.microsoft.com/office/drawing/2014/main" id="{6A1AAC72-B299-4769-8C77-01E3F6532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07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75" name="Rectangle 82">
              <a:extLst>
                <a:ext uri="{FF2B5EF4-FFF2-40B4-BE49-F238E27FC236}">
                  <a16:creationId xmlns:a16="http://schemas.microsoft.com/office/drawing/2014/main" id="{6F0A9041-3D28-422B-86D9-ED5A7A2EC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57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76" name="Rectangle 83">
              <a:extLst>
                <a:ext uri="{FF2B5EF4-FFF2-40B4-BE49-F238E27FC236}">
                  <a16:creationId xmlns:a16="http://schemas.microsoft.com/office/drawing/2014/main" id="{7AE0C3AC-FA29-4925-B993-4913FDD25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252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77" name="Rectangle 84">
              <a:extLst>
                <a:ext uri="{FF2B5EF4-FFF2-40B4-BE49-F238E27FC236}">
                  <a16:creationId xmlns:a16="http://schemas.microsoft.com/office/drawing/2014/main" id="{44DFA034-D10F-4DC3-AB22-38987B058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302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78" name="Rectangle 85">
              <a:extLst>
                <a:ext uri="{FF2B5EF4-FFF2-40B4-BE49-F238E27FC236}">
                  <a16:creationId xmlns:a16="http://schemas.microsoft.com/office/drawing/2014/main" id="{0833BEAA-8A7F-473B-BD4A-5B9D0D15E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97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79" name="Rectangle 86">
              <a:extLst>
                <a:ext uri="{FF2B5EF4-FFF2-40B4-BE49-F238E27FC236}">
                  <a16:creationId xmlns:a16="http://schemas.microsoft.com/office/drawing/2014/main" id="{9F9158C7-B015-4D00-BCAA-E05BFD309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80" name="Rectangle 87">
              <a:extLst>
                <a:ext uri="{FF2B5EF4-FFF2-40B4-BE49-F238E27FC236}">
                  <a16:creationId xmlns:a16="http://schemas.microsoft.com/office/drawing/2014/main" id="{1DD280B7-8EF1-43F2-A3DC-DC0C8DF4F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6475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81" name="Rectangle 88">
              <a:extLst>
                <a:ext uri="{FF2B5EF4-FFF2-40B4-BE49-F238E27FC236}">
                  <a16:creationId xmlns:a16="http://schemas.microsoft.com/office/drawing/2014/main" id="{C8CF7E2D-68A6-4020-A923-0FCFD940B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395663"/>
              <a:ext cx="12700" cy="30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82" name="Rectangle 89">
              <a:extLst>
                <a:ext uri="{FF2B5EF4-FFF2-40B4-BE49-F238E27FC236}">
                  <a16:creationId xmlns:a16="http://schemas.microsoft.com/office/drawing/2014/main" id="{82F9D8A8-001A-4645-A092-65C44D887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3705225"/>
              <a:ext cx="11112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83" name="Rectangle 90">
              <a:extLst>
                <a:ext uri="{FF2B5EF4-FFF2-40B4-BE49-F238E27FC236}">
                  <a16:creationId xmlns:a16="http://schemas.microsoft.com/office/drawing/2014/main" id="{AF06591E-7A56-4D6D-85CF-87CD0A10F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34067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84" name="Rectangle 91">
              <a:extLst>
                <a:ext uri="{FF2B5EF4-FFF2-40B4-BE49-F238E27FC236}">
                  <a16:creationId xmlns:a16="http://schemas.microsoft.com/office/drawing/2014/main" id="{BF1CD7B1-2D00-4DD6-9745-6811965CE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85" name="Rectangle 92">
              <a:extLst>
                <a:ext uri="{FF2B5EF4-FFF2-40B4-BE49-F238E27FC236}">
                  <a16:creationId xmlns:a16="http://schemas.microsoft.com/office/drawing/2014/main" id="{907735B3-3C25-49CD-874E-6273515E3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475" y="37115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86" name="Rectangle 93">
              <a:extLst>
                <a:ext uri="{FF2B5EF4-FFF2-40B4-BE49-F238E27FC236}">
                  <a16:creationId xmlns:a16="http://schemas.microsoft.com/office/drawing/2014/main" id="{C22AB97E-0783-4EDD-8FD6-7806BDCE1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425" y="371157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87" name="Rectangle 94">
              <a:extLst>
                <a:ext uri="{FF2B5EF4-FFF2-40B4-BE49-F238E27FC236}">
                  <a16:creationId xmlns:a16="http://schemas.microsoft.com/office/drawing/2014/main" id="{DB2562E9-E561-4AA0-B798-BAB4D6005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07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88" name="Rectangle 95">
              <a:extLst>
                <a:ext uri="{FF2B5EF4-FFF2-40B4-BE49-F238E27FC236}">
                  <a16:creationId xmlns:a16="http://schemas.microsoft.com/office/drawing/2014/main" id="{7A157BB2-A4D2-48D8-82CD-8046CB757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57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89" name="Rectangle 96">
              <a:extLst>
                <a:ext uri="{FF2B5EF4-FFF2-40B4-BE49-F238E27FC236}">
                  <a16:creationId xmlns:a16="http://schemas.microsoft.com/office/drawing/2014/main" id="{1D1D2601-97B5-439B-829A-C23FAEB20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252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90" name="Rectangle 97">
              <a:extLst>
                <a:ext uri="{FF2B5EF4-FFF2-40B4-BE49-F238E27FC236}">
                  <a16:creationId xmlns:a16="http://schemas.microsoft.com/office/drawing/2014/main" id="{E0C75C67-0110-45DA-AAB7-69811D600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302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91" name="Rectangle 98">
              <a:extLst>
                <a:ext uri="{FF2B5EF4-FFF2-40B4-BE49-F238E27FC236}">
                  <a16:creationId xmlns:a16="http://schemas.microsoft.com/office/drawing/2014/main" id="{61A90780-A24B-46AB-AA5B-8CF1C678B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97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92" name="Rectangle 99">
              <a:extLst>
                <a:ext uri="{FF2B5EF4-FFF2-40B4-BE49-F238E27FC236}">
                  <a16:creationId xmlns:a16="http://schemas.microsoft.com/office/drawing/2014/main" id="{0165E6A5-BA6E-4327-AB1D-C370D65C1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9225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93" name="Rectangle 100">
              <a:extLst>
                <a:ext uri="{FF2B5EF4-FFF2-40B4-BE49-F238E27FC236}">
                  <a16:creationId xmlns:a16="http://schemas.microsoft.com/office/drawing/2014/main" id="{7B60FEC0-EAE0-492C-BFB5-9C30395C8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6475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94" name="Rectangle 101">
              <a:extLst>
                <a:ext uri="{FF2B5EF4-FFF2-40B4-BE49-F238E27FC236}">
                  <a16:creationId xmlns:a16="http://schemas.microsoft.com/office/drawing/2014/main" id="{B87360D2-F5CC-4638-86A8-D142D055C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3705225"/>
              <a:ext cx="12700" cy="35083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95" name="Rectangle 102">
              <a:extLst>
                <a:ext uri="{FF2B5EF4-FFF2-40B4-BE49-F238E27FC236}">
                  <a16:creationId xmlns:a16="http://schemas.microsoft.com/office/drawing/2014/main" id="{62B782E0-4788-4AC4-A6F6-F573B8E28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838" y="4068763"/>
              <a:ext cx="5830887" cy="127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96" name="Rectangle 103">
              <a:extLst>
                <a:ext uri="{FF2B5EF4-FFF2-40B4-BE49-F238E27FC236}">
                  <a16:creationId xmlns:a16="http://schemas.microsoft.com/office/drawing/2014/main" id="{591EDDC5-6C1A-4B5C-AA59-91A397564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371157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9096" name="TextBox 125">
            <a:extLst>
              <a:ext uri="{FF2B5EF4-FFF2-40B4-BE49-F238E27FC236}">
                <a16:creationId xmlns:a16="http://schemas.microsoft.com/office/drawing/2014/main" id="{EA66531A-2D8B-43C7-AE4A-BCE121B7E2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6.78 from the textbook ]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3" name="Rectangle 2">
            <a:extLst>
              <a:ext uri="{FF2B5EF4-FFF2-40B4-BE49-F238E27FC236}">
                <a16:creationId xmlns:a16="http://schemas.microsoft.com/office/drawing/2014/main" id="{F9F7B349-8F4D-4265-81E2-77B2D4E40E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9144000" cy="547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We don</a:t>
            </a:r>
            <a:r>
              <a:rPr kumimoji="0" lang="fr-FR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 need the logic expressions anymore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0115" name="TextBox 125">
            <a:extLst>
              <a:ext uri="{FF2B5EF4-FFF2-40B4-BE49-F238E27FC236}">
                <a16:creationId xmlns:a16="http://schemas.microsoft.com/office/drawing/2014/main" id="{2E283AB3-7B6E-4BC7-BFF5-641044A36B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6.78 from the textbook ]</a:t>
            </a:r>
          </a:p>
        </p:txBody>
      </p:sp>
      <p:grpSp>
        <p:nvGrpSpPr>
          <p:cNvPr id="105" name="Group 127">
            <a:extLst>
              <a:ext uri="{FF2B5EF4-FFF2-40B4-BE49-F238E27FC236}">
                <a16:creationId xmlns:a16="http://schemas.microsoft.com/office/drawing/2014/main" id="{487FBF1F-AB81-4F57-8896-A0DFD564D201}"/>
              </a:ext>
            </a:extLst>
          </p:cNvPr>
          <p:cNvGrpSpPr>
            <a:grpSpLocks/>
          </p:cNvGrpSpPr>
          <p:nvPr/>
        </p:nvGrpSpPr>
        <p:grpSpPr bwMode="auto">
          <a:xfrm>
            <a:off x="5467350" y="914400"/>
            <a:ext cx="3536950" cy="2051050"/>
            <a:chOff x="5049838" y="1738313"/>
            <a:chExt cx="3536950" cy="2051050"/>
          </a:xfrm>
        </p:grpSpPr>
        <p:sp>
          <p:nvSpPr>
            <p:cNvPr id="106" name="Rectangle 85">
              <a:extLst>
                <a:ext uri="{FF2B5EF4-FFF2-40B4-BE49-F238E27FC236}">
                  <a16:creationId xmlns:a16="http://schemas.microsoft.com/office/drawing/2014/main" id="{2CA4968B-7515-4D22-9559-109ADA165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Rectangle 86">
              <a:extLst>
                <a:ext uri="{FF2B5EF4-FFF2-40B4-BE49-F238E27FC236}">
                  <a16:creationId xmlns:a16="http://schemas.microsoft.com/office/drawing/2014/main" id="{FEAC2757-B2C1-4CB2-9D33-168AE52D6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Rectangle 88">
              <a:extLst>
                <a:ext uri="{FF2B5EF4-FFF2-40B4-BE49-F238E27FC236}">
                  <a16:creationId xmlns:a16="http://schemas.microsoft.com/office/drawing/2014/main" id="{4930DCDF-2944-4293-905E-90BB7E8DE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" name="Rectangle 89">
              <a:extLst>
                <a:ext uri="{FF2B5EF4-FFF2-40B4-BE49-F238E27FC236}">
                  <a16:creationId xmlns:a16="http://schemas.microsoft.com/office/drawing/2014/main" id="{A1EC0AF3-9EE3-4367-8C09-5299F7AA0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" name="Rectangle 90">
              <a:extLst>
                <a:ext uri="{FF2B5EF4-FFF2-40B4-BE49-F238E27FC236}">
                  <a16:creationId xmlns:a16="http://schemas.microsoft.com/office/drawing/2014/main" id="{A86B02D1-6039-47CF-A3A4-67B7E5208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Rectangle 91">
              <a:extLst>
                <a:ext uri="{FF2B5EF4-FFF2-40B4-BE49-F238E27FC236}">
                  <a16:creationId xmlns:a16="http://schemas.microsoft.com/office/drawing/2014/main" id="{46807C3D-9584-48C1-BC0A-DF419CF9D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Rectangle 92">
              <a:extLst>
                <a:ext uri="{FF2B5EF4-FFF2-40B4-BE49-F238E27FC236}">
                  <a16:creationId xmlns:a16="http://schemas.microsoft.com/office/drawing/2014/main" id="{E8FD1EFC-A580-4BED-91A2-0CCBAD8F9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Rectangle 93">
              <a:extLst>
                <a:ext uri="{FF2B5EF4-FFF2-40B4-BE49-F238E27FC236}">
                  <a16:creationId xmlns:a16="http://schemas.microsoft.com/office/drawing/2014/main" id="{35DF1303-9363-4032-94A0-38D8D7C6B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Rectangle 94">
              <a:extLst>
                <a:ext uri="{FF2B5EF4-FFF2-40B4-BE49-F238E27FC236}">
                  <a16:creationId xmlns:a16="http://schemas.microsoft.com/office/drawing/2014/main" id="{EB23ED4C-CF84-44AF-8DE3-ECC1302C8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5" name="Rectangle 95">
              <a:extLst>
                <a:ext uri="{FF2B5EF4-FFF2-40B4-BE49-F238E27FC236}">
                  <a16:creationId xmlns:a16="http://schemas.microsoft.com/office/drawing/2014/main" id="{B2B5893A-4272-43F1-BB06-4684DBE8E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" name="Rectangle 96">
              <a:extLst>
                <a:ext uri="{FF2B5EF4-FFF2-40B4-BE49-F238E27FC236}">
                  <a16:creationId xmlns:a16="http://schemas.microsoft.com/office/drawing/2014/main" id="{9FF4786B-94C3-4BDE-90E1-2A121BE14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7" name="Rectangle 97">
              <a:extLst>
                <a:ext uri="{FF2B5EF4-FFF2-40B4-BE49-F238E27FC236}">
                  <a16:creationId xmlns:a16="http://schemas.microsoft.com/office/drawing/2014/main" id="{8DF6295E-55E9-4AD7-823F-C17AF64C8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" name="Rectangle 98">
              <a:extLst>
                <a:ext uri="{FF2B5EF4-FFF2-40B4-BE49-F238E27FC236}">
                  <a16:creationId xmlns:a16="http://schemas.microsoft.com/office/drawing/2014/main" id="{6D5FE434-C70C-45BE-8741-EBBCB3668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Rectangle 99">
              <a:extLst>
                <a:ext uri="{FF2B5EF4-FFF2-40B4-BE49-F238E27FC236}">
                  <a16:creationId xmlns:a16="http://schemas.microsoft.com/office/drawing/2014/main" id="{67801C24-4E19-4370-ABDD-0359A9A9B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" name="Rectangle 100">
              <a:extLst>
                <a:ext uri="{FF2B5EF4-FFF2-40B4-BE49-F238E27FC236}">
                  <a16:creationId xmlns:a16="http://schemas.microsoft.com/office/drawing/2014/main" id="{72678624-563E-45C1-9A02-4810A59B1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" name="Rectangle 101">
              <a:extLst>
                <a:ext uri="{FF2B5EF4-FFF2-40B4-BE49-F238E27FC236}">
                  <a16:creationId xmlns:a16="http://schemas.microsoft.com/office/drawing/2014/main" id="{D28A51C9-193E-4964-BE8C-73776BFCE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" name="Rectangle 102">
              <a:extLst>
                <a:ext uri="{FF2B5EF4-FFF2-40B4-BE49-F238E27FC236}">
                  <a16:creationId xmlns:a16="http://schemas.microsoft.com/office/drawing/2014/main" id="{EE9262A5-CD3C-4106-8AE8-9A8B63BC6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" name="Rectangle 103">
              <a:extLst>
                <a:ext uri="{FF2B5EF4-FFF2-40B4-BE49-F238E27FC236}">
                  <a16:creationId xmlns:a16="http://schemas.microsoft.com/office/drawing/2014/main" id="{72D95909-64C1-4BEC-BF56-8EAE9BF86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" name="Rectangle 104">
              <a:extLst>
                <a:ext uri="{FF2B5EF4-FFF2-40B4-BE49-F238E27FC236}">
                  <a16:creationId xmlns:a16="http://schemas.microsoft.com/office/drawing/2014/main" id="{27CCF2FE-F076-4878-8CD8-33E7DE5FB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" name="Rectangle 105">
              <a:extLst>
                <a:ext uri="{FF2B5EF4-FFF2-40B4-BE49-F238E27FC236}">
                  <a16:creationId xmlns:a16="http://schemas.microsoft.com/office/drawing/2014/main" id="{2A64059A-9D81-42DE-8A5B-578767F01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" name="Rectangle 106">
              <a:extLst>
                <a:ext uri="{FF2B5EF4-FFF2-40B4-BE49-F238E27FC236}">
                  <a16:creationId xmlns:a16="http://schemas.microsoft.com/office/drawing/2014/main" id="{36C29E12-2476-4C11-91FE-2091B46A1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" name="Rectangle 107">
              <a:extLst>
                <a:ext uri="{FF2B5EF4-FFF2-40B4-BE49-F238E27FC236}">
                  <a16:creationId xmlns:a16="http://schemas.microsoft.com/office/drawing/2014/main" id="{69993E28-13D6-4A95-9EDC-BC2A653CE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" name="Rectangle 108">
              <a:extLst>
                <a:ext uri="{FF2B5EF4-FFF2-40B4-BE49-F238E27FC236}">
                  <a16:creationId xmlns:a16="http://schemas.microsoft.com/office/drawing/2014/main" id="{1043EA21-8B74-434F-90C5-581C363EA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" name="Rectangle 109">
              <a:extLst>
                <a:ext uri="{FF2B5EF4-FFF2-40B4-BE49-F238E27FC236}">
                  <a16:creationId xmlns:a16="http://schemas.microsoft.com/office/drawing/2014/main" id="{521851FA-1108-4CB3-A4B6-3EF59DE0E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Rectangle 112">
              <a:extLst>
                <a:ext uri="{FF2B5EF4-FFF2-40B4-BE49-F238E27FC236}">
                  <a16:creationId xmlns:a16="http://schemas.microsoft.com/office/drawing/2014/main" id="{B123BE77-9340-4555-9B91-BB6B64411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" name="Rectangle 114">
              <a:extLst>
                <a:ext uri="{FF2B5EF4-FFF2-40B4-BE49-F238E27FC236}">
                  <a16:creationId xmlns:a16="http://schemas.microsoft.com/office/drawing/2014/main" id="{7B037B55-3F5E-4B96-BF7D-ED92AACD6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Rectangle 115">
              <a:extLst>
                <a:ext uri="{FF2B5EF4-FFF2-40B4-BE49-F238E27FC236}">
                  <a16:creationId xmlns:a16="http://schemas.microsoft.com/office/drawing/2014/main" id="{53B014E1-552E-4058-9BD6-222918B01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" name="Rectangle 117">
              <a:extLst>
                <a:ext uri="{FF2B5EF4-FFF2-40B4-BE49-F238E27FC236}">
                  <a16:creationId xmlns:a16="http://schemas.microsoft.com/office/drawing/2014/main" id="{F598D225-B402-4D61-AA2F-2CA1F5CDF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" name="Rectangle 120">
              <a:extLst>
                <a:ext uri="{FF2B5EF4-FFF2-40B4-BE49-F238E27FC236}">
                  <a16:creationId xmlns:a16="http://schemas.microsoft.com/office/drawing/2014/main" id="{61B919ED-D044-4406-8FCE-2AD6E6219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" name="Rectangle 122">
              <a:extLst>
                <a:ext uri="{FF2B5EF4-FFF2-40B4-BE49-F238E27FC236}">
                  <a16:creationId xmlns:a16="http://schemas.microsoft.com/office/drawing/2014/main" id="{1D7EF098-735C-493A-BB24-C84B4168A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" name="Rectangle 123">
              <a:extLst>
                <a:ext uri="{FF2B5EF4-FFF2-40B4-BE49-F238E27FC236}">
                  <a16:creationId xmlns:a16="http://schemas.microsoft.com/office/drawing/2014/main" id="{83920870-C661-49EC-8413-5E0A3021F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" name="Rectangle 125">
              <a:extLst>
                <a:ext uri="{FF2B5EF4-FFF2-40B4-BE49-F238E27FC236}">
                  <a16:creationId xmlns:a16="http://schemas.microsoft.com/office/drawing/2014/main" id="{9BDC8D9F-70F4-4830-85D5-916F61C0D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" name="Rectangle 128">
              <a:extLst>
                <a:ext uri="{FF2B5EF4-FFF2-40B4-BE49-F238E27FC236}">
                  <a16:creationId xmlns:a16="http://schemas.microsoft.com/office/drawing/2014/main" id="{8A693BF8-1D54-4A25-85EE-4B452C23F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" name="Rectangle 130">
              <a:extLst>
                <a:ext uri="{FF2B5EF4-FFF2-40B4-BE49-F238E27FC236}">
                  <a16:creationId xmlns:a16="http://schemas.microsoft.com/office/drawing/2014/main" id="{11654392-F199-4DDB-95FD-0BBE4E824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" name="Rectangle 131">
              <a:extLst>
                <a:ext uri="{FF2B5EF4-FFF2-40B4-BE49-F238E27FC236}">
                  <a16:creationId xmlns:a16="http://schemas.microsoft.com/office/drawing/2014/main" id="{23F10691-2C4C-44AC-A387-B06D4E34E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" name="Rectangle 133">
              <a:extLst>
                <a:ext uri="{FF2B5EF4-FFF2-40B4-BE49-F238E27FC236}">
                  <a16:creationId xmlns:a16="http://schemas.microsoft.com/office/drawing/2014/main" id="{6C3BD1F6-A1AA-4C90-9C63-BA8DD1F17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2" name="Rectangle 136">
              <a:extLst>
                <a:ext uri="{FF2B5EF4-FFF2-40B4-BE49-F238E27FC236}">
                  <a16:creationId xmlns:a16="http://schemas.microsoft.com/office/drawing/2014/main" id="{0993A244-6DE5-4959-8A16-67D71C319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3" name="Rectangle 138">
              <a:extLst>
                <a:ext uri="{FF2B5EF4-FFF2-40B4-BE49-F238E27FC236}">
                  <a16:creationId xmlns:a16="http://schemas.microsoft.com/office/drawing/2014/main" id="{4D78B53D-94AA-4A2C-BAC6-70C1DA42C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4" name="Rectangle 139">
              <a:extLst>
                <a:ext uri="{FF2B5EF4-FFF2-40B4-BE49-F238E27FC236}">
                  <a16:creationId xmlns:a16="http://schemas.microsoft.com/office/drawing/2014/main" id="{468B2794-A2A7-46B5-A793-EB0387E3A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pic>
        <p:nvPicPr>
          <p:cNvPr id="2" name="Picture 1">
            <a:extLst>
              <a:ext uri="{FF2B5EF4-FFF2-40B4-BE49-F238E27FC236}">
                <a16:creationId xmlns:a16="http://schemas.microsoft.com/office/drawing/2014/main" id="{73660351-7AAD-4652-B329-2028A1EB17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467" y="838200"/>
            <a:ext cx="4919898" cy="2426418"/>
          </a:xfrm>
          <a:prstGeom prst="rect">
            <a:avLst/>
          </a:prstGeom>
        </p:spPr>
      </p:pic>
      <p:sp>
        <p:nvSpPr>
          <p:cNvPr id="146" name="Rectangle 87">
            <a:extLst>
              <a:ext uri="{FF2B5EF4-FFF2-40B4-BE49-F238E27FC236}">
                <a16:creationId xmlns:a16="http://schemas.microsoft.com/office/drawing/2014/main" id="{4B1BE0F9-0184-418E-B03E-8F0792A0C98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793889" y="3045985"/>
            <a:ext cx="104140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7" name="Rectangle 141">
            <a:extLst>
              <a:ext uri="{FF2B5EF4-FFF2-40B4-BE49-F238E27FC236}">
                <a16:creationId xmlns:a16="http://schemas.microsoft.com/office/drawing/2014/main" id="{0AE37AFD-240D-4A05-B8E0-585544D517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67632" y="3347962"/>
            <a:ext cx="1477962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Excitation table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48" name="Picture 63" descr="Screen shot 2013-12-06 at 1.18.53 AM.png">
            <a:extLst>
              <a:ext uri="{FF2B5EF4-FFF2-40B4-BE49-F238E27FC236}">
                <a16:creationId xmlns:a16="http://schemas.microsoft.com/office/drawing/2014/main" id="{E346F337-F76F-459F-A646-E9322CEAC58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661" y="3943136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9" name="Picture 63" descr="Screen shot 2013-12-06 at 1.18.53 AM.png">
            <a:extLst>
              <a:ext uri="{FF2B5EF4-FFF2-40B4-BE49-F238E27FC236}">
                <a16:creationId xmlns:a16="http://schemas.microsoft.com/office/drawing/2014/main" id="{D8BA7A6F-AC48-4C13-8B79-EF0251EB980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5925" y="3943136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1BB62AB-467C-48AA-B4FF-7DB8C638FAA9}"/>
                  </a:ext>
                </a:extLst>
              </p14:cNvPr>
              <p14:cNvContentPartPr/>
              <p14:nvPr/>
            </p14:nvContentPartPr>
            <p14:xfrm>
              <a:off x="4125240" y="1785240"/>
              <a:ext cx="4509720" cy="347616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1BB62AB-467C-48AA-B4FF-7DB8C638FAA9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115880" y="1775880"/>
                <a:ext cx="4528440" cy="34948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7" name="Rectangle 2">
            <a:extLst>
              <a:ext uri="{FF2B5EF4-FFF2-40B4-BE49-F238E27FC236}">
                <a16:creationId xmlns:a16="http://schemas.microsoft.com/office/drawing/2014/main" id="{AA6FDA0F-9659-477C-9FF6-6709E2B8AC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91138" name="Rectangle 87">
            <a:extLst>
              <a:ext uri="{FF2B5EF4-FFF2-40B4-BE49-F238E27FC236}">
                <a16:creationId xmlns:a16="http://schemas.microsoft.com/office/drawing/2014/main" id="{BA8662ED-084A-48E3-A524-C1892EEA9B0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85913" y="4913313"/>
            <a:ext cx="104140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139" name="Rectangle 141">
            <a:extLst>
              <a:ext uri="{FF2B5EF4-FFF2-40B4-BE49-F238E27FC236}">
                <a16:creationId xmlns:a16="http://schemas.microsoft.com/office/drawing/2014/main" id="{9AFFE496-9D28-49AA-B1AE-B49FA1AF7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4940300"/>
            <a:ext cx="1477962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Excitation table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91140" name="Picture 2" descr="Screen shot 2013-12-05 at 11.59.56 PM.png">
            <a:extLst>
              <a:ext uri="{FF2B5EF4-FFF2-40B4-BE49-F238E27FC236}">
                <a16:creationId xmlns:a16="http://schemas.microsoft.com/office/drawing/2014/main" id="{E5632B11-1198-4CF5-A83D-30720627CC1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3063" y="2112963"/>
            <a:ext cx="4916487" cy="242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1141" name="Group 127">
            <a:extLst>
              <a:ext uri="{FF2B5EF4-FFF2-40B4-BE49-F238E27FC236}">
                <a16:creationId xmlns:a16="http://schemas.microsoft.com/office/drawing/2014/main" id="{5A13A8AB-575F-432F-B023-4C83AE622214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91142" name="Rectangle 85">
              <a:extLst>
                <a:ext uri="{FF2B5EF4-FFF2-40B4-BE49-F238E27FC236}">
                  <a16:creationId xmlns:a16="http://schemas.microsoft.com/office/drawing/2014/main" id="{17099472-30B8-4139-BD79-1FD7DBC63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43" name="Rectangle 86">
              <a:extLst>
                <a:ext uri="{FF2B5EF4-FFF2-40B4-BE49-F238E27FC236}">
                  <a16:creationId xmlns:a16="http://schemas.microsoft.com/office/drawing/2014/main" id="{A571FCDB-7243-445F-93A8-41B31E5FF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44" name="Rectangle 88">
              <a:extLst>
                <a:ext uri="{FF2B5EF4-FFF2-40B4-BE49-F238E27FC236}">
                  <a16:creationId xmlns:a16="http://schemas.microsoft.com/office/drawing/2014/main" id="{87E3F8F2-6098-4BE4-BD35-151A8A3A3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45" name="Rectangle 89">
              <a:extLst>
                <a:ext uri="{FF2B5EF4-FFF2-40B4-BE49-F238E27FC236}">
                  <a16:creationId xmlns:a16="http://schemas.microsoft.com/office/drawing/2014/main" id="{EF28E58D-5607-438E-94FA-EDF117E11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46" name="Rectangle 90">
              <a:extLst>
                <a:ext uri="{FF2B5EF4-FFF2-40B4-BE49-F238E27FC236}">
                  <a16:creationId xmlns:a16="http://schemas.microsoft.com/office/drawing/2014/main" id="{66ADECBE-D723-4674-9F8B-156FDDE7F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47" name="Rectangle 91">
              <a:extLst>
                <a:ext uri="{FF2B5EF4-FFF2-40B4-BE49-F238E27FC236}">
                  <a16:creationId xmlns:a16="http://schemas.microsoft.com/office/drawing/2014/main" id="{4BC80B13-3E26-400B-84FD-C3CB7222E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48" name="Rectangle 92">
              <a:extLst>
                <a:ext uri="{FF2B5EF4-FFF2-40B4-BE49-F238E27FC236}">
                  <a16:creationId xmlns:a16="http://schemas.microsoft.com/office/drawing/2014/main" id="{6F79E48A-BC55-45D3-BC97-DA10886D2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49" name="Rectangle 93">
              <a:extLst>
                <a:ext uri="{FF2B5EF4-FFF2-40B4-BE49-F238E27FC236}">
                  <a16:creationId xmlns:a16="http://schemas.microsoft.com/office/drawing/2014/main" id="{E4A6C5DC-B62B-489B-A5E2-DAE9AE249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50" name="Rectangle 94">
              <a:extLst>
                <a:ext uri="{FF2B5EF4-FFF2-40B4-BE49-F238E27FC236}">
                  <a16:creationId xmlns:a16="http://schemas.microsoft.com/office/drawing/2014/main" id="{91354C09-57BB-4177-ACFD-55418407B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51" name="Rectangle 95">
              <a:extLst>
                <a:ext uri="{FF2B5EF4-FFF2-40B4-BE49-F238E27FC236}">
                  <a16:creationId xmlns:a16="http://schemas.microsoft.com/office/drawing/2014/main" id="{70D52436-4534-4C56-894D-15838192A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52" name="Rectangle 96">
              <a:extLst>
                <a:ext uri="{FF2B5EF4-FFF2-40B4-BE49-F238E27FC236}">
                  <a16:creationId xmlns:a16="http://schemas.microsoft.com/office/drawing/2014/main" id="{67EE0F1D-0E21-4E59-AC5B-1D57977DF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53" name="Rectangle 97">
              <a:extLst>
                <a:ext uri="{FF2B5EF4-FFF2-40B4-BE49-F238E27FC236}">
                  <a16:creationId xmlns:a16="http://schemas.microsoft.com/office/drawing/2014/main" id="{8657B761-1F3A-4065-B065-316A7C75C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54" name="Rectangle 98">
              <a:extLst>
                <a:ext uri="{FF2B5EF4-FFF2-40B4-BE49-F238E27FC236}">
                  <a16:creationId xmlns:a16="http://schemas.microsoft.com/office/drawing/2014/main" id="{7451B39C-96B4-4A66-9C37-9BC1ECDCE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55" name="Rectangle 99">
              <a:extLst>
                <a:ext uri="{FF2B5EF4-FFF2-40B4-BE49-F238E27FC236}">
                  <a16:creationId xmlns:a16="http://schemas.microsoft.com/office/drawing/2014/main" id="{421477F2-D8DC-4C57-84BC-EE53112C2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56" name="Rectangle 100">
              <a:extLst>
                <a:ext uri="{FF2B5EF4-FFF2-40B4-BE49-F238E27FC236}">
                  <a16:creationId xmlns:a16="http://schemas.microsoft.com/office/drawing/2014/main" id="{222AE286-7792-4DCC-B2CA-2C0BE9B39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57" name="Rectangle 101">
              <a:extLst>
                <a:ext uri="{FF2B5EF4-FFF2-40B4-BE49-F238E27FC236}">
                  <a16:creationId xmlns:a16="http://schemas.microsoft.com/office/drawing/2014/main" id="{D3F24DD5-2F6F-4EE4-9B4A-CA1DA2791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58" name="Rectangle 102">
              <a:extLst>
                <a:ext uri="{FF2B5EF4-FFF2-40B4-BE49-F238E27FC236}">
                  <a16:creationId xmlns:a16="http://schemas.microsoft.com/office/drawing/2014/main" id="{8D6D5BB9-C69E-492D-9674-63FD6A572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59" name="Rectangle 103">
              <a:extLst>
                <a:ext uri="{FF2B5EF4-FFF2-40B4-BE49-F238E27FC236}">
                  <a16:creationId xmlns:a16="http://schemas.microsoft.com/office/drawing/2014/main" id="{4CFE4AA3-05EA-47DC-89FF-5823DB615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60" name="Rectangle 104">
              <a:extLst>
                <a:ext uri="{FF2B5EF4-FFF2-40B4-BE49-F238E27FC236}">
                  <a16:creationId xmlns:a16="http://schemas.microsoft.com/office/drawing/2014/main" id="{4275FE95-8244-4601-A061-97B508412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61" name="Rectangle 105">
              <a:extLst>
                <a:ext uri="{FF2B5EF4-FFF2-40B4-BE49-F238E27FC236}">
                  <a16:creationId xmlns:a16="http://schemas.microsoft.com/office/drawing/2014/main" id="{8BE36BA3-9F5C-4AB7-A2CC-4B8DAECFA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62" name="Rectangle 106">
              <a:extLst>
                <a:ext uri="{FF2B5EF4-FFF2-40B4-BE49-F238E27FC236}">
                  <a16:creationId xmlns:a16="http://schemas.microsoft.com/office/drawing/2014/main" id="{AA9002E2-D793-4D49-B2E2-FBA04119D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63" name="Rectangle 107">
              <a:extLst>
                <a:ext uri="{FF2B5EF4-FFF2-40B4-BE49-F238E27FC236}">
                  <a16:creationId xmlns:a16="http://schemas.microsoft.com/office/drawing/2014/main" id="{591776D4-86BA-458E-9D04-3DDE53E7A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64" name="Rectangle 108">
              <a:extLst>
                <a:ext uri="{FF2B5EF4-FFF2-40B4-BE49-F238E27FC236}">
                  <a16:creationId xmlns:a16="http://schemas.microsoft.com/office/drawing/2014/main" id="{C4E1C91E-C337-4DA0-B831-31F6420ED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65" name="Rectangle 109">
              <a:extLst>
                <a:ext uri="{FF2B5EF4-FFF2-40B4-BE49-F238E27FC236}">
                  <a16:creationId xmlns:a16="http://schemas.microsoft.com/office/drawing/2014/main" id="{BA71DC20-5ECA-4F93-9728-88DF587B0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66" name="Rectangle 112">
              <a:extLst>
                <a:ext uri="{FF2B5EF4-FFF2-40B4-BE49-F238E27FC236}">
                  <a16:creationId xmlns:a16="http://schemas.microsoft.com/office/drawing/2014/main" id="{0DA6EB38-6D13-487E-9E3F-E3F43CE8D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67" name="Rectangle 114">
              <a:extLst>
                <a:ext uri="{FF2B5EF4-FFF2-40B4-BE49-F238E27FC236}">
                  <a16:creationId xmlns:a16="http://schemas.microsoft.com/office/drawing/2014/main" id="{B2DF7DE2-FCAB-4BE6-BE85-6A1BBEBA5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68" name="Rectangle 115">
              <a:extLst>
                <a:ext uri="{FF2B5EF4-FFF2-40B4-BE49-F238E27FC236}">
                  <a16:creationId xmlns:a16="http://schemas.microsoft.com/office/drawing/2014/main" id="{8657A952-9C63-4CA8-A006-24995ED85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69" name="Rectangle 117">
              <a:extLst>
                <a:ext uri="{FF2B5EF4-FFF2-40B4-BE49-F238E27FC236}">
                  <a16:creationId xmlns:a16="http://schemas.microsoft.com/office/drawing/2014/main" id="{30ECDF8E-9CDA-40B0-8963-B4952E04A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70" name="Rectangle 120">
              <a:extLst>
                <a:ext uri="{FF2B5EF4-FFF2-40B4-BE49-F238E27FC236}">
                  <a16:creationId xmlns:a16="http://schemas.microsoft.com/office/drawing/2014/main" id="{19DE8F66-170D-41A3-B368-DFC8D5B7D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71" name="Rectangle 122">
              <a:extLst>
                <a:ext uri="{FF2B5EF4-FFF2-40B4-BE49-F238E27FC236}">
                  <a16:creationId xmlns:a16="http://schemas.microsoft.com/office/drawing/2014/main" id="{89BF7B80-B585-4650-8BF2-A54B30439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72" name="Rectangle 123">
              <a:extLst>
                <a:ext uri="{FF2B5EF4-FFF2-40B4-BE49-F238E27FC236}">
                  <a16:creationId xmlns:a16="http://schemas.microsoft.com/office/drawing/2014/main" id="{31C1E038-8BEC-4002-AE82-A77199393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73" name="Rectangle 125">
              <a:extLst>
                <a:ext uri="{FF2B5EF4-FFF2-40B4-BE49-F238E27FC236}">
                  <a16:creationId xmlns:a16="http://schemas.microsoft.com/office/drawing/2014/main" id="{2FD78CA3-0490-4CA2-8B72-182F2D998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74" name="Rectangle 128">
              <a:extLst>
                <a:ext uri="{FF2B5EF4-FFF2-40B4-BE49-F238E27FC236}">
                  <a16:creationId xmlns:a16="http://schemas.microsoft.com/office/drawing/2014/main" id="{B07DD2CD-5BFE-4236-A0DB-6D42E9A00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75" name="Rectangle 130">
              <a:extLst>
                <a:ext uri="{FF2B5EF4-FFF2-40B4-BE49-F238E27FC236}">
                  <a16:creationId xmlns:a16="http://schemas.microsoft.com/office/drawing/2014/main" id="{964D52DD-332D-4B4B-B1D5-2A6948F07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76" name="Rectangle 131">
              <a:extLst>
                <a:ext uri="{FF2B5EF4-FFF2-40B4-BE49-F238E27FC236}">
                  <a16:creationId xmlns:a16="http://schemas.microsoft.com/office/drawing/2014/main" id="{688254A8-867F-434A-B089-59A028B4B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77" name="Rectangle 133">
              <a:extLst>
                <a:ext uri="{FF2B5EF4-FFF2-40B4-BE49-F238E27FC236}">
                  <a16:creationId xmlns:a16="http://schemas.microsoft.com/office/drawing/2014/main" id="{E3AEED41-BA0B-4469-8D96-A9EF08FF4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78" name="Rectangle 136">
              <a:extLst>
                <a:ext uri="{FF2B5EF4-FFF2-40B4-BE49-F238E27FC236}">
                  <a16:creationId xmlns:a16="http://schemas.microsoft.com/office/drawing/2014/main" id="{7F4D35FC-0216-4F3B-94FB-5B5916034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79" name="Rectangle 138">
              <a:extLst>
                <a:ext uri="{FF2B5EF4-FFF2-40B4-BE49-F238E27FC236}">
                  <a16:creationId xmlns:a16="http://schemas.microsoft.com/office/drawing/2014/main" id="{D4875F96-4837-487C-A4B9-CE93B26FB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180" name="Rectangle 139">
              <a:extLst>
                <a:ext uri="{FF2B5EF4-FFF2-40B4-BE49-F238E27FC236}">
                  <a16:creationId xmlns:a16="http://schemas.microsoft.com/office/drawing/2014/main" id="{DBE5ED9D-D132-4282-BF9E-F4949338C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45FD34F-57C5-46C6-B316-6CED7E4F1066}"/>
                  </a:ext>
                </a:extLst>
              </p14:cNvPr>
              <p14:cNvContentPartPr/>
              <p14:nvPr/>
            </p14:nvContentPartPr>
            <p14:xfrm>
              <a:off x="5192640" y="3362400"/>
              <a:ext cx="17640" cy="136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45FD34F-57C5-46C6-B316-6CED7E4F1066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183280" y="3353040"/>
                <a:ext cx="36360" cy="324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1" name="Rectangle 2">
            <a:extLst>
              <a:ext uri="{FF2B5EF4-FFF2-40B4-BE49-F238E27FC236}">
                <a16:creationId xmlns:a16="http://schemas.microsoft.com/office/drawing/2014/main" id="{179BEFD2-8FF3-4A47-BA0D-C84AE58A8D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92162" name="Rectangle 87">
            <a:extLst>
              <a:ext uri="{FF2B5EF4-FFF2-40B4-BE49-F238E27FC236}">
                <a16:creationId xmlns:a16="http://schemas.microsoft.com/office/drawing/2014/main" id="{34BEEF51-8E58-4C2D-B3FD-7488F063BAD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85913" y="4913313"/>
            <a:ext cx="104140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2163" name="Rectangle 141">
            <a:extLst>
              <a:ext uri="{FF2B5EF4-FFF2-40B4-BE49-F238E27FC236}">
                <a16:creationId xmlns:a16="http://schemas.microsoft.com/office/drawing/2014/main" id="{377893A5-45FE-4255-8129-7E8CC5809C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4940300"/>
            <a:ext cx="1477962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Excitation table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92164" name="Picture 2" descr="Screen shot 2013-12-05 at 11.59.56 PM.png">
            <a:extLst>
              <a:ext uri="{FF2B5EF4-FFF2-40B4-BE49-F238E27FC236}">
                <a16:creationId xmlns:a16="http://schemas.microsoft.com/office/drawing/2014/main" id="{DDC904B4-23D4-430F-90F2-C8672238608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3063" y="2112963"/>
            <a:ext cx="4916487" cy="242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165" name="Group 127">
            <a:extLst>
              <a:ext uri="{FF2B5EF4-FFF2-40B4-BE49-F238E27FC236}">
                <a16:creationId xmlns:a16="http://schemas.microsoft.com/office/drawing/2014/main" id="{CBCCB511-428D-48B6-A8B0-2ACE3302A025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92171" name="Rectangle 85">
              <a:extLst>
                <a:ext uri="{FF2B5EF4-FFF2-40B4-BE49-F238E27FC236}">
                  <a16:creationId xmlns:a16="http://schemas.microsoft.com/office/drawing/2014/main" id="{2C733029-65D6-4448-918D-70FE63962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72" name="Rectangle 86">
              <a:extLst>
                <a:ext uri="{FF2B5EF4-FFF2-40B4-BE49-F238E27FC236}">
                  <a16:creationId xmlns:a16="http://schemas.microsoft.com/office/drawing/2014/main" id="{ED4D306B-A6ED-4AF7-A432-610C5B3CD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73" name="Rectangle 88">
              <a:extLst>
                <a:ext uri="{FF2B5EF4-FFF2-40B4-BE49-F238E27FC236}">
                  <a16:creationId xmlns:a16="http://schemas.microsoft.com/office/drawing/2014/main" id="{FF687F4F-2F6B-46BC-91C9-13E42B8C2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74" name="Rectangle 89">
              <a:extLst>
                <a:ext uri="{FF2B5EF4-FFF2-40B4-BE49-F238E27FC236}">
                  <a16:creationId xmlns:a16="http://schemas.microsoft.com/office/drawing/2014/main" id="{512F8A3A-A87B-4723-AF79-C0D3DD715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75" name="Rectangle 90">
              <a:extLst>
                <a:ext uri="{FF2B5EF4-FFF2-40B4-BE49-F238E27FC236}">
                  <a16:creationId xmlns:a16="http://schemas.microsoft.com/office/drawing/2014/main" id="{B33265DD-3C41-48BC-85BC-4EB310824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76" name="Rectangle 91">
              <a:extLst>
                <a:ext uri="{FF2B5EF4-FFF2-40B4-BE49-F238E27FC236}">
                  <a16:creationId xmlns:a16="http://schemas.microsoft.com/office/drawing/2014/main" id="{943FD5FD-A669-45C1-9B5B-16F587A61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77" name="Rectangle 92">
              <a:extLst>
                <a:ext uri="{FF2B5EF4-FFF2-40B4-BE49-F238E27FC236}">
                  <a16:creationId xmlns:a16="http://schemas.microsoft.com/office/drawing/2014/main" id="{14A7992A-CDB7-4C25-9F76-2BA78F91E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78" name="Rectangle 93">
              <a:extLst>
                <a:ext uri="{FF2B5EF4-FFF2-40B4-BE49-F238E27FC236}">
                  <a16:creationId xmlns:a16="http://schemas.microsoft.com/office/drawing/2014/main" id="{8332AAAE-5874-45A6-9DB1-3F445585B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79" name="Rectangle 94">
              <a:extLst>
                <a:ext uri="{FF2B5EF4-FFF2-40B4-BE49-F238E27FC236}">
                  <a16:creationId xmlns:a16="http://schemas.microsoft.com/office/drawing/2014/main" id="{26A286E3-BE3F-4535-85A7-95DCAB920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80" name="Rectangle 95">
              <a:extLst>
                <a:ext uri="{FF2B5EF4-FFF2-40B4-BE49-F238E27FC236}">
                  <a16:creationId xmlns:a16="http://schemas.microsoft.com/office/drawing/2014/main" id="{90F39971-4397-4372-9729-0E6F60201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81" name="Rectangle 96">
              <a:extLst>
                <a:ext uri="{FF2B5EF4-FFF2-40B4-BE49-F238E27FC236}">
                  <a16:creationId xmlns:a16="http://schemas.microsoft.com/office/drawing/2014/main" id="{3FFC1053-2236-4C1C-A5E0-10FE57492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82" name="Rectangle 97">
              <a:extLst>
                <a:ext uri="{FF2B5EF4-FFF2-40B4-BE49-F238E27FC236}">
                  <a16:creationId xmlns:a16="http://schemas.microsoft.com/office/drawing/2014/main" id="{54F3B1B4-19C4-4919-B313-7C3AD1743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83" name="Rectangle 98">
              <a:extLst>
                <a:ext uri="{FF2B5EF4-FFF2-40B4-BE49-F238E27FC236}">
                  <a16:creationId xmlns:a16="http://schemas.microsoft.com/office/drawing/2014/main" id="{269C0D44-296A-42DD-9C4A-42D51F02C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84" name="Rectangle 99">
              <a:extLst>
                <a:ext uri="{FF2B5EF4-FFF2-40B4-BE49-F238E27FC236}">
                  <a16:creationId xmlns:a16="http://schemas.microsoft.com/office/drawing/2014/main" id="{D07B558F-4ABA-466F-B0B1-DCF6EDFC3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85" name="Rectangle 100">
              <a:extLst>
                <a:ext uri="{FF2B5EF4-FFF2-40B4-BE49-F238E27FC236}">
                  <a16:creationId xmlns:a16="http://schemas.microsoft.com/office/drawing/2014/main" id="{913B5E79-8EA3-4B8A-8F19-3F9A4F6AE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86" name="Rectangle 101">
              <a:extLst>
                <a:ext uri="{FF2B5EF4-FFF2-40B4-BE49-F238E27FC236}">
                  <a16:creationId xmlns:a16="http://schemas.microsoft.com/office/drawing/2014/main" id="{76030705-63DD-4453-B252-14EDA7814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87" name="Rectangle 102">
              <a:extLst>
                <a:ext uri="{FF2B5EF4-FFF2-40B4-BE49-F238E27FC236}">
                  <a16:creationId xmlns:a16="http://schemas.microsoft.com/office/drawing/2014/main" id="{BFF14160-E316-4364-976A-2EBA6DE5D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88" name="Rectangle 103">
              <a:extLst>
                <a:ext uri="{FF2B5EF4-FFF2-40B4-BE49-F238E27FC236}">
                  <a16:creationId xmlns:a16="http://schemas.microsoft.com/office/drawing/2014/main" id="{27FAE384-89A9-45E7-A206-97D5B0D3F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89" name="Rectangle 104">
              <a:extLst>
                <a:ext uri="{FF2B5EF4-FFF2-40B4-BE49-F238E27FC236}">
                  <a16:creationId xmlns:a16="http://schemas.microsoft.com/office/drawing/2014/main" id="{375B754B-69CE-4F36-BE8E-0C77EAB80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90" name="Rectangle 105">
              <a:extLst>
                <a:ext uri="{FF2B5EF4-FFF2-40B4-BE49-F238E27FC236}">
                  <a16:creationId xmlns:a16="http://schemas.microsoft.com/office/drawing/2014/main" id="{6206CC42-C5B8-4876-93BE-FE722F336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91" name="Rectangle 106">
              <a:extLst>
                <a:ext uri="{FF2B5EF4-FFF2-40B4-BE49-F238E27FC236}">
                  <a16:creationId xmlns:a16="http://schemas.microsoft.com/office/drawing/2014/main" id="{3A4E25FF-E44D-4BDB-B241-2C7BC48F3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92" name="Rectangle 107">
              <a:extLst>
                <a:ext uri="{FF2B5EF4-FFF2-40B4-BE49-F238E27FC236}">
                  <a16:creationId xmlns:a16="http://schemas.microsoft.com/office/drawing/2014/main" id="{E2181070-D5F9-46B0-97F9-FC5AB805C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93" name="Rectangle 108">
              <a:extLst>
                <a:ext uri="{FF2B5EF4-FFF2-40B4-BE49-F238E27FC236}">
                  <a16:creationId xmlns:a16="http://schemas.microsoft.com/office/drawing/2014/main" id="{1B8BC72C-B18A-4324-9E8B-3F83286DF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94" name="Rectangle 109">
              <a:extLst>
                <a:ext uri="{FF2B5EF4-FFF2-40B4-BE49-F238E27FC236}">
                  <a16:creationId xmlns:a16="http://schemas.microsoft.com/office/drawing/2014/main" id="{B1A9D929-8193-448A-B2D5-BB97D83CC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95" name="Rectangle 110">
              <a:extLst>
                <a:ext uri="{FF2B5EF4-FFF2-40B4-BE49-F238E27FC236}">
                  <a16:creationId xmlns:a16="http://schemas.microsoft.com/office/drawing/2014/main" id="{50A5B1E9-2769-48FB-A75D-3AAB1BEE6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96" name="Rectangle 112">
              <a:extLst>
                <a:ext uri="{FF2B5EF4-FFF2-40B4-BE49-F238E27FC236}">
                  <a16:creationId xmlns:a16="http://schemas.microsoft.com/office/drawing/2014/main" id="{1EBC24FF-CCA7-4820-8B7C-21D3F2814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97" name="Rectangle 114">
              <a:extLst>
                <a:ext uri="{FF2B5EF4-FFF2-40B4-BE49-F238E27FC236}">
                  <a16:creationId xmlns:a16="http://schemas.microsoft.com/office/drawing/2014/main" id="{62CDCBC0-C8F6-4D24-8FFA-E0F8F1044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98" name="Rectangle 115">
              <a:extLst>
                <a:ext uri="{FF2B5EF4-FFF2-40B4-BE49-F238E27FC236}">
                  <a16:creationId xmlns:a16="http://schemas.microsoft.com/office/drawing/2014/main" id="{08316ABF-B078-4AFC-A156-701CB286D4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99" name="Rectangle 117">
              <a:extLst>
                <a:ext uri="{FF2B5EF4-FFF2-40B4-BE49-F238E27FC236}">
                  <a16:creationId xmlns:a16="http://schemas.microsoft.com/office/drawing/2014/main" id="{94156C04-6ECB-476F-B77C-52312FD8F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200" name="Rectangle 118">
              <a:extLst>
                <a:ext uri="{FF2B5EF4-FFF2-40B4-BE49-F238E27FC236}">
                  <a16:creationId xmlns:a16="http://schemas.microsoft.com/office/drawing/2014/main" id="{59F3C834-CF97-4C2F-93C8-FA5B8099E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201" name="Rectangle 120">
              <a:extLst>
                <a:ext uri="{FF2B5EF4-FFF2-40B4-BE49-F238E27FC236}">
                  <a16:creationId xmlns:a16="http://schemas.microsoft.com/office/drawing/2014/main" id="{A563FBF1-575D-4340-8217-A42EBAD4A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202" name="Rectangle 122">
              <a:extLst>
                <a:ext uri="{FF2B5EF4-FFF2-40B4-BE49-F238E27FC236}">
                  <a16:creationId xmlns:a16="http://schemas.microsoft.com/office/drawing/2014/main" id="{43FE3569-771B-4903-AB5D-2E627B9D0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203" name="Rectangle 123">
              <a:extLst>
                <a:ext uri="{FF2B5EF4-FFF2-40B4-BE49-F238E27FC236}">
                  <a16:creationId xmlns:a16="http://schemas.microsoft.com/office/drawing/2014/main" id="{486E69D6-F8EC-4D63-BE3C-F1A423112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204" name="Rectangle 125">
              <a:extLst>
                <a:ext uri="{FF2B5EF4-FFF2-40B4-BE49-F238E27FC236}">
                  <a16:creationId xmlns:a16="http://schemas.microsoft.com/office/drawing/2014/main" id="{D61CA7C6-070F-4322-B788-9EAD0FC3A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205" name="Rectangle 126">
              <a:extLst>
                <a:ext uri="{FF2B5EF4-FFF2-40B4-BE49-F238E27FC236}">
                  <a16:creationId xmlns:a16="http://schemas.microsoft.com/office/drawing/2014/main" id="{79F5FE5F-814D-435D-B37B-75F8D226B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206" name="Rectangle 128">
              <a:extLst>
                <a:ext uri="{FF2B5EF4-FFF2-40B4-BE49-F238E27FC236}">
                  <a16:creationId xmlns:a16="http://schemas.microsoft.com/office/drawing/2014/main" id="{B22B5DD9-A4F3-4B57-9165-4230847E7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207" name="Rectangle 130">
              <a:extLst>
                <a:ext uri="{FF2B5EF4-FFF2-40B4-BE49-F238E27FC236}">
                  <a16:creationId xmlns:a16="http://schemas.microsoft.com/office/drawing/2014/main" id="{222FE538-7EC2-44E3-9D42-C07FF33B0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208" name="Rectangle 131">
              <a:extLst>
                <a:ext uri="{FF2B5EF4-FFF2-40B4-BE49-F238E27FC236}">
                  <a16:creationId xmlns:a16="http://schemas.microsoft.com/office/drawing/2014/main" id="{A1B234EF-1392-4846-A45A-CC17B00E9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209" name="Rectangle 133">
              <a:extLst>
                <a:ext uri="{FF2B5EF4-FFF2-40B4-BE49-F238E27FC236}">
                  <a16:creationId xmlns:a16="http://schemas.microsoft.com/office/drawing/2014/main" id="{7D138841-E044-4C69-9713-826F307FD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210" name="Rectangle 134">
              <a:extLst>
                <a:ext uri="{FF2B5EF4-FFF2-40B4-BE49-F238E27FC236}">
                  <a16:creationId xmlns:a16="http://schemas.microsoft.com/office/drawing/2014/main" id="{51BAD169-E950-4EF7-8C15-B52A9BC4E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211" name="Rectangle 136">
              <a:extLst>
                <a:ext uri="{FF2B5EF4-FFF2-40B4-BE49-F238E27FC236}">
                  <a16:creationId xmlns:a16="http://schemas.microsoft.com/office/drawing/2014/main" id="{FA916DFA-E306-473A-B3CF-1DD04F4A1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212" name="Rectangle 138">
              <a:extLst>
                <a:ext uri="{FF2B5EF4-FFF2-40B4-BE49-F238E27FC236}">
                  <a16:creationId xmlns:a16="http://schemas.microsoft.com/office/drawing/2014/main" id="{F59641AA-B236-42C1-B260-0EF35954C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213" name="Rectangle 139">
              <a:extLst>
                <a:ext uri="{FF2B5EF4-FFF2-40B4-BE49-F238E27FC236}">
                  <a16:creationId xmlns:a16="http://schemas.microsoft.com/office/drawing/2014/main" id="{A1423B92-69DC-4174-8A5B-CE63E6ED4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92166" name="TextBox 1">
            <a:extLst>
              <a:ext uri="{FF2B5EF4-FFF2-40B4-BE49-F238E27FC236}">
                <a16:creationId xmlns:a16="http://schemas.microsoft.com/office/drawing/2014/main" id="{F2FF0864-AF33-47DC-8180-768368A570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413" y="5618163"/>
            <a:ext cx="340360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This step is easy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(map 2-bit numbers to 4 letters)</a:t>
            </a:r>
          </a:p>
        </p:txBody>
      </p:sp>
      <p:cxnSp>
        <p:nvCxnSpPr>
          <p:cNvPr id="92167" name="Straight Arrow Connector 54">
            <a:extLst>
              <a:ext uri="{FF2B5EF4-FFF2-40B4-BE49-F238E27FC236}">
                <a16:creationId xmlns:a16="http://schemas.microsoft.com/office/drawing/2014/main" id="{4EE3FD45-FE89-4F9B-81F4-28BDFFA5AAC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909638" y="3303588"/>
            <a:ext cx="3567112" cy="280987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168" name="Straight Arrow Connector 59">
            <a:extLst>
              <a:ext uri="{FF2B5EF4-FFF2-40B4-BE49-F238E27FC236}">
                <a16:creationId xmlns:a16="http://schemas.microsoft.com/office/drawing/2014/main" id="{BBDB8424-1C1C-40E3-B588-C0C06B9D4F95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908050" y="3544888"/>
            <a:ext cx="3567113" cy="282575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169" name="Straight Arrow Connector 60">
            <a:extLst>
              <a:ext uri="{FF2B5EF4-FFF2-40B4-BE49-F238E27FC236}">
                <a16:creationId xmlns:a16="http://schemas.microsoft.com/office/drawing/2014/main" id="{508A6C59-A4AF-43EF-9962-C746E3684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906463" y="3813175"/>
            <a:ext cx="3567112" cy="280988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170" name="Straight Arrow Connector 61">
            <a:extLst>
              <a:ext uri="{FF2B5EF4-FFF2-40B4-BE49-F238E27FC236}">
                <a16:creationId xmlns:a16="http://schemas.microsoft.com/office/drawing/2014/main" id="{64F21FB1-7D3F-44DC-AF07-90A2B13BC2DC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917575" y="4081463"/>
            <a:ext cx="3568700" cy="280987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5" name="Rectangle 2">
            <a:extLst>
              <a:ext uri="{FF2B5EF4-FFF2-40B4-BE49-F238E27FC236}">
                <a16:creationId xmlns:a16="http://schemas.microsoft.com/office/drawing/2014/main" id="{29C9DDA0-B866-4E7C-B70F-855A406590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93186" name="Rectangle 87">
            <a:extLst>
              <a:ext uri="{FF2B5EF4-FFF2-40B4-BE49-F238E27FC236}">
                <a16:creationId xmlns:a16="http://schemas.microsoft.com/office/drawing/2014/main" id="{55731EBA-8C05-4D5D-9BAC-FFC73FBF459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85913" y="4913313"/>
            <a:ext cx="104140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187" name="Rectangle 141">
            <a:extLst>
              <a:ext uri="{FF2B5EF4-FFF2-40B4-BE49-F238E27FC236}">
                <a16:creationId xmlns:a16="http://schemas.microsoft.com/office/drawing/2014/main" id="{901B3022-0B17-43A6-BB5B-4F4F07E5E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4940300"/>
            <a:ext cx="1477962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Excitation table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93188" name="Picture 2" descr="Screen shot 2013-12-05 at 11.59.56 PM.png">
            <a:extLst>
              <a:ext uri="{FF2B5EF4-FFF2-40B4-BE49-F238E27FC236}">
                <a16:creationId xmlns:a16="http://schemas.microsoft.com/office/drawing/2014/main" id="{35A7C1EF-5CDF-4162-AF0D-6E067EF67C8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3063" y="2112963"/>
            <a:ext cx="4916487" cy="242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3189" name="Group 127">
            <a:extLst>
              <a:ext uri="{FF2B5EF4-FFF2-40B4-BE49-F238E27FC236}">
                <a16:creationId xmlns:a16="http://schemas.microsoft.com/office/drawing/2014/main" id="{7A712113-678F-47B8-9998-3BDA54DA29C3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93195" name="Rectangle 85">
              <a:extLst>
                <a:ext uri="{FF2B5EF4-FFF2-40B4-BE49-F238E27FC236}">
                  <a16:creationId xmlns:a16="http://schemas.microsoft.com/office/drawing/2014/main" id="{BE92D627-CCF9-4A90-AAA5-353EBF0C8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196" name="Rectangle 86">
              <a:extLst>
                <a:ext uri="{FF2B5EF4-FFF2-40B4-BE49-F238E27FC236}">
                  <a16:creationId xmlns:a16="http://schemas.microsoft.com/office/drawing/2014/main" id="{06549A1A-1169-4D8C-AB7F-A9024BD41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197" name="Rectangle 88">
              <a:extLst>
                <a:ext uri="{FF2B5EF4-FFF2-40B4-BE49-F238E27FC236}">
                  <a16:creationId xmlns:a16="http://schemas.microsoft.com/office/drawing/2014/main" id="{8955B8F2-3778-49BE-AD47-8EB59EE1B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198" name="Rectangle 89">
              <a:extLst>
                <a:ext uri="{FF2B5EF4-FFF2-40B4-BE49-F238E27FC236}">
                  <a16:creationId xmlns:a16="http://schemas.microsoft.com/office/drawing/2014/main" id="{E074CCC1-E17C-47E8-A6DF-CAFA87CA4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199" name="Rectangle 90">
              <a:extLst>
                <a:ext uri="{FF2B5EF4-FFF2-40B4-BE49-F238E27FC236}">
                  <a16:creationId xmlns:a16="http://schemas.microsoft.com/office/drawing/2014/main" id="{2C8EFA49-C181-4B01-96CF-6E390AD9D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00" name="Rectangle 91">
              <a:extLst>
                <a:ext uri="{FF2B5EF4-FFF2-40B4-BE49-F238E27FC236}">
                  <a16:creationId xmlns:a16="http://schemas.microsoft.com/office/drawing/2014/main" id="{BA3B7819-AF8F-4651-AEC2-3DDA1C367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01" name="Rectangle 92">
              <a:extLst>
                <a:ext uri="{FF2B5EF4-FFF2-40B4-BE49-F238E27FC236}">
                  <a16:creationId xmlns:a16="http://schemas.microsoft.com/office/drawing/2014/main" id="{4F3A61DC-5774-4122-A3BE-C228A2D69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02" name="Rectangle 93">
              <a:extLst>
                <a:ext uri="{FF2B5EF4-FFF2-40B4-BE49-F238E27FC236}">
                  <a16:creationId xmlns:a16="http://schemas.microsoft.com/office/drawing/2014/main" id="{1857E022-6C61-4D00-9F14-B4A844A24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03" name="Rectangle 94">
              <a:extLst>
                <a:ext uri="{FF2B5EF4-FFF2-40B4-BE49-F238E27FC236}">
                  <a16:creationId xmlns:a16="http://schemas.microsoft.com/office/drawing/2014/main" id="{16D67C8C-CC12-4A07-B19B-E193DD791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04" name="Rectangle 95">
              <a:extLst>
                <a:ext uri="{FF2B5EF4-FFF2-40B4-BE49-F238E27FC236}">
                  <a16:creationId xmlns:a16="http://schemas.microsoft.com/office/drawing/2014/main" id="{3E5E95B9-79BE-4D9E-B6F7-3B3655C0E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05" name="Rectangle 96">
              <a:extLst>
                <a:ext uri="{FF2B5EF4-FFF2-40B4-BE49-F238E27FC236}">
                  <a16:creationId xmlns:a16="http://schemas.microsoft.com/office/drawing/2014/main" id="{5921BE7A-D770-4052-AB00-1F1A1F104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06" name="Rectangle 97">
              <a:extLst>
                <a:ext uri="{FF2B5EF4-FFF2-40B4-BE49-F238E27FC236}">
                  <a16:creationId xmlns:a16="http://schemas.microsoft.com/office/drawing/2014/main" id="{95FE2884-F875-4AA7-9EC0-8D26FA1ED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07" name="Rectangle 98">
              <a:extLst>
                <a:ext uri="{FF2B5EF4-FFF2-40B4-BE49-F238E27FC236}">
                  <a16:creationId xmlns:a16="http://schemas.microsoft.com/office/drawing/2014/main" id="{CD3D025B-25C8-416B-A043-3CBBD999E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08" name="Rectangle 99">
              <a:extLst>
                <a:ext uri="{FF2B5EF4-FFF2-40B4-BE49-F238E27FC236}">
                  <a16:creationId xmlns:a16="http://schemas.microsoft.com/office/drawing/2014/main" id="{05EBD024-FE8D-4141-8266-5949FFF59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09" name="Rectangle 100">
              <a:extLst>
                <a:ext uri="{FF2B5EF4-FFF2-40B4-BE49-F238E27FC236}">
                  <a16:creationId xmlns:a16="http://schemas.microsoft.com/office/drawing/2014/main" id="{36938BB5-108B-4B4A-850A-74F462C3B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10" name="Rectangle 101">
              <a:extLst>
                <a:ext uri="{FF2B5EF4-FFF2-40B4-BE49-F238E27FC236}">
                  <a16:creationId xmlns:a16="http://schemas.microsoft.com/office/drawing/2014/main" id="{DF0B7AA5-59C5-4941-8AE2-210F3AC4C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11" name="Rectangle 102">
              <a:extLst>
                <a:ext uri="{FF2B5EF4-FFF2-40B4-BE49-F238E27FC236}">
                  <a16:creationId xmlns:a16="http://schemas.microsoft.com/office/drawing/2014/main" id="{1E00AAB8-35CD-4497-B93B-7D2F6CB22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12" name="Rectangle 103">
              <a:extLst>
                <a:ext uri="{FF2B5EF4-FFF2-40B4-BE49-F238E27FC236}">
                  <a16:creationId xmlns:a16="http://schemas.microsoft.com/office/drawing/2014/main" id="{C1DB7052-4AE1-4789-8900-446245353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13" name="Rectangle 104">
              <a:extLst>
                <a:ext uri="{FF2B5EF4-FFF2-40B4-BE49-F238E27FC236}">
                  <a16:creationId xmlns:a16="http://schemas.microsoft.com/office/drawing/2014/main" id="{7A5E2107-E01F-4A25-8F23-CAA0DA6C3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14" name="Rectangle 105">
              <a:extLst>
                <a:ext uri="{FF2B5EF4-FFF2-40B4-BE49-F238E27FC236}">
                  <a16:creationId xmlns:a16="http://schemas.microsoft.com/office/drawing/2014/main" id="{2EBE8A80-AE51-4E30-B8E1-8428E3B6D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15" name="Rectangle 106">
              <a:extLst>
                <a:ext uri="{FF2B5EF4-FFF2-40B4-BE49-F238E27FC236}">
                  <a16:creationId xmlns:a16="http://schemas.microsoft.com/office/drawing/2014/main" id="{4FC54C23-9A35-47D8-9E52-E0908BC26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16" name="Rectangle 107">
              <a:extLst>
                <a:ext uri="{FF2B5EF4-FFF2-40B4-BE49-F238E27FC236}">
                  <a16:creationId xmlns:a16="http://schemas.microsoft.com/office/drawing/2014/main" id="{44919604-6CD7-49BA-954B-C2C033B26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17" name="Rectangle 108">
              <a:extLst>
                <a:ext uri="{FF2B5EF4-FFF2-40B4-BE49-F238E27FC236}">
                  <a16:creationId xmlns:a16="http://schemas.microsoft.com/office/drawing/2014/main" id="{771BE37F-E644-4A4F-BEF3-0C1E221F8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18" name="Rectangle 109">
              <a:extLst>
                <a:ext uri="{FF2B5EF4-FFF2-40B4-BE49-F238E27FC236}">
                  <a16:creationId xmlns:a16="http://schemas.microsoft.com/office/drawing/2014/main" id="{8FA7603E-0901-4AD2-9B0A-090263DF5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19" name="Rectangle 110">
              <a:extLst>
                <a:ext uri="{FF2B5EF4-FFF2-40B4-BE49-F238E27FC236}">
                  <a16:creationId xmlns:a16="http://schemas.microsoft.com/office/drawing/2014/main" id="{D5D8B5C8-51B3-42FB-83EA-64D038D87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20" name="Rectangle 112">
              <a:extLst>
                <a:ext uri="{FF2B5EF4-FFF2-40B4-BE49-F238E27FC236}">
                  <a16:creationId xmlns:a16="http://schemas.microsoft.com/office/drawing/2014/main" id="{E80AC965-5DF1-49ED-A871-C47E7B72B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21" name="Rectangle 114">
              <a:extLst>
                <a:ext uri="{FF2B5EF4-FFF2-40B4-BE49-F238E27FC236}">
                  <a16:creationId xmlns:a16="http://schemas.microsoft.com/office/drawing/2014/main" id="{18F2C0CB-124D-485C-A180-6B7AFC6B7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22" name="Rectangle 115">
              <a:extLst>
                <a:ext uri="{FF2B5EF4-FFF2-40B4-BE49-F238E27FC236}">
                  <a16:creationId xmlns:a16="http://schemas.microsoft.com/office/drawing/2014/main" id="{13F84D58-3930-40A2-BD6E-7EDE93385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23" name="Rectangle 116">
              <a:extLst>
                <a:ext uri="{FF2B5EF4-FFF2-40B4-BE49-F238E27FC236}">
                  <a16:creationId xmlns:a16="http://schemas.microsoft.com/office/drawing/2014/main" id="{4547C541-102B-4D3F-AB4A-755EDB559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24" name="Rectangle 117">
              <a:extLst>
                <a:ext uri="{FF2B5EF4-FFF2-40B4-BE49-F238E27FC236}">
                  <a16:creationId xmlns:a16="http://schemas.microsoft.com/office/drawing/2014/main" id="{237A297B-C2A8-4621-9A6D-60A4A0035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25" name="Rectangle 118">
              <a:extLst>
                <a:ext uri="{FF2B5EF4-FFF2-40B4-BE49-F238E27FC236}">
                  <a16:creationId xmlns:a16="http://schemas.microsoft.com/office/drawing/2014/main" id="{47235B7A-4FDE-4A42-B714-7D8EBA332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26" name="Rectangle 120">
              <a:extLst>
                <a:ext uri="{FF2B5EF4-FFF2-40B4-BE49-F238E27FC236}">
                  <a16:creationId xmlns:a16="http://schemas.microsoft.com/office/drawing/2014/main" id="{D49A3E70-DCFA-47BD-B443-6AF09D239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27" name="Rectangle 122">
              <a:extLst>
                <a:ext uri="{FF2B5EF4-FFF2-40B4-BE49-F238E27FC236}">
                  <a16:creationId xmlns:a16="http://schemas.microsoft.com/office/drawing/2014/main" id="{1EAA3F8A-71D1-4364-9B09-6D0E66339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28" name="Rectangle 123">
              <a:extLst>
                <a:ext uri="{FF2B5EF4-FFF2-40B4-BE49-F238E27FC236}">
                  <a16:creationId xmlns:a16="http://schemas.microsoft.com/office/drawing/2014/main" id="{3F8E1362-7984-4FC2-AA6F-AAA13D9ED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29" name="Rectangle 124">
              <a:extLst>
                <a:ext uri="{FF2B5EF4-FFF2-40B4-BE49-F238E27FC236}">
                  <a16:creationId xmlns:a16="http://schemas.microsoft.com/office/drawing/2014/main" id="{11E10490-DB16-4233-9782-74D705EBA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30" name="Rectangle 125">
              <a:extLst>
                <a:ext uri="{FF2B5EF4-FFF2-40B4-BE49-F238E27FC236}">
                  <a16:creationId xmlns:a16="http://schemas.microsoft.com/office/drawing/2014/main" id="{DDABF04C-A817-4D97-9EF6-8400DA8A4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31" name="Rectangle 126">
              <a:extLst>
                <a:ext uri="{FF2B5EF4-FFF2-40B4-BE49-F238E27FC236}">
                  <a16:creationId xmlns:a16="http://schemas.microsoft.com/office/drawing/2014/main" id="{1D7CA7C3-B4EF-4A30-B209-1E0AF76A9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32" name="Rectangle 128">
              <a:extLst>
                <a:ext uri="{FF2B5EF4-FFF2-40B4-BE49-F238E27FC236}">
                  <a16:creationId xmlns:a16="http://schemas.microsoft.com/office/drawing/2014/main" id="{DEEF8AC9-2D21-44C8-B8D6-42BCC0FF1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33" name="Rectangle 130">
              <a:extLst>
                <a:ext uri="{FF2B5EF4-FFF2-40B4-BE49-F238E27FC236}">
                  <a16:creationId xmlns:a16="http://schemas.microsoft.com/office/drawing/2014/main" id="{4FED8F58-4109-47E6-B907-39DE21C22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34" name="Rectangle 131">
              <a:extLst>
                <a:ext uri="{FF2B5EF4-FFF2-40B4-BE49-F238E27FC236}">
                  <a16:creationId xmlns:a16="http://schemas.microsoft.com/office/drawing/2014/main" id="{0B625570-EB8F-4AA7-89A1-44B1C7187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35" name="Rectangle 132">
              <a:extLst>
                <a:ext uri="{FF2B5EF4-FFF2-40B4-BE49-F238E27FC236}">
                  <a16:creationId xmlns:a16="http://schemas.microsoft.com/office/drawing/2014/main" id="{8BC681A7-AF87-4F69-8C6B-5BE4E52F1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36" name="Rectangle 133">
              <a:extLst>
                <a:ext uri="{FF2B5EF4-FFF2-40B4-BE49-F238E27FC236}">
                  <a16:creationId xmlns:a16="http://schemas.microsoft.com/office/drawing/2014/main" id="{58829F43-0C81-46B6-B170-A71B4EBD4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37" name="Rectangle 134">
              <a:extLst>
                <a:ext uri="{FF2B5EF4-FFF2-40B4-BE49-F238E27FC236}">
                  <a16:creationId xmlns:a16="http://schemas.microsoft.com/office/drawing/2014/main" id="{F1D7003C-06B2-4DAF-AC97-DC7719180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38" name="Rectangle 136">
              <a:extLst>
                <a:ext uri="{FF2B5EF4-FFF2-40B4-BE49-F238E27FC236}">
                  <a16:creationId xmlns:a16="http://schemas.microsoft.com/office/drawing/2014/main" id="{3FFCC5C3-8F3B-4C5B-AC78-1EEB7A133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39" name="Rectangle 138">
              <a:extLst>
                <a:ext uri="{FF2B5EF4-FFF2-40B4-BE49-F238E27FC236}">
                  <a16:creationId xmlns:a16="http://schemas.microsoft.com/office/drawing/2014/main" id="{5407C87A-6641-40BC-A350-A136EA5FA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40" name="Rectangle 139">
              <a:extLst>
                <a:ext uri="{FF2B5EF4-FFF2-40B4-BE49-F238E27FC236}">
                  <a16:creationId xmlns:a16="http://schemas.microsoft.com/office/drawing/2014/main" id="{DAB021CA-B928-4F17-B4D1-BFEEB8E7D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241" name="Rectangle 140">
              <a:extLst>
                <a:ext uri="{FF2B5EF4-FFF2-40B4-BE49-F238E27FC236}">
                  <a16:creationId xmlns:a16="http://schemas.microsoft.com/office/drawing/2014/main" id="{813B56A6-D887-41D1-B661-C4298148A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93190" name="TextBox 53">
            <a:extLst>
              <a:ext uri="{FF2B5EF4-FFF2-40B4-BE49-F238E27FC236}">
                <a16:creationId xmlns:a16="http://schemas.microsoft.com/office/drawing/2014/main" id="{2B98A785-8432-46F5-BD02-B1F15FB89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50" y="5618163"/>
            <a:ext cx="4329113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This step is easy too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(the outputs are the same in both tables)</a:t>
            </a:r>
          </a:p>
        </p:txBody>
      </p:sp>
      <p:cxnSp>
        <p:nvCxnSpPr>
          <p:cNvPr id="93191" name="Straight Arrow Connector 54">
            <a:extLst>
              <a:ext uri="{FF2B5EF4-FFF2-40B4-BE49-F238E27FC236}">
                <a16:creationId xmlns:a16="http://schemas.microsoft.com/office/drawing/2014/main" id="{D0403A63-ED43-48A7-B07D-F8D32D646229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446463" y="3303588"/>
            <a:ext cx="4995862" cy="280987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3192" name="Straight Arrow Connector 56">
            <a:extLst>
              <a:ext uri="{FF2B5EF4-FFF2-40B4-BE49-F238E27FC236}">
                <a16:creationId xmlns:a16="http://schemas.microsoft.com/office/drawing/2014/main" id="{83BE5E03-E0A8-49C6-A83D-E8206F5AFDA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470275" y="3544888"/>
            <a:ext cx="4995863" cy="282575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3193" name="Straight Arrow Connector 57">
            <a:extLst>
              <a:ext uri="{FF2B5EF4-FFF2-40B4-BE49-F238E27FC236}">
                <a16:creationId xmlns:a16="http://schemas.microsoft.com/office/drawing/2014/main" id="{00827DD2-5A32-4958-AB10-00AD56FA49B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481388" y="3787775"/>
            <a:ext cx="4995862" cy="280988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3194" name="Straight Arrow Connector 58">
            <a:extLst>
              <a:ext uri="{FF2B5EF4-FFF2-40B4-BE49-F238E27FC236}">
                <a16:creationId xmlns:a16="http://schemas.microsoft.com/office/drawing/2014/main" id="{82F86AB4-27D5-44FF-B13F-82CF079B1B27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506788" y="4029075"/>
            <a:ext cx="4994275" cy="282575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09" name="Rectangle 2">
            <a:extLst>
              <a:ext uri="{FF2B5EF4-FFF2-40B4-BE49-F238E27FC236}">
                <a16:creationId xmlns:a16="http://schemas.microsoft.com/office/drawing/2014/main" id="{A65A2341-E1AD-437C-8C5A-D7A0BD8889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94210" name="Rectangle 87">
            <a:extLst>
              <a:ext uri="{FF2B5EF4-FFF2-40B4-BE49-F238E27FC236}">
                <a16:creationId xmlns:a16="http://schemas.microsoft.com/office/drawing/2014/main" id="{69D54C6B-D77A-4B44-9444-AD2EFD305E4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85913" y="4913313"/>
            <a:ext cx="104140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4211" name="Rectangle 141">
            <a:extLst>
              <a:ext uri="{FF2B5EF4-FFF2-40B4-BE49-F238E27FC236}">
                <a16:creationId xmlns:a16="http://schemas.microsoft.com/office/drawing/2014/main" id="{A9A1EA25-F516-4AE7-AD74-39E8938A84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4940300"/>
            <a:ext cx="1477962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Excitation table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94212" name="Picture 2" descr="Screen shot 2013-12-05 at 11.59.56 PM.png">
            <a:extLst>
              <a:ext uri="{FF2B5EF4-FFF2-40B4-BE49-F238E27FC236}">
                <a16:creationId xmlns:a16="http://schemas.microsoft.com/office/drawing/2014/main" id="{88D9815D-9927-478F-BC66-F18E1577A1E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3063" y="2112963"/>
            <a:ext cx="4916487" cy="242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4213" name="Group 127">
            <a:extLst>
              <a:ext uri="{FF2B5EF4-FFF2-40B4-BE49-F238E27FC236}">
                <a16:creationId xmlns:a16="http://schemas.microsoft.com/office/drawing/2014/main" id="{C92E5CA0-455F-4D94-BC4A-4877995DFFFD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94219" name="Rectangle 85">
              <a:extLst>
                <a:ext uri="{FF2B5EF4-FFF2-40B4-BE49-F238E27FC236}">
                  <a16:creationId xmlns:a16="http://schemas.microsoft.com/office/drawing/2014/main" id="{E0DD41D9-0AEA-4D6A-8496-6CDA453CF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20" name="Rectangle 86">
              <a:extLst>
                <a:ext uri="{FF2B5EF4-FFF2-40B4-BE49-F238E27FC236}">
                  <a16:creationId xmlns:a16="http://schemas.microsoft.com/office/drawing/2014/main" id="{CBF10375-EF15-4DD8-8C40-74F9930E6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21" name="Rectangle 88">
              <a:extLst>
                <a:ext uri="{FF2B5EF4-FFF2-40B4-BE49-F238E27FC236}">
                  <a16:creationId xmlns:a16="http://schemas.microsoft.com/office/drawing/2014/main" id="{03A2529A-CFEB-4856-B974-BF9595CC0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22" name="Rectangle 89">
              <a:extLst>
                <a:ext uri="{FF2B5EF4-FFF2-40B4-BE49-F238E27FC236}">
                  <a16:creationId xmlns:a16="http://schemas.microsoft.com/office/drawing/2014/main" id="{54189034-5C8D-4DDB-B396-859F035BC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23" name="Rectangle 90">
              <a:extLst>
                <a:ext uri="{FF2B5EF4-FFF2-40B4-BE49-F238E27FC236}">
                  <a16:creationId xmlns:a16="http://schemas.microsoft.com/office/drawing/2014/main" id="{9134A371-72D9-46EA-A5AF-55B2A5389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24" name="Rectangle 91">
              <a:extLst>
                <a:ext uri="{FF2B5EF4-FFF2-40B4-BE49-F238E27FC236}">
                  <a16:creationId xmlns:a16="http://schemas.microsoft.com/office/drawing/2014/main" id="{D2361C35-FD4F-4B33-82D2-C04F6F54F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25" name="Rectangle 92">
              <a:extLst>
                <a:ext uri="{FF2B5EF4-FFF2-40B4-BE49-F238E27FC236}">
                  <a16:creationId xmlns:a16="http://schemas.microsoft.com/office/drawing/2014/main" id="{C5F0F911-66CB-4BFB-9BF8-FDE609DE7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26" name="Rectangle 93">
              <a:extLst>
                <a:ext uri="{FF2B5EF4-FFF2-40B4-BE49-F238E27FC236}">
                  <a16:creationId xmlns:a16="http://schemas.microsoft.com/office/drawing/2014/main" id="{E8DBAB6E-0F2D-47C0-9122-E04459881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27" name="Rectangle 94">
              <a:extLst>
                <a:ext uri="{FF2B5EF4-FFF2-40B4-BE49-F238E27FC236}">
                  <a16:creationId xmlns:a16="http://schemas.microsoft.com/office/drawing/2014/main" id="{3CB786E7-1CBF-4A3F-8486-96A591DE9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28" name="Rectangle 95">
              <a:extLst>
                <a:ext uri="{FF2B5EF4-FFF2-40B4-BE49-F238E27FC236}">
                  <a16:creationId xmlns:a16="http://schemas.microsoft.com/office/drawing/2014/main" id="{66D2E805-4263-41EF-B961-D891AE380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29" name="Rectangle 96">
              <a:extLst>
                <a:ext uri="{FF2B5EF4-FFF2-40B4-BE49-F238E27FC236}">
                  <a16:creationId xmlns:a16="http://schemas.microsoft.com/office/drawing/2014/main" id="{31BAAA61-88D6-4006-9B22-7E9D565B6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30" name="Rectangle 97">
              <a:extLst>
                <a:ext uri="{FF2B5EF4-FFF2-40B4-BE49-F238E27FC236}">
                  <a16:creationId xmlns:a16="http://schemas.microsoft.com/office/drawing/2014/main" id="{94258556-02F5-410C-8F5A-D73875170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31" name="Rectangle 98">
              <a:extLst>
                <a:ext uri="{FF2B5EF4-FFF2-40B4-BE49-F238E27FC236}">
                  <a16:creationId xmlns:a16="http://schemas.microsoft.com/office/drawing/2014/main" id="{4DA687D7-A753-43DB-ACA1-4302A90FE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32" name="Rectangle 99">
              <a:extLst>
                <a:ext uri="{FF2B5EF4-FFF2-40B4-BE49-F238E27FC236}">
                  <a16:creationId xmlns:a16="http://schemas.microsoft.com/office/drawing/2014/main" id="{A6331C78-7EE8-4FD4-9B4F-3D2B48DF5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33" name="Rectangle 100">
              <a:extLst>
                <a:ext uri="{FF2B5EF4-FFF2-40B4-BE49-F238E27FC236}">
                  <a16:creationId xmlns:a16="http://schemas.microsoft.com/office/drawing/2014/main" id="{CC9C0869-ED00-47B3-BA54-15263D992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34" name="Rectangle 101">
              <a:extLst>
                <a:ext uri="{FF2B5EF4-FFF2-40B4-BE49-F238E27FC236}">
                  <a16:creationId xmlns:a16="http://schemas.microsoft.com/office/drawing/2014/main" id="{275F0802-EF1C-4B73-8162-31EBF7C09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35" name="Rectangle 102">
              <a:extLst>
                <a:ext uri="{FF2B5EF4-FFF2-40B4-BE49-F238E27FC236}">
                  <a16:creationId xmlns:a16="http://schemas.microsoft.com/office/drawing/2014/main" id="{19FA360C-8149-4AA3-9194-C53B87DD1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36" name="Rectangle 103">
              <a:extLst>
                <a:ext uri="{FF2B5EF4-FFF2-40B4-BE49-F238E27FC236}">
                  <a16:creationId xmlns:a16="http://schemas.microsoft.com/office/drawing/2014/main" id="{F6060590-812A-474F-A11F-63193C60C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37" name="Rectangle 104">
              <a:extLst>
                <a:ext uri="{FF2B5EF4-FFF2-40B4-BE49-F238E27FC236}">
                  <a16:creationId xmlns:a16="http://schemas.microsoft.com/office/drawing/2014/main" id="{D3BBF697-6946-4305-A56B-EBC41EBF0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38" name="Rectangle 105">
              <a:extLst>
                <a:ext uri="{FF2B5EF4-FFF2-40B4-BE49-F238E27FC236}">
                  <a16:creationId xmlns:a16="http://schemas.microsoft.com/office/drawing/2014/main" id="{88089E9D-13E3-43F4-AAB6-2D75201F9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39" name="Rectangle 106">
              <a:extLst>
                <a:ext uri="{FF2B5EF4-FFF2-40B4-BE49-F238E27FC236}">
                  <a16:creationId xmlns:a16="http://schemas.microsoft.com/office/drawing/2014/main" id="{F31DBDE8-249A-4826-8B3D-EFF2D124A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40" name="Rectangle 107">
              <a:extLst>
                <a:ext uri="{FF2B5EF4-FFF2-40B4-BE49-F238E27FC236}">
                  <a16:creationId xmlns:a16="http://schemas.microsoft.com/office/drawing/2014/main" id="{B730D241-FBC2-4AE2-9819-28A55BA83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41" name="Rectangle 108">
              <a:extLst>
                <a:ext uri="{FF2B5EF4-FFF2-40B4-BE49-F238E27FC236}">
                  <a16:creationId xmlns:a16="http://schemas.microsoft.com/office/drawing/2014/main" id="{4B83CBC1-BBAF-4987-8E4A-7DE55D295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42" name="Rectangle 109">
              <a:extLst>
                <a:ext uri="{FF2B5EF4-FFF2-40B4-BE49-F238E27FC236}">
                  <a16:creationId xmlns:a16="http://schemas.microsoft.com/office/drawing/2014/main" id="{EF447025-A8D8-4831-A509-736C42A89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43" name="Rectangle 110">
              <a:extLst>
                <a:ext uri="{FF2B5EF4-FFF2-40B4-BE49-F238E27FC236}">
                  <a16:creationId xmlns:a16="http://schemas.microsoft.com/office/drawing/2014/main" id="{BC9B91BA-A39A-447C-801D-0AC947C1B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44" name="Rectangle 112">
              <a:extLst>
                <a:ext uri="{FF2B5EF4-FFF2-40B4-BE49-F238E27FC236}">
                  <a16:creationId xmlns:a16="http://schemas.microsoft.com/office/drawing/2014/main" id="{0D444308-75AC-49E8-94C2-55362E77B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45" name="Rectangle 114">
              <a:extLst>
                <a:ext uri="{FF2B5EF4-FFF2-40B4-BE49-F238E27FC236}">
                  <a16:creationId xmlns:a16="http://schemas.microsoft.com/office/drawing/2014/main" id="{4A926CB7-F93F-4C32-A847-26C4949AC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46" name="Rectangle 115">
              <a:extLst>
                <a:ext uri="{FF2B5EF4-FFF2-40B4-BE49-F238E27FC236}">
                  <a16:creationId xmlns:a16="http://schemas.microsoft.com/office/drawing/2014/main" id="{80FAF8F3-C5DF-4740-B8F4-F602E8BF7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47" name="Rectangle 116">
              <a:extLst>
                <a:ext uri="{FF2B5EF4-FFF2-40B4-BE49-F238E27FC236}">
                  <a16:creationId xmlns:a16="http://schemas.microsoft.com/office/drawing/2014/main" id="{E45AAFCD-78F1-420A-A79E-3395ABF51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48" name="Rectangle 117">
              <a:extLst>
                <a:ext uri="{FF2B5EF4-FFF2-40B4-BE49-F238E27FC236}">
                  <a16:creationId xmlns:a16="http://schemas.microsoft.com/office/drawing/2014/main" id="{EFC93162-6BD3-4562-B329-8155A2AE0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49" name="Rectangle 118">
              <a:extLst>
                <a:ext uri="{FF2B5EF4-FFF2-40B4-BE49-F238E27FC236}">
                  <a16:creationId xmlns:a16="http://schemas.microsoft.com/office/drawing/2014/main" id="{37461F97-893E-4EA4-BE94-2D03EC921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50" name="Rectangle 120">
              <a:extLst>
                <a:ext uri="{FF2B5EF4-FFF2-40B4-BE49-F238E27FC236}">
                  <a16:creationId xmlns:a16="http://schemas.microsoft.com/office/drawing/2014/main" id="{30103F94-0B72-40EA-893C-5755AE205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51" name="Rectangle 122">
              <a:extLst>
                <a:ext uri="{FF2B5EF4-FFF2-40B4-BE49-F238E27FC236}">
                  <a16:creationId xmlns:a16="http://schemas.microsoft.com/office/drawing/2014/main" id="{AB4D752C-0C1E-4CE5-9547-C65FA8410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52" name="Rectangle 123">
              <a:extLst>
                <a:ext uri="{FF2B5EF4-FFF2-40B4-BE49-F238E27FC236}">
                  <a16:creationId xmlns:a16="http://schemas.microsoft.com/office/drawing/2014/main" id="{92517FB6-A944-457E-9D6E-AB8A04BC8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53" name="Rectangle 124">
              <a:extLst>
                <a:ext uri="{FF2B5EF4-FFF2-40B4-BE49-F238E27FC236}">
                  <a16:creationId xmlns:a16="http://schemas.microsoft.com/office/drawing/2014/main" id="{2E6C9204-2B37-49CA-9B22-2AB262422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54" name="Rectangle 125">
              <a:extLst>
                <a:ext uri="{FF2B5EF4-FFF2-40B4-BE49-F238E27FC236}">
                  <a16:creationId xmlns:a16="http://schemas.microsoft.com/office/drawing/2014/main" id="{29F1E3A9-78F0-4662-BCA3-49DC83479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55" name="Rectangle 126">
              <a:extLst>
                <a:ext uri="{FF2B5EF4-FFF2-40B4-BE49-F238E27FC236}">
                  <a16:creationId xmlns:a16="http://schemas.microsoft.com/office/drawing/2014/main" id="{250829A0-499B-4333-BB88-919D66134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56" name="Rectangle 128">
              <a:extLst>
                <a:ext uri="{FF2B5EF4-FFF2-40B4-BE49-F238E27FC236}">
                  <a16:creationId xmlns:a16="http://schemas.microsoft.com/office/drawing/2014/main" id="{1D458CA8-709E-4C98-B0F2-9722B90E0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57" name="Rectangle 130">
              <a:extLst>
                <a:ext uri="{FF2B5EF4-FFF2-40B4-BE49-F238E27FC236}">
                  <a16:creationId xmlns:a16="http://schemas.microsoft.com/office/drawing/2014/main" id="{060D65B1-E219-4BB1-BA95-307A04EF9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58" name="Rectangle 131">
              <a:extLst>
                <a:ext uri="{FF2B5EF4-FFF2-40B4-BE49-F238E27FC236}">
                  <a16:creationId xmlns:a16="http://schemas.microsoft.com/office/drawing/2014/main" id="{B98C0470-EDD0-4C81-8BB6-171CE08BA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59" name="Rectangle 132">
              <a:extLst>
                <a:ext uri="{FF2B5EF4-FFF2-40B4-BE49-F238E27FC236}">
                  <a16:creationId xmlns:a16="http://schemas.microsoft.com/office/drawing/2014/main" id="{F6AA3C70-081F-45B1-AC40-0736167C2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60" name="Rectangle 133">
              <a:extLst>
                <a:ext uri="{FF2B5EF4-FFF2-40B4-BE49-F238E27FC236}">
                  <a16:creationId xmlns:a16="http://schemas.microsoft.com/office/drawing/2014/main" id="{2FA812BF-7D3C-4258-BDE4-319B3403F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61" name="Rectangle 134">
              <a:extLst>
                <a:ext uri="{FF2B5EF4-FFF2-40B4-BE49-F238E27FC236}">
                  <a16:creationId xmlns:a16="http://schemas.microsoft.com/office/drawing/2014/main" id="{E29266E4-3DE1-47C0-8546-F80B0C3A1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62" name="Rectangle 136">
              <a:extLst>
                <a:ext uri="{FF2B5EF4-FFF2-40B4-BE49-F238E27FC236}">
                  <a16:creationId xmlns:a16="http://schemas.microsoft.com/office/drawing/2014/main" id="{71A7E2E8-9A3E-4259-8D41-DE7BD3A77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63" name="Rectangle 138">
              <a:extLst>
                <a:ext uri="{FF2B5EF4-FFF2-40B4-BE49-F238E27FC236}">
                  <a16:creationId xmlns:a16="http://schemas.microsoft.com/office/drawing/2014/main" id="{40667D75-1FF0-4D06-8D1A-DD697AC93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64" name="Rectangle 139">
              <a:extLst>
                <a:ext uri="{FF2B5EF4-FFF2-40B4-BE49-F238E27FC236}">
                  <a16:creationId xmlns:a16="http://schemas.microsoft.com/office/drawing/2014/main" id="{03D858EC-200C-48F9-86F4-499494983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65" name="Rectangle 140">
              <a:extLst>
                <a:ext uri="{FF2B5EF4-FFF2-40B4-BE49-F238E27FC236}">
                  <a16:creationId xmlns:a16="http://schemas.microsoft.com/office/drawing/2014/main" id="{5A7F1E2A-6278-4F36-BDCA-31556AD53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94214" name="TextBox 53">
            <a:extLst>
              <a:ext uri="{FF2B5EF4-FFF2-40B4-BE49-F238E27FC236}">
                <a16:creationId xmlns:a16="http://schemas.microsoft.com/office/drawing/2014/main" id="{752349F6-65BA-47AB-9898-37B04208B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938" y="5618163"/>
            <a:ext cx="26225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How should we do this?</a:t>
            </a:r>
          </a:p>
        </p:txBody>
      </p:sp>
      <p:cxnSp>
        <p:nvCxnSpPr>
          <p:cNvPr id="94215" name="Straight Arrow Connector 54">
            <a:extLst>
              <a:ext uri="{FF2B5EF4-FFF2-40B4-BE49-F238E27FC236}">
                <a16:creationId xmlns:a16="http://schemas.microsoft.com/office/drawing/2014/main" id="{77C093CE-40A1-415F-A617-AD67D1525DF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1752600" y="3276600"/>
            <a:ext cx="3533775" cy="282575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4216" name="TextBox 3">
            <a:extLst>
              <a:ext uri="{FF2B5EF4-FFF2-40B4-BE49-F238E27FC236}">
                <a16:creationId xmlns:a16="http://schemas.microsoft.com/office/drawing/2014/main" id="{E599EC51-01B3-4B12-930D-17BBF9027F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2388" y="3043238"/>
            <a:ext cx="3556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?</a:t>
            </a:r>
          </a:p>
        </p:txBody>
      </p:sp>
      <p:sp>
        <p:nvSpPr>
          <p:cNvPr id="94217" name="Rectangle 60">
            <a:extLst>
              <a:ext uri="{FF2B5EF4-FFF2-40B4-BE49-F238E27FC236}">
                <a16:creationId xmlns:a16="http://schemas.microsoft.com/office/drawing/2014/main" id="{0C037E09-0EEF-4A35-A5A9-B68B408FF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6375" y="3403600"/>
            <a:ext cx="1230313" cy="2667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4218" name="Rectangle 61">
            <a:extLst>
              <a:ext uri="{FF2B5EF4-FFF2-40B4-BE49-F238E27FC236}">
                <a16:creationId xmlns:a16="http://schemas.microsoft.com/office/drawing/2014/main" id="{C262EFA3-6D5D-45FC-901A-EA3E5722AB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3124200"/>
            <a:ext cx="395287" cy="307975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1" name="Rectangle 2">
            <a:extLst>
              <a:ext uri="{FF2B5EF4-FFF2-40B4-BE49-F238E27FC236}">
                <a16:creationId xmlns:a16="http://schemas.microsoft.com/office/drawing/2014/main" id="{474400F2-2962-4172-A436-54214DB54E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97282" name="Rectangle 87">
            <a:extLst>
              <a:ext uri="{FF2B5EF4-FFF2-40B4-BE49-F238E27FC236}">
                <a16:creationId xmlns:a16="http://schemas.microsoft.com/office/drawing/2014/main" id="{29799106-16B6-4497-8EF6-3A04CC9EC0A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85913" y="4913313"/>
            <a:ext cx="104140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7283" name="Rectangle 141">
            <a:extLst>
              <a:ext uri="{FF2B5EF4-FFF2-40B4-BE49-F238E27FC236}">
                <a16:creationId xmlns:a16="http://schemas.microsoft.com/office/drawing/2014/main" id="{0253C397-B667-4851-AB41-1586A2D992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4940300"/>
            <a:ext cx="1477962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Excitation table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97284" name="Picture 2" descr="Screen shot 2013-12-05 at 11.59.56 PM.png">
            <a:extLst>
              <a:ext uri="{FF2B5EF4-FFF2-40B4-BE49-F238E27FC236}">
                <a16:creationId xmlns:a16="http://schemas.microsoft.com/office/drawing/2014/main" id="{AD0780C1-4E98-4CFF-BD0A-7AD899FEF66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3063" y="2112963"/>
            <a:ext cx="4916487" cy="242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7285" name="Group 127">
            <a:extLst>
              <a:ext uri="{FF2B5EF4-FFF2-40B4-BE49-F238E27FC236}">
                <a16:creationId xmlns:a16="http://schemas.microsoft.com/office/drawing/2014/main" id="{4CEC2320-DF59-489E-BBAC-09078DCD8CAE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97291" name="Rectangle 85">
              <a:extLst>
                <a:ext uri="{FF2B5EF4-FFF2-40B4-BE49-F238E27FC236}">
                  <a16:creationId xmlns:a16="http://schemas.microsoft.com/office/drawing/2014/main" id="{9B223105-5469-4A87-93DD-1AB270573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292" name="Rectangle 86">
              <a:extLst>
                <a:ext uri="{FF2B5EF4-FFF2-40B4-BE49-F238E27FC236}">
                  <a16:creationId xmlns:a16="http://schemas.microsoft.com/office/drawing/2014/main" id="{1E0B6B11-E279-43D6-BBB5-97CD58D6D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293" name="Rectangle 88">
              <a:extLst>
                <a:ext uri="{FF2B5EF4-FFF2-40B4-BE49-F238E27FC236}">
                  <a16:creationId xmlns:a16="http://schemas.microsoft.com/office/drawing/2014/main" id="{65B9964D-CA74-40B0-AFDE-EFFCBC26B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294" name="Rectangle 89">
              <a:extLst>
                <a:ext uri="{FF2B5EF4-FFF2-40B4-BE49-F238E27FC236}">
                  <a16:creationId xmlns:a16="http://schemas.microsoft.com/office/drawing/2014/main" id="{D399C251-AB7E-4D3F-AD09-BCB70132A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295" name="Rectangle 90">
              <a:extLst>
                <a:ext uri="{FF2B5EF4-FFF2-40B4-BE49-F238E27FC236}">
                  <a16:creationId xmlns:a16="http://schemas.microsoft.com/office/drawing/2014/main" id="{695E6D69-516C-4814-A28B-F1B2C586B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296" name="Rectangle 91">
              <a:extLst>
                <a:ext uri="{FF2B5EF4-FFF2-40B4-BE49-F238E27FC236}">
                  <a16:creationId xmlns:a16="http://schemas.microsoft.com/office/drawing/2014/main" id="{EF35F27C-EFE1-47B9-BEE0-E87878753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297" name="Rectangle 92">
              <a:extLst>
                <a:ext uri="{FF2B5EF4-FFF2-40B4-BE49-F238E27FC236}">
                  <a16:creationId xmlns:a16="http://schemas.microsoft.com/office/drawing/2014/main" id="{A93D1995-DD6A-4A9A-943E-83F1386FB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298" name="Rectangle 93">
              <a:extLst>
                <a:ext uri="{FF2B5EF4-FFF2-40B4-BE49-F238E27FC236}">
                  <a16:creationId xmlns:a16="http://schemas.microsoft.com/office/drawing/2014/main" id="{96B7FF57-E4D1-4008-9FF0-6B7983C39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299" name="Rectangle 94">
              <a:extLst>
                <a:ext uri="{FF2B5EF4-FFF2-40B4-BE49-F238E27FC236}">
                  <a16:creationId xmlns:a16="http://schemas.microsoft.com/office/drawing/2014/main" id="{61C7BAA8-08C0-420E-95EB-8263E149E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00" name="Rectangle 95">
              <a:extLst>
                <a:ext uri="{FF2B5EF4-FFF2-40B4-BE49-F238E27FC236}">
                  <a16:creationId xmlns:a16="http://schemas.microsoft.com/office/drawing/2014/main" id="{7096DCFF-F1EF-4E1C-B297-DBA93005E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01" name="Rectangle 96">
              <a:extLst>
                <a:ext uri="{FF2B5EF4-FFF2-40B4-BE49-F238E27FC236}">
                  <a16:creationId xmlns:a16="http://schemas.microsoft.com/office/drawing/2014/main" id="{55ACCF7C-2676-4CBC-9EC4-1A3648B20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02" name="Rectangle 97">
              <a:extLst>
                <a:ext uri="{FF2B5EF4-FFF2-40B4-BE49-F238E27FC236}">
                  <a16:creationId xmlns:a16="http://schemas.microsoft.com/office/drawing/2014/main" id="{4E625C63-53C0-4534-9350-222BAE666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03" name="Rectangle 98">
              <a:extLst>
                <a:ext uri="{FF2B5EF4-FFF2-40B4-BE49-F238E27FC236}">
                  <a16:creationId xmlns:a16="http://schemas.microsoft.com/office/drawing/2014/main" id="{84307735-9E06-4C89-8B7A-83AEF8FF6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04" name="Rectangle 99">
              <a:extLst>
                <a:ext uri="{FF2B5EF4-FFF2-40B4-BE49-F238E27FC236}">
                  <a16:creationId xmlns:a16="http://schemas.microsoft.com/office/drawing/2014/main" id="{4AE0D3C7-4657-4B84-86DC-6C93CF0CB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05" name="Rectangle 100">
              <a:extLst>
                <a:ext uri="{FF2B5EF4-FFF2-40B4-BE49-F238E27FC236}">
                  <a16:creationId xmlns:a16="http://schemas.microsoft.com/office/drawing/2014/main" id="{D170EAFF-2891-4BAF-BC89-4555EB443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06" name="Rectangle 101">
              <a:extLst>
                <a:ext uri="{FF2B5EF4-FFF2-40B4-BE49-F238E27FC236}">
                  <a16:creationId xmlns:a16="http://schemas.microsoft.com/office/drawing/2014/main" id="{075D262F-C4E2-4AB3-99D5-C9122A5FF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07" name="Rectangle 102">
              <a:extLst>
                <a:ext uri="{FF2B5EF4-FFF2-40B4-BE49-F238E27FC236}">
                  <a16:creationId xmlns:a16="http://schemas.microsoft.com/office/drawing/2014/main" id="{4EBC19DC-8114-4565-BAB7-D8B50EA06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08" name="Rectangle 103">
              <a:extLst>
                <a:ext uri="{FF2B5EF4-FFF2-40B4-BE49-F238E27FC236}">
                  <a16:creationId xmlns:a16="http://schemas.microsoft.com/office/drawing/2014/main" id="{B7ADBBE6-0FBF-4BFD-89BB-5746CD59A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09" name="Rectangle 104">
              <a:extLst>
                <a:ext uri="{FF2B5EF4-FFF2-40B4-BE49-F238E27FC236}">
                  <a16:creationId xmlns:a16="http://schemas.microsoft.com/office/drawing/2014/main" id="{B8996D14-9286-4133-B31F-71634ECAA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10" name="Rectangle 105">
              <a:extLst>
                <a:ext uri="{FF2B5EF4-FFF2-40B4-BE49-F238E27FC236}">
                  <a16:creationId xmlns:a16="http://schemas.microsoft.com/office/drawing/2014/main" id="{8EDF913E-CCB1-4B45-A77B-0516E432D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11" name="Rectangle 106">
              <a:extLst>
                <a:ext uri="{FF2B5EF4-FFF2-40B4-BE49-F238E27FC236}">
                  <a16:creationId xmlns:a16="http://schemas.microsoft.com/office/drawing/2014/main" id="{602A5598-32F4-41C1-81AD-4B1029969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12" name="Rectangle 107">
              <a:extLst>
                <a:ext uri="{FF2B5EF4-FFF2-40B4-BE49-F238E27FC236}">
                  <a16:creationId xmlns:a16="http://schemas.microsoft.com/office/drawing/2014/main" id="{A4E816CF-791A-4D64-B160-99251FC75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13" name="Rectangle 108">
              <a:extLst>
                <a:ext uri="{FF2B5EF4-FFF2-40B4-BE49-F238E27FC236}">
                  <a16:creationId xmlns:a16="http://schemas.microsoft.com/office/drawing/2014/main" id="{4BA0E545-8C40-4136-93DF-DC365C2E1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14" name="Rectangle 109">
              <a:extLst>
                <a:ext uri="{FF2B5EF4-FFF2-40B4-BE49-F238E27FC236}">
                  <a16:creationId xmlns:a16="http://schemas.microsoft.com/office/drawing/2014/main" id="{F846FBBE-768A-45FB-8CD3-81F5DE450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15" name="Rectangle 110">
              <a:extLst>
                <a:ext uri="{FF2B5EF4-FFF2-40B4-BE49-F238E27FC236}">
                  <a16:creationId xmlns:a16="http://schemas.microsoft.com/office/drawing/2014/main" id="{F010C4DE-D5C7-4060-9C53-1D357A6AD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16" name="Rectangle 112">
              <a:extLst>
                <a:ext uri="{FF2B5EF4-FFF2-40B4-BE49-F238E27FC236}">
                  <a16:creationId xmlns:a16="http://schemas.microsoft.com/office/drawing/2014/main" id="{B6259930-4DA8-4438-B77D-CE45194AC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17" name="Rectangle 114">
              <a:extLst>
                <a:ext uri="{FF2B5EF4-FFF2-40B4-BE49-F238E27FC236}">
                  <a16:creationId xmlns:a16="http://schemas.microsoft.com/office/drawing/2014/main" id="{EBF3D422-3A12-40C7-904C-210D38AF7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18" name="Rectangle 115">
              <a:extLst>
                <a:ext uri="{FF2B5EF4-FFF2-40B4-BE49-F238E27FC236}">
                  <a16:creationId xmlns:a16="http://schemas.microsoft.com/office/drawing/2014/main" id="{F453D500-1B6F-4167-B5FF-BA5CEEB9E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19" name="Rectangle 116">
              <a:extLst>
                <a:ext uri="{FF2B5EF4-FFF2-40B4-BE49-F238E27FC236}">
                  <a16:creationId xmlns:a16="http://schemas.microsoft.com/office/drawing/2014/main" id="{030CB4F2-56B1-42E2-8B55-A9F61A8C5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20" name="Rectangle 117">
              <a:extLst>
                <a:ext uri="{FF2B5EF4-FFF2-40B4-BE49-F238E27FC236}">
                  <a16:creationId xmlns:a16="http://schemas.microsoft.com/office/drawing/2014/main" id="{6BD82231-FCDB-41B9-A261-E4763C736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21" name="Rectangle 118">
              <a:extLst>
                <a:ext uri="{FF2B5EF4-FFF2-40B4-BE49-F238E27FC236}">
                  <a16:creationId xmlns:a16="http://schemas.microsoft.com/office/drawing/2014/main" id="{B1F0C262-D39B-4E46-87A1-6B9ACE542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22" name="Rectangle 120">
              <a:extLst>
                <a:ext uri="{FF2B5EF4-FFF2-40B4-BE49-F238E27FC236}">
                  <a16:creationId xmlns:a16="http://schemas.microsoft.com/office/drawing/2014/main" id="{2B594B93-FF3A-4913-8408-11BF19902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23" name="Rectangle 122">
              <a:extLst>
                <a:ext uri="{FF2B5EF4-FFF2-40B4-BE49-F238E27FC236}">
                  <a16:creationId xmlns:a16="http://schemas.microsoft.com/office/drawing/2014/main" id="{CE8E993C-012A-4B77-BD17-FC82CDD65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24" name="Rectangle 123">
              <a:extLst>
                <a:ext uri="{FF2B5EF4-FFF2-40B4-BE49-F238E27FC236}">
                  <a16:creationId xmlns:a16="http://schemas.microsoft.com/office/drawing/2014/main" id="{7FD2F8C5-8302-43C0-903B-4717DC7C2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25" name="Rectangle 124">
              <a:extLst>
                <a:ext uri="{FF2B5EF4-FFF2-40B4-BE49-F238E27FC236}">
                  <a16:creationId xmlns:a16="http://schemas.microsoft.com/office/drawing/2014/main" id="{A0E4C9C2-1944-45C8-A781-C553C481F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26" name="Rectangle 125">
              <a:extLst>
                <a:ext uri="{FF2B5EF4-FFF2-40B4-BE49-F238E27FC236}">
                  <a16:creationId xmlns:a16="http://schemas.microsoft.com/office/drawing/2014/main" id="{76984C6D-BC92-4450-8127-6C99A6D76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27" name="Rectangle 126">
              <a:extLst>
                <a:ext uri="{FF2B5EF4-FFF2-40B4-BE49-F238E27FC236}">
                  <a16:creationId xmlns:a16="http://schemas.microsoft.com/office/drawing/2014/main" id="{6BAA268B-593C-47DE-A118-63D1BD9DD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28" name="Rectangle 128">
              <a:extLst>
                <a:ext uri="{FF2B5EF4-FFF2-40B4-BE49-F238E27FC236}">
                  <a16:creationId xmlns:a16="http://schemas.microsoft.com/office/drawing/2014/main" id="{E043F531-3444-442F-81F2-C73B3DBE3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29" name="Rectangle 130">
              <a:extLst>
                <a:ext uri="{FF2B5EF4-FFF2-40B4-BE49-F238E27FC236}">
                  <a16:creationId xmlns:a16="http://schemas.microsoft.com/office/drawing/2014/main" id="{BB411327-B68A-4E51-B269-A94C08AAF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30" name="Rectangle 131">
              <a:extLst>
                <a:ext uri="{FF2B5EF4-FFF2-40B4-BE49-F238E27FC236}">
                  <a16:creationId xmlns:a16="http://schemas.microsoft.com/office/drawing/2014/main" id="{8B9BFE45-3177-4E73-8DEF-A81D683FB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31" name="Rectangle 132">
              <a:extLst>
                <a:ext uri="{FF2B5EF4-FFF2-40B4-BE49-F238E27FC236}">
                  <a16:creationId xmlns:a16="http://schemas.microsoft.com/office/drawing/2014/main" id="{24F9BD1F-3F04-41BE-91E7-3A892804F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32" name="Rectangle 133">
              <a:extLst>
                <a:ext uri="{FF2B5EF4-FFF2-40B4-BE49-F238E27FC236}">
                  <a16:creationId xmlns:a16="http://schemas.microsoft.com/office/drawing/2014/main" id="{DF96FEBA-0486-4AC8-8196-BA2D9694A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33" name="Rectangle 134">
              <a:extLst>
                <a:ext uri="{FF2B5EF4-FFF2-40B4-BE49-F238E27FC236}">
                  <a16:creationId xmlns:a16="http://schemas.microsoft.com/office/drawing/2014/main" id="{3A9169C1-EA1D-42C6-AB50-0F4D842BA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34" name="Rectangle 136">
              <a:extLst>
                <a:ext uri="{FF2B5EF4-FFF2-40B4-BE49-F238E27FC236}">
                  <a16:creationId xmlns:a16="http://schemas.microsoft.com/office/drawing/2014/main" id="{A854E42F-798B-4BB7-BF94-813383EFD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35" name="Rectangle 138">
              <a:extLst>
                <a:ext uri="{FF2B5EF4-FFF2-40B4-BE49-F238E27FC236}">
                  <a16:creationId xmlns:a16="http://schemas.microsoft.com/office/drawing/2014/main" id="{534CDA46-DC16-4BED-BB57-A5070F5BB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36" name="Rectangle 139">
              <a:extLst>
                <a:ext uri="{FF2B5EF4-FFF2-40B4-BE49-F238E27FC236}">
                  <a16:creationId xmlns:a16="http://schemas.microsoft.com/office/drawing/2014/main" id="{5648A5F3-77C7-4E39-9BB6-EEEFDCD27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37" name="Rectangle 140">
              <a:extLst>
                <a:ext uri="{FF2B5EF4-FFF2-40B4-BE49-F238E27FC236}">
                  <a16:creationId xmlns:a16="http://schemas.microsoft.com/office/drawing/2014/main" id="{0707F215-83E5-425E-A2C0-45645E4FD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97286" name="TextBox 53">
            <a:extLst>
              <a:ext uri="{FF2B5EF4-FFF2-40B4-BE49-F238E27FC236}">
                <a16:creationId xmlns:a16="http://schemas.microsoft.com/office/drawing/2014/main" id="{7770CDF2-ACF4-4E2F-AA28-12AC6AE49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938" y="5618163"/>
            <a:ext cx="26225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How should we do this?</a:t>
            </a:r>
          </a:p>
        </p:txBody>
      </p:sp>
      <p:cxnSp>
        <p:nvCxnSpPr>
          <p:cNvPr id="97287" name="Straight Arrow Connector 54">
            <a:extLst>
              <a:ext uri="{FF2B5EF4-FFF2-40B4-BE49-F238E27FC236}">
                <a16:creationId xmlns:a16="http://schemas.microsoft.com/office/drawing/2014/main" id="{90F7D7D9-1D93-4F03-A791-2A63664C3A2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1752600" y="3276600"/>
            <a:ext cx="3533775" cy="282575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7288" name="TextBox 3">
            <a:extLst>
              <a:ext uri="{FF2B5EF4-FFF2-40B4-BE49-F238E27FC236}">
                <a16:creationId xmlns:a16="http://schemas.microsoft.com/office/drawing/2014/main" id="{B36D909D-7734-46A7-BA64-E1DBE62E25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2388" y="3043238"/>
            <a:ext cx="3556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?</a:t>
            </a:r>
          </a:p>
        </p:txBody>
      </p:sp>
      <p:sp>
        <p:nvSpPr>
          <p:cNvPr id="97289" name="Rectangle 60">
            <a:extLst>
              <a:ext uri="{FF2B5EF4-FFF2-40B4-BE49-F238E27FC236}">
                <a16:creationId xmlns:a16="http://schemas.microsoft.com/office/drawing/2014/main" id="{FEA9D2ED-D6FF-4CD8-9DA8-FCD9DAC0C4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6375" y="3403600"/>
            <a:ext cx="1230313" cy="2667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7290" name="Rectangle 61">
            <a:extLst>
              <a:ext uri="{FF2B5EF4-FFF2-40B4-BE49-F238E27FC236}">
                <a16:creationId xmlns:a16="http://schemas.microsoft.com/office/drawing/2014/main" id="{47C8528A-F4D6-4D04-9660-DFCB0A2EC6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3124200"/>
            <a:ext cx="395287" cy="307975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5" name="Rectangle 2">
            <a:extLst>
              <a:ext uri="{FF2B5EF4-FFF2-40B4-BE49-F238E27FC236}">
                <a16:creationId xmlns:a16="http://schemas.microsoft.com/office/drawing/2014/main" id="{D71B106B-19C0-4FB7-B2D4-1840D052A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pic>
        <p:nvPicPr>
          <p:cNvPr id="98306" name="Picture 2" descr="Screen shot 2013-12-05 at 11.59.56 PM.png">
            <a:extLst>
              <a:ext uri="{FF2B5EF4-FFF2-40B4-BE49-F238E27FC236}">
                <a16:creationId xmlns:a16="http://schemas.microsoft.com/office/drawing/2014/main" id="{CC4D3AC0-E3C3-40A1-A2D1-33653E624C5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3063" y="2112963"/>
            <a:ext cx="4916487" cy="242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8307" name="Group 127">
            <a:extLst>
              <a:ext uri="{FF2B5EF4-FFF2-40B4-BE49-F238E27FC236}">
                <a16:creationId xmlns:a16="http://schemas.microsoft.com/office/drawing/2014/main" id="{2494A0C2-C1B2-40B1-A46A-E766B5768386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98311" name="Rectangle 85">
              <a:extLst>
                <a:ext uri="{FF2B5EF4-FFF2-40B4-BE49-F238E27FC236}">
                  <a16:creationId xmlns:a16="http://schemas.microsoft.com/office/drawing/2014/main" id="{EF9D1332-8FD9-40AA-A33C-9CBD31B9F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12" name="Rectangle 86">
              <a:extLst>
                <a:ext uri="{FF2B5EF4-FFF2-40B4-BE49-F238E27FC236}">
                  <a16:creationId xmlns:a16="http://schemas.microsoft.com/office/drawing/2014/main" id="{E3979A74-B740-4BFD-88F7-FA0696DED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13" name="Rectangle 88">
              <a:extLst>
                <a:ext uri="{FF2B5EF4-FFF2-40B4-BE49-F238E27FC236}">
                  <a16:creationId xmlns:a16="http://schemas.microsoft.com/office/drawing/2014/main" id="{1110FF28-9FC6-422B-8859-35B2B1539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14" name="Rectangle 89">
              <a:extLst>
                <a:ext uri="{FF2B5EF4-FFF2-40B4-BE49-F238E27FC236}">
                  <a16:creationId xmlns:a16="http://schemas.microsoft.com/office/drawing/2014/main" id="{5F3A411B-6C3F-4EFA-9A0D-3FD3BAFA4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15" name="Rectangle 90">
              <a:extLst>
                <a:ext uri="{FF2B5EF4-FFF2-40B4-BE49-F238E27FC236}">
                  <a16:creationId xmlns:a16="http://schemas.microsoft.com/office/drawing/2014/main" id="{B1845958-B045-430C-8B1C-8BF4905E9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16" name="Rectangle 91">
              <a:extLst>
                <a:ext uri="{FF2B5EF4-FFF2-40B4-BE49-F238E27FC236}">
                  <a16:creationId xmlns:a16="http://schemas.microsoft.com/office/drawing/2014/main" id="{C97E5250-BE11-407C-B011-C39C0CA32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17" name="Rectangle 92">
              <a:extLst>
                <a:ext uri="{FF2B5EF4-FFF2-40B4-BE49-F238E27FC236}">
                  <a16:creationId xmlns:a16="http://schemas.microsoft.com/office/drawing/2014/main" id="{F884E256-914A-40BA-94A1-02D5B1BBB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18" name="Rectangle 93">
              <a:extLst>
                <a:ext uri="{FF2B5EF4-FFF2-40B4-BE49-F238E27FC236}">
                  <a16:creationId xmlns:a16="http://schemas.microsoft.com/office/drawing/2014/main" id="{CDD87CB0-FE1D-4B54-8980-900E9FA7D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19" name="Rectangle 94">
              <a:extLst>
                <a:ext uri="{FF2B5EF4-FFF2-40B4-BE49-F238E27FC236}">
                  <a16:creationId xmlns:a16="http://schemas.microsoft.com/office/drawing/2014/main" id="{E95046DD-B191-4606-99A9-C52BFC519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20" name="Rectangle 95">
              <a:extLst>
                <a:ext uri="{FF2B5EF4-FFF2-40B4-BE49-F238E27FC236}">
                  <a16:creationId xmlns:a16="http://schemas.microsoft.com/office/drawing/2014/main" id="{9FB44C85-EB78-4E79-AD2D-8BE3E5B27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21" name="Rectangle 96">
              <a:extLst>
                <a:ext uri="{FF2B5EF4-FFF2-40B4-BE49-F238E27FC236}">
                  <a16:creationId xmlns:a16="http://schemas.microsoft.com/office/drawing/2014/main" id="{4948D426-78C7-4E1E-8D71-C6A038F89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22" name="Rectangle 97">
              <a:extLst>
                <a:ext uri="{FF2B5EF4-FFF2-40B4-BE49-F238E27FC236}">
                  <a16:creationId xmlns:a16="http://schemas.microsoft.com/office/drawing/2014/main" id="{6B3638C5-2041-4967-8C3D-BD84D8185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23" name="Rectangle 98">
              <a:extLst>
                <a:ext uri="{FF2B5EF4-FFF2-40B4-BE49-F238E27FC236}">
                  <a16:creationId xmlns:a16="http://schemas.microsoft.com/office/drawing/2014/main" id="{246339A0-3793-4393-8769-51F5C031E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24" name="Rectangle 99">
              <a:extLst>
                <a:ext uri="{FF2B5EF4-FFF2-40B4-BE49-F238E27FC236}">
                  <a16:creationId xmlns:a16="http://schemas.microsoft.com/office/drawing/2014/main" id="{B1EC2C6E-6868-4A38-985D-D7996348F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25" name="Rectangle 100">
              <a:extLst>
                <a:ext uri="{FF2B5EF4-FFF2-40B4-BE49-F238E27FC236}">
                  <a16:creationId xmlns:a16="http://schemas.microsoft.com/office/drawing/2014/main" id="{6658F9CB-B32C-4F76-9193-BDB5338E5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26" name="Rectangle 101">
              <a:extLst>
                <a:ext uri="{FF2B5EF4-FFF2-40B4-BE49-F238E27FC236}">
                  <a16:creationId xmlns:a16="http://schemas.microsoft.com/office/drawing/2014/main" id="{DFDC4300-BFC8-4E7D-8B8F-25EFBD740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27" name="Rectangle 102">
              <a:extLst>
                <a:ext uri="{FF2B5EF4-FFF2-40B4-BE49-F238E27FC236}">
                  <a16:creationId xmlns:a16="http://schemas.microsoft.com/office/drawing/2014/main" id="{AA165E69-B0E7-4B85-A30F-DFFA96678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28" name="Rectangle 103">
              <a:extLst>
                <a:ext uri="{FF2B5EF4-FFF2-40B4-BE49-F238E27FC236}">
                  <a16:creationId xmlns:a16="http://schemas.microsoft.com/office/drawing/2014/main" id="{BF7F5BC5-A9E5-421C-BB65-F8D533E53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29" name="Rectangle 104">
              <a:extLst>
                <a:ext uri="{FF2B5EF4-FFF2-40B4-BE49-F238E27FC236}">
                  <a16:creationId xmlns:a16="http://schemas.microsoft.com/office/drawing/2014/main" id="{CFC7776B-CB30-4412-95C3-2B7D1102E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30" name="Rectangle 105">
              <a:extLst>
                <a:ext uri="{FF2B5EF4-FFF2-40B4-BE49-F238E27FC236}">
                  <a16:creationId xmlns:a16="http://schemas.microsoft.com/office/drawing/2014/main" id="{AE78C0F3-F939-429C-B0A5-DEE162191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31" name="Rectangle 106">
              <a:extLst>
                <a:ext uri="{FF2B5EF4-FFF2-40B4-BE49-F238E27FC236}">
                  <a16:creationId xmlns:a16="http://schemas.microsoft.com/office/drawing/2014/main" id="{5F4BB478-84F1-472D-B40E-C88761A1E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32" name="Rectangle 107">
              <a:extLst>
                <a:ext uri="{FF2B5EF4-FFF2-40B4-BE49-F238E27FC236}">
                  <a16:creationId xmlns:a16="http://schemas.microsoft.com/office/drawing/2014/main" id="{8ADC4EBE-0D11-4035-87F0-109231ADC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33" name="Rectangle 108">
              <a:extLst>
                <a:ext uri="{FF2B5EF4-FFF2-40B4-BE49-F238E27FC236}">
                  <a16:creationId xmlns:a16="http://schemas.microsoft.com/office/drawing/2014/main" id="{11FBA8DA-F75A-4E5A-B1B4-EFB5D89B7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34" name="Rectangle 109">
              <a:extLst>
                <a:ext uri="{FF2B5EF4-FFF2-40B4-BE49-F238E27FC236}">
                  <a16:creationId xmlns:a16="http://schemas.microsoft.com/office/drawing/2014/main" id="{15A4D230-9233-4049-A937-24F415CDE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35" name="Rectangle 110">
              <a:extLst>
                <a:ext uri="{FF2B5EF4-FFF2-40B4-BE49-F238E27FC236}">
                  <a16:creationId xmlns:a16="http://schemas.microsoft.com/office/drawing/2014/main" id="{33D079B7-FB5A-4E2A-9D51-8183D45B1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36" name="Rectangle 112">
              <a:extLst>
                <a:ext uri="{FF2B5EF4-FFF2-40B4-BE49-F238E27FC236}">
                  <a16:creationId xmlns:a16="http://schemas.microsoft.com/office/drawing/2014/main" id="{AC27C0E0-C760-42CB-9284-AC9D02983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37" name="Rectangle 114">
              <a:extLst>
                <a:ext uri="{FF2B5EF4-FFF2-40B4-BE49-F238E27FC236}">
                  <a16:creationId xmlns:a16="http://schemas.microsoft.com/office/drawing/2014/main" id="{0FDF0B5D-DB37-42DE-B93C-98EC4DBC4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38" name="Rectangle 115">
              <a:extLst>
                <a:ext uri="{FF2B5EF4-FFF2-40B4-BE49-F238E27FC236}">
                  <a16:creationId xmlns:a16="http://schemas.microsoft.com/office/drawing/2014/main" id="{EE6DF87C-8F06-41FB-B445-092C348BF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39" name="Rectangle 116">
              <a:extLst>
                <a:ext uri="{FF2B5EF4-FFF2-40B4-BE49-F238E27FC236}">
                  <a16:creationId xmlns:a16="http://schemas.microsoft.com/office/drawing/2014/main" id="{EE1407B6-2BF7-4CE8-BBAA-33E678916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40" name="Rectangle 117">
              <a:extLst>
                <a:ext uri="{FF2B5EF4-FFF2-40B4-BE49-F238E27FC236}">
                  <a16:creationId xmlns:a16="http://schemas.microsoft.com/office/drawing/2014/main" id="{44E182D2-DDA1-469C-B1E1-362104B2E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41" name="Rectangle 118">
              <a:extLst>
                <a:ext uri="{FF2B5EF4-FFF2-40B4-BE49-F238E27FC236}">
                  <a16:creationId xmlns:a16="http://schemas.microsoft.com/office/drawing/2014/main" id="{9CD323A3-A61A-4C04-971B-5C23CEFF3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42" name="Rectangle 120">
              <a:extLst>
                <a:ext uri="{FF2B5EF4-FFF2-40B4-BE49-F238E27FC236}">
                  <a16:creationId xmlns:a16="http://schemas.microsoft.com/office/drawing/2014/main" id="{C2DBD056-0DF9-4BC7-A594-BD0FDB31E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43" name="Rectangle 122">
              <a:extLst>
                <a:ext uri="{FF2B5EF4-FFF2-40B4-BE49-F238E27FC236}">
                  <a16:creationId xmlns:a16="http://schemas.microsoft.com/office/drawing/2014/main" id="{04155024-F797-4873-91E3-237304640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44" name="Rectangle 123">
              <a:extLst>
                <a:ext uri="{FF2B5EF4-FFF2-40B4-BE49-F238E27FC236}">
                  <a16:creationId xmlns:a16="http://schemas.microsoft.com/office/drawing/2014/main" id="{BCDA3509-6942-49C6-B06D-3269CC8A2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45" name="Rectangle 124">
              <a:extLst>
                <a:ext uri="{FF2B5EF4-FFF2-40B4-BE49-F238E27FC236}">
                  <a16:creationId xmlns:a16="http://schemas.microsoft.com/office/drawing/2014/main" id="{AA7996C5-4DB4-4125-BCA2-402CDB7AA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46" name="Rectangle 125">
              <a:extLst>
                <a:ext uri="{FF2B5EF4-FFF2-40B4-BE49-F238E27FC236}">
                  <a16:creationId xmlns:a16="http://schemas.microsoft.com/office/drawing/2014/main" id="{4189B8B0-480A-4BB8-96FC-3C3C906FA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47" name="Rectangle 126">
              <a:extLst>
                <a:ext uri="{FF2B5EF4-FFF2-40B4-BE49-F238E27FC236}">
                  <a16:creationId xmlns:a16="http://schemas.microsoft.com/office/drawing/2014/main" id="{5C488A69-D000-414D-9778-F75BC6B4F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48" name="Rectangle 128">
              <a:extLst>
                <a:ext uri="{FF2B5EF4-FFF2-40B4-BE49-F238E27FC236}">
                  <a16:creationId xmlns:a16="http://schemas.microsoft.com/office/drawing/2014/main" id="{1D2F43FE-9CD9-40CD-8CEF-3F99A28F0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49" name="Rectangle 130">
              <a:extLst>
                <a:ext uri="{FF2B5EF4-FFF2-40B4-BE49-F238E27FC236}">
                  <a16:creationId xmlns:a16="http://schemas.microsoft.com/office/drawing/2014/main" id="{F6D03858-39C1-4C1E-A345-1F671DF09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50" name="Rectangle 131">
              <a:extLst>
                <a:ext uri="{FF2B5EF4-FFF2-40B4-BE49-F238E27FC236}">
                  <a16:creationId xmlns:a16="http://schemas.microsoft.com/office/drawing/2014/main" id="{039B3B4C-455A-4D2E-B19F-4244AA511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51" name="Rectangle 132">
              <a:extLst>
                <a:ext uri="{FF2B5EF4-FFF2-40B4-BE49-F238E27FC236}">
                  <a16:creationId xmlns:a16="http://schemas.microsoft.com/office/drawing/2014/main" id="{7445E091-BB2C-4B5A-8CD6-907AEE084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52" name="Rectangle 133">
              <a:extLst>
                <a:ext uri="{FF2B5EF4-FFF2-40B4-BE49-F238E27FC236}">
                  <a16:creationId xmlns:a16="http://schemas.microsoft.com/office/drawing/2014/main" id="{25E00260-EE90-4948-B6C4-83DF6BDCC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53" name="Rectangle 134">
              <a:extLst>
                <a:ext uri="{FF2B5EF4-FFF2-40B4-BE49-F238E27FC236}">
                  <a16:creationId xmlns:a16="http://schemas.microsoft.com/office/drawing/2014/main" id="{2C65C207-ECAD-4B44-A13D-2EE1CE5E7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54" name="Rectangle 136">
              <a:extLst>
                <a:ext uri="{FF2B5EF4-FFF2-40B4-BE49-F238E27FC236}">
                  <a16:creationId xmlns:a16="http://schemas.microsoft.com/office/drawing/2014/main" id="{63C67445-1998-4265-BDEA-1D3BB4121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55" name="Rectangle 138">
              <a:extLst>
                <a:ext uri="{FF2B5EF4-FFF2-40B4-BE49-F238E27FC236}">
                  <a16:creationId xmlns:a16="http://schemas.microsoft.com/office/drawing/2014/main" id="{6483CDCA-CB31-4B08-A6D4-EE8E58CBF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56" name="Rectangle 139">
              <a:extLst>
                <a:ext uri="{FF2B5EF4-FFF2-40B4-BE49-F238E27FC236}">
                  <a16:creationId xmlns:a16="http://schemas.microsoft.com/office/drawing/2014/main" id="{993C69CE-F72D-4F87-B6BA-6D75EC1E6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357" name="Rectangle 140">
              <a:extLst>
                <a:ext uri="{FF2B5EF4-FFF2-40B4-BE49-F238E27FC236}">
                  <a16:creationId xmlns:a16="http://schemas.microsoft.com/office/drawing/2014/main" id="{7C04CF72-825E-4C0A-9B69-A8FE2C3A6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98308" name="Rectangle 60">
            <a:extLst>
              <a:ext uri="{FF2B5EF4-FFF2-40B4-BE49-F238E27FC236}">
                <a16:creationId xmlns:a16="http://schemas.microsoft.com/office/drawing/2014/main" id="{CEC03024-5996-4CC2-9B61-4935B356D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6375" y="3403600"/>
            <a:ext cx="430213" cy="2619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98309" name="Picture 63" descr="Screen shot 2013-12-06 at 1.18.53 AM.png">
            <a:extLst>
              <a:ext uri="{FF2B5EF4-FFF2-40B4-BE49-F238E27FC236}">
                <a16:creationId xmlns:a16="http://schemas.microsoft.com/office/drawing/2014/main" id="{60F2EF59-C685-45DC-8584-9593BD0EFD2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8325" y="4876800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8310" name="Rectangle 64">
            <a:extLst>
              <a:ext uri="{FF2B5EF4-FFF2-40B4-BE49-F238E27FC236}">
                <a16:creationId xmlns:a16="http://schemas.microsoft.com/office/drawing/2014/main" id="{45122842-E22A-459E-A359-DDE56DF34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8988" y="5638800"/>
            <a:ext cx="430212" cy="2619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Rectangle 2">
            <a:extLst>
              <a:ext uri="{FF2B5EF4-FFF2-40B4-BE49-F238E27FC236}">
                <a16:creationId xmlns:a16="http://schemas.microsoft.com/office/drawing/2014/main" id="{04FA500A-3EC9-4620-AF76-933E3F3BC3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pic>
        <p:nvPicPr>
          <p:cNvPr id="99330" name="Picture 2" descr="Screen shot 2013-12-05 at 11.59.56 PM.png">
            <a:extLst>
              <a:ext uri="{FF2B5EF4-FFF2-40B4-BE49-F238E27FC236}">
                <a16:creationId xmlns:a16="http://schemas.microsoft.com/office/drawing/2014/main" id="{DCFF472E-91E9-46CB-88DA-E14F7BE919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3063" y="2112963"/>
            <a:ext cx="4916487" cy="242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9331" name="Group 127">
            <a:extLst>
              <a:ext uri="{FF2B5EF4-FFF2-40B4-BE49-F238E27FC236}">
                <a16:creationId xmlns:a16="http://schemas.microsoft.com/office/drawing/2014/main" id="{DC269342-C673-4026-B49E-BFEE6D933D42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99338" name="Rectangle 85">
              <a:extLst>
                <a:ext uri="{FF2B5EF4-FFF2-40B4-BE49-F238E27FC236}">
                  <a16:creationId xmlns:a16="http://schemas.microsoft.com/office/drawing/2014/main" id="{0009A4CF-B685-4329-A8AA-A9F6960C9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39" name="Rectangle 86">
              <a:extLst>
                <a:ext uri="{FF2B5EF4-FFF2-40B4-BE49-F238E27FC236}">
                  <a16:creationId xmlns:a16="http://schemas.microsoft.com/office/drawing/2014/main" id="{B141DD19-3C08-41F9-AA51-76E2CE9C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40" name="Rectangle 88">
              <a:extLst>
                <a:ext uri="{FF2B5EF4-FFF2-40B4-BE49-F238E27FC236}">
                  <a16:creationId xmlns:a16="http://schemas.microsoft.com/office/drawing/2014/main" id="{7C8E4B74-315A-49B3-AF86-D130A198B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41" name="Rectangle 89">
              <a:extLst>
                <a:ext uri="{FF2B5EF4-FFF2-40B4-BE49-F238E27FC236}">
                  <a16:creationId xmlns:a16="http://schemas.microsoft.com/office/drawing/2014/main" id="{D14DFD15-9C4C-499E-B2FE-AAFBCD3EA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42" name="Rectangle 90">
              <a:extLst>
                <a:ext uri="{FF2B5EF4-FFF2-40B4-BE49-F238E27FC236}">
                  <a16:creationId xmlns:a16="http://schemas.microsoft.com/office/drawing/2014/main" id="{75E8CB2B-6512-49B5-BD51-3F41109BC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43" name="Rectangle 91">
              <a:extLst>
                <a:ext uri="{FF2B5EF4-FFF2-40B4-BE49-F238E27FC236}">
                  <a16:creationId xmlns:a16="http://schemas.microsoft.com/office/drawing/2014/main" id="{C213011C-AFEA-41F4-A10C-E5BD87505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44" name="Rectangle 92">
              <a:extLst>
                <a:ext uri="{FF2B5EF4-FFF2-40B4-BE49-F238E27FC236}">
                  <a16:creationId xmlns:a16="http://schemas.microsoft.com/office/drawing/2014/main" id="{C86BAAF3-5BA8-44D7-A01E-95B7B10C4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45" name="Rectangle 93">
              <a:extLst>
                <a:ext uri="{FF2B5EF4-FFF2-40B4-BE49-F238E27FC236}">
                  <a16:creationId xmlns:a16="http://schemas.microsoft.com/office/drawing/2014/main" id="{4269F72C-21DA-41C8-9CB5-4B221486F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46" name="Rectangle 94">
              <a:extLst>
                <a:ext uri="{FF2B5EF4-FFF2-40B4-BE49-F238E27FC236}">
                  <a16:creationId xmlns:a16="http://schemas.microsoft.com/office/drawing/2014/main" id="{E4D7A773-7852-4120-A198-76C436276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47" name="Rectangle 95">
              <a:extLst>
                <a:ext uri="{FF2B5EF4-FFF2-40B4-BE49-F238E27FC236}">
                  <a16:creationId xmlns:a16="http://schemas.microsoft.com/office/drawing/2014/main" id="{C7287EA3-33AD-4444-A133-758D477C3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48" name="Rectangle 96">
              <a:extLst>
                <a:ext uri="{FF2B5EF4-FFF2-40B4-BE49-F238E27FC236}">
                  <a16:creationId xmlns:a16="http://schemas.microsoft.com/office/drawing/2014/main" id="{A00286C0-8B58-4867-A9C8-D6CDDB0D3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49" name="Rectangle 97">
              <a:extLst>
                <a:ext uri="{FF2B5EF4-FFF2-40B4-BE49-F238E27FC236}">
                  <a16:creationId xmlns:a16="http://schemas.microsoft.com/office/drawing/2014/main" id="{38B8628D-2EB6-4F9A-9B3C-6662F634B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50" name="Rectangle 98">
              <a:extLst>
                <a:ext uri="{FF2B5EF4-FFF2-40B4-BE49-F238E27FC236}">
                  <a16:creationId xmlns:a16="http://schemas.microsoft.com/office/drawing/2014/main" id="{F79C82D2-5F4B-47B5-9901-F95ABB183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51" name="Rectangle 99">
              <a:extLst>
                <a:ext uri="{FF2B5EF4-FFF2-40B4-BE49-F238E27FC236}">
                  <a16:creationId xmlns:a16="http://schemas.microsoft.com/office/drawing/2014/main" id="{37E07747-5B69-4606-8079-706F94679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52" name="Rectangle 100">
              <a:extLst>
                <a:ext uri="{FF2B5EF4-FFF2-40B4-BE49-F238E27FC236}">
                  <a16:creationId xmlns:a16="http://schemas.microsoft.com/office/drawing/2014/main" id="{F4AD2B5F-BD4C-466D-AB1D-84F94FA9C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53" name="Rectangle 101">
              <a:extLst>
                <a:ext uri="{FF2B5EF4-FFF2-40B4-BE49-F238E27FC236}">
                  <a16:creationId xmlns:a16="http://schemas.microsoft.com/office/drawing/2014/main" id="{8EDBFD4B-4089-4B1A-9CF7-160C539B3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54" name="Rectangle 102">
              <a:extLst>
                <a:ext uri="{FF2B5EF4-FFF2-40B4-BE49-F238E27FC236}">
                  <a16:creationId xmlns:a16="http://schemas.microsoft.com/office/drawing/2014/main" id="{86F17053-0044-4B79-9BC0-C678015C6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55" name="Rectangle 103">
              <a:extLst>
                <a:ext uri="{FF2B5EF4-FFF2-40B4-BE49-F238E27FC236}">
                  <a16:creationId xmlns:a16="http://schemas.microsoft.com/office/drawing/2014/main" id="{709A06A0-302D-46CD-BE61-F9160318D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56" name="Rectangle 104">
              <a:extLst>
                <a:ext uri="{FF2B5EF4-FFF2-40B4-BE49-F238E27FC236}">
                  <a16:creationId xmlns:a16="http://schemas.microsoft.com/office/drawing/2014/main" id="{F5148766-E5D6-448A-9FF1-228CE50C7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57" name="Rectangle 105">
              <a:extLst>
                <a:ext uri="{FF2B5EF4-FFF2-40B4-BE49-F238E27FC236}">
                  <a16:creationId xmlns:a16="http://schemas.microsoft.com/office/drawing/2014/main" id="{3258ED8E-34D0-4AFF-858D-9CB155F0B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58" name="Rectangle 106">
              <a:extLst>
                <a:ext uri="{FF2B5EF4-FFF2-40B4-BE49-F238E27FC236}">
                  <a16:creationId xmlns:a16="http://schemas.microsoft.com/office/drawing/2014/main" id="{0FA213B1-13FE-4F5B-BB20-09BEBE0E5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59" name="Rectangle 107">
              <a:extLst>
                <a:ext uri="{FF2B5EF4-FFF2-40B4-BE49-F238E27FC236}">
                  <a16:creationId xmlns:a16="http://schemas.microsoft.com/office/drawing/2014/main" id="{1413F451-58E9-4DDE-8393-814423194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60" name="Rectangle 108">
              <a:extLst>
                <a:ext uri="{FF2B5EF4-FFF2-40B4-BE49-F238E27FC236}">
                  <a16:creationId xmlns:a16="http://schemas.microsoft.com/office/drawing/2014/main" id="{FB951615-0660-4F95-8ADE-E16304CF5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61" name="Rectangle 109">
              <a:extLst>
                <a:ext uri="{FF2B5EF4-FFF2-40B4-BE49-F238E27FC236}">
                  <a16:creationId xmlns:a16="http://schemas.microsoft.com/office/drawing/2014/main" id="{94C49A00-98A6-4315-A4B6-EC97828B6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62" name="Rectangle 110">
              <a:extLst>
                <a:ext uri="{FF2B5EF4-FFF2-40B4-BE49-F238E27FC236}">
                  <a16:creationId xmlns:a16="http://schemas.microsoft.com/office/drawing/2014/main" id="{A557AEE3-8C23-418F-8F58-F6B206174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63" name="Rectangle 112">
              <a:extLst>
                <a:ext uri="{FF2B5EF4-FFF2-40B4-BE49-F238E27FC236}">
                  <a16:creationId xmlns:a16="http://schemas.microsoft.com/office/drawing/2014/main" id="{40A404EB-C4E7-48C6-8391-41084536C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64" name="Rectangle 114">
              <a:extLst>
                <a:ext uri="{FF2B5EF4-FFF2-40B4-BE49-F238E27FC236}">
                  <a16:creationId xmlns:a16="http://schemas.microsoft.com/office/drawing/2014/main" id="{E301C9DE-4A6E-4125-B561-ABEDF4785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65" name="Rectangle 115">
              <a:extLst>
                <a:ext uri="{FF2B5EF4-FFF2-40B4-BE49-F238E27FC236}">
                  <a16:creationId xmlns:a16="http://schemas.microsoft.com/office/drawing/2014/main" id="{EB882B42-947A-4181-A550-2DE3574DC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66" name="Rectangle 116">
              <a:extLst>
                <a:ext uri="{FF2B5EF4-FFF2-40B4-BE49-F238E27FC236}">
                  <a16:creationId xmlns:a16="http://schemas.microsoft.com/office/drawing/2014/main" id="{858A50E1-D9FD-40B2-AE1F-46A7ACFFB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67" name="Rectangle 117">
              <a:extLst>
                <a:ext uri="{FF2B5EF4-FFF2-40B4-BE49-F238E27FC236}">
                  <a16:creationId xmlns:a16="http://schemas.microsoft.com/office/drawing/2014/main" id="{DCBF7214-9DB6-4866-B587-83CF5035D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68" name="Rectangle 118">
              <a:extLst>
                <a:ext uri="{FF2B5EF4-FFF2-40B4-BE49-F238E27FC236}">
                  <a16:creationId xmlns:a16="http://schemas.microsoft.com/office/drawing/2014/main" id="{077ED3AE-E9D0-459C-997D-616D9F83F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69" name="Rectangle 120">
              <a:extLst>
                <a:ext uri="{FF2B5EF4-FFF2-40B4-BE49-F238E27FC236}">
                  <a16:creationId xmlns:a16="http://schemas.microsoft.com/office/drawing/2014/main" id="{C506CCE9-49BA-4295-A009-A8C60AE7C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70" name="Rectangle 122">
              <a:extLst>
                <a:ext uri="{FF2B5EF4-FFF2-40B4-BE49-F238E27FC236}">
                  <a16:creationId xmlns:a16="http://schemas.microsoft.com/office/drawing/2014/main" id="{96AD5F4B-F05D-4346-A18A-DF92BAC91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71" name="Rectangle 123">
              <a:extLst>
                <a:ext uri="{FF2B5EF4-FFF2-40B4-BE49-F238E27FC236}">
                  <a16:creationId xmlns:a16="http://schemas.microsoft.com/office/drawing/2014/main" id="{CDE64193-15F2-445D-A6DC-C9D15A341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72" name="Rectangle 124">
              <a:extLst>
                <a:ext uri="{FF2B5EF4-FFF2-40B4-BE49-F238E27FC236}">
                  <a16:creationId xmlns:a16="http://schemas.microsoft.com/office/drawing/2014/main" id="{8C9887D4-500D-43CB-89DC-8097C7D05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73" name="Rectangle 125">
              <a:extLst>
                <a:ext uri="{FF2B5EF4-FFF2-40B4-BE49-F238E27FC236}">
                  <a16:creationId xmlns:a16="http://schemas.microsoft.com/office/drawing/2014/main" id="{8FB7E224-A22B-437A-BE45-0AB6D7486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74" name="Rectangle 126">
              <a:extLst>
                <a:ext uri="{FF2B5EF4-FFF2-40B4-BE49-F238E27FC236}">
                  <a16:creationId xmlns:a16="http://schemas.microsoft.com/office/drawing/2014/main" id="{5E4E58EC-AEA3-499A-962F-E16918230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75" name="Rectangle 128">
              <a:extLst>
                <a:ext uri="{FF2B5EF4-FFF2-40B4-BE49-F238E27FC236}">
                  <a16:creationId xmlns:a16="http://schemas.microsoft.com/office/drawing/2014/main" id="{9269C9B1-4CEF-426B-888B-9DFF4344B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76" name="Rectangle 130">
              <a:extLst>
                <a:ext uri="{FF2B5EF4-FFF2-40B4-BE49-F238E27FC236}">
                  <a16:creationId xmlns:a16="http://schemas.microsoft.com/office/drawing/2014/main" id="{041610E8-84F0-4F34-A868-1CCC2D29D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77" name="Rectangle 131">
              <a:extLst>
                <a:ext uri="{FF2B5EF4-FFF2-40B4-BE49-F238E27FC236}">
                  <a16:creationId xmlns:a16="http://schemas.microsoft.com/office/drawing/2014/main" id="{8DB7F84E-AA00-49D6-9973-871A0292F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78" name="Rectangle 132">
              <a:extLst>
                <a:ext uri="{FF2B5EF4-FFF2-40B4-BE49-F238E27FC236}">
                  <a16:creationId xmlns:a16="http://schemas.microsoft.com/office/drawing/2014/main" id="{D9B609D2-B92E-4921-969A-D0E6B9F87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79" name="Rectangle 133">
              <a:extLst>
                <a:ext uri="{FF2B5EF4-FFF2-40B4-BE49-F238E27FC236}">
                  <a16:creationId xmlns:a16="http://schemas.microsoft.com/office/drawing/2014/main" id="{E2A5DFE9-B8DB-4457-9F02-86800849D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80" name="Rectangle 134">
              <a:extLst>
                <a:ext uri="{FF2B5EF4-FFF2-40B4-BE49-F238E27FC236}">
                  <a16:creationId xmlns:a16="http://schemas.microsoft.com/office/drawing/2014/main" id="{1D5E6133-B2CC-4681-964D-348E94E40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81" name="Rectangle 136">
              <a:extLst>
                <a:ext uri="{FF2B5EF4-FFF2-40B4-BE49-F238E27FC236}">
                  <a16:creationId xmlns:a16="http://schemas.microsoft.com/office/drawing/2014/main" id="{C44122D8-2292-4EE2-B1F5-A696EA275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82" name="Rectangle 138">
              <a:extLst>
                <a:ext uri="{FF2B5EF4-FFF2-40B4-BE49-F238E27FC236}">
                  <a16:creationId xmlns:a16="http://schemas.microsoft.com/office/drawing/2014/main" id="{69EFEC54-E705-44B0-ACDD-1D0E45B29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83" name="Rectangle 139">
              <a:extLst>
                <a:ext uri="{FF2B5EF4-FFF2-40B4-BE49-F238E27FC236}">
                  <a16:creationId xmlns:a16="http://schemas.microsoft.com/office/drawing/2014/main" id="{3482CA48-0C96-4A8F-ABE2-19CB158BA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384" name="Rectangle 140">
              <a:extLst>
                <a:ext uri="{FF2B5EF4-FFF2-40B4-BE49-F238E27FC236}">
                  <a16:creationId xmlns:a16="http://schemas.microsoft.com/office/drawing/2014/main" id="{B924C9AE-04F8-44F0-9252-28166463D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99332" name="Rectangle 60">
            <a:extLst>
              <a:ext uri="{FF2B5EF4-FFF2-40B4-BE49-F238E27FC236}">
                <a16:creationId xmlns:a16="http://schemas.microsoft.com/office/drawing/2014/main" id="{C0BDA192-0E6F-41EF-A5CD-9AC3886A8E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6375" y="3403600"/>
            <a:ext cx="430213" cy="2619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9333" name="Rectangle 58">
            <a:extLst>
              <a:ext uri="{FF2B5EF4-FFF2-40B4-BE49-F238E27FC236}">
                <a16:creationId xmlns:a16="http://schemas.microsoft.com/office/drawing/2014/main" id="{FA47A5A0-3ECA-4A9C-95C1-584C943377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7100" y="3403600"/>
            <a:ext cx="430213" cy="261938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99334" name="Picture 63" descr="Screen shot 2013-12-06 at 1.18.53 AM.png">
            <a:extLst>
              <a:ext uri="{FF2B5EF4-FFF2-40B4-BE49-F238E27FC236}">
                <a16:creationId xmlns:a16="http://schemas.microsoft.com/office/drawing/2014/main" id="{1DFF3286-03EA-4420-8DFA-0C62C7A2347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8325" y="4876800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9335" name="Rectangle 64">
            <a:extLst>
              <a:ext uri="{FF2B5EF4-FFF2-40B4-BE49-F238E27FC236}">
                <a16:creationId xmlns:a16="http://schemas.microsoft.com/office/drawing/2014/main" id="{C4F3D8D8-8D25-401E-8A15-2561FBC8D8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8988" y="5638800"/>
            <a:ext cx="430212" cy="2619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99336" name="Picture 65" descr="Screen shot 2013-12-06 at 1.18.53 AM.png">
            <a:extLst>
              <a:ext uri="{FF2B5EF4-FFF2-40B4-BE49-F238E27FC236}">
                <a16:creationId xmlns:a16="http://schemas.microsoft.com/office/drawing/2014/main" id="{15167988-1ED3-4B61-8AD0-5B499D7B13A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4870450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9337" name="Rectangle 66">
            <a:extLst>
              <a:ext uri="{FF2B5EF4-FFF2-40B4-BE49-F238E27FC236}">
                <a16:creationId xmlns:a16="http://schemas.microsoft.com/office/drawing/2014/main" id="{13C58836-2A9B-4CA4-87D6-EFA513D6F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1463" y="5632450"/>
            <a:ext cx="430212" cy="261938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3" name="Rectangle 2">
            <a:extLst>
              <a:ext uri="{FF2B5EF4-FFF2-40B4-BE49-F238E27FC236}">
                <a16:creationId xmlns:a16="http://schemas.microsoft.com/office/drawing/2014/main" id="{6CBFBF00-0599-4D20-9D39-43EBE81EB8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pic>
        <p:nvPicPr>
          <p:cNvPr id="100354" name="Picture 2" descr="Screen shot 2013-12-05 at 11.59.56 PM.png">
            <a:extLst>
              <a:ext uri="{FF2B5EF4-FFF2-40B4-BE49-F238E27FC236}">
                <a16:creationId xmlns:a16="http://schemas.microsoft.com/office/drawing/2014/main" id="{9DC99D77-6689-43D1-B130-744D3FDF948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3063" y="2112963"/>
            <a:ext cx="4916487" cy="242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0355" name="Group 127">
            <a:extLst>
              <a:ext uri="{FF2B5EF4-FFF2-40B4-BE49-F238E27FC236}">
                <a16:creationId xmlns:a16="http://schemas.microsoft.com/office/drawing/2014/main" id="{93D5E73B-E075-4BCC-A7AA-6F929970EC9B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100369" name="Rectangle 85">
              <a:extLst>
                <a:ext uri="{FF2B5EF4-FFF2-40B4-BE49-F238E27FC236}">
                  <a16:creationId xmlns:a16="http://schemas.microsoft.com/office/drawing/2014/main" id="{B289494B-483B-4FA7-872E-3C81E4A1D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70" name="Rectangle 86">
              <a:extLst>
                <a:ext uri="{FF2B5EF4-FFF2-40B4-BE49-F238E27FC236}">
                  <a16:creationId xmlns:a16="http://schemas.microsoft.com/office/drawing/2014/main" id="{C6B326E8-5ACD-4C2E-971A-E5C811B84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71" name="Rectangle 88">
              <a:extLst>
                <a:ext uri="{FF2B5EF4-FFF2-40B4-BE49-F238E27FC236}">
                  <a16:creationId xmlns:a16="http://schemas.microsoft.com/office/drawing/2014/main" id="{68413459-F015-49F7-B127-966CB35B2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72" name="Rectangle 89">
              <a:extLst>
                <a:ext uri="{FF2B5EF4-FFF2-40B4-BE49-F238E27FC236}">
                  <a16:creationId xmlns:a16="http://schemas.microsoft.com/office/drawing/2014/main" id="{3D07851E-883A-406E-99A2-926012245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73" name="Rectangle 90">
              <a:extLst>
                <a:ext uri="{FF2B5EF4-FFF2-40B4-BE49-F238E27FC236}">
                  <a16:creationId xmlns:a16="http://schemas.microsoft.com/office/drawing/2014/main" id="{71631391-91A3-4FE3-AC1A-0E40F2F12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74" name="Rectangle 91">
              <a:extLst>
                <a:ext uri="{FF2B5EF4-FFF2-40B4-BE49-F238E27FC236}">
                  <a16:creationId xmlns:a16="http://schemas.microsoft.com/office/drawing/2014/main" id="{CBBD86EC-6A8F-4EAD-9E33-C138B3640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75" name="Rectangle 92">
              <a:extLst>
                <a:ext uri="{FF2B5EF4-FFF2-40B4-BE49-F238E27FC236}">
                  <a16:creationId xmlns:a16="http://schemas.microsoft.com/office/drawing/2014/main" id="{8F20567C-9AC7-4AEA-B4AB-D14FB79E3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76" name="Rectangle 93">
              <a:extLst>
                <a:ext uri="{FF2B5EF4-FFF2-40B4-BE49-F238E27FC236}">
                  <a16:creationId xmlns:a16="http://schemas.microsoft.com/office/drawing/2014/main" id="{6426895F-3E1E-427C-8707-00F1AC5B4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77" name="Rectangle 94">
              <a:extLst>
                <a:ext uri="{FF2B5EF4-FFF2-40B4-BE49-F238E27FC236}">
                  <a16:creationId xmlns:a16="http://schemas.microsoft.com/office/drawing/2014/main" id="{4A0DC38C-BD69-43A6-90EA-04A771AE1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78" name="Rectangle 95">
              <a:extLst>
                <a:ext uri="{FF2B5EF4-FFF2-40B4-BE49-F238E27FC236}">
                  <a16:creationId xmlns:a16="http://schemas.microsoft.com/office/drawing/2014/main" id="{65720302-CD80-4B52-BF74-F597BBF8F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79" name="Rectangle 96">
              <a:extLst>
                <a:ext uri="{FF2B5EF4-FFF2-40B4-BE49-F238E27FC236}">
                  <a16:creationId xmlns:a16="http://schemas.microsoft.com/office/drawing/2014/main" id="{2A195B1B-8781-4EB9-937A-253800200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80" name="Rectangle 97">
              <a:extLst>
                <a:ext uri="{FF2B5EF4-FFF2-40B4-BE49-F238E27FC236}">
                  <a16:creationId xmlns:a16="http://schemas.microsoft.com/office/drawing/2014/main" id="{D1FD7C1B-8E62-4242-8FA1-1F34B724C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81" name="Rectangle 98">
              <a:extLst>
                <a:ext uri="{FF2B5EF4-FFF2-40B4-BE49-F238E27FC236}">
                  <a16:creationId xmlns:a16="http://schemas.microsoft.com/office/drawing/2014/main" id="{197A8658-C773-4A36-87B4-34CCE3410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82" name="Rectangle 99">
              <a:extLst>
                <a:ext uri="{FF2B5EF4-FFF2-40B4-BE49-F238E27FC236}">
                  <a16:creationId xmlns:a16="http://schemas.microsoft.com/office/drawing/2014/main" id="{BCBAEA03-0964-49DE-91D7-982F9A647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83" name="Rectangle 100">
              <a:extLst>
                <a:ext uri="{FF2B5EF4-FFF2-40B4-BE49-F238E27FC236}">
                  <a16:creationId xmlns:a16="http://schemas.microsoft.com/office/drawing/2014/main" id="{24D48FB5-84EE-4BF2-B790-A187A8843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84" name="Rectangle 101">
              <a:extLst>
                <a:ext uri="{FF2B5EF4-FFF2-40B4-BE49-F238E27FC236}">
                  <a16:creationId xmlns:a16="http://schemas.microsoft.com/office/drawing/2014/main" id="{AE9B032E-81D1-46C3-97C2-136E584EF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85" name="Rectangle 102">
              <a:extLst>
                <a:ext uri="{FF2B5EF4-FFF2-40B4-BE49-F238E27FC236}">
                  <a16:creationId xmlns:a16="http://schemas.microsoft.com/office/drawing/2014/main" id="{D8864EC9-BF6B-4F98-9671-3F9355AF4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86" name="Rectangle 103">
              <a:extLst>
                <a:ext uri="{FF2B5EF4-FFF2-40B4-BE49-F238E27FC236}">
                  <a16:creationId xmlns:a16="http://schemas.microsoft.com/office/drawing/2014/main" id="{CC65F3FF-889D-4A86-8D14-FD192BE63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87" name="Rectangle 104">
              <a:extLst>
                <a:ext uri="{FF2B5EF4-FFF2-40B4-BE49-F238E27FC236}">
                  <a16:creationId xmlns:a16="http://schemas.microsoft.com/office/drawing/2014/main" id="{A7D47D43-554E-4A9B-8E2B-3A065CF12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88" name="Rectangle 105">
              <a:extLst>
                <a:ext uri="{FF2B5EF4-FFF2-40B4-BE49-F238E27FC236}">
                  <a16:creationId xmlns:a16="http://schemas.microsoft.com/office/drawing/2014/main" id="{477BEE48-8269-4A54-AF2F-32BE29CFC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89" name="Rectangle 106">
              <a:extLst>
                <a:ext uri="{FF2B5EF4-FFF2-40B4-BE49-F238E27FC236}">
                  <a16:creationId xmlns:a16="http://schemas.microsoft.com/office/drawing/2014/main" id="{D228AC22-EF95-4E79-84F1-67E3EA25F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90" name="Rectangle 107">
              <a:extLst>
                <a:ext uri="{FF2B5EF4-FFF2-40B4-BE49-F238E27FC236}">
                  <a16:creationId xmlns:a16="http://schemas.microsoft.com/office/drawing/2014/main" id="{85AF717C-1C17-46DB-A45F-4C3411B34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91" name="Rectangle 108">
              <a:extLst>
                <a:ext uri="{FF2B5EF4-FFF2-40B4-BE49-F238E27FC236}">
                  <a16:creationId xmlns:a16="http://schemas.microsoft.com/office/drawing/2014/main" id="{D33692D6-2CE1-4D14-A287-9CEB98D8B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92" name="Rectangle 109">
              <a:extLst>
                <a:ext uri="{FF2B5EF4-FFF2-40B4-BE49-F238E27FC236}">
                  <a16:creationId xmlns:a16="http://schemas.microsoft.com/office/drawing/2014/main" id="{2530970A-30EE-4D49-B4FA-D6FF2A61C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93" name="Rectangle 110">
              <a:extLst>
                <a:ext uri="{FF2B5EF4-FFF2-40B4-BE49-F238E27FC236}">
                  <a16:creationId xmlns:a16="http://schemas.microsoft.com/office/drawing/2014/main" id="{7451FA26-9F98-4B6A-B610-0EC08B7A0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94" name="Rectangle 112">
              <a:extLst>
                <a:ext uri="{FF2B5EF4-FFF2-40B4-BE49-F238E27FC236}">
                  <a16:creationId xmlns:a16="http://schemas.microsoft.com/office/drawing/2014/main" id="{688372BE-B101-407D-AB68-1221093C1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95" name="Rectangle 114">
              <a:extLst>
                <a:ext uri="{FF2B5EF4-FFF2-40B4-BE49-F238E27FC236}">
                  <a16:creationId xmlns:a16="http://schemas.microsoft.com/office/drawing/2014/main" id="{63A0BF16-0689-4789-B1F0-19D9DF38D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96" name="Rectangle 115">
              <a:extLst>
                <a:ext uri="{FF2B5EF4-FFF2-40B4-BE49-F238E27FC236}">
                  <a16:creationId xmlns:a16="http://schemas.microsoft.com/office/drawing/2014/main" id="{F8725762-002C-42EB-A9E0-01CBDE11B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97" name="Rectangle 116">
              <a:extLst>
                <a:ext uri="{FF2B5EF4-FFF2-40B4-BE49-F238E27FC236}">
                  <a16:creationId xmlns:a16="http://schemas.microsoft.com/office/drawing/2014/main" id="{44AB4BE2-9BB7-48A9-8E38-3D38A74C4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98" name="Rectangle 117">
              <a:extLst>
                <a:ext uri="{FF2B5EF4-FFF2-40B4-BE49-F238E27FC236}">
                  <a16:creationId xmlns:a16="http://schemas.microsoft.com/office/drawing/2014/main" id="{B9D43087-B6FE-496F-B899-71518CFF5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399" name="Rectangle 118">
              <a:extLst>
                <a:ext uri="{FF2B5EF4-FFF2-40B4-BE49-F238E27FC236}">
                  <a16:creationId xmlns:a16="http://schemas.microsoft.com/office/drawing/2014/main" id="{ACFF7552-3091-4FB5-A240-2FB4A960A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400" name="Rectangle 120">
              <a:extLst>
                <a:ext uri="{FF2B5EF4-FFF2-40B4-BE49-F238E27FC236}">
                  <a16:creationId xmlns:a16="http://schemas.microsoft.com/office/drawing/2014/main" id="{BB1237EE-9E4A-42D2-8F5B-61B273F7D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401" name="Rectangle 122">
              <a:extLst>
                <a:ext uri="{FF2B5EF4-FFF2-40B4-BE49-F238E27FC236}">
                  <a16:creationId xmlns:a16="http://schemas.microsoft.com/office/drawing/2014/main" id="{F2940F69-014B-4390-B82B-724F2DFF4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402" name="Rectangle 123">
              <a:extLst>
                <a:ext uri="{FF2B5EF4-FFF2-40B4-BE49-F238E27FC236}">
                  <a16:creationId xmlns:a16="http://schemas.microsoft.com/office/drawing/2014/main" id="{7FF8776E-C79D-4D5A-B2BD-D6A85B7F8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403" name="Rectangle 124">
              <a:extLst>
                <a:ext uri="{FF2B5EF4-FFF2-40B4-BE49-F238E27FC236}">
                  <a16:creationId xmlns:a16="http://schemas.microsoft.com/office/drawing/2014/main" id="{C33443BE-E8C6-43B1-895D-13FA83B77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404" name="Rectangle 125">
              <a:extLst>
                <a:ext uri="{FF2B5EF4-FFF2-40B4-BE49-F238E27FC236}">
                  <a16:creationId xmlns:a16="http://schemas.microsoft.com/office/drawing/2014/main" id="{016D2CB0-5F36-4C12-AB81-C904FCD5C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405" name="Rectangle 126">
              <a:extLst>
                <a:ext uri="{FF2B5EF4-FFF2-40B4-BE49-F238E27FC236}">
                  <a16:creationId xmlns:a16="http://schemas.microsoft.com/office/drawing/2014/main" id="{DDC3F7AF-5FF7-4AAB-9C28-391092BD9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406" name="Rectangle 128">
              <a:extLst>
                <a:ext uri="{FF2B5EF4-FFF2-40B4-BE49-F238E27FC236}">
                  <a16:creationId xmlns:a16="http://schemas.microsoft.com/office/drawing/2014/main" id="{79771014-3972-43C0-A6BB-8260E0370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407" name="Rectangle 130">
              <a:extLst>
                <a:ext uri="{FF2B5EF4-FFF2-40B4-BE49-F238E27FC236}">
                  <a16:creationId xmlns:a16="http://schemas.microsoft.com/office/drawing/2014/main" id="{80D357FA-3068-48BE-AAAD-62F4D9A5C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408" name="Rectangle 131">
              <a:extLst>
                <a:ext uri="{FF2B5EF4-FFF2-40B4-BE49-F238E27FC236}">
                  <a16:creationId xmlns:a16="http://schemas.microsoft.com/office/drawing/2014/main" id="{CD63DA18-17E5-46BC-89D8-CAE5E6871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409" name="Rectangle 132">
              <a:extLst>
                <a:ext uri="{FF2B5EF4-FFF2-40B4-BE49-F238E27FC236}">
                  <a16:creationId xmlns:a16="http://schemas.microsoft.com/office/drawing/2014/main" id="{8B79C824-B6D1-4224-857F-05B50A88E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410" name="Rectangle 133">
              <a:extLst>
                <a:ext uri="{FF2B5EF4-FFF2-40B4-BE49-F238E27FC236}">
                  <a16:creationId xmlns:a16="http://schemas.microsoft.com/office/drawing/2014/main" id="{000E4683-0686-4C9A-9149-692E1785B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411" name="Rectangle 134">
              <a:extLst>
                <a:ext uri="{FF2B5EF4-FFF2-40B4-BE49-F238E27FC236}">
                  <a16:creationId xmlns:a16="http://schemas.microsoft.com/office/drawing/2014/main" id="{07AF55E5-0BEC-474E-8666-94A8BA548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412" name="Rectangle 136">
              <a:extLst>
                <a:ext uri="{FF2B5EF4-FFF2-40B4-BE49-F238E27FC236}">
                  <a16:creationId xmlns:a16="http://schemas.microsoft.com/office/drawing/2014/main" id="{8FF5D1E4-55CD-49DC-B86C-E4E36F5E1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413" name="Rectangle 138">
              <a:extLst>
                <a:ext uri="{FF2B5EF4-FFF2-40B4-BE49-F238E27FC236}">
                  <a16:creationId xmlns:a16="http://schemas.microsoft.com/office/drawing/2014/main" id="{28943CB8-33A4-409F-86E0-E8113FA09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414" name="Rectangle 139">
              <a:extLst>
                <a:ext uri="{FF2B5EF4-FFF2-40B4-BE49-F238E27FC236}">
                  <a16:creationId xmlns:a16="http://schemas.microsoft.com/office/drawing/2014/main" id="{4DE7FE15-3E91-40E4-AA6A-7BD34745A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415" name="Rectangle 140">
              <a:extLst>
                <a:ext uri="{FF2B5EF4-FFF2-40B4-BE49-F238E27FC236}">
                  <a16:creationId xmlns:a16="http://schemas.microsoft.com/office/drawing/2014/main" id="{8D9DFC37-AE07-4970-9DDB-AEB111F07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0356" name="Rectangle 60">
            <a:extLst>
              <a:ext uri="{FF2B5EF4-FFF2-40B4-BE49-F238E27FC236}">
                <a16:creationId xmlns:a16="http://schemas.microsoft.com/office/drawing/2014/main" id="{AB4559B1-9C4B-46CE-BC06-F2AA93C4A0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6375" y="3403600"/>
            <a:ext cx="430213" cy="2619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0357" name="Rectangle 58">
            <a:extLst>
              <a:ext uri="{FF2B5EF4-FFF2-40B4-BE49-F238E27FC236}">
                <a16:creationId xmlns:a16="http://schemas.microsoft.com/office/drawing/2014/main" id="{BC4C1467-383D-429F-AE5F-125B72BFAC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7100" y="3403600"/>
            <a:ext cx="430213" cy="261938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00358" name="Picture 63" descr="Screen shot 2013-12-06 at 1.18.53 AM.png">
            <a:extLst>
              <a:ext uri="{FF2B5EF4-FFF2-40B4-BE49-F238E27FC236}">
                <a16:creationId xmlns:a16="http://schemas.microsoft.com/office/drawing/2014/main" id="{2198E8E5-E249-4161-9724-47B6944E01A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8325" y="4876800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0359" name="Rectangle 64">
            <a:extLst>
              <a:ext uri="{FF2B5EF4-FFF2-40B4-BE49-F238E27FC236}">
                <a16:creationId xmlns:a16="http://schemas.microsoft.com/office/drawing/2014/main" id="{866B01FA-33CE-4B48-84F0-F33A71A35E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8988" y="5638800"/>
            <a:ext cx="430212" cy="2619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00360" name="Picture 65" descr="Screen shot 2013-12-06 at 1.18.53 AM.png">
            <a:extLst>
              <a:ext uri="{FF2B5EF4-FFF2-40B4-BE49-F238E27FC236}">
                <a16:creationId xmlns:a16="http://schemas.microsoft.com/office/drawing/2014/main" id="{D7DF853D-4F07-4C1E-878B-DD855E75A38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4870450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0361" name="Rectangle 66">
            <a:extLst>
              <a:ext uri="{FF2B5EF4-FFF2-40B4-BE49-F238E27FC236}">
                <a16:creationId xmlns:a16="http://schemas.microsoft.com/office/drawing/2014/main" id="{B1C5C7B9-ECAD-4D9E-8C8A-D60E6E2F6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1463" y="5632450"/>
            <a:ext cx="430212" cy="261938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0362" name="Rectangle 111">
            <a:extLst>
              <a:ext uri="{FF2B5EF4-FFF2-40B4-BE49-F238E27FC236}">
                <a16:creationId xmlns:a16="http://schemas.microsoft.com/office/drawing/2014/main" id="{FB02F31C-2315-4371-8EE5-241EBF5AF6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4638" y="3136900"/>
            <a:ext cx="209550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0363" name="Rectangle 67">
            <a:extLst>
              <a:ext uri="{FF2B5EF4-FFF2-40B4-BE49-F238E27FC236}">
                <a16:creationId xmlns:a16="http://schemas.microsoft.com/office/drawing/2014/main" id="{35A5532E-E0FB-4DFF-A853-579872A803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3350" y="3163888"/>
            <a:ext cx="431800" cy="261937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0364" name="Rectangle 68">
            <a:extLst>
              <a:ext uri="{FF2B5EF4-FFF2-40B4-BE49-F238E27FC236}">
                <a16:creationId xmlns:a16="http://schemas.microsoft.com/office/drawing/2014/main" id="{9C3B2BCE-0AC5-4E98-BB08-2CE84E3493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8300" y="5621338"/>
            <a:ext cx="203200" cy="3048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0365" name="Rectangle 69">
            <a:extLst>
              <a:ext uri="{FF2B5EF4-FFF2-40B4-BE49-F238E27FC236}">
                <a16:creationId xmlns:a16="http://schemas.microsoft.com/office/drawing/2014/main" id="{853DD7CA-BD3E-4AF3-AC6D-C412F2E9B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0775" y="5632450"/>
            <a:ext cx="203200" cy="3048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0366" name="TextBox 70">
            <a:extLst>
              <a:ext uri="{FF2B5EF4-FFF2-40B4-BE49-F238E27FC236}">
                <a16:creationId xmlns:a16="http://schemas.microsoft.com/office/drawing/2014/main" id="{B7E70762-9035-4708-93A8-D479E35E3B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8" y="4921250"/>
            <a:ext cx="18351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Note that A = 00</a:t>
            </a:r>
          </a:p>
        </p:txBody>
      </p:sp>
      <p:cxnSp>
        <p:nvCxnSpPr>
          <p:cNvPr id="100367" name="Straight Arrow Connector 71">
            <a:extLst>
              <a:ext uri="{FF2B5EF4-FFF2-40B4-BE49-F238E27FC236}">
                <a16:creationId xmlns:a16="http://schemas.microsoft.com/office/drawing/2014/main" id="{B52716B3-9936-4CD5-B7C6-A87A75B0F287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1866900" y="3417888"/>
            <a:ext cx="3581400" cy="2220912"/>
          </a:xfrm>
          <a:prstGeom prst="straightConnector1">
            <a:avLst/>
          </a:prstGeom>
          <a:noFill/>
          <a:ln w="25400">
            <a:solidFill>
              <a:srgbClr val="008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0368" name="Straight Arrow Connector 72">
            <a:extLst>
              <a:ext uri="{FF2B5EF4-FFF2-40B4-BE49-F238E27FC236}">
                <a16:creationId xmlns:a16="http://schemas.microsoft.com/office/drawing/2014/main" id="{3C022A1F-2DEC-4F8F-BCA6-D70832D0CBC2}"/>
              </a:ext>
            </a:extLst>
          </p:cNvPr>
          <p:cNvCxnSpPr>
            <a:cxnSpLocks noChangeShapeType="1"/>
            <a:stCxn id="100365" idx="1"/>
          </p:cNvCxnSpPr>
          <p:nvPr/>
        </p:nvCxnSpPr>
        <p:spPr bwMode="auto">
          <a:xfrm flipH="1" flipV="1">
            <a:off x="1844675" y="3279775"/>
            <a:ext cx="5626100" cy="2505075"/>
          </a:xfrm>
          <a:prstGeom prst="straightConnector1">
            <a:avLst/>
          </a:prstGeom>
          <a:noFill/>
          <a:ln w="25400">
            <a:solidFill>
              <a:srgbClr val="008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7" name="Rectangle 2">
            <a:extLst>
              <a:ext uri="{FF2B5EF4-FFF2-40B4-BE49-F238E27FC236}">
                <a16:creationId xmlns:a16="http://schemas.microsoft.com/office/drawing/2014/main" id="{E9B5DD92-68A6-4131-8FC4-0BCD0498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pic>
        <p:nvPicPr>
          <p:cNvPr id="101378" name="Picture 2" descr="Screen shot 2013-12-05 at 11.59.56 PM.png">
            <a:extLst>
              <a:ext uri="{FF2B5EF4-FFF2-40B4-BE49-F238E27FC236}">
                <a16:creationId xmlns:a16="http://schemas.microsoft.com/office/drawing/2014/main" id="{6E9AC2E5-4C2A-4A40-A72A-7058D455654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3063" y="2112963"/>
            <a:ext cx="4916487" cy="242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1379" name="Group 127">
            <a:extLst>
              <a:ext uri="{FF2B5EF4-FFF2-40B4-BE49-F238E27FC236}">
                <a16:creationId xmlns:a16="http://schemas.microsoft.com/office/drawing/2014/main" id="{55BBA06C-30D5-4637-912B-31DACD1A774F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101385" name="Rectangle 85">
              <a:extLst>
                <a:ext uri="{FF2B5EF4-FFF2-40B4-BE49-F238E27FC236}">
                  <a16:creationId xmlns:a16="http://schemas.microsoft.com/office/drawing/2014/main" id="{2F13FACF-81A0-4915-BECF-90E37B467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386" name="Rectangle 86">
              <a:extLst>
                <a:ext uri="{FF2B5EF4-FFF2-40B4-BE49-F238E27FC236}">
                  <a16:creationId xmlns:a16="http://schemas.microsoft.com/office/drawing/2014/main" id="{62A6947A-86CE-4E09-AD24-9BCAF236D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387" name="Rectangle 88">
              <a:extLst>
                <a:ext uri="{FF2B5EF4-FFF2-40B4-BE49-F238E27FC236}">
                  <a16:creationId xmlns:a16="http://schemas.microsoft.com/office/drawing/2014/main" id="{CD955D78-FDFA-4B11-BB17-BFC893E0A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388" name="Rectangle 89">
              <a:extLst>
                <a:ext uri="{FF2B5EF4-FFF2-40B4-BE49-F238E27FC236}">
                  <a16:creationId xmlns:a16="http://schemas.microsoft.com/office/drawing/2014/main" id="{5C8A3BD6-5151-4C66-B84A-F28B672CF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389" name="Rectangle 90">
              <a:extLst>
                <a:ext uri="{FF2B5EF4-FFF2-40B4-BE49-F238E27FC236}">
                  <a16:creationId xmlns:a16="http://schemas.microsoft.com/office/drawing/2014/main" id="{7A36F537-02BC-4349-BF0E-7B84BF365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390" name="Rectangle 91">
              <a:extLst>
                <a:ext uri="{FF2B5EF4-FFF2-40B4-BE49-F238E27FC236}">
                  <a16:creationId xmlns:a16="http://schemas.microsoft.com/office/drawing/2014/main" id="{059E0061-F151-4E58-8061-020F6F23F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391" name="Rectangle 92">
              <a:extLst>
                <a:ext uri="{FF2B5EF4-FFF2-40B4-BE49-F238E27FC236}">
                  <a16:creationId xmlns:a16="http://schemas.microsoft.com/office/drawing/2014/main" id="{E061478A-6D6F-47D3-8766-BC558E8E7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392" name="Rectangle 93">
              <a:extLst>
                <a:ext uri="{FF2B5EF4-FFF2-40B4-BE49-F238E27FC236}">
                  <a16:creationId xmlns:a16="http://schemas.microsoft.com/office/drawing/2014/main" id="{C9897759-2023-4D9D-9F80-434C15AE8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393" name="Rectangle 94">
              <a:extLst>
                <a:ext uri="{FF2B5EF4-FFF2-40B4-BE49-F238E27FC236}">
                  <a16:creationId xmlns:a16="http://schemas.microsoft.com/office/drawing/2014/main" id="{8FB6A1B1-D8A3-4115-8A47-28360FF4D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394" name="Rectangle 95">
              <a:extLst>
                <a:ext uri="{FF2B5EF4-FFF2-40B4-BE49-F238E27FC236}">
                  <a16:creationId xmlns:a16="http://schemas.microsoft.com/office/drawing/2014/main" id="{4B4716F6-94CF-48EC-B7BE-F1B6088F3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395" name="Rectangle 96">
              <a:extLst>
                <a:ext uri="{FF2B5EF4-FFF2-40B4-BE49-F238E27FC236}">
                  <a16:creationId xmlns:a16="http://schemas.microsoft.com/office/drawing/2014/main" id="{B057CBDC-0CCE-4837-AF5E-00E089A99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396" name="Rectangle 97">
              <a:extLst>
                <a:ext uri="{FF2B5EF4-FFF2-40B4-BE49-F238E27FC236}">
                  <a16:creationId xmlns:a16="http://schemas.microsoft.com/office/drawing/2014/main" id="{9EC863C4-0AC9-47D1-A2AC-FA56D5D27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397" name="Rectangle 98">
              <a:extLst>
                <a:ext uri="{FF2B5EF4-FFF2-40B4-BE49-F238E27FC236}">
                  <a16:creationId xmlns:a16="http://schemas.microsoft.com/office/drawing/2014/main" id="{9AFD63DF-82A6-4B75-9D9A-0A9081DBF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398" name="Rectangle 99">
              <a:extLst>
                <a:ext uri="{FF2B5EF4-FFF2-40B4-BE49-F238E27FC236}">
                  <a16:creationId xmlns:a16="http://schemas.microsoft.com/office/drawing/2014/main" id="{AAA7098A-32DF-4601-9CD5-92143D46F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399" name="Rectangle 100">
              <a:extLst>
                <a:ext uri="{FF2B5EF4-FFF2-40B4-BE49-F238E27FC236}">
                  <a16:creationId xmlns:a16="http://schemas.microsoft.com/office/drawing/2014/main" id="{D4B3088A-562B-4D36-A9A1-7C7D89958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00" name="Rectangle 101">
              <a:extLst>
                <a:ext uri="{FF2B5EF4-FFF2-40B4-BE49-F238E27FC236}">
                  <a16:creationId xmlns:a16="http://schemas.microsoft.com/office/drawing/2014/main" id="{6A2A9869-F88B-4923-BC84-5BD93A73D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01" name="Rectangle 102">
              <a:extLst>
                <a:ext uri="{FF2B5EF4-FFF2-40B4-BE49-F238E27FC236}">
                  <a16:creationId xmlns:a16="http://schemas.microsoft.com/office/drawing/2014/main" id="{158AA4E7-D23B-498D-A408-DED8CABBE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02" name="Rectangle 103">
              <a:extLst>
                <a:ext uri="{FF2B5EF4-FFF2-40B4-BE49-F238E27FC236}">
                  <a16:creationId xmlns:a16="http://schemas.microsoft.com/office/drawing/2014/main" id="{E6184802-D937-4CAF-8DEB-F6011652E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03" name="Rectangle 104">
              <a:extLst>
                <a:ext uri="{FF2B5EF4-FFF2-40B4-BE49-F238E27FC236}">
                  <a16:creationId xmlns:a16="http://schemas.microsoft.com/office/drawing/2014/main" id="{4A2D339E-283F-4096-9F05-97FD61A93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04" name="Rectangle 105">
              <a:extLst>
                <a:ext uri="{FF2B5EF4-FFF2-40B4-BE49-F238E27FC236}">
                  <a16:creationId xmlns:a16="http://schemas.microsoft.com/office/drawing/2014/main" id="{87997469-3DC9-46FE-B0AF-23A237259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05" name="Rectangle 106">
              <a:extLst>
                <a:ext uri="{FF2B5EF4-FFF2-40B4-BE49-F238E27FC236}">
                  <a16:creationId xmlns:a16="http://schemas.microsoft.com/office/drawing/2014/main" id="{D3C86540-B6D3-4BFE-94D0-3066FA57B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06" name="Rectangle 107">
              <a:extLst>
                <a:ext uri="{FF2B5EF4-FFF2-40B4-BE49-F238E27FC236}">
                  <a16:creationId xmlns:a16="http://schemas.microsoft.com/office/drawing/2014/main" id="{47ADF920-624F-40D1-8D2E-65830D12F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07" name="Rectangle 108">
              <a:extLst>
                <a:ext uri="{FF2B5EF4-FFF2-40B4-BE49-F238E27FC236}">
                  <a16:creationId xmlns:a16="http://schemas.microsoft.com/office/drawing/2014/main" id="{2578CE00-CBA6-4C24-8A0F-2B7FDFFEE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08" name="Rectangle 109">
              <a:extLst>
                <a:ext uri="{FF2B5EF4-FFF2-40B4-BE49-F238E27FC236}">
                  <a16:creationId xmlns:a16="http://schemas.microsoft.com/office/drawing/2014/main" id="{4D2C05A1-E6B8-4012-A697-A23488F42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09" name="Rectangle 110">
              <a:extLst>
                <a:ext uri="{FF2B5EF4-FFF2-40B4-BE49-F238E27FC236}">
                  <a16:creationId xmlns:a16="http://schemas.microsoft.com/office/drawing/2014/main" id="{3D945D77-BEC6-4858-83D8-E3FCE8E5F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10" name="Rectangle 112">
              <a:extLst>
                <a:ext uri="{FF2B5EF4-FFF2-40B4-BE49-F238E27FC236}">
                  <a16:creationId xmlns:a16="http://schemas.microsoft.com/office/drawing/2014/main" id="{0557D961-2082-4B0A-A283-07F48F370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11" name="Rectangle 114">
              <a:extLst>
                <a:ext uri="{FF2B5EF4-FFF2-40B4-BE49-F238E27FC236}">
                  <a16:creationId xmlns:a16="http://schemas.microsoft.com/office/drawing/2014/main" id="{D5B9D990-48F0-4EEE-AB64-86C9CBAD4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12" name="Rectangle 115">
              <a:extLst>
                <a:ext uri="{FF2B5EF4-FFF2-40B4-BE49-F238E27FC236}">
                  <a16:creationId xmlns:a16="http://schemas.microsoft.com/office/drawing/2014/main" id="{11D09371-05A9-43F3-8135-12C372F88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13" name="Rectangle 116">
              <a:extLst>
                <a:ext uri="{FF2B5EF4-FFF2-40B4-BE49-F238E27FC236}">
                  <a16:creationId xmlns:a16="http://schemas.microsoft.com/office/drawing/2014/main" id="{CD4119D8-1D34-490E-AA91-325EB99F0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14" name="Rectangle 117">
              <a:extLst>
                <a:ext uri="{FF2B5EF4-FFF2-40B4-BE49-F238E27FC236}">
                  <a16:creationId xmlns:a16="http://schemas.microsoft.com/office/drawing/2014/main" id="{7049D698-B32E-4507-9953-8D5B5C543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15" name="Rectangle 118">
              <a:extLst>
                <a:ext uri="{FF2B5EF4-FFF2-40B4-BE49-F238E27FC236}">
                  <a16:creationId xmlns:a16="http://schemas.microsoft.com/office/drawing/2014/main" id="{B1833340-5EF1-4367-AE3C-E400B70AC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16" name="Rectangle 120">
              <a:extLst>
                <a:ext uri="{FF2B5EF4-FFF2-40B4-BE49-F238E27FC236}">
                  <a16:creationId xmlns:a16="http://schemas.microsoft.com/office/drawing/2014/main" id="{3A75BE84-D0CB-4758-8DE3-EBAD89DBA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17" name="Rectangle 122">
              <a:extLst>
                <a:ext uri="{FF2B5EF4-FFF2-40B4-BE49-F238E27FC236}">
                  <a16:creationId xmlns:a16="http://schemas.microsoft.com/office/drawing/2014/main" id="{FB647A5A-EC3C-4D13-8FA0-AF8BD9D13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18" name="Rectangle 123">
              <a:extLst>
                <a:ext uri="{FF2B5EF4-FFF2-40B4-BE49-F238E27FC236}">
                  <a16:creationId xmlns:a16="http://schemas.microsoft.com/office/drawing/2014/main" id="{DB00CF07-2897-424B-8459-C723B1B58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19" name="Rectangle 124">
              <a:extLst>
                <a:ext uri="{FF2B5EF4-FFF2-40B4-BE49-F238E27FC236}">
                  <a16:creationId xmlns:a16="http://schemas.microsoft.com/office/drawing/2014/main" id="{CE67C4B9-CC35-4EBD-BDE9-50FD04DFD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20" name="Rectangle 125">
              <a:extLst>
                <a:ext uri="{FF2B5EF4-FFF2-40B4-BE49-F238E27FC236}">
                  <a16:creationId xmlns:a16="http://schemas.microsoft.com/office/drawing/2014/main" id="{57E64E49-91F0-43E9-992B-3C0C0F64C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21" name="Rectangle 126">
              <a:extLst>
                <a:ext uri="{FF2B5EF4-FFF2-40B4-BE49-F238E27FC236}">
                  <a16:creationId xmlns:a16="http://schemas.microsoft.com/office/drawing/2014/main" id="{C257C9E3-818F-4D68-8C78-0A35B390D5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22" name="Rectangle 128">
              <a:extLst>
                <a:ext uri="{FF2B5EF4-FFF2-40B4-BE49-F238E27FC236}">
                  <a16:creationId xmlns:a16="http://schemas.microsoft.com/office/drawing/2014/main" id="{BA32D5AC-C66A-4E6C-A6CE-656025BD9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23" name="Rectangle 130">
              <a:extLst>
                <a:ext uri="{FF2B5EF4-FFF2-40B4-BE49-F238E27FC236}">
                  <a16:creationId xmlns:a16="http://schemas.microsoft.com/office/drawing/2014/main" id="{A859F3AD-8427-4B84-B136-CE332318E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24" name="Rectangle 131">
              <a:extLst>
                <a:ext uri="{FF2B5EF4-FFF2-40B4-BE49-F238E27FC236}">
                  <a16:creationId xmlns:a16="http://schemas.microsoft.com/office/drawing/2014/main" id="{6221E96E-4B88-43B3-89BE-927619086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25" name="Rectangle 132">
              <a:extLst>
                <a:ext uri="{FF2B5EF4-FFF2-40B4-BE49-F238E27FC236}">
                  <a16:creationId xmlns:a16="http://schemas.microsoft.com/office/drawing/2014/main" id="{705FD24C-1C5F-427E-BD9A-EC6ED8FF7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26" name="Rectangle 133">
              <a:extLst>
                <a:ext uri="{FF2B5EF4-FFF2-40B4-BE49-F238E27FC236}">
                  <a16:creationId xmlns:a16="http://schemas.microsoft.com/office/drawing/2014/main" id="{E9CD956F-3E21-4153-B965-3E7DCA390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27" name="Rectangle 134">
              <a:extLst>
                <a:ext uri="{FF2B5EF4-FFF2-40B4-BE49-F238E27FC236}">
                  <a16:creationId xmlns:a16="http://schemas.microsoft.com/office/drawing/2014/main" id="{A9846340-653F-405D-873F-530390135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28" name="Rectangle 136">
              <a:extLst>
                <a:ext uri="{FF2B5EF4-FFF2-40B4-BE49-F238E27FC236}">
                  <a16:creationId xmlns:a16="http://schemas.microsoft.com/office/drawing/2014/main" id="{DE3A2239-FBFF-433C-BB11-5E02A99F4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29" name="Rectangle 138">
              <a:extLst>
                <a:ext uri="{FF2B5EF4-FFF2-40B4-BE49-F238E27FC236}">
                  <a16:creationId xmlns:a16="http://schemas.microsoft.com/office/drawing/2014/main" id="{288A0647-55F5-46B5-B5A8-17B812F97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30" name="Rectangle 139">
              <a:extLst>
                <a:ext uri="{FF2B5EF4-FFF2-40B4-BE49-F238E27FC236}">
                  <a16:creationId xmlns:a16="http://schemas.microsoft.com/office/drawing/2014/main" id="{6BFFC6A3-1112-46FD-B689-839C23C09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431" name="Rectangle 140">
              <a:extLst>
                <a:ext uri="{FF2B5EF4-FFF2-40B4-BE49-F238E27FC236}">
                  <a16:creationId xmlns:a16="http://schemas.microsoft.com/office/drawing/2014/main" id="{788D5299-B55B-476D-8920-68EFD56CB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1380" name="Rectangle 60">
            <a:extLst>
              <a:ext uri="{FF2B5EF4-FFF2-40B4-BE49-F238E27FC236}">
                <a16:creationId xmlns:a16="http://schemas.microsoft.com/office/drawing/2014/main" id="{E8609009-446B-490E-BDD8-2D1E894647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4413" y="3311525"/>
            <a:ext cx="382587" cy="371475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01381" name="Picture 63" descr="Screen shot 2013-12-06 at 1.18.53 AM.png">
            <a:extLst>
              <a:ext uri="{FF2B5EF4-FFF2-40B4-BE49-F238E27FC236}">
                <a16:creationId xmlns:a16="http://schemas.microsoft.com/office/drawing/2014/main" id="{F63AC356-1144-4285-9495-F931C0A618C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8325" y="4876800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1382" name="Picture 65" descr="Screen shot 2013-12-06 at 1.18.53 AM.png">
            <a:extLst>
              <a:ext uri="{FF2B5EF4-FFF2-40B4-BE49-F238E27FC236}">
                <a16:creationId xmlns:a16="http://schemas.microsoft.com/office/drawing/2014/main" id="{9F5D57F2-77D6-4940-AB01-55AA19E4CA1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4870450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1383" name="Rectangle 111">
            <a:extLst>
              <a:ext uri="{FF2B5EF4-FFF2-40B4-BE49-F238E27FC236}">
                <a16:creationId xmlns:a16="http://schemas.microsoft.com/office/drawing/2014/main" id="{4B1B5295-E7DC-47BA-985D-AC8432DBA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4638" y="3136900"/>
            <a:ext cx="209550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1384" name="TextBox 67">
            <a:extLst>
              <a:ext uri="{FF2B5EF4-FFF2-40B4-BE49-F238E27FC236}">
                <a16:creationId xmlns:a16="http://schemas.microsoft.com/office/drawing/2014/main" id="{85FA408C-F3F7-42A3-B383-63F4F93397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4413" y="3275013"/>
            <a:ext cx="3556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?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1" name="Rectangle 2">
            <a:extLst>
              <a:ext uri="{FF2B5EF4-FFF2-40B4-BE49-F238E27FC236}">
                <a16:creationId xmlns:a16="http://schemas.microsoft.com/office/drawing/2014/main" id="{16F142A7-424C-4E88-8DDB-63498CFA57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pic>
        <p:nvPicPr>
          <p:cNvPr id="102402" name="Picture 2" descr="Screen shot 2013-12-05 at 11.59.56 PM.png">
            <a:extLst>
              <a:ext uri="{FF2B5EF4-FFF2-40B4-BE49-F238E27FC236}">
                <a16:creationId xmlns:a16="http://schemas.microsoft.com/office/drawing/2014/main" id="{6BEF28E3-C808-4336-ADEB-1FA6E2A0310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3063" y="2112963"/>
            <a:ext cx="4916487" cy="242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03" name="Group 127">
            <a:extLst>
              <a:ext uri="{FF2B5EF4-FFF2-40B4-BE49-F238E27FC236}">
                <a16:creationId xmlns:a16="http://schemas.microsoft.com/office/drawing/2014/main" id="{4F00AC25-9A3B-45C3-B989-E149DEADF878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102411" name="Rectangle 85">
              <a:extLst>
                <a:ext uri="{FF2B5EF4-FFF2-40B4-BE49-F238E27FC236}">
                  <a16:creationId xmlns:a16="http://schemas.microsoft.com/office/drawing/2014/main" id="{D1F48400-BF86-44FB-97E2-0A9833DDB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12" name="Rectangle 86">
              <a:extLst>
                <a:ext uri="{FF2B5EF4-FFF2-40B4-BE49-F238E27FC236}">
                  <a16:creationId xmlns:a16="http://schemas.microsoft.com/office/drawing/2014/main" id="{2BB7BAEC-3DDA-4CF2-BA92-D6BF13C91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13" name="Rectangle 88">
              <a:extLst>
                <a:ext uri="{FF2B5EF4-FFF2-40B4-BE49-F238E27FC236}">
                  <a16:creationId xmlns:a16="http://schemas.microsoft.com/office/drawing/2014/main" id="{49140646-48C3-47BE-AF52-CA6A92EE8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14" name="Rectangle 89">
              <a:extLst>
                <a:ext uri="{FF2B5EF4-FFF2-40B4-BE49-F238E27FC236}">
                  <a16:creationId xmlns:a16="http://schemas.microsoft.com/office/drawing/2014/main" id="{8DF0313E-7441-4C12-81CB-92640E9EB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15" name="Rectangle 90">
              <a:extLst>
                <a:ext uri="{FF2B5EF4-FFF2-40B4-BE49-F238E27FC236}">
                  <a16:creationId xmlns:a16="http://schemas.microsoft.com/office/drawing/2014/main" id="{60CD936E-5183-48F6-BFE5-8C1CAC95E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16" name="Rectangle 91">
              <a:extLst>
                <a:ext uri="{FF2B5EF4-FFF2-40B4-BE49-F238E27FC236}">
                  <a16:creationId xmlns:a16="http://schemas.microsoft.com/office/drawing/2014/main" id="{21291DDB-16F6-4A39-ADBC-A647FAB99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17" name="Rectangle 92">
              <a:extLst>
                <a:ext uri="{FF2B5EF4-FFF2-40B4-BE49-F238E27FC236}">
                  <a16:creationId xmlns:a16="http://schemas.microsoft.com/office/drawing/2014/main" id="{C4259CCA-7CA8-4FA1-BAAC-CA8B5CAEC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18" name="Rectangle 93">
              <a:extLst>
                <a:ext uri="{FF2B5EF4-FFF2-40B4-BE49-F238E27FC236}">
                  <a16:creationId xmlns:a16="http://schemas.microsoft.com/office/drawing/2014/main" id="{78F160D6-B08C-48CD-8EBC-C755746E3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19" name="Rectangle 94">
              <a:extLst>
                <a:ext uri="{FF2B5EF4-FFF2-40B4-BE49-F238E27FC236}">
                  <a16:creationId xmlns:a16="http://schemas.microsoft.com/office/drawing/2014/main" id="{10F99C63-41E4-4EEE-9D9B-B8A340EC6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20" name="Rectangle 95">
              <a:extLst>
                <a:ext uri="{FF2B5EF4-FFF2-40B4-BE49-F238E27FC236}">
                  <a16:creationId xmlns:a16="http://schemas.microsoft.com/office/drawing/2014/main" id="{D62376E8-D0EB-416A-8F9E-482FBF471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21" name="Rectangle 96">
              <a:extLst>
                <a:ext uri="{FF2B5EF4-FFF2-40B4-BE49-F238E27FC236}">
                  <a16:creationId xmlns:a16="http://schemas.microsoft.com/office/drawing/2014/main" id="{6F74E399-B182-4038-88C1-A62543CDE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22" name="Rectangle 97">
              <a:extLst>
                <a:ext uri="{FF2B5EF4-FFF2-40B4-BE49-F238E27FC236}">
                  <a16:creationId xmlns:a16="http://schemas.microsoft.com/office/drawing/2014/main" id="{2B0BB1F3-8620-4430-8163-5D4500939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23" name="Rectangle 98">
              <a:extLst>
                <a:ext uri="{FF2B5EF4-FFF2-40B4-BE49-F238E27FC236}">
                  <a16:creationId xmlns:a16="http://schemas.microsoft.com/office/drawing/2014/main" id="{71C41D22-B6CA-4FAB-B68D-1B8B1CE90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24" name="Rectangle 99">
              <a:extLst>
                <a:ext uri="{FF2B5EF4-FFF2-40B4-BE49-F238E27FC236}">
                  <a16:creationId xmlns:a16="http://schemas.microsoft.com/office/drawing/2014/main" id="{A7FDE29C-6042-4803-AA92-0E2B9407C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25" name="Rectangle 100">
              <a:extLst>
                <a:ext uri="{FF2B5EF4-FFF2-40B4-BE49-F238E27FC236}">
                  <a16:creationId xmlns:a16="http://schemas.microsoft.com/office/drawing/2014/main" id="{14E3F41B-C72C-41AB-86DA-557BE8E65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26" name="Rectangle 101">
              <a:extLst>
                <a:ext uri="{FF2B5EF4-FFF2-40B4-BE49-F238E27FC236}">
                  <a16:creationId xmlns:a16="http://schemas.microsoft.com/office/drawing/2014/main" id="{D6CBB931-2EE5-4883-B89D-D63F86D33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27" name="Rectangle 102">
              <a:extLst>
                <a:ext uri="{FF2B5EF4-FFF2-40B4-BE49-F238E27FC236}">
                  <a16:creationId xmlns:a16="http://schemas.microsoft.com/office/drawing/2014/main" id="{1757B760-5873-45F1-85C4-A25B865CB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28" name="Rectangle 103">
              <a:extLst>
                <a:ext uri="{FF2B5EF4-FFF2-40B4-BE49-F238E27FC236}">
                  <a16:creationId xmlns:a16="http://schemas.microsoft.com/office/drawing/2014/main" id="{5EB76D4C-7635-468C-9043-F5E8B4E56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29" name="Rectangle 104">
              <a:extLst>
                <a:ext uri="{FF2B5EF4-FFF2-40B4-BE49-F238E27FC236}">
                  <a16:creationId xmlns:a16="http://schemas.microsoft.com/office/drawing/2014/main" id="{0CFC8F52-0362-4776-91F7-C92159128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30" name="Rectangle 105">
              <a:extLst>
                <a:ext uri="{FF2B5EF4-FFF2-40B4-BE49-F238E27FC236}">
                  <a16:creationId xmlns:a16="http://schemas.microsoft.com/office/drawing/2014/main" id="{D2E47695-F369-4B8E-84C4-D9CF62054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31" name="Rectangle 106">
              <a:extLst>
                <a:ext uri="{FF2B5EF4-FFF2-40B4-BE49-F238E27FC236}">
                  <a16:creationId xmlns:a16="http://schemas.microsoft.com/office/drawing/2014/main" id="{3E1DD1BC-ABC7-47CC-9A6C-456849D43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32" name="Rectangle 107">
              <a:extLst>
                <a:ext uri="{FF2B5EF4-FFF2-40B4-BE49-F238E27FC236}">
                  <a16:creationId xmlns:a16="http://schemas.microsoft.com/office/drawing/2014/main" id="{7A9F9249-55F7-4C74-A452-634D63EAE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33" name="Rectangle 108">
              <a:extLst>
                <a:ext uri="{FF2B5EF4-FFF2-40B4-BE49-F238E27FC236}">
                  <a16:creationId xmlns:a16="http://schemas.microsoft.com/office/drawing/2014/main" id="{FC9EE64F-C939-41AD-96BB-29A1E6A5E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34" name="Rectangle 109">
              <a:extLst>
                <a:ext uri="{FF2B5EF4-FFF2-40B4-BE49-F238E27FC236}">
                  <a16:creationId xmlns:a16="http://schemas.microsoft.com/office/drawing/2014/main" id="{2154E760-CE36-44F1-87A9-74B674FA4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35" name="Rectangle 110">
              <a:extLst>
                <a:ext uri="{FF2B5EF4-FFF2-40B4-BE49-F238E27FC236}">
                  <a16:creationId xmlns:a16="http://schemas.microsoft.com/office/drawing/2014/main" id="{92DE9CAF-4A8D-4478-A8DD-52D5D6CD2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36" name="Rectangle 112">
              <a:extLst>
                <a:ext uri="{FF2B5EF4-FFF2-40B4-BE49-F238E27FC236}">
                  <a16:creationId xmlns:a16="http://schemas.microsoft.com/office/drawing/2014/main" id="{AD9F70B9-6924-4B65-86F7-85DDC2140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37" name="Rectangle 114">
              <a:extLst>
                <a:ext uri="{FF2B5EF4-FFF2-40B4-BE49-F238E27FC236}">
                  <a16:creationId xmlns:a16="http://schemas.microsoft.com/office/drawing/2014/main" id="{E7E9969D-29A5-4BE9-A8ED-837ACE5F4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38" name="Rectangle 115">
              <a:extLst>
                <a:ext uri="{FF2B5EF4-FFF2-40B4-BE49-F238E27FC236}">
                  <a16:creationId xmlns:a16="http://schemas.microsoft.com/office/drawing/2014/main" id="{11CC93E1-2D92-4175-A048-67FA1F3EF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39" name="Rectangle 116">
              <a:extLst>
                <a:ext uri="{FF2B5EF4-FFF2-40B4-BE49-F238E27FC236}">
                  <a16:creationId xmlns:a16="http://schemas.microsoft.com/office/drawing/2014/main" id="{76A73CB0-CF5B-4E5D-85A6-9D9564B49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40" name="Rectangle 117">
              <a:extLst>
                <a:ext uri="{FF2B5EF4-FFF2-40B4-BE49-F238E27FC236}">
                  <a16:creationId xmlns:a16="http://schemas.microsoft.com/office/drawing/2014/main" id="{AF029F72-7EEC-4760-8E22-1FF20AA54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41" name="Rectangle 118">
              <a:extLst>
                <a:ext uri="{FF2B5EF4-FFF2-40B4-BE49-F238E27FC236}">
                  <a16:creationId xmlns:a16="http://schemas.microsoft.com/office/drawing/2014/main" id="{ED7BD2D8-376A-4BB0-8126-A03D33545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42" name="Rectangle 120">
              <a:extLst>
                <a:ext uri="{FF2B5EF4-FFF2-40B4-BE49-F238E27FC236}">
                  <a16:creationId xmlns:a16="http://schemas.microsoft.com/office/drawing/2014/main" id="{F1D4774E-D915-4369-A35D-3B316FF13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43" name="Rectangle 122">
              <a:extLst>
                <a:ext uri="{FF2B5EF4-FFF2-40B4-BE49-F238E27FC236}">
                  <a16:creationId xmlns:a16="http://schemas.microsoft.com/office/drawing/2014/main" id="{3A141569-F9D7-4B70-9A2F-CC542882A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44" name="Rectangle 123">
              <a:extLst>
                <a:ext uri="{FF2B5EF4-FFF2-40B4-BE49-F238E27FC236}">
                  <a16:creationId xmlns:a16="http://schemas.microsoft.com/office/drawing/2014/main" id="{4A577237-B130-4F4F-BEFA-6F17135EF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45" name="Rectangle 124">
              <a:extLst>
                <a:ext uri="{FF2B5EF4-FFF2-40B4-BE49-F238E27FC236}">
                  <a16:creationId xmlns:a16="http://schemas.microsoft.com/office/drawing/2014/main" id="{DAA9065D-E3CA-471E-ABB9-5E1F42A52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46" name="Rectangle 125">
              <a:extLst>
                <a:ext uri="{FF2B5EF4-FFF2-40B4-BE49-F238E27FC236}">
                  <a16:creationId xmlns:a16="http://schemas.microsoft.com/office/drawing/2014/main" id="{35C6B530-3476-4011-8D74-C600B0973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47" name="Rectangle 126">
              <a:extLst>
                <a:ext uri="{FF2B5EF4-FFF2-40B4-BE49-F238E27FC236}">
                  <a16:creationId xmlns:a16="http://schemas.microsoft.com/office/drawing/2014/main" id="{D3F04964-08A2-4D10-8EA8-DDBD9C3D4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48" name="Rectangle 128">
              <a:extLst>
                <a:ext uri="{FF2B5EF4-FFF2-40B4-BE49-F238E27FC236}">
                  <a16:creationId xmlns:a16="http://schemas.microsoft.com/office/drawing/2014/main" id="{FDEA3D81-FE57-4DC1-A24B-35E2A828B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49" name="Rectangle 130">
              <a:extLst>
                <a:ext uri="{FF2B5EF4-FFF2-40B4-BE49-F238E27FC236}">
                  <a16:creationId xmlns:a16="http://schemas.microsoft.com/office/drawing/2014/main" id="{91007C31-5633-4E03-9ADC-27FAD0B0B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50" name="Rectangle 131">
              <a:extLst>
                <a:ext uri="{FF2B5EF4-FFF2-40B4-BE49-F238E27FC236}">
                  <a16:creationId xmlns:a16="http://schemas.microsoft.com/office/drawing/2014/main" id="{5BF01629-BBF4-4F2C-948A-45C1F3503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51" name="Rectangle 132">
              <a:extLst>
                <a:ext uri="{FF2B5EF4-FFF2-40B4-BE49-F238E27FC236}">
                  <a16:creationId xmlns:a16="http://schemas.microsoft.com/office/drawing/2014/main" id="{D21BBF48-7127-471B-AC56-A055EB6BB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52" name="Rectangle 133">
              <a:extLst>
                <a:ext uri="{FF2B5EF4-FFF2-40B4-BE49-F238E27FC236}">
                  <a16:creationId xmlns:a16="http://schemas.microsoft.com/office/drawing/2014/main" id="{A4EBDB14-6833-460E-843B-E86097C7A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53" name="Rectangle 134">
              <a:extLst>
                <a:ext uri="{FF2B5EF4-FFF2-40B4-BE49-F238E27FC236}">
                  <a16:creationId xmlns:a16="http://schemas.microsoft.com/office/drawing/2014/main" id="{E85815BC-0373-41F3-8B03-7FDFCFD71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54" name="Rectangle 136">
              <a:extLst>
                <a:ext uri="{FF2B5EF4-FFF2-40B4-BE49-F238E27FC236}">
                  <a16:creationId xmlns:a16="http://schemas.microsoft.com/office/drawing/2014/main" id="{E8E2EA33-38B0-4066-B3C6-03909B83C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55" name="Rectangle 138">
              <a:extLst>
                <a:ext uri="{FF2B5EF4-FFF2-40B4-BE49-F238E27FC236}">
                  <a16:creationId xmlns:a16="http://schemas.microsoft.com/office/drawing/2014/main" id="{FC4B2B6E-C1E9-48E3-A233-25DC408FB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56" name="Rectangle 139">
              <a:extLst>
                <a:ext uri="{FF2B5EF4-FFF2-40B4-BE49-F238E27FC236}">
                  <a16:creationId xmlns:a16="http://schemas.microsoft.com/office/drawing/2014/main" id="{2C899179-404B-4B58-B155-44AD441FE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457" name="Rectangle 140">
              <a:extLst>
                <a:ext uri="{FF2B5EF4-FFF2-40B4-BE49-F238E27FC236}">
                  <a16:creationId xmlns:a16="http://schemas.microsoft.com/office/drawing/2014/main" id="{E83C4514-5112-4217-8CBB-98E69D833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2404" name="Rectangle 60">
            <a:extLst>
              <a:ext uri="{FF2B5EF4-FFF2-40B4-BE49-F238E27FC236}">
                <a16:creationId xmlns:a16="http://schemas.microsoft.com/office/drawing/2014/main" id="{06DDAF99-45DE-46C5-9DFD-46E614291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9900" y="3668713"/>
            <a:ext cx="431800" cy="261937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2405" name="Rectangle 58">
            <a:extLst>
              <a:ext uri="{FF2B5EF4-FFF2-40B4-BE49-F238E27FC236}">
                <a16:creationId xmlns:a16="http://schemas.microsoft.com/office/drawing/2014/main" id="{4EB233A0-CAA6-40CB-89A7-B82C6B182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2213" y="3668713"/>
            <a:ext cx="430212" cy="261937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02406" name="Picture 63" descr="Screen shot 2013-12-06 at 1.18.53 AM.png">
            <a:extLst>
              <a:ext uri="{FF2B5EF4-FFF2-40B4-BE49-F238E27FC236}">
                <a16:creationId xmlns:a16="http://schemas.microsoft.com/office/drawing/2014/main" id="{64A5F14A-7F83-4B43-A168-B49D5976638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8325" y="4876800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07" name="Rectangle 64">
            <a:extLst>
              <a:ext uri="{FF2B5EF4-FFF2-40B4-BE49-F238E27FC236}">
                <a16:creationId xmlns:a16="http://schemas.microsoft.com/office/drawing/2014/main" id="{DD22B940-FE42-40D1-9833-7CF9225F0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8988" y="5991225"/>
            <a:ext cx="430212" cy="2619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02408" name="Picture 65" descr="Screen shot 2013-12-06 at 1.18.53 AM.png">
            <a:extLst>
              <a:ext uri="{FF2B5EF4-FFF2-40B4-BE49-F238E27FC236}">
                <a16:creationId xmlns:a16="http://schemas.microsoft.com/office/drawing/2014/main" id="{E1603713-1D28-4390-94E7-0FDD9BE2F2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4870450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09" name="Rectangle 66">
            <a:extLst>
              <a:ext uri="{FF2B5EF4-FFF2-40B4-BE49-F238E27FC236}">
                <a16:creationId xmlns:a16="http://schemas.microsoft.com/office/drawing/2014/main" id="{29C44163-4FC2-42A4-A8EA-95F287F481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1463" y="6319838"/>
            <a:ext cx="430212" cy="261937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2410" name="Rectangle 111">
            <a:extLst>
              <a:ext uri="{FF2B5EF4-FFF2-40B4-BE49-F238E27FC236}">
                <a16:creationId xmlns:a16="http://schemas.microsoft.com/office/drawing/2014/main" id="{5663B9F5-7E31-44D3-A1B9-E44BBCDDF7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4638" y="3136900"/>
            <a:ext cx="209550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Rectangle 2">
            <a:extLst>
              <a:ext uri="{FF2B5EF4-FFF2-40B4-BE49-F238E27FC236}">
                <a16:creationId xmlns:a16="http://schemas.microsoft.com/office/drawing/2014/main" id="{0DC3225B-8F8D-4A67-A27A-69B1B1DE0C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pic>
        <p:nvPicPr>
          <p:cNvPr id="103426" name="Picture 2" descr="Screen shot 2013-12-05 at 11.59.56 PM.png">
            <a:extLst>
              <a:ext uri="{FF2B5EF4-FFF2-40B4-BE49-F238E27FC236}">
                <a16:creationId xmlns:a16="http://schemas.microsoft.com/office/drawing/2014/main" id="{03ED800C-F48D-440F-9CD9-0418E2940AA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3063" y="2112963"/>
            <a:ext cx="4916487" cy="242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427" name="Group 127">
            <a:extLst>
              <a:ext uri="{FF2B5EF4-FFF2-40B4-BE49-F238E27FC236}">
                <a16:creationId xmlns:a16="http://schemas.microsoft.com/office/drawing/2014/main" id="{4F0E7480-8276-4C47-8BD4-E03793C4029F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103437" name="Rectangle 85">
              <a:extLst>
                <a:ext uri="{FF2B5EF4-FFF2-40B4-BE49-F238E27FC236}">
                  <a16:creationId xmlns:a16="http://schemas.microsoft.com/office/drawing/2014/main" id="{04741EE1-5F9F-4AF9-B2D2-9049D5D8D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38" name="Rectangle 86">
              <a:extLst>
                <a:ext uri="{FF2B5EF4-FFF2-40B4-BE49-F238E27FC236}">
                  <a16:creationId xmlns:a16="http://schemas.microsoft.com/office/drawing/2014/main" id="{6750B467-EDDE-402B-83F2-E1DD77017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39" name="Rectangle 88">
              <a:extLst>
                <a:ext uri="{FF2B5EF4-FFF2-40B4-BE49-F238E27FC236}">
                  <a16:creationId xmlns:a16="http://schemas.microsoft.com/office/drawing/2014/main" id="{BC536D83-1EFC-4B74-B003-CD6FDF88C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40" name="Rectangle 89">
              <a:extLst>
                <a:ext uri="{FF2B5EF4-FFF2-40B4-BE49-F238E27FC236}">
                  <a16:creationId xmlns:a16="http://schemas.microsoft.com/office/drawing/2014/main" id="{EB899207-790C-40B7-B65F-AC5D2FD74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41" name="Rectangle 90">
              <a:extLst>
                <a:ext uri="{FF2B5EF4-FFF2-40B4-BE49-F238E27FC236}">
                  <a16:creationId xmlns:a16="http://schemas.microsoft.com/office/drawing/2014/main" id="{46D1530A-ACD1-4C6C-86BD-E7503AAEF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42" name="Rectangle 91">
              <a:extLst>
                <a:ext uri="{FF2B5EF4-FFF2-40B4-BE49-F238E27FC236}">
                  <a16:creationId xmlns:a16="http://schemas.microsoft.com/office/drawing/2014/main" id="{38F6A631-72B7-4833-B4C0-4AACB9A85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43" name="Rectangle 92">
              <a:extLst>
                <a:ext uri="{FF2B5EF4-FFF2-40B4-BE49-F238E27FC236}">
                  <a16:creationId xmlns:a16="http://schemas.microsoft.com/office/drawing/2014/main" id="{D7A36CAC-B0FE-4551-936B-FE4E4C7DE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44" name="Rectangle 93">
              <a:extLst>
                <a:ext uri="{FF2B5EF4-FFF2-40B4-BE49-F238E27FC236}">
                  <a16:creationId xmlns:a16="http://schemas.microsoft.com/office/drawing/2014/main" id="{F0AA7F39-077B-4248-8896-93F0157E1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45" name="Rectangle 94">
              <a:extLst>
                <a:ext uri="{FF2B5EF4-FFF2-40B4-BE49-F238E27FC236}">
                  <a16:creationId xmlns:a16="http://schemas.microsoft.com/office/drawing/2014/main" id="{88DB4592-576D-4CE4-98FA-689BF7CA5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46" name="Rectangle 95">
              <a:extLst>
                <a:ext uri="{FF2B5EF4-FFF2-40B4-BE49-F238E27FC236}">
                  <a16:creationId xmlns:a16="http://schemas.microsoft.com/office/drawing/2014/main" id="{67E67405-B168-4EA3-B305-9E84819E2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47" name="Rectangle 96">
              <a:extLst>
                <a:ext uri="{FF2B5EF4-FFF2-40B4-BE49-F238E27FC236}">
                  <a16:creationId xmlns:a16="http://schemas.microsoft.com/office/drawing/2014/main" id="{03629593-6FEC-4306-B758-2CB3E8B96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48" name="Rectangle 97">
              <a:extLst>
                <a:ext uri="{FF2B5EF4-FFF2-40B4-BE49-F238E27FC236}">
                  <a16:creationId xmlns:a16="http://schemas.microsoft.com/office/drawing/2014/main" id="{60FD7776-C65F-438B-9B99-DC1FCBFBD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49" name="Rectangle 98">
              <a:extLst>
                <a:ext uri="{FF2B5EF4-FFF2-40B4-BE49-F238E27FC236}">
                  <a16:creationId xmlns:a16="http://schemas.microsoft.com/office/drawing/2014/main" id="{5955F644-47FF-439E-8711-EC979E780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50" name="Rectangle 99">
              <a:extLst>
                <a:ext uri="{FF2B5EF4-FFF2-40B4-BE49-F238E27FC236}">
                  <a16:creationId xmlns:a16="http://schemas.microsoft.com/office/drawing/2014/main" id="{BE0C78B8-9339-40C0-AA9A-C4DFF54D4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51" name="Rectangle 100">
              <a:extLst>
                <a:ext uri="{FF2B5EF4-FFF2-40B4-BE49-F238E27FC236}">
                  <a16:creationId xmlns:a16="http://schemas.microsoft.com/office/drawing/2014/main" id="{49AFD82B-32C8-4044-A382-104A24BC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52" name="Rectangle 101">
              <a:extLst>
                <a:ext uri="{FF2B5EF4-FFF2-40B4-BE49-F238E27FC236}">
                  <a16:creationId xmlns:a16="http://schemas.microsoft.com/office/drawing/2014/main" id="{20B3CD4F-E240-46EB-8E47-947531A8B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53" name="Rectangle 102">
              <a:extLst>
                <a:ext uri="{FF2B5EF4-FFF2-40B4-BE49-F238E27FC236}">
                  <a16:creationId xmlns:a16="http://schemas.microsoft.com/office/drawing/2014/main" id="{6900B489-B9BC-475D-8DD3-1B0FB3093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54" name="Rectangle 103">
              <a:extLst>
                <a:ext uri="{FF2B5EF4-FFF2-40B4-BE49-F238E27FC236}">
                  <a16:creationId xmlns:a16="http://schemas.microsoft.com/office/drawing/2014/main" id="{3C7A2531-FDEC-4768-9FDE-2533D7D08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55" name="Rectangle 104">
              <a:extLst>
                <a:ext uri="{FF2B5EF4-FFF2-40B4-BE49-F238E27FC236}">
                  <a16:creationId xmlns:a16="http://schemas.microsoft.com/office/drawing/2014/main" id="{747150BB-0A38-4548-9B31-3B4D754F0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56" name="Rectangle 105">
              <a:extLst>
                <a:ext uri="{FF2B5EF4-FFF2-40B4-BE49-F238E27FC236}">
                  <a16:creationId xmlns:a16="http://schemas.microsoft.com/office/drawing/2014/main" id="{982580D0-358E-4965-9FCA-60FF4B0FE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57" name="Rectangle 106">
              <a:extLst>
                <a:ext uri="{FF2B5EF4-FFF2-40B4-BE49-F238E27FC236}">
                  <a16:creationId xmlns:a16="http://schemas.microsoft.com/office/drawing/2014/main" id="{65309877-2791-4671-A9A8-BCC91A476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58" name="Rectangle 107">
              <a:extLst>
                <a:ext uri="{FF2B5EF4-FFF2-40B4-BE49-F238E27FC236}">
                  <a16:creationId xmlns:a16="http://schemas.microsoft.com/office/drawing/2014/main" id="{E030A431-8BA4-4C55-B8FD-B4809CA72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59" name="Rectangle 108">
              <a:extLst>
                <a:ext uri="{FF2B5EF4-FFF2-40B4-BE49-F238E27FC236}">
                  <a16:creationId xmlns:a16="http://schemas.microsoft.com/office/drawing/2014/main" id="{8847C596-782E-4B2D-AF05-08A7C30F5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60" name="Rectangle 109">
              <a:extLst>
                <a:ext uri="{FF2B5EF4-FFF2-40B4-BE49-F238E27FC236}">
                  <a16:creationId xmlns:a16="http://schemas.microsoft.com/office/drawing/2014/main" id="{B1A6E4CC-A1B8-463B-A9C3-F9024A5CC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61" name="Rectangle 110">
              <a:extLst>
                <a:ext uri="{FF2B5EF4-FFF2-40B4-BE49-F238E27FC236}">
                  <a16:creationId xmlns:a16="http://schemas.microsoft.com/office/drawing/2014/main" id="{059E0C3A-E3D3-442D-BC7C-626ACEE52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62" name="Rectangle 112">
              <a:extLst>
                <a:ext uri="{FF2B5EF4-FFF2-40B4-BE49-F238E27FC236}">
                  <a16:creationId xmlns:a16="http://schemas.microsoft.com/office/drawing/2014/main" id="{F40808E2-BFA7-4155-9DA7-FD5495D70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63" name="Rectangle 114">
              <a:extLst>
                <a:ext uri="{FF2B5EF4-FFF2-40B4-BE49-F238E27FC236}">
                  <a16:creationId xmlns:a16="http://schemas.microsoft.com/office/drawing/2014/main" id="{F4254191-4F1B-4740-A6F4-00EBEA6E4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64" name="Rectangle 115">
              <a:extLst>
                <a:ext uri="{FF2B5EF4-FFF2-40B4-BE49-F238E27FC236}">
                  <a16:creationId xmlns:a16="http://schemas.microsoft.com/office/drawing/2014/main" id="{FB799CA5-134B-4D6B-B388-091D2B3A1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65" name="Rectangle 116">
              <a:extLst>
                <a:ext uri="{FF2B5EF4-FFF2-40B4-BE49-F238E27FC236}">
                  <a16:creationId xmlns:a16="http://schemas.microsoft.com/office/drawing/2014/main" id="{34ADED81-8617-4A93-873F-792E38F2F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66" name="Rectangle 117">
              <a:extLst>
                <a:ext uri="{FF2B5EF4-FFF2-40B4-BE49-F238E27FC236}">
                  <a16:creationId xmlns:a16="http://schemas.microsoft.com/office/drawing/2014/main" id="{524E4B68-022B-45F0-8ECB-790E95DBA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67" name="Rectangle 118">
              <a:extLst>
                <a:ext uri="{FF2B5EF4-FFF2-40B4-BE49-F238E27FC236}">
                  <a16:creationId xmlns:a16="http://schemas.microsoft.com/office/drawing/2014/main" id="{D9787379-F958-40F9-8C44-26441BECB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68" name="Rectangle 120">
              <a:extLst>
                <a:ext uri="{FF2B5EF4-FFF2-40B4-BE49-F238E27FC236}">
                  <a16:creationId xmlns:a16="http://schemas.microsoft.com/office/drawing/2014/main" id="{B3872392-A32F-4B8D-8D1A-0FADB25BE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69" name="Rectangle 122">
              <a:extLst>
                <a:ext uri="{FF2B5EF4-FFF2-40B4-BE49-F238E27FC236}">
                  <a16:creationId xmlns:a16="http://schemas.microsoft.com/office/drawing/2014/main" id="{B48B7633-575E-43A7-AD30-DFDFE35CA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70" name="Rectangle 123">
              <a:extLst>
                <a:ext uri="{FF2B5EF4-FFF2-40B4-BE49-F238E27FC236}">
                  <a16:creationId xmlns:a16="http://schemas.microsoft.com/office/drawing/2014/main" id="{1EC3C060-9A52-488A-AC79-35AA0C4ED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71" name="Rectangle 124">
              <a:extLst>
                <a:ext uri="{FF2B5EF4-FFF2-40B4-BE49-F238E27FC236}">
                  <a16:creationId xmlns:a16="http://schemas.microsoft.com/office/drawing/2014/main" id="{25B18BDB-03FA-4EB8-BAD6-71EABF452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72" name="Rectangle 125">
              <a:extLst>
                <a:ext uri="{FF2B5EF4-FFF2-40B4-BE49-F238E27FC236}">
                  <a16:creationId xmlns:a16="http://schemas.microsoft.com/office/drawing/2014/main" id="{B287B915-7BC2-4592-8507-7BEEE3C58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73" name="Rectangle 126">
              <a:extLst>
                <a:ext uri="{FF2B5EF4-FFF2-40B4-BE49-F238E27FC236}">
                  <a16:creationId xmlns:a16="http://schemas.microsoft.com/office/drawing/2014/main" id="{A738EA97-6C36-49FA-8D3E-A010D6C88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74" name="Rectangle 128">
              <a:extLst>
                <a:ext uri="{FF2B5EF4-FFF2-40B4-BE49-F238E27FC236}">
                  <a16:creationId xmlns:a16="http://schemas.microsoft.com/office/drawing/2014/main" id="{B0512D7D-C247-4913-A2F6-C0F7DA5CB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75" name="Rectangle 130">
              <a:extLst>
                <a:ext uri="{FF2B5EF4-FFF2-40B4-BE49-F238E27FC236}">
                  <a16:creationId xmlns:a16="http://schemas.microsoft.com/office/drawing/2014/main" id="{3C4A94E1-60B5-4407-8B39-EC43AE0BE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76" name="Rectangle 131">
              <a:extLst>
                <a:ext uri="{FF2B5EF4-FFF2-40B4-BE49-F238E27FC236}">
                  <a16:creationId xmlns:a16="http://schemas.microsoft.com/office/drawing/2014/main" id="{49A2ECAC-0607-4881-A62B-81B264197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77" name="Rectangle 132">
              <a:extLst>
                <a:ext uri="{FF2B5EF4-FFF2-40B4-BE49-F238E27FC236}">
                  <a16:creationId xmlns:a16="http://schemas.microsoft.com/office/drawing/2014/main" id="{18036D57-5E0B-4AB7-B969-EC59F57A2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78" name="Rectangle 133">
              <a:extLst>
                <a:ext uri="{FF2B5EF4-FFF2-40B4-BE49-F238E27FC236}">
                  <a16:creationId xmlns:a16="http://schemas.microsoft.com/office/drawing/2014/main" id="{D48B16F4-47C1-46C8-AD6B-FCD812130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79" name="Rectangle 134">
              <a:extLst>
                <a:ext uri="{FF2B5EF4-FFF2-40B4-BE49-F238E27FC236}">
                  <a16:creationId xmlns:a16="http://schemas.microsoft.com/office/drawing/2014/main" id="{09C6DEA7-63EC-47E3-A011-566FDF97B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80" name="Rectangle 136">
              <a:extLst>
                <a:ext uri="{FF2B5EF4-FFF2-40B4-BE49-F238E27FC236}">
                  <a16:creationId xmlns:a16="http://schemas.microsoft.com/office/drawing/2014/main" id="{8E94240B-311F-4E7E-9AE1-039DFD586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81" name="Rectangle 138">
              <a:extLst>
                <a:ext uri="{FF2B5EF4-FFF2-40B4-BE49-F238E27FC236}">
                  <a16:creationId xmlns:a16="http://schemas.microsoft.com/office/drawing/2014/main" id="{5FED2345-23D8-4C16-96FB-5B98F1452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82" name="Rectangle 139">
              <a:extLst>
                <a:ext uri="{FF2B5EF4-FFF2-40B4-BE49-F238E27FC236}">
                  <a16:creationId xmlns:a16="http://schemas.microsoft.com/office/drawing/2014/main" id="{730B3DF2-08D0-492C-8D44-B2F3B4AB8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483" name="Rectangle 140">
              <a:extLst>
                <a:ext uri="{FF2B5EF4-FFF2-40B4-BE49-F238E27FC236}">
                  <a16:creationId xmlns:a16="http://schemas.microsoft.com/office/drawing/2014/main" id="{A3DC65D2-5756-45E8-8B82-88E7B3BC2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3428" name="Rectangle 60">
            <a:extLst>
              <a:ext uri="{FF2B5EF4-FFF2-40B4-BE49-F238E27FC236}">
                <a16:creationId xmlns:a16="http://schemas.microsoft.com/office/drawing/2014/main" id="{0C9142D6-257E-4D7A-9598-2EEC0B758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9900" y="3668713"/>
            <a:ext cx="431800" cy="261937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3429" name="Rectangle 58">
            <a:extLst>
              <a:ext uri="{FF2B5EF4-FFF2-40B4-BE49-F238E27FC236}">
                <a16:creationId xmlns:a16="http://schemas.microsoft.com/office/drawing/2014/main" id="{264B493C-5395-4B9D-BBC7-86950B6F4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2213" y="3668713"/>
            <a:ext cx="430212" cy="261937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03430" name="Picture 63" descr="Screen shot 2013-12-06 at 1.18.53 AM.png">
            <a:extLst>
              <a:ext uri="{FF2B5EF4-FFF2-40B4-BE49-F238E27FC236}">
                <a16:creationId xmlns:a16="http://schemas.microsoft.com/office/drawing/2014/main" id="{B26A1118-8713-4CD4-8198-BD83DE9CF81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8325" y="4876800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3431" name="Rectangle 64">
            <a:extLst>
              <a:ext uri="{FF2B5EF4-FFF2-40B4-BE49-F238E27FC236}">
                <a16:creationId xmlns:a16="http://schemas.microsoft.com/office/drawing/2014/main" id="{9EC8A370-9D1B-458D-909C-6154CE8D6B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8988" y="5991225"/>
            <a:ext cx="430212" cy="2619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03432" name="Picture 65" descr="Screen shot 2013-12-06 at 1.18.53 AM.png">
            <a:extLst>
              <a:ext uri="{FF2B5EF4-FFF2-40B4-BE49-F238E27FC236}">
                <a16:creationId xmlns:a16="http://schemas.microsoft.com/office/drawing/2014/main" id="{8D5E112F-2CF3-4314-8FC4-D38DDE44F9C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4870450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3433" name="Rectangle 66">
            <a:extLst>
              <a:ext uri="{FF2B5EF4-FFF2-40B4-BE49-F238E27FC236}">
                <a16:creationId xmlns:a16="http://schemas.microsoft.com/office/drawing/2014/main" id="{32104430-5ABC-44CB-A99B-9E467CBB62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1463" y="6319838"/>
            <a:ext cx="430212" cy="261937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3434" name="Rectangle 111">
            <a:extLst>
              <a:ext uri="{FF2B5EF4-FFF2-40B4-BE49-F238E27FC236}">
                <a16:creationId xmlns:a16="http://schemas.microsoft.com/office/drawing/2014/main" id="{EC5D5D86-97AE-43B5-A356-81C2EF438F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4638" y="3136900"/>
            <a:ext cx="209550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3435" name="Rectangle 69">
            <a:extLst>
              <a:ext uri="{FF2B5EF4-FFF2-40B4-BE49-F238E27FC236}">
                <a16:creationId xmlns:a16="http://schemas.microsoft.com/office/drawing/2014/main" id="{98811E90-11D2-4E36-ADC5-347EC08D9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6002338"/>
            <a:ext cx="293687" cy="261937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3436" name="Rectangle 70">
            <a:extLst>
              <a:ext uri="{FF2B5EF4-FFF2-40B4-BE49-F238E27FC236}">
                <a16:creationId xmlns:a16="http://schemas.microsoft.com/office/drawing/2014/main" id="{B34A88F2-94D1-4C32-8B7B-F4E0FFDDC6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5200" y="6248400"/>
            <a:ext cx="609600" cy="457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49" name="Rectangle 2">
            <a:extLst>
              <a:ext uri="{FF2B5EF4-FFF2-40B4-BE49-F238E27FC236}">
                <a16:creationId xmlns:a16="http://schemas.microsoft.com/office/drawing/2014/main" id="{4AE07FFE-ECCF-4E87-AA55-0706814E1A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pic>
        <p:nvPicPr>
          <p:cNvPr id="104450" name="Picture 2" descr="Screen shot 2013-12-05 at 11.59.56 PM.png">
            <a:extLst>
              <a:ext uri="{FF2B5EF4-FFF2-40B4-BE49-F238E27FC236}">
                <a16:creationId xmlns:a16="http://schemas.microsoft.com/office/drawing/2014/main" id="{0D3CBA1A-87C3-4442-8CC8-8ABCC346943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3063" y="2112963"/>
            <a:ext cx="4916487" cy="242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4451" name="Group 127">
            <a:extLst>
              <a:ext uri="{FF2B5EF4-FFF2-40B4-BE49-F238E27FC236}">
                <a16:creationId xmlns:a16="http://schemas.microsoft.com/office/drawing/2014/main" id="{D38D5049-F6F6-488D-81D8-3E2E6901A842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104463" name="Rectangle 85">
              <a:extLst>
                <a:ext uri="{FF2B5EF4-FFF2-40B4-BE49-F238E27FC236}">
                  <a16:creationId xmlns:a16="http://schemas.microsoft.com/office/drawing/2014/main" id="{2792B48B-A288-4C53-95F6-B2B748264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64" name="Rectangle 86">
              <a:extLst>
                <a:ext uri="{FF2B5EF4-FFF2-40B4-BE49-F238E27FC236}">
                  <a16:creationId xmlns:a16="http://schemas.microsoft.com/office/drawing/2014/main" id="{F539CF0D-082D-443D-8494-8E84D2BA6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65" name="Rectangle 88">
              <a:extLst>
                <a:ext uri="{FF2B5EF4-FFF2-40B4-BE49-F238E27FC236}">
                  <a16:creationId xmlns:a16="http://schemas.microsoft.com/office/drawing/2014/main" id="{5E3ABB18-81B9-4A0E-AC84-F275F049B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66" name="Rectangle 89">
              <a:extLst>
                <a:ext uri="{FF2B5EF4-FFF2-40B4-BE49-F238E27FC236}">
                  <a16:creationId xmlns:a16="http://schemas.microsoft.com/office/drawing/2014/main" id="{F14DD2B9-0637-44E6-A82A-E5B220D6E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67" name="Rectangle 90">
              <a:extLst>
                <a:ext uri="{FF2B5EF4-FFF2-40B4-BE49-F238E27FC236}">
                  <a16:creationId xmlns:a16="http://schemas.microsoft.com/office/drawing/2014/main" id="{016A78F8-9A14-470F-B73C-EA08B2D99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68" name="Rectangle 91">
              <a:extLst>
                <a:ext uri="{FF2B5EF4-FFF2-40B4-BE49-F238E27FC236}">
                  <a16:creationId xmlns:a16="http://schemas.microsoft.com/office/drawing/2014/main" id="{197BAFB9-7C9E-45D3-B252-54980EDEB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69" name="Rectangle 92">
              <a:extLst>
                <a:ext uri="{FF2B5EF4-FFF2-40B4-BE49-F238E27FC236}">
                  <a16:creationId xmlns:a16="http://schemas.microsoft.com/office/drawing/2014/main" id="{02821813-BFAF-46F9-AB3D-D6B26AF1E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70" name="Rectangle 93">
              <a:extLst>
                <a:ext uri="{FF2B5EF4-FFF2-40B4-BE49-F238E27FC236}">
                  <a16:creationId xmlns:a16="http://schemas.microsoft.com/office/drawing/2014/main" id="{B13CF09D-FE4B-4E34-8061-6332983D8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71" name="Rectangle 94">
              <a:extLst>
                <a:ext uri="{FF2B5EF4-FFF2-40B4-BE49-F238E27FC236}">
                  <a16:creationId xmlns:a16="http://schemas.microsoft.com/office/drawing/2014/main" id="{E04ECDDD-1367-47D7-92CB-3B69BFDFC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72" name="Rectangle 95">
              <a:extLst>
                <a:ext uri="{FF2B5EF4-FFF2-40B4-BE49-F238E27FC236}">
                  <a16:creationId xmlns:a16="http://schemas.microsoft.com/office/drawing/2014/main" id="{1DC17978-FA77-406B-BF3E-42B7728C9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73" name="Rectangle 96">
              <a:extLst>
                <a:ext uri="{FF2B5EF4-FFF2-40B4-BE49-F238E27FC236}">
                  <a16:creationId xmlns:a16="http://schemas.microsoft.com/office/drawing/2014/main" id="{BC43B02D-0279-4E8B-B3DD-540C84851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74" name="Rectangle 97">
              <a:extLst>
                <a:ext uri="{FF2B5EF4-FFF2-40B4-BE49-F238E27FC236}">
                  <a16:creationId xmlns:a16="http://schemas.microsoft.com/office/drawing/2014/main" id="{F10529CD-718D-439B-A2AE-97CF79EA1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75" name="Rectangle 98">
              <a:extLst>
                <a:ext uri="{FF2B5EF4-FFF2-40B4-BE49-F238E27FC236}">
                  <a16:creationId xmlns:a16="http://schemas.microsoft.com/office/drawing/2014/main" id="{39297CC6-A4CB-4329-8851-B723FD95B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76" name="Rectangle 99">
              <a:extLst>
                <a:ext uri="{FF2B5EF4-FFF2-40B4-BE49-F238E27FC236}">
                  <a16:creationId xmlns:a16="http://schemas.microsoft.com/office/drawing/2014/main" id="{FD1761C8-AC68-4BA1-A12C-E3BEB3F35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77" name="Rectangle 100">
              <a:extLst>
                <a:ext uri="{FF2B5EF4-FFF2-40B4-BE49-F238E27FC236}">
                  <a16:creationId xmlns:a16="http://schemas.microsoft.com/office/drawing/2014/main" id="{46D7C8BE-AFC9-44CF-A5DF-356EBEA6A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78" name="Rectangle 101">
              <a:extLst>
                <a:ext uri="{FF2B5EF4-FFF2-40B4-BE49-F238E27FC236}">
                  <a16:creationId xmlns:a16="http://schemas.microsoft.com/office/drawing/2014/main" id="{0138DA00-2D72-498B-B414-005A4B06B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79" name="Rectangle 102">
              <a:extLst>
                <a:ext uri="{FF2B5EF4-FFF2-40B4-BE49-F238E27FC236}">
                  <a16:creationId xmlns:a16="http://schemas.microsoft.com/office/drawing/2014/main" id="{36373F72-D5D6-4A10-9115-D180CF901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80" name="Rectangle 103">
              <a:extLst>
                <a:ext uri="{FF2B5EF4-FFF2-40B4-BE49-F238E27FC236}">
                  <a16:creationId xmlns:a16="http://schemas.microsoft.com/office/drawing/2014/main" id="{EFD38221-15F8-48BB-9DD9-33C5B44E1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81" name="Rectangle 104">
              <a:extLst>
                <a:ext uri="{FF2B5EF4-FFF2-40B4-BE49-F238E27FC236}">
                  <a16:creationId xmlns:a16="http://schemas.microsoft.com/office/drawing/2014/main" id="{4011A6F2-AC4D-44D8-BF4A-BF7CE74EC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82" name="Rectangle 105">
              <a:extLst>
                <a:ext uri="{FF2B5EF4-FFF2-40B4-BE49-F238E27FC236}">
                  <a16:creationId xmlns:a16="http://schemas.microsoft.com/office/drawing/2014/main" id="{6C1235D0-5FFC-43B3-828F-5E5678A4E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83" name="Rectangle 106">
              <a:extLst>
                <a:ext uri="{FF2B5EF4-FFF2-40B4-BE49-F238E27FC236}">
                  <a16:creationId xmlns:a16="http://schemas.microsoft.com/office/drawing/2014/main" id="{55156038-3470-4692-9943-B99DE9082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84" name="Rectangle 107">
              <a:extLst>
                <a:ext uri="{FF2B5EF4-FFF2-40B4-BE49-F238E27FC236}">
                  <a16:creationId xmlns:a16="http://schemas.microsoft.com/office/drawing/2014/main" id="{BE609341-EBBA-45BA-A60D-9DEE12197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85" name="Rectangle 108">
              <a:extLst>
                <a:ext uri="{FF2B5EF4-FFF2-40B4-BE49-F238E27FC236}">
                  <a16:creationId xmlns:a16="http://schemas.microsoft.com/office/drawing/2014/main" id="{8E5FAED1-D453-45FF-945E-5ECA8EB53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86" name="Rectangle 109">
              <a:extLst>
                <a:ext uri="{FF2B5EF4-FFF2-40B4-BE49-F238E27FC236}">
                  <a16:creationId xmlns:a16="http://schemas.microsoft.com/office/drawing/2014/main" id="{D9E4DF5D-062C-4BB6-AAC8-C0EB3C510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87" name="Rectangle 110">
              <a:extLst>
                <a:ext uri="{FF2B5EF4-FFF2-40B4-BE49-F238E27FC236}">
                  <a16:creationId xmlns:a16="http://schemas.microsoft.com/office/drawing/2014/main" id="{2924C4C1-AC07-4E13-B026-D8CF14171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88" name="Rectangle 112">
              <a:extLst>
                <a:ext uri="{FF2B5EF4-FFF2-40B4-BE49-F238E27FC236}">
                  <a16:creationId xmlns:a16="http://schemas.microsoft.com/office/drawing/2014/main" id="{64991AA0-140D-4442-B032-6DF087E38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89" name="Rectangle 114">
              <a:extLst>
                <a:ext uri="{FF2B5EF4-FFF2-40B4-BE49-F238E27FC236}">
                  <a16:creationId xmlns:a16="http://schemas.microsoft.com/office/drawing/2014/main" id="{732D8653-00CF-4FA9-9A9B-CEA79B500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90" name="Rectangle 115">
              <a:extLst>
                <a:ext uri="{FF2B5EF4-FFF2-40B4-BE49-F238E27FC236}">
                  <a16:creationId xmlns:a16="http://schemas.microsoft.com/office/drawing/2014/main" id="{3A8A75DE-6C8B-41B7-AFDC-2DCDF437C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91" name="Rectangle 116">
              <a:extLst>
                <a:ext uri="{FF2B5EF4-FFF2-40B4-BE49-F238E27FC236}">
                  <a16:creationId xmlns:a16="http://schemas.microsoft.com/office/drawing/2014/main" id="{5ECE650D-6530-42E3-B3B3-5D372FF78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92" name="Rectangle 117">
              <a:extLst>
                <a:ext uri="{FF2B5EF4-FFF2-40B4-BE49-F238E27FC236}">
                  <a16:creationId xmlns:a16="http://schemas.microsoft.com/office/drawing/2014/main" id="{9564E001-4326-411E-81EB-FB13212CD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93" name="Rectangle 118">
              <a:extLst>
                <a:ext uri="{FF2B5EF4-FFF2-40B4-BE49-F238E27FC236}">
                  <a16:creationId xmlns:a16="http://schemas.microsoft.com/office/drawing/2014/main" id="{C826312C-CC57-4FFE-8BAA-451ED4805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94" name="Rectangle 120">
              <a:extLst>
                <a:ext uri="{FF2B5EF4-FFF2-40B4-BE49-F238E27FC236}">
                  <a16:creationId xmlns:a16="http://schemas.microsoft.com/office/drawing/2014/main" id="{E6AB1781-FDB6-4C4C-A0FF-428B148F5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95" name="Rectangle 122">
              <a:extLst>
                <a:ext uri="{FF2B5EF4-FFF2-40B4-BE49-F238E27FC236}">
                  <a16:creationId xmlns:a16="http://schemas.microsoft.com/office/drawing/2014/main" id="{F5828FE4-5F1B-49E7-B5E9-F8EB66D50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96" name="Rectangle 123">
              <a:extLst>
                <a:ext uri="{FF2B5EF4-FFF2-40B4-BE49-F238E27FC236}">
                  <a16:creationId xmlns:a16="http://schemas.microsoft.com/office/drawing/2014/main" id="{5396672E-9CC8-4009-A1C9-4920B52CD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97" name="Rectangle 124">
              <a:extLst>
                <a:ext uri="{FF2B5EF4-FFF2-40B4-BE49-F238E27FC236}">
                  <a16:creationId xmlns:a16="http://schemas.microsoft.com/office/drawing/2014/main" id="{702AA2BB-3786-4132-A70A-D8A44C989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98" name="Rectangle 125">
              <a:extLst>
                <a:ext uri="{FF2B5EF4-FFF2-40B4-BE49-F238E27FC236}">
                  <a16:creationId xmlns:a16="http://schemas.microsoft.com/office/drawing/2014/main" id="{E465E8CC-7E04-472F-A002-8D2A0B1A1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499" name="Rectangle 126">
              <a:extLst>
                <a:ext uri="{FF2B5EF4-FFF2-40B4-BE49-F238E27FC236}">
                  <a16:creationId xmlns:a16="http://schemas.microsoft.com/office/drawing/2014/main" id="{59193191-97B1-4EBC-9987-70C49F567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500" name="Rectangle 128">
              <a:extLst>
                <a:ext uri="{FF2B5EF4-FFF2-40B4-BE49-F238E27FC236}">
                  <a16:creationId xmlns:a16="http://schemas.microsoft.com/office/drawing/2014/main" id="{F0D9354F-D4AC-46F7-8CF4-7BB8D9161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501" name="Rectangle 130">
              <a:extLst>
                <a:ext uri="{FF2B5EF4-FFF2-40B4-BE49-F238E27FC236}">
                  <a16:creationId xmlns:a16="http://schemas.microsoft.com/office/drawing/2014/main" id="{6B2DC721-2965-44E2-951E-6004B8882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502" name="Rectangle 131">
              <a:extLst>
                <a:ext uri="{FF2B5EF4-FFF2-40B4-BE49-F238E27FC236}">
                  <a16:creationId xmlns:a16="http://schemas.microsoft.com/office/drawing/2014/main" id="{ED877B0A-DED9-48B3-ADD1-CB4D0FFE8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503" name="Rectangle 132">
              <a:extLst>
                <a:ext uri="{FF2B5EF4-FFF2-40B4-BE49-F238E27FC236}">
                  <a16:creationId xmlns:a16="http://schemas.microsoft.com/office/drawing/2014/main" id="{2FFA686D-555E-4C95-9748-BD8F3E590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504" name="Rectangle 133">
              <a:extLst>
                <a:ext uri="{FF2B5EF4-FFF2-40B4-BE49-F238E27FC236}">
                  <a16:creationId xmlns:a16="http://schemas.microsoft.com/office/drawing/2014/main" id="{B1B6169B-F65E-4FB0-A82F-B8C0BA55A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505" name="Rectangle 134">
              <a:extLst>
                <a:ext uri="{FF2B5EF4-FFF2-40B4-BE49-F238E27FC236}">
                  <a16:creationId xmlns:a16="http://schemas.microsoft.com/office/drawing/2014/main" id="{9202BC36-6AA9-402D-8D77-9234FB5EF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506" name="Rectangle 136">
              <a:extLst>
                <a:ext uri="{FF2B5EF4-FFF2-40B4-BE49-F238E27FC236}">
                  <a16:creationId xmlns:a16="http://schemas.microsoft.com/office/drawing/2014/main" id="{47388CC9-CF66-44A9-AE63-55434C341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507" name="Rectangle 138">
              <a:extLst>
                <a:ext uri="{FF2B5EF4-FFF2-40B4-BE49-F238E27FC236}">
                  <a16:creationId xmlns:a16="http://schemas.microsoft.com/office/drawing/2014/main" id="{8E126D8D-2AEC-4941-B6C0-58840D1B4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508" name="Rectangle 139">
              <a:extLst>
                <a:ext uri="{FF2B5EF4-FFF2-40B4-BE49-F238E27FC236}">
                  <a16:creationId xmlns:a16="http://schemas.microsoft.com/office/drawing/2014/main" id="{6F481BF3-9389-46F1-AC34-6AF1251EB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509" name="Rectangle 140">
              <a:extLst>
                <a:ext uri="{FF2B5EF4-FFF2-40B4-BE49-F238E27FC236}">
                  <a16:creationId xmlns:a16="http://schemas.microsoft.com/office/drawing/2014/main" id="{7D405D4F-06FF-40C7-B16B-8299905CC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4452" name="Rectangle 60">
            <a:extLst>
              <a:ext uri="{FF2B5EF4-FFF2-40B4-BE49-F238E27FC236}">
                <a16:creationId xmlns:a16="http://schemas.microsoft.com/office/drawing/2014/main" id="{3D31CFDB-7B5B-4784-9F9A-CBB48D1B3B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9900" y="3668713"/>
            <a:ext cx="431800" cy="261937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453" name="Rectangle 58">
            <a:extLst>
              <a:ext uri="{FF2B5EF4-FFF2-40B4-BE49-F238E27FC236}">
                <a16:creationId xmlns:a16="http://schemas.microsoft.com/office/drawing/2014/main" id="{765E368E-4FBF-4B9F-8DB3-E5485E1789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2213" y="3668713"/>
            <a:ext cx="430212" cy="261937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454" name="Rectangle 62">
            <a:extLst>
              <a:ext uri="{FF2B5EF4-FFF2-40B4-BE49-F238E27FC236}">
                <a16:creationId xmlns:a16="http://schemas.microsoft.com/office/drawing/2014/main" id="{77854FE0-B1CC-45BD-9052-490B481AD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9000" y="3667125"/>
            <a:ext cx="125413" cy="304800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04455" name="Picture 63" descr="Screen shot 2013-12-06 at 1.18.53 AM.png">
            <a:extLst>
              <a:ext uri="{FF2B5EF4-FFF2-40B4-BE49-F238E27FC236}">
                <a16:creationId xmlns:a16="http://schemas.microsoft.com/office/drawing/2014/main" id="{A33AD6A9-E4C5-4325-869B-A64AE323EE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8325" y="4876800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4456" name="Rectangle 64">
            <a:extLst>
              <a:ext uri="{FF2B5EF4-FFF2-40B4-BE49-F238E27FC236}">
                <a16:creationId xmlns:a16="http://schemas.microsoft.com/office/drawing/2014/main" id="{95FAD2EB-0791-4F0B-91AE-75BEABB708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8988" y="5991225"/>
            <a:ext cx="430212" cy="2619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04457" name="Picture 65" descr="Screen shot 2013-12-06 at 1.18.53 AM.png">
            <a:extLst>
              <a:ext uri="{FF2B5EF4-FFF2-40B4-BE49-F238E27FC236}">
                <a16:creationId xmlns:a16="http://schemas.microsoft.com/office/drawing/2014/main" id="{3864AAD5-965D-4EF2-8DBC-8AAEB5A245F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4870450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4458" name="Rectangle 66">
            <a:extLst>
              <a:ext uri="{FF2B5EF4-FFF2-40B4-BE49-F238E27FC236}">
                <a16:creationId xmlns:a16="http://schemas.microsoft.com/office/drawing/2014/main" id="{5C06584B-AC79-4A37-B505-B268A1321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1463" y="6319838"/>
            <a:ext cx="430212" cy="261937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459" name="Rectangle 111">
            <a:extLst>
              <a:ext uri="{FF2B5EF4-FFF2-40B4-BE49-F238E27FC236}">
                <a16:creationId xmlns:a16="http://schemas.microsoft.com/office/drawing/2014/main" id="{2DB61560-C495-4A7D-A622-5B2AC0F4F5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4638" y="3136900"/>
            <a:ext cx="209550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460" name="Rectangle 69">
            <a:extLst>
              <a:ext uri="{FF2B5EF4-FFF2-40B4-BE49-F238E27FC236}">
                <a16:creationId xmlns:a16="http://schemas.microsoft.com/office/drawing/2014/main" id="{23650985-AEB9-4D30-8251-0C749F6A8A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6002338"/>
            <a:ext cx="293687" cy="261937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461" name="Rectangle 70">
            <a:extLst>
              <a:ext uri="{FF2B5EF4-FFF2-40B4-BE49-F238E27FC236}">
                <a16:creationId xmlns:a16="http://schemas.microsoft.com/office/drawing/2014/main" id="{F69293E9-857A-4FC5-BF74-7196BFB3A0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5200" y="6248400"/>
            <a:ext cx="609600" cy="457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104462" name="Straight Arrow Connector 71">
            <a:extLst>
              <a:ext uri="{FF2B5EF4-FFF2-40B4-BE49-F238E27FC236}">
                <a16:creationId xmlns:a16="http://schemas.microsoft.com/office/drawing/2014/main" id="{E5899133-6CF5-4D93-8C04-DC4FBEBBCD79}"/>
              </a:ext>
            </a:extLst>
          </p:cNvPr>
          <p:cNvCxnSpPr>
            <a:cxnSpLocks noChangeShapeType="1"/>
            <a:stCxn id="104454" idx="2"/>
          </p:cNvCxnSpPr>
          <p:nvPr/>
        </p:nvCxnSpPr>
        <p:spPr bwMode="auto">
          <a:xfrm>
            <a:off x="4762500" y="3971925"/>
            <a:ext cx="2678113" cy="2276475"/>
          </a:xfrm>
          <a:prstGeom prst="straightConnector1">
            <a:avLst/>
          </a:prstGeom>
          <a:noFill/>
          <a:ln w="25400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Rectangle 2">
            <a:extLst>
              <a:ext uri="{FF2B5EF4-FFF2-40B4-BE49-F238E27FC236}">
                <a16:creationId xmlns:a16="http://schemas.microsoft.com/office/drawing/2014/main" id="{4B6932E1-201A-47DF-A28C-48A25F1B83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pic>
        <p:nvPicPr>
          <p:cNvPr id="105474" name="Picture 2" descr="Screen shot 2013-12-05 at 11.59.56 PM.png">
            <a:extLst>
              <a:ext uri="{FF2B5EF4-FFF2-40B4-BE49-F238E27FC236}">
                <a16:creationId xmlns:a16="http://schemas.microsoft.com/office/drawing/2014/main" id="{FEF70CBE-B017-4C78-81AA-24299675FEF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3063" y="2112963"/>
            <a:ext cx="4916487" cy="242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5475" name="Group 127">
            <a:extLst>
              <a:ext uri="{FF2B5EF4-FFF2-40B4-BE49-F238E27FC236}">
                <a16:creationId xmlns:a16="http://schemas.microsoft.com/office/drawing/2014/main" id="{1A1E5382-0542-4714-973B-4974FDD7203D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105489" name="Rectangle 85">
              <a:extLst>
                <a:ext uri="{FF2B5EF4-FFF2-40B4-BE49-F238E27FC236}">
                  <a16:creationId xmlns:a16="http://schemas.microsoft.com/office/drawing/2014/main" id="{C47AD66A-1212-4B30-A52B-E623C76D4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90" name="Rectangle 86">
              <a:extLst>
                <a:ext uri="{FF2B5EF4-FFF2-40B4-BE49-F238E27FC236}">
                  <a16:creationId xmlns:a16="http://schemas.microsoft.com/office/drawing/2014/main" id="{98E41117-F5BD-46A5-95E7-C790E2EB3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91" name="Rectangle 88">
              <a:extLst>
                <a:ext uri="{FF2B5EF4-FFF2-40B4-BE49-F238E27FC236}">
                  <a16:creationId xmlns:a16="http://schemas.microsoft.com/office/drawing/2014/main" id="{A7068D66-B2A0-4294-AEBE-30C702731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92" name="Rectangle 89">
              <a:extLst>
                <a:ext uri="{FF2B5EF4-FFF2-40B4-BE49-F238E27FC236}">
                  <a16:creationId xmlns:a16="http://schemas.microsoft.com/office/drawing/2014/main" id="{8EB5FDCF-7803-4299-B93D-39075DBBA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93" name="Rectangle 90">
              <a:extLst>
                <a:ext uri="{FF2B5EF4-FFF2-40B4-BE49-F238E27FC236}">
                  <a16:creationId xmlns:a16="http://schemas.microsoft.com/office/drawing/2014/main" id="{236F6427-36D1-4139-8693-6BB5F5ED7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94" name="Rectangle 91">
              <a:extLst>
                <a:ext uri="{FF2B5EF4-FFF2-40B4-BE49-F238E27FC236}">
                  <a16:creationId xmlns:a16="http://schemas.microsoft.com/office/drawing/2014/main" id="{344B09C3-109E-4CBB-9F38-6E8C0EC38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95" name="Rectangle 92">
              <a:extLst>
                <a:ext uri="{FF2B5EF4-FFF2-40B4-BE49-F238E27FC236}">
                  <a16:creationId xmlns:a16="http://schemas.microsoft.com/office/drawing/2014/main" id="{A914C687-12C5-40E6-9494-940CC948F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96" name="Rectangle 93">
              <a:extLst>
                <a:ext uri="{FF2B5EF4-FFF2-40B4-BE49-F238E27FC236}">
                  <a16:creationId xmlns:a16="http://schemas.microsoft.com/office/drawing/2014/main" id="{3B3FB15B-E1A2-4832-A843-10EDDB6B7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97" name="Rectangle 94">
              <a:extLst>
                <a:ext uri="{FF2B5EF4-FFF2-40B4-BE49-F238E27FC236}">
                  <a16:creationId xmlns:a16="http://schemas.microsoft.com/office/drawing/2014/main" id="{1854BE21-0DD9-4B38-93F0-8958804E7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98" name="Rectangle 95">
              <a:extLst>
                <a:ext uri="{FF2B5EF4-FFF2-40B4-BE49-F238E27FC236}">
                  <a16:creationId xmlns:a16="http://schemas.microsoft.com/office/drawing/2014/main" id="{1D07DB8E-5AD6-42F0-855D-F663FBBB7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99" name="Rectangle 96">
              <a:extLst>
                <a:ext uri="{FF2B5EF4-FFF2-40B4-BE49-F238E27FC236}">
                  <a16:creationId xmlns:a16="http://schemas.microsoft.com/office/drawing/2014/main" id="{6B664131-D0F1-4453-A74F-7CFEC17B0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00" name="Rectangle 97">
              <a:extLst>
                <a:ext uri="{FF2B5EF4-FFF2-40B4-BE49-F238E27FC236}">
                  <a16:creationId xmlns:a16="http://schemas.microsoft.com/office/drawing/2014/main" id="{F05FB2E7-CC22-4AF0-88EC-61989BAC6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01" name="Rectangle 98">
              <a:extLst>
                <a:ext uri="{FF2B5EF4-FFF2-40B4-BE49-F238E27FC236}">
                  <a16:creationId xmlns:a16="http://schemas.microsoft.com/office/drawing/2014/main" id="{6D4CCAD8-FC9B-45DA-995A-EAE3F3053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02" name="Rectangle 99">
              <a:extLst>
                <a:ext uri="{FF2B5EF4-FFF2-40B4-BE49-F238E27FC236}">
                  <a16:creationId xmlns:a16="http://schemas.microsoft.com/office/drawing/2014/main" id="{5EA8C5C6-5242-42E4-83B8-559F9AA25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03" name="Rectangle 100">
              <a:extLst>
                <a:ext uri="{FF2B5EF4-FFF2-40B4-BE49-F238E27FC236}">
                  <a16:creationId xmlns:a16="http://schemas.microsoft.com/office/drawing/2014/main" id="{D7F48CA9-E671-4110-AE39-987F66B64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04" name="Rectangle 101">
              <a:extLst>
                <a:ext uri="{FF2B5EF4-FFF2-40B4-BE49-F238E27FC236}">
                  <a16:creationId xmlns:a16="http://schemas.microsoft.com/office/drawing/2014/main" id="{429FB865-F9BC-4CBC-A97D-355D87654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05" name="Rectangle 102">
              <a:extLst>
                <a:ext uri="{FF2B5EF4-FFF2-40B4-BE49-F238E27FC236}">
                  <a16:creationId xmlns:a16="http://schemas.microsoft.com/office/drawing/2014/main" id="{92A72993-512E-42DB-A903-3C9DF859A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06" name="Rectangle 103">
              <a:extLst>
                <a:ext uri="{FF2B5EF4-FFF2-40B4-BE49-F238E27FC236}">
                  <a16:creationId xmlns:a16="http://schemas.microsoft.com/office/drawing/2014/main" id="{FBF6C23F-170D-4098-A6E7-A4076CB13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07" name="Rectangle 104">
              <a:extLst>
                <a:ext uri="{FF2B5EF4-FFF2-40B4-BE49-F238E27FC236}">
                  <a16:creationId xmlns:a16="http://schemas.microsoft.com/office/drawing/2014/main" id="{00DD39A2-2C56-4A01-8D12-3D0D0F295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08" name="Rectangle 105">
              <a:extLst>
                <a:ext uri="{FF2B5EF4-FFF2-40B4-BE49-F238E27FC236}">
                  <a16:creationId xmlns:a16="http://schemas.microsoft.com/office/drawing/2014/main" id="{66A0DEBB-4D48-4C3C-991B-BDEEEF72C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09" name="Rectangle 106">
              <a:extLst>
                <a:ext uri="{FF2B5EF4-FFF2-40B4-BE49-F238E27FC236}">
                  <a16:creationId xmlns:a16="http://schemas.microsoft.com/office/drawing/2014/main" id="{046BD2BE-C80F-455B-8538-8E4AEE6D5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10" name="Rectangle 107">
              <a:extLst>
                <a:ext uri="{FF2B5EF4-FFF2-40B4-BE49-F238E27FC236}">
                  <a16:creationId xmlns:a16="http://schemas.microsoft.com/office/drawing/2014/main" id="{ED1106FD-8EFE-4E47-A3F4-82CC95145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11" name="Rectangle 108">
              <a:extLst>
                <a:ext uri="{FF2B5EF4-FFF2-40B4-BE49-F238E27FC236}">
                  <a16:creationId xmlns:a16="http://schemas.microsoft.com/office/drawing/2014/main" id="{F86A00FA-5858-4E20-9A09-D836274D7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12" name="Rectangle 109">
              <a:extLst>
                <a:ext uri="{FF2B5EF4-FFF2-40B4-BE49-F238E27FC236}">
                  <a16:creationId xmlns:a16="http://schemas.microsoft.com/office/drawing/2014/main" id="{D69E52BA-23F0-491E-8573-E3F73A973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13" name="Rectangle 110">
              <a:extLst>
                <a:ext uri="{FF2B5EF4-FFF2-40B4-BE49-F238E27FC236}">
                  <a16:creationId xmlns:a16="http://schemas.microsoft.com/office/drawing/2014/main" id="{DB0F3F4D-8253-4A8C-AF41-CB6BDB262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14" name="Rectangle 112">
              <a:extLst>
                <a:ext uri="{FF2B5EF4-FFF2-40B4-BE49-F238E27FC236}">
                  <a16:creationId xmlns:a16="http://schemas.microsoft.com/office/drawing/2014/main" id="{1009E07C-F7A4-4264-9CA0-624A535D8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15" name="Rectangle 114">
              <a:extLst>
                <a:ext uri="{FF2B5EF4-FFF2-40B4-BE49-F238E27FC236}">
                  <a16:creationId xmlns:a16="http://schemas.microsoft.com/office/drawing/2014/main" id="{49D1DDA1-F6FB-477E-914A-412028758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16" name="Rectangle 115">
              <a:extLst>
                <a:ext uri="{FF2B5EF4-FFF2-40B4-BE49-F238E27FC236}">
                  <a16:creationId xmlns:a16="http://schemas.microsoft.com/office/drawing/2014/main" id="{47FABDF7-50DD-4890-AA0E-E77F701B9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17" name="Rectangle 116">
              <a:extLst>
                <a:ext uri="{FF2B5EF4-FFF2-40B4-BE49-F238E27FC236}">
                  <a16:creationId xmlns:a16="http://schemas.microsoft.com/office/drawing/2014/main" id="{DC7E3C68-B415-4853-B370-E43A054C9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18" name="Rectangle 117">
              <a:extLst>
                <a:ext uri="{FF2B5EF4-FFF2-40B4-BE49-F238E27FC236}">
                  <a16:creationId xmlns:a16="http://schemas.microsoft.com/office/drawing/2014/main" id="{32CE31D2-4F4F-4CD5-9C15-841A81F73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19" name="Rectangle 118">
              <a:extLst>
                <a:ext uri="{FF2B5EF4-FFF2-40B4-BE49-F238E27FC236}">
                  <a16:creationId xmlns:a16="http://schemas.microsoft.com/office/drawing/2014/main" id="{C288D80D-D59A-4021-BB58-7322BCB11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20" name="Rectangle 120">
              <a:extLst>
                <a:ext uri="{FF2B5EF4-FFF2-40B4-BE49-F238E27FC236}">
                  <a16:creationId xmlns:a16="http://schemas.microsoft.com/office/drawing/2014/main" id="{588DDB20-796F-4455-A31A-C46A2F77B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21" name="Rectangle 122">
              <a:extLst>
                <a:ext uri="{FF2B5EF4-FFF2-40B4-BE49-F238E27FC236}">
                  <a16:creationId xmlns:a16="http://schemas.microsoft.com/office/drawing/2014/main" id="{56E84ECC-4461-4283-AEF7-383B4B842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22" name="Rectangle 123">
              <a:extLst>
                <a:ext uri="{FF2B5EF4-FFF2-40B4-BE49-F238E27FC236}">
                  <a16:creationId xmlns:a16="http://schemas.microsoft.com/office/drawing/2014/main" id="{DE39C896-79E4-423C-97CC-DFF43A3AD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23" name="Rectangle 124">
              <a:extLst>
                <a:ext uri="{FF2B5EF4-FFF2-40B4-BE49-F238E27FC236}">
                  <a16:creationId xmlns:a16="http://schemas.microsoft.com/office/drawing/2014/main" id="{857E0EC4-61BB-43CE-9717-042B1A1C2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24" name="Rectangle 125">
              <a:extLst>
                <a:ext uri="{FF2B5EF4-FFF2-40B4-BE49-F238E27FC236}">
                  <a16:creationId xmlns:a16="http://schemas.microsoft.com/office/drawing/2014/main" id="{64B0D1A0-8649-4044-A7B9-8BB5CDACF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25" name="Rectangle 126">
              <a:extLst>
                <a:ext uri="{FF2B5EF4-FFF2-40B4-BE49-F238E27FC236}">
                  <a16:creationId xmlns:a16="http://schemas.microsoft.com/office/drawing/2014/main" id="{38CA8DBB-9BCD-40AE-806D-7088C42EA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26" name="Rectangle 128">
              <a:extLst>
                <a:ext uri="{FF2B5EF4-FFF2-40B4-BE49-F238E27FC236}">
                  <a16:creationId xmlns:a16="http://schemas.microsoft.com/office/drawing/2014/main" id="{91A4DBF7-A63B-4AB9-92B3-74B1BBDCF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27" name="Rectangle 130">
              <a:extLst>
                <a:ext uri="{FF2B5EF4-FFF2-40B4-BE49-F238E27FC236}">
                  <a16:creationId xmlns:a16="http://schemas.microsoft.com/office/drawing/2014/main" id="{F2D60BEA-0AB6-465C-8A84-74DD4126A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28" name="Rectangle 131">
              <a:extLst>
                <a:ext uri="{FF2B5EF4-FFF2-40B4-BE49-F238E27FC236}">
                  <a16:creationId xmlns:a16="http://schemas.microsoft.com/office/drawing/2014/main" id="{A863CD4D-3860-4F44-9BCA-5E38AE04C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29" name="Rectangle 132">
              <a:extLst>
                <a:ext uri="{FF2B5EF4-FFF2-40B4-BE49-F238E27FC236}">
                  <a16:creationId xmlns:a16="http://schemas.microsoft.com/office/drawing/2014/main" id="{B3707080-A738-4440-A513-D8A64A74A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30" name="Rectangle 133">
              <a:extLst>
                <a:ext uri="{FF2B5EF4-FFF2-40B4-BE49-F238E27FC236}">
                  <a16:creationId xmlns:a16="http://schemas.microsoft.com/office/drawing/2014/main" id="{D900FCB9-240D-4ACE-96ED-D8B00EB24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31" name="Rectangle 134">
              <a:extLst>
                <a:ext uri="{FF2B5EF4-FFF2-40B4-BE49-F238E27FC236}">
                  <a16:creationId xmlns:a16="http://schemas.microsoft.com/office/drawing/2014/main" id="{A6FB0409-DEAE-45F6-AC9F-2E3C7B593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32" name="Rectangle 136">
              <a:extLst>
                <a:ext uri="{FF2B5EF4-FFF2-40B4-BE49-F238E27FC236}">
                  <a16:creationId xmlns:a16="http://schemas.microsoft.com/office/drawing/2014/main" id="{B681E1EF-E71E-4BFC-8E81-8EB47E546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33" name="Rectangle 138">
              <a:extLst>
                <a:ext uri="{FF2B5EF4-FFF2-40B4-BE49-F238E27FC236}">
                  <a16:creationId xmlns:a16="http://schemas.microsoft.com/office/drawing/2014/main" id="{BCD0C710-46D2-446B-A02E-D2678EC0D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34" name="Rectangle 139">
              <a:extLst>
                <a:ext uri="{FF2B5EF4-FFF2-40B4-BE49-F238E27FC236}">
                  <a16:creationId xmlns:a16="http://schemas.microsoft.com/office/drawing/2014/main" id="{C0A78E6C-15B4-4F20-8095-C3E374364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35" name="Rectangle 140">
              <a:extLst>
                <a:ext uri="{FF2B5EF4-FFF2-40B4-BE49-F238E27FC236}">
                  <a16:creationId xmlns:a16="http://schemas.microsoft.com/office/drawing/2014/main" id="{80ED9E55-B526-4547-8898-C946BD128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5476" name="Rectangle 60">
            <a:extLst>
              <a:ext uri="{FF2B5EF4-FFF2-40B4-BE49-F238E27FC236}">
                <a16:creationId xmlns:a16="http://schemas.microsoft.com/office/drawing/2014/main" id="{62790223-F925-4190-85F9-49E498EB11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9900" y="3668713"/>
            <a:ext cx="431800" cy="261937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77" name="Rectangle 58">
            <a:extLst>
              <a:ext uri="{FF2B5EF4-FFF2-40B4-BE49-F238E27FC236}">
                <a16:creationId xmlns:a16="http://schemas.microsoft.com/office/drawing/2014/main" id="{E78976B9-DA85-4DDD-8BA0-DCA8155CE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2213" y="3668713"/>
            <a:ext cx="430212" cy="261937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78" name="Rectangle 62">
            <a:extLst>
              <a:ext uri="{FF2B5EF4-FFF2-40B4-BE49-F238E27FC236}">
                <a16:creationId xmlns:a16="http://schemas.microsoft.com/office/drawing/2014/main" id="{2C6D4E02-0D54-452A-ADF2-21DBB0B89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9000" y="3667125"/>
            <a:ext cx="125413" cy="304800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05479" name="Picture 63" descr="Screen shot 2013-12-06 at 1.18.53 AM.png">
            <a:extLst>
              <a:ext uri="{FF2B5EF4-FFF2-40B4-BE49-F238E27FC236}">
                <a16:creationId xmlns:a16="http://schemas.microsoft.com/office/drawing/2014/main" id="{01B15ABB-ECC3-4ED5-9ABF-47CD04AC075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8325" y="4876800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5480" name="Rectangle 64">
            <a:extLst>
              <a:ext uri="{FF2B5EF4-FFF2-40B4-BE49-F238E27FC236}">
                <a16:creationId xmlns:a16="http://schemas.microsoft.com/office/drawing/2014/main" id="{CC9D2A2B-17F5-46FF-B897-144B43DC3F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8988" y="5991225"/>
            <a:ext cx="430212" cy="2619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05481" name="Picture 65" descr="Screen shot 2013-12-06 at 1.18.53 AM.png">
            <a:extLst>
              <a:ext uri="{FF2B5EF4-FFF2-40B4-BE49-F238E27FC236}">
                <a16:creationId xmlns:a16="http://schemas.microsoft.com/office/drawing/2014/main" id="{DCB1669B-CEE8-4B5F-B249-382048580E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4870450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5482" name="Rectangle 66">
            <a:extLst>
              <a:ext uri="{FF2B5EF4-FFF2-40B4-BE49-F238E27FC236}">
                <a16:creationId xmlns:a16="http://schemas.microsoft.com/office/drawing/2014/main" id="{50E251A0-FEC0-4A50-8881-1678CEA301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1463" y="6319838"/>
            <a:ext cx="430212" cy="261937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83" name="Rectangle 111">
            <a:extLst>
              <a:ext uri="{FF2B5EF4-FFF2-40B4-BE49-F238E27FC236}">
                <a16:creationId xmlns:a16="http://schemas.microsoft.com/office/drawing/2014/main" id="{A012F3BA-E16F-45B7-9723-01500F69B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4638" y="3136900"/>
            <a:ext cx="209550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84" name="Rectangle 69">
            <a:extLst>
              <a:ext uri="{FF2B5EF4-FFF2-40B4-BE49-F238E27FC236}">
                <a16:creationId xmlns:a16="http://schemas.microsoft.com/office/drawing/2014/main" id="{122E7448-E60C-4652-B937-1C2E60CCA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6002338"/>
            <a:ext cx="293687" cy="261937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85" name="Rectangle 70">
            <a:extLst>
              <a:ext uri="{FF2B5EF4-FFF2-40B4-BE49-F238E27FC236}">
                <a16:creationId xmlns:a16="http://schemas.microsoft.com/office/drawing/2014/main" id="{D6DE9844-66AA-42A9-8AF5-7DA2F414C4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5200" y="6248400"/>
            <a:ext cx="609600" cy="457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86" name="TextBox 1">
            <a:extLst>
              <a:ext uri="{FF2B5EF4-FFF2-40B4-BE49-F238E27FC236}">
                <a16:creationId xmlns:a16="http://schemas.microsoft.com/office/drawing/2014/main" id="{C560EEBC-5345-444A-BDD5-C98FCC16C7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2113" y="6264275"/>
            <a:ext cx="90328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= 1 = 0</a:t>
            </a:r>
          </a:p>
        </p:txBody>
      </p:sp>
      <p:cxnSp>
        <p:nvCxnSpPr>
          <p:cNvPr id="105487" name="Straight Arrow Connector 71">
            <a:extLst>
              <a:ext uri="{FF2B5EF4-FFF2-40B4-BE49-F238E27FC236}">
                <a16:creationId xmlns:a16="http://schemas.microsoft.com/office/drawing/2014/main" id="{5ECB6A80-53A5-497C-9A67-29CFBE453EA9}"/>
              </a:ext>
            </a:extLst>
          </p:cNvPr>
          <p:cNvCxnSpPr>
            <a:cxnSpLocks noChangeShapeType="1"/>
            <a:stCxn id="105478" idx="2"/>
          </p:cNvCxnSpPr>
          <p:nvPr/>
        </p:nvCxnSpPr>
        <p:spPr bwMode="auto">
          <a:xfrm>
            <a:off x="4762500" y="3971925"/>
            <a:ext cx="2678113" cy="2276475"/>
          </a:xfrm>
          <a:prstGeom prst="straightConnector1">
            <a:avLst/>
          </a:prstGeom>
          <a:noFill/>
          <a:ln w="25400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5488" name="Straight Connector 7">
            <a:extLst>
              <a:ext uri="{FF2B5EF4-FFF2-40B4-BE49-F238E27FC236}">
                <a16:creationId xmlns:a16="http://schemas.microsoft.com/office/drawing/2014/main" id="{0EC5712C-A585-4A10-B0BF-78EC91FAEB5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248650" y="6261100"/>
            <a:ext cx="2063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7" name="Rectangle 2">
            <a:extLst>
              <a:ext uri="{FF2B5EF4-FFF2-40B4-BE49-F238E27FC236}">
                <a16:creationId xmlns:a16="http://schemas.microsoft.com/office/drawing/2014/main" id="{5A72318E-C83E-4A10-A64F-ECEB0583AF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pic>
        <p:nvPicPr>
          <p:cNvPr id="106498" name="Picture 2" descr="Screen shot 2013-12-05 at 11.59.56 PM.png">
            <a:extLst>
              <a:ext uri="{FF2B5EF4-FFF2-40B4-BE49-F238E27FC236}">
                <a16:creationId xmlns:a16="http://schemas.microsoft.com/office/drawing/2014/main" id="{487A0E13-73FE-4647-A7BC-127AF5ACAF8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3063" y="2112963"/>
            <a:ext cx="4916487" cy="242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499" name="Group 127">
            <a:extLst>
              <a:ext uri="{FF2B5EF4-FFF2-40B4-BE49-F238E27FC236}">
                <a16:creationId xmlns:a16="http://schemas.microsoft.com/office/drawing/2014/main" id="{1B889465-AEDC-4880-BA4C-CC3F242DFA1A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106515" name="Rectangle 85">
              <a:extLst>
                <a:ext uri="{FF2B5EF4-FFF2-40B4-BE49-F238E27FC236}">
                  <a16:creationId xmlns:a16="http://schemas.microsoft.com/office/drawing/2014/main" id="{70FA7A11-8347-417A-923A-7EF425188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16" name="Rectangle 86">
              <a:extLst>
                <a:ext uri="{FF2B5EF4-FFF2-40B4-BE49-F238E27FC236}">
                  <a16:creationId xmlns:a16="http://schemas.microsoft.com/office/drawing/2014/main" id="{E0D3AE66-3F15-47DE-8C82-1E02C27F3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17" name="Rectangle 88">
              <a:extLst>
                <a:ext uri="{FF2B5EF4-FFF2-40B4-BE49-F238E27FC236}">
                  <a16:creationId xmlns:a16="http://schemas.microsoft.com/office/drawing/2014/main" id="{9CB9B129-ED35-4A89-9520-BB11375B0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18" name="Rectangle 89">
              <a:extLst>
                <a:ext uri="{FF2B5EF4-FFF2-40B4-BE49-F238E27FC236}">
                  <a16:creationId xmlns:a16="http://schemas.microsoft.com/office/drawing/2014/main" id="{4C5898B3-AAED-455E-817C-F4E7E4496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19" name="Rectangle 90">
              <a:extLst>
                <a:ext uri="{FF2B5EF4-FFF2-40B4-BE49-F238E27FC236}">
                  <a16:creationId xmlns:a16="http://schemas.microsoft.com/office/drawing/2014/main" id="{82607235-B4B3-43EB-85CB-AD581B8F9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20" name="Rectangle 91">
              <a:extLst>
                <a:ext uri="{FF2B5EF4-FFF2-40B4-BE49-F238E27FC236}">
                  <a16:creationId xmlns:a16="http://schemas.microsoft.com/office/drawing/2014/main" id="{5DC89257-E331-49A9-962D-F40EFE470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21" name="Rectangle 92">
              <a:extLst>
                <a:ext uri="{FF2B5EF4-FFF2-40B4-BE49-F238E27FC236}">
                  <a16:creationId xmlns:a16="http://schemas.microsoft.com/office/drawing/2014/main" id="{8DDC2E87-2FB8-48A0-890B-44D8AF1ED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22" name="Rectangle 93">
              <a:extLst>
                <a:ext uri="{FF2B5EF4-FFF2-40B4-BE49-F238E27FC236}">
                  <a16:creationId xmlns:a16="http://schemas.microsoft.com/office/drawing/2014/main" id="{8805C475-3BCE-4C3F-9BD4-74AA9C7C4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23" name="Rectangle 94">
              <a:extLst>
                <a:ext uri="{FF2B5EF4-FFF2-40B4-BE49-F238E27FC236}">
                  <a16:creationId xmlns:a16="http://schemas.microsoft.com/office/drawing/2014/main" id="{A853256F-423C-47DC-80F4-4A90629FC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24" name="Rectangle 95">
              <a:extLst>
                <a:ext uri="{FF2B5EF4-FFF2-40B4-BE49-F238E27FC236}">
                  <a16:creationId xmlns:a16="http://schemas.microsoft.com/office/drawing/2014/main" id="{40B95648-2680-4D7B-A8C3-1B3187D4F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25" name="Rectangle 96">
              <a:extLst>
                <a:ext uri="{FF2B5EF4-FFF2-40B4-BE49-F238E27FC236}">
                  <a16:creationId xmlns:a16="http://schemas.microsoft.com/office/drawing/2014/main" id="{351D7B6A-4E2E-423A-8147-AF179DA0A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26" name="Rectangle 97">
              <a:extLst>
                <a:ext uri="{FF2B5EF4-FFF2-40B4-BE49-F238E27FC236}">
                  <a16:creationId xmlns:a16="http://schemas.microsoft.com/office/drawing/2014/main" id="{CA7D2669-22C3-4812-99F1-5FE6EFF53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27" name="Rectangle 98">
              <a:extLst>
                <a:ext uri="{FF2B5EF4-FFF2-40B4-BE49-F238E27FC236}">
                  <a16:creationId xmlns:a16="http://schemas.microsoft.com/office/drawing/2014/main" id="{9C7EAE88-0F1D-44A6-BB8C-5029FDA49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28" name="Rectangle 99">
              <a:extLst>
                <a:ext uri="{FF2B5EF4-FFF2-40B4-BE49-F238E27FC236}">
                  <a16:creationId xmlns:a16="http://schemas.microsoft.com/office/drawing/2014/main" id="{86F64D07-67EF-4C79-B01D-E9A1DD6DE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29" name="Rectangle 100">
              <a:extLst>
                <a:ext uri="{FF2B5EF4-FFF2-40B4-BE49-F238E27FC236}">
                  <a16:creationId xmlns:a16="http://schemas.microsoft.com/office/drawing/2014/main" id="{7CA93D14-900C-4D5D-A20C-9EDE6CEBC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30" name="Rectangle 101">
              <a:extLst>
                <a:ext uri="{FF2B5EF4-FFF2-40B4-BE49-F238E27FC236}">
                  <a16:creationId xmlns:a16="http://schemas.microsoft.com/office/drawing/2014/main" id="{15FE82D4-D19C-4466-A543-68F3D3030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31" name="Rectangle 102">
              <a:extLst>
                <a:ext uri="{FF2B5EF4-FFF2-40B4-BE49-F238E27FC236}">
                  <a16:creationId xmlns:a16="http://schemas.microsoft.com/office/drawing/2014/main" id="{FC59CA24-9975-4B46-A44D-1992C4588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32" name="Rectangle 103">
              <a:extLst>
                <a:ext uri="{FF2B5EF4-FFF2-40B4-BE49-F238E27FC236}">
                  <a16:creationId xmlns:a16="http://schemas.microsoft.com/office/drawing/2014/main" id="{5692AE00-60AD-4B8A-97C8-D77464F69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33" name="Rectangle 104">
              <a:extLst>
                <a:ext uri="{FF2B5EF4-FFF2-40B4-BE49-F238E27FC236}">
                  <a16:creationId xmlns:a16="http://schemas.microsoft.com/office/drawing/2014/main" id="{892427A9-A7D4-4F4D-805F-D32A7753D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34" name="Rectangle 105">
              <a:extLst>
                <a:ext uri="{FF2B5EF4-FFF2-40B4-BE49-F238E27FC236}">
                  <a16:creationId xmlns:a16="http://schemas.microsoft.com/office/drawing/2014/main" id="{F944C88E-886A-42CC-81FD-1EED219FC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35" name="Rectangle 106">
              <a:extLst>
                <a:ext uri="{FF2B5EF4-FFF2-40B4-BE49-F238E27FC236}">
                  <a16:creationId xmlns:a16="http://schemas.microsoft.com/office/drawing/2014/main" id="{A4741889-CB8F-4F46-88AA-6F46DACEC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36" name="Rectangle 107">
              <a:extLst>
                <a:ext uri="{FF2B5EF4-FFF2-40B4-BE49-F238E27FC236}">
                  <a16:creationId xmlns:a16="http://schemas.microsoft.com/office/drawing/2014/main" id="{EB64F539-B95B-4F4F-AA08-B6C2E1D21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37" name="Rectangle 108">
              <a:extLst>
                <a:ext uri="{FF2B5EF4-FFF2-40B4-BE49-F238E27FC236}">
                  <a16:creationId xmlns:a16="http://schemas.microsoft.com/office/drawing/2014/main" id="{A8EAB1C2-0715-4E85-90B5-7DC612E79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38" name="Rectangle 109">
              <a:extLst>
                <a:ext uri="{FF2B5EF4-FFF2-40B4-BE49-F238E27FC236}">
                  <a16:creationId xmlns:a16="http://schemas.microsoft.com/office/drawing/2014/main" id="{E0466F70-AA8B-44C7-BFD9-AB49DE535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39" name="Rectangle 110">
              <a:extLst>
                <a:ext uri="{FF2B5EF4-FFF2-40B4-BE49-F238E27FC236}">
                  <a16:creationId xmlns:a16="http://schemas.microsoft.com/office/drawing/2014/main" id="{B3CEE6A7-45B2-47FD-AC94-A1FE6D5DF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40" name="Rectangle 112">
              <a:extLst>
                <a:ext uri="{FF2B5EF4-FFF2-40B4-BE49-F238E27FC236}">
                  <a16:creationId xmlns:a16="http://schemas.microsoft.com/office/drawing/2014/main" id="{375FCFCD-025F-46A7-90E5-2519A0C63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41" name="Rectangle 114">
              <a:extLst>
                <a:ext uri="{FF2B5EF4-FFF2-40B4-BE49-F238E27FC236}">
                  <a16:creationId xmlns:a16="http://schemas.microsoft.com/office/drawing/2014/main" id="{7D57593F-79FA-44F1-8AD1-5CF0EA8CC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42" name="Rectangle 115">
              <a:extLst>
                <a:ext uri="{FF2B5EF4-FFF2-40B4-BE49-F238E27FC236}">
                  <a16:creationId xmlns:a16="http://schemas.microsoft.com/office/drawing/2014/main" id="{B11DD3C3-5466-4440-A1F5-228877DD9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43" name="Rectangle 116">
              <a:extLst>
                <a:ext uri="{FF2B5EF4-FFF2-40B4-BE49-F238E27FC236}">
                  <a16:creationId xmlns:a16="http://schemas.microsoft.com/office/drawing/2014/main" id="{A3CDB0D9-76E3-4C8B-929B-0977639C3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44" name="Rectangle 117">
              <a:extLst>
                <a:ext uri="{FF2B5EF4-FFF2-40B4-BE49-F238E27FC236}">
                  <a16:creationId xmlns:a16="http://schemas.microsoft.com/office/drawing/2014/main" id="{CCDE5E28-54A5-4AF5-A1CA-F52727BFE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45" name="Rectangle 118">
              <a:extLst>
                <a:ext uri="{FF2B5EF4-FFF2-40B4-BE49-F238E27FC236}">
                  <a16:creationId xmlns:a16="http://schemas.microsoft.com/office/drawing/2014/main" id="{DFB01BC0-46DD-4E9F-849F-2C57B7458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46" name="Rectangle 120">
              <a:extLst>
                <a:ext uri="{FF2B5EF4-FFF2-40B4-BE49-F238E27FC236}">
                  <a16:creationId xmlns:a16="http://schemas.microsoft.com/office/drawing/2014/main" id="{C11AF950-6430-4CB9-B51B-C1E689B70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47" name="Rectangle 122">
              <a:extLst>
                <a:ext uri="{FF2B5EF4-FFF2-40B4-BE49-F238E27FC236}">
                  <a16:creationId xmlns:a16="http://schemas.microsoft.com/office/drawing/2014/main" id="{F02032B2-4A12-45E0-86E1-E7BE421A2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48" name="Rectangle 123">
              <a:extLst>
                <a:ext uri="{FF2B5EF4-FFF2-40B4-BE49-F238E27FC236}">
                  <a16:creationId xmlns:a16="http://schemas.microsoft.com/office/drawing/2014/main" id="{011EF9FC-8CE4-4924-9BDE-5956DBFFF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49" name="Rectangle 124">
              <a:extLst>
                <a:ext uri="{FF2B5EF4-FFF2-40B4-BE49-F238E27FC236}">
                  <a16:creationId xmlns:a16="http://schemas.microsoft.com/office/drawing/2014/main" id="{08D095D1-E66A-4A3D-B406-45FAC1791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50" name="Rectangle 125">
              <a:extLst>
                <a:ext uri="{FF2B5EF4-FFF2-40B4-BE49-F238E27FC236}">
                  <a16:creationId xmlns:a16="http://schemas.microsoft.com/office/drawing/2014/main" id="{AEAF610E-2875-400D-AC9E-256E5073E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51" name="Rectangle 126">
              <a:extLst>
                <a:ext uri="{FF2B5EF4-FFF2-40B4-BE49-F238E27FC236}">
                  <a16:creationId xmlns:a16="http://schemas.microsoft.com/office/drawing/2014/main" id="{7B072738-C972-4F9C-8DE9-9386E352C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52" name="Rectangle 128">
              <a:extLst>
                <a:ext uri="{FF2B5EF4-FFF2-40B4-BE49-F238E27FC236}">
                  <a16:creationId xmlns:a16="http://schemas.microsoft.com/office/drawing/2014/main" id="{0807C970-B708-4CE7-8F0B-2CDF91CB8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53" name="Rectangle 130">
              <a:extLst>
                <a:ext uri="{FF2B5EF4-FFF2-40B4-BE49-F238E27FC236}">
                  <a16:creationId xmlns:a16="http://schemas.microsoft.com/office/drawing/2014/main" id="{D86CAB10-130B-460C-89F5-3844499DC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54" name="Rectangle 131">
              <a:extLst>
                <a:ext uri="{FF2B5EF4-FFF2-40B4-BE49-F238E27FC236}">
                  <a16:creationId xmlns:a16="http://schemas.microsoft.com/office/drawing/2014/main" id="{27BF2233-41E1-4D38-B9EB-BFFF11806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55" name="Rectangle 132">
              <a:extLst>
                <a:ext uri="{FF2B5EF4-FFF2-40B4-BE49-F238E27FC236}">
                  <a16:creationId xmlns:a16="http://schemas.microsoft.com/office/drawing/2014/main" id="{5630C157-F482-4C5C-9631-CE0A48A98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56" name="Rectangle 133">
              <a:extLst>
                <a:ext uri="{FF2B5EF4-FFF2-40B4-BE49-F238E27FC236}">
                  <a16:creationId xmlns:a16="http://schemas.microsoft.com/office/drawing/2014/main" id="{BEFDA1FA-2F65-4C04-B1C9-68F44D7A5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57" name="Rectangle 134">
              <a:extLst>
                <a:ext uri="{FF2B5EF4-FFF2-40B4-BE49-F238E27FC236}">
                  <a16:creationId xmlns:a16="http://schemas.microsoft.com/office/drawing/2014/main" id="{3CED2F68-A9C8-48CC-B009-C01286E7E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58" name="Rectangle 136">
              <a:extLst>
                <a:ext uri="{FF2B5EF4-FFF2-40B4-BE49-F238E27FC236}">
                  <a16:creationId xmlns:a16="http://schemas.microsoft.com/office/drawing/2014/main" id="{4B939852-7D99-45A4-B8AC-962218D68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59" name="Rectangle 138">
              <a:extLst>
                <a:ext uri="{FF2B5EF4-FFF2-40B4-BE49-F238E27FC236}">
                  <a16:creationId xmlns:a16="http://schemas.microsoft.com/office/drawing/2014/main" id="{9646E8A2-5DA0-48F4-8BCC-B869463D5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60" name="Rectangle 139">
              <a:extLst>
                <a:ext uri="{FF2B5EF4-FFF2-40B4-BE49-F238E27FC236}">
                  <a16:creationId xmlns:a16="http://schemas.microsoft.com/office/drawing/2014/main" id="{EE9D416F-ADBB-4AB0-87DC-FA73DD312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561" name="Rectangle 140">
              <a:extLst>
                <a:ext uri="{FF2B5EF4-FFF2-40B4-BE49-F238E27FC236}">
                  <a16:creationId xmlns:a16="http://schemas.microsoft.com/office/drawing/2014/main" id="{0D3542AC-8099-4A4B-8CC4-9B88ABDE2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6500" name="Rectangle 60">
            <a:extLst>
              <a:ext uri="{FF2B5EF4-FFF2-40B4-BE49-F238E27FC236}">
                <a16:creationId xmlns:a16="http://schemas.microsoft.com/office/drawing/2014/main" id="{BBF1C2FE-8FD8-44F7-A307-63CF449955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9900" y="3668713"/>
            <a:ext cx="431800" cy="261937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6501" name="Rectangle 58">
            <a:extLst>
              <a:ext uri="{FF2B5EF4-FFF2-40B4-BE49-F238E27FC236}">
                <a16:creationId xmlns:a16="http://schemas.microsoft.com/office/drawing/2014/main" id="{89D2F746-F92B-4F7E-9899-C2950B4057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2213" y="3668713"/>
            <a:ext cx="430212" cy="261937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06502" name="Picture 63" descr="Screen shot 2013-12-06 at 1.18.53 AM.png">
            <a:extLst>
              <a:ext uri="{FF2B5EF4-FFF2-40B4-BE49-F238E27FC236}">
                <a16:creationId xmlns:a16="http://schemas.microsoft.com/office/drawing/2014/main" id="{5CE24A3F-1DC6-4B05-97EE-9692272805B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8325" y="4876800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6503" name="Rectangle 64">
            <a:extLst>
              <a:ext uri="{FF2B5EF4-FFF2-40B4-BE49-F238E27FC236}">
                <a16:creationId xmlns:a16="http://schemas.microsoft.com/office/drawing/2014/main" id="{1B53342B-F734-40B4-80DC-9FB4821145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8988" y="5991225"/>
            <a:ext cx="430212" cy="261938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06504" name="Picture 65" descr="Screen shot 2013-12-06 at 1.18.53 AM.png">
            <a:extLst>
              <a:ext uri="{FF2B5EF4-FFF2-40B4-BE49-F238E27FC236}">
                <a16:creationId xmlns:a16="http://schemas.microsoft.com/office/drawing/2014/main" id="{9259C36D-6AE4-4E0A-AF5A-7CFCA6AF9F1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4870450"/>
            <a:ext cx="1746250" cy="189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6505" name="Rectangle 66">
            <a:extLst>
              <a:ext uri="{FF2B5EF4-FFF2-40B4-BE49-F238E27FC236}">
                <a16:creationId xmlns:a16="http://schemas.microsoft.com/office/drawing/2014/main" id="{930D8F24-B82D-400C-8025-63CC7350C6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1463" y="6319838"/>
            <a:ext cx="430212" cy="261937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6506" name="Rectangle 111">
            <a:extLst>
              <a:ext uri="{FF2B5EF4-FFF2-40B4-BE49-F238E27FC236}">
                <a16:creationId xmlns:a16="http://schemas.microsoft.com/office/drawing/2014/main" id="{8A161D0A-12DF-46D7-84AA-86AD09A73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4638" y="3136900"/>
            <a:ext cx="209550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6507" name="Rectangle 121">
            <a:extLst>
              <a:ext uri="{FF2B5EF4-FFF2-40B4-BE49-F238E27FC236}">
                <a16:creationId xmlns:a16="http://schemas.microsoft.com/office/drawing/2014/main" id="{EEB0C04A-6F30-459F-AB9B-D8ADF9D66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7125" y="34067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6508" name="Rectangle 68">
            <a:extLst>
              <a:ext uri="{FF2B5EF4-FFF2-40B4-BE49-F238E27FC236}">
                <a16:creationId xmlns:a16="http://schemas.microsoft.com/office/drawing/2014/main" id="{3A443EE4-7369-411E-8BF4-4A54305BB9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1075" y="3429000"/>
            <a:ext cx="430213" cy="261938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6509" name="Rectangle 69">
            <a:extLst>
              <a:ext uri="{FF2B5EF4-FFF2-40B4-BE49-F238E27FC236}">
                <a16:creationId xmlns:a16="http://schemas.microsoft.com/office/drawing/2014/main" id="{E1F088D0-DB68-4C5F-BD6F-A83495DB0A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6002338"/>
            <a:ext cx="293687" cy="261937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6510" name="Rectangle 70">
            <a:extLst>
              <a:ext uri="{FF2B5EF4-FFF2-40B4-BE49-F238E27FC236}">
                <a16:creationId xmlns:a16="http://schemas.microsoft.com/office/drawing/2014/main" id="{B36E1C55-4D89-434D-868E-87A6F7D0A1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5200" y="6248400"/>
            <a:ext cx="609600" cy="457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6511" name="TextBox 1">
            <a:extLst>
              <a:ext uri="{FF2B5EF4-FFF2-40B4-BE49-F238E27FC236}">
                <a16:creationId xmlns:a16="http://schemas.microsoft.com/office/drawing/2014/main" id="{94FBBE08-3857-43C1-BAED-86CD820FE1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2113" y="6264275"/>
            <a:ext cx="4476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=0</a:t>
            </a:r>
          </a:p>
        </p:txBody>
      </p:sp>
      <p:sp>
        <p:nvSpPr>
          <p:cNvPr id="106512" name="TextBox 72">
            <a:extLst>
              <a:ext uri="{FF2B5EF4-FFF2-40B4-BE49-F238E27FC236}">
                <a16:creationId xmlns:a16="http://schemas.microsoft.com/office/drawing/2014/main" id="{F3E502FF-1C1B-4C63-964D-E58599E47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8" y="4921250"/>
            <a:ext cx="18732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Note that C = 10</a:t>
            </a:r>
          </a:p>
        </p:txBody>
      </p:sp>
      <p:cxnSp>
        <p:nvCxnSpPr>
          <p:cNvPr id="106513" name="Straight Arrow Connector 71">
            <a:extLst>
              <a:ext uri="{FF2B5EF4-FFF2-40B4-BE49-F238E27FC236}">
                <a16:creationId xmlns:a16="http://schemas.microsoft.com/office/drawing/2014/main" id="{9954D284-D228-4ABF-8419-DB49A540623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2614613" y="3760788"/>
            <a:ext cx="2795587" cy="2259012"/>
          </a:xfrm>
          <a:prstGeom prst="straightConnector1">
            <a:avLst/>
          </a:prstGeom>
          <a:noFill/>
          <a:ln w="25400">
            <a:solidFill>
              <a:srgbClr val="008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6514" name="Straight Arrow Connector 73">
            <a:extLst>
              <a:ext uri="{FF2B5EF4-FFF2-40B4-BE49-F238E27FC236}">
                <a16:creationId xmlns:a16="http://schemas.microsoft.com/office/drawing/2014/main" id="{0D248217-8441-413C-BFA9-0762BB808175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2728913" y="3665538"/>
            <a:ext cx="4686300" cy="2582862"/>
          </a:xfrm>
          <a:prstGeom prst="straightConnector1">
            <a:avLst/>
          </a:prstGeom>
          <a:noFill/>
          <a:ln w="25400">
            <a:solidFill>
              <a:srgbClr val="008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217B8FF6-B83F-2646-B4A1-797F1B9A7A68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220663"/>
            <a:ext cx="9144000" cy="79057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The two tables for the initial circuit</a:t>
            </a:r>
          </a:p>
        </p:txBody>
      </p:sp>
      <p:sp>
        <p:nvSpPr>
          <p:cNvPr id="107522" name="Rectangle 87">
            <a:extLst>
              <a:ext uri="{FF2B5EF4-FFF2-40B4-BE49-F238E27FC236}">
                <a16:creationId xmlns:a16="http://schemas.microsoft.com/office/drawing/2014/main" id="{5F6D92D5-3E48-46BA-BD7D-7DC7D4BEEA8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85913" y="4913313"/>
            <a:ext cx="104140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07523" name="Picture 2" descr="Screen shot 2013-12-05 at 11.59.56 PM.png">
            <a:extLst>
              <a:ext uri="{FF2B5EF4-FFF2-40B4-BE49-F238E27FC236}">
                <a16:creationId xmlns:a16="http://schemas.microsoft.com/office/drawing/2014/main" id="{C055ED4D-0E6B-4460-BC61-0CEDB8C65CF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3063" y="2112963"/>
            <a:ext cx="4916487" cy="242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7524" name="Group 127">
            <a:extLst>
              <a:ext uri="{FF2B5EF4-FFF2-40B4-BE49-F238E27FC236}">
                <a16:creationId xmlns:a16="http://schemas.microsoft.com/office/drawing/2014/main" id="{FB532644-97BB-4EB0-A40A-9E2712FA065C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107526" name="Rectangle 85">
              <a:extLst>
                <a:ext uri="{FF2B5EF4-FFF2-40B4-BE49-F238E27FC236}">
                  <a16:creationId xmlns:a16="http://schemas.microsoft.com/office/drawing/2014/main" id="{A3F9E389-E360-48C3-9D0C-40BAE776E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27" name="Rectangle 86">
              <a:extLst>
                <a:ext uri="{FF2B5EF4-FFF2-40B4-BE49-F238E27FC236}">
                  <a16:creationId xmlns:a16="http://schemas.microsoft.com/office/drawing/2014/main" id="{DBA7440D-5BF9-47B5-A65D-B7EFE8D62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28" name="Rectangle 88">
              <a:extLst>
                <a:ext uri="{FF2B5EF4-FFF2-40B4-BE49-F238E27FC236}">
                  <a16:creationId xmlns:a16="http://schemas.microsoft.com/office/drawing/2014/main" id="{E1CFED44-9E51-45D2-9CA8-C3DDD04D3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29" name="Rectangle 89">
              <a:extLst>
                <a:ext uri="{FF2B5EF4-FFF2-40B4-BE49-F238E27FC236}">
                  <a16:creationId xmlns:a16="http://schemas.microsoft.com/office/drawing/2014/main" id="{42BB02CF-42EF-4B32-BD25-3B522F5E7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30" name="Rectangle 90">
              <a:extLst>
                <a:ext uri="{FF2B5EF4-FFF2-40B4-BE49-F238E27FC236}">
                  <a16:creationId xmlns:a16="http://schemas.microsoft.com/office/drawing/2014/main" id="{BFF62D0C-3CA0-47E7-97D1-ABCF92042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31" name="Rectangle 91">
              <a:extLst>
                <a:ext uri="{FF2B5EF4-FFF2-40B4-BE49-F238E27FC236}">
                  <a16:creationId xmlns:a16="http://schemas.microsoft.com/office/drawing/2014/main" id="{CBA0EE7B-1067-481A-B5F7-0436EFFE6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32" name="Rectangle 92">
              <a:extLst>
                <a:ext uri="{FF2B5EF4-FFF2-40B4-BE49-F238E27FC236}">
                  <a16:creationId xmlns:a16="http://schemas.microsoft.com/office/drawing/2014/main" id="{3EA1D475-06A2-4ABA-805D-E28323F4C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33" name="Rectangle 93">
              <a:extLst>
                <a:ext uri="{FF2B5EF4-FFF2-40B4-BE49-F238E27FC236}">
                  <a16:creationId xmlns:a16="http://schemas.microsoft.com/office/drawing/2014/main" id="{1308B67A-0FF5-42E6-8772-579C76E57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34" name="Rectangle 94">
              <a:extLst>
                <a:ext uri="{FF2B5EF4-FFF2-40B4-BE49-F238E27FC236}">
                  <a16:creationId xmlns:a16="http://schemas.microsoft.com/office/drawing/2014/main" id="{EC502D38-01FE-47E9-BB9A-5301097F4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35" name="Rectangle 95">
              <a:extLst>
                <a:ext uri="{FF2B5EF4-FFF2-40B4-BE49-F238E27FC236}">
                  <a16:creationId xmlns:a16="http://schemas.microsoft.com/office/drawing/2014/main" id="{93AC9C73-893D-49C7-99C5-FF6847015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36" name="Rectangle 96">
              <a:extLst>
                <a:ext uri="{FF2B5EF4-FFF2-40B4-BE49-F238E27FC236}">
                  <a16:creationId xmlns:a16="http://schemas.microsoft.com/office/drawing/2014/main" id="{7A36BD91-A155-48C5-8010-ABE189C3A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37" name="Rectangle 97">
              <a:extLst>
                <a:ext uri="{FF2B5EF4-FFF2-40B4-BE49-F238E27FC236}">
                  <a16:creationId xmlns:a16="http://schemas.microsoft.com/office/drawing/2014/main" id="{C0EDFB45-1062-4651-A6C1-247397B01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38" name="Rectangle 98">
              <a:extLst>
                <a:ext uri="{FF2B5EF4-FFF2-40B4-BE49-F238E27FC236}">
                  <a16:creationId xmlns:a16="http://schemas.microsoft.com/office/drawing/2014/main" id="{85F9B861-BFC3-4093-BB7A-5AC2FF984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39" name="Rectangle 99">
              <a:extLst>
                <a:ext uri="{FF2B5EF4-FFF2-40B4-BE49-F238E27FC236}">
                  <a16:creationId xmlns:a16="http://schemas.microsoft.com/office/drawing/2014/main" id="{4BBC2CB4-BF29-4D7A-9573-5B984FC89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40" name="Rectangle 100">
              <a:extLst>
                <a:ext uri="{FF2B5EF4-FFF2-40B4-BE49-F238E27FC236}">
                  <a16:creationId xmlns:a16="http://schemas.microsoft.com/office/drawing/2014/main" id="{5EACDEBE-4C90-4B18-904E-849D617F5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41" name="Rectangle 101">
              <a:extLst>
                <a:ext uri="{FF2B5EF4-FFF2-40B4-BE49-F238E27FC236}">
                  <a16:creationId xmlns:a16="http://schemas.microsoft.com/office/drawing/2014/main" id="{A16AB3F8-DEC8-40AE-A39F-E9D653FE8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42" name="Rectangle 102">
              <a:extLst>
                <a:ext uri="{FF2B5EF4-FFF2-40B4-BE49-F238E27FC236}">
                  <a16:creationId xmlns:a16="http://schemas.microsoft.com/office/drawing/2014/main" id="{A763B5C0-5A72-4B54-9062-96EEF130F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43" name="Rectangle 103">
              <a:extLst>
                <a:ext uri="{FF2B5EF4-FFF2-40B4-BE49-F238E27FC236}">
                  <a16:creationId xmlns:a16="http://schemas.microsoft.com/office/drawing/2014/main" id="{37898CD6-E760-49CC-9D23-243DF214D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44" name="Rectangle 104">
              <a:extLst>
                <a:ext uri="{FF2B5EF4-FFF2-40B4-BE49-F238E27FC236}">
                  <a16:creationId xmlns:a16="http://schemas.microsoft.com/office/drawing/2014/main" id="{FD2F90E7-D8CA-4EF5-AED4-8196E4592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45" name="Rectangle 105">
              <a:extLst>
                <a:ext uri="{FF2B5EF4-FFF2-40B4-BE49-F238E27FC236}">
                  <a16:creationId xmlns:a16="http://schemas.microsoft.com/office/drawing/2014/main" id="{A393A441-04C1-4B77-A0E6-73DF2FD42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46" name="Rectangle 106">
              <a:extLst>
                <a:ext uri="{FF2B5EF4-FFF2-40B4-BE49-F238E27FC236}">
                  <a16:creationId xmlns:a16="http://schemas.microsoft.com/office/drawing/2014/main" id="{FBBF2F7F-BA1F-4B28-8D8C-0D330F3A9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47" name="Rectangle 107">
              <a:extLst>
                <a:ext uri="{FF2B5EF4-FFF2-40B4-BE49-F238E27FC236}">
                  <a16:creationId xmlns:a16="http://schemas.microsoft.com/office/drawing/2014/main" id="{6EC3B38F-8B54-4DC9-A4FC-AE488EC69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48" name="Rectangle 108">
              <a:extLst>
                <a:ext uri="{FF2B5EF4-FFF2-40B4-BE49-F238E27FC236}">
                  <a16:creationId xmlns:a16="http://schemas.microsoft.com/office/drawing/2014/main" id="{5F615B72-C059-4E67-8B0D-2418C206F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49" name="Rectangle 109">
              <a:extLst>
                <a:ext uri="{FF2B5EF4-FFF2-40B4-BE49-F238E27FC236}">
                  <a16:creationId xmlns:a16="http://schemas.microsoft.com/office/drawing/2014/main" id="{D886C6C1-FBA7-4F17-98C1-28DF0D991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50" name="Rectangle 110">
              <a:extLst>
                <a:ext uri="{FF2B5EF4-FFF2-40B4-BE49-F238E27FC236}">
                  <a16:creationId xmlns:a16="http://schemas.microsoft.com/office/drawing/2014/main" id="{10B1DB11-A7DA-497B-BE2C-00F89353E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51" name="Rectangle 111">
              <a:extLst>
                <a:ext uri="{FF2B5EF4-FFF2-40B4-BE49-F238E27FC236}">
                  <a16:creationId xmlns:a16="http://schemas.microsoft.com/office/drawing/2014/main" id="{59355AFA-DD28-4B67-A4B9-AB4E80C17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52" name="Rectangle 112">
              <a:extLst>
                <a:ext uri="{FF2B5EF4-FFF2-40B4-BE49-F238E27FC236}">
                  <a16:creationId xmlns:a16="http://schemas.microsoft.com/office/drawing/2014/main" id="{2EAE9777-E8A2-4D81-B861-B50EE9216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53" name="Rectangle 113">
              <a:extLst>
                <a:ext uri="{FF2B5EF4-FFF2-40B4-BE49-F238E27FC236}">
                  <a16:creationId xmlns:a16="http://schemas.microsoft.com/office/drawing/2014/main" id="{E1A6E4D6-892C-47D1-BF64-48FEA5DD5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54" name="Rectangle 114">
              <a:extLst>
                <a:ext uri="{FF2B5EF4-FFF2-40B4-BE49-F238E27FC236}">
                  <a16:creationId xmlns:a16="http://schemas.microsoft.com/office/drawing/2014/main" id="{E0104EFB-BC2D-4FBB-9674-A11C7BB2E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55" name="Rectangle 115">
              <a:extLst>
                <a:ext uri="{FF2B5EF4-FFF2-40B4-BE49-F238E27FC236}">
                  <a16:creationId xmlns:a16="http://schemas.microsoft.com/office/drawing/2014/main" id="{2CDE72D3-4D3F-4C99-9F90-767F1E3F8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56" name="Rectangle 116">
              <a:extLst>
                <a:ext uri="{FF2B5EF4-FFF2-40B4-BE49-F238E27FC236}">
                  <a16:creationId xmlns:a16="http://schemas.microsoft.com/office/drawing/2014/main" id="{946D1683-8757-44D8-8121-21D0A66F3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57" name="Rectangle 117">
              <a:extLst>
                <a:ext uri="{FF2B5EF4-FFF2-40B4-BE49-F238E27FC236}">
                  <a16:creationId xmlns:a16="http://schemas.microsoft.com/office/drawing/2014/main" id="{E57E54AA-2D26-4DDD-8CA0-17BA1B80E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58" name="Rectangle 118">
              <a:extLst>
                <a:ext uri="{FF2B5EF4-FFF2-40B4-BE49-F238E27FC236}">
                  <a16:creationId xmlns:a16="http://schemas.microsoft.com/office/drawing/2014/main" id="{9B7B102B-6E26-4274-B29E-C73335417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59" name="Rectangle 119">
              <a:extLst>
                <a:ext uri="{FF2B5EF4-FFF2-40B4-BE49-F238E27FC236}">
                  <a16:creationId xmlns:a16="http://schemas.microsoft.com/office/drawing/2014/main" id="{F8180A46-D75A-4712-95DB-AE559D934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60" name="Rectangle 120">
              <a:extLst>
                <a:ext uri="{FF2B5EF4-FFF2-40B4-BE49-F238E27FC236}">
                  <a16:creationId xmlns:a16="http://schemas.microsoft.com/office/drawing/2014/main" id="{057413D6-85A6-46BA-910A-3DDF08F04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61" name="Rectangle 121">
              <a:extLst>
                <a:ext uri="{FF2B5EF4-FFF2-40B4-BE49-F238E27FC236}">
                  <a16:creationId xmlns:a16="http://schemas.microsoft.com/office/drawing/2014/main" id="{E63D0B28-DF16-4FE5-B183-CC08405D6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62" name="Rectangle 122">
              <a:extLst>
                <a:ext uri="{FF2B5EF4-FFF2-40B4-BE49-F238E27FC236}">
                  <a16:creationId xmlns:a16="http://schemas.microsoft.com/office/drawing/2014/main" id="{6DDB8A00-F09E-4D05-97E1-5BF77B3D0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63" name="Rectangle 123">
              <a:extLst>
                <a:ext uri="{FF2B5EF4-FFF2-40B4-BE49-F238E27FC236}">
                  <a16:creationId xmlns:a16="http://schemas.microsoft.com/office/drawing/2014/main" id="{0A1CF2C6-BDDC-44BD-B00B-CB653DAFB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64" name="Rectangle 124">
              <a:extLst>
                <a:ext uri="{FF2B5EF4-FFF2-40B4-BE49-F238E27FC236}">
                  <a16:creationId xmlns:a16="http://schemas.microsoft.com/office/drawing/2014/main" id="{E735A57F-6F41-4D32-89E4-1CA3636BA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65" name="Rectangle 125">
              <a:extLst>
                <a:ext uri="{FF2B5EF4-FFF2-40B4-BE49-F238E27FC236}">
                  <a16:creationId xmlns:a16="http://schemas.microsoft.com/office/drawing/2014/main" id="{AC207DDB-CC45-4572-88DF-B4020C506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66" name="Rectangle 126">
              <a:extLst>
                <a:ext uri="{FF2B5EF4-FFF2-40B4-BE49-F238E27FC236}">
                  <a16:creationId xmlns:a16="http://schemas.microsoft.com/office/drawing/2014/main" id="{4ECC7784-3964-4172-A538-E8647A502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67" name="Rectangle 127">
              <a:extLst>
                <a:ext uri="{FF2B5EF4-FFF2-40B4-BE49-F238E27FC236}">
                  <a16:creationId xmlns:a16="http://schemas.microsoft.com/office/drawing/2014/main" id="{ADEEFF26-CC82-4E45-9A9A-84A5FAC7A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68" name="Rectangle 128">
              <a:extLst>
                <a:ext uri="{FF2B5EF4-FFF2-40B4-BE49-F238E27FC236}">
                  <a16:creationId xmlns:a16="http://schemas.microsoft.com/office/drawing/2014/main" id="{8FA26259-3550-461C-8D18-FBBBB46A8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69" name="Rectangle 129">
              <a:extLst>
                <a:ext uri="{FF2B5EF4-FFF2-40B4-BE49-F238E27FC236}">
                  <a16:creationId xmlns:a16="http://schemas.microsoft.com/office/drawing/2014/main" id="{B81C3D4C-0FE0-4B07-9425-CA0C6A27C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70" name="Rectangle 130">
              <a:extLst>
                <a:ext uri="{FF2B5EF4-FFF2-40B4-BE49-F238E27FC236}">
                  <a16:creationId xmlns:a16="http://schemas.microsoft.com/office/drawing/2014/main" id="{8E0310D5-CCFA-4B2B-9D47-45F349B59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71" name="Rectangle 131">
              <a:extLst>
                <a:ext uri="{FF2B5EF4-FFF2-40B4-BE49-F238E27FC236}">
                  <a16:creationId xmlns:a16="http://schemas.microsoft.com/office/drawing/2014/main" id="{87C22C89-D939-44E6-8B77-D13149005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72" name="Rectangle 132">
              <a:extLst>
                <a:ext uri="{FF2B5EF4-FFF2-40B4-BE49-F238E27FC236}">
                  <a16:creationId xmlns:a16="http://schemas.microsoft.com/office/drawing/2014/main" id="{C06AE299-E5AC-4A36-8F58-C8A1B4CFB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73" name="Rectangle 133">
              <a:extLst>
                <a:ext uri="{FF2B5EF4-FFF2-40B4-BE49-F238E27FC236}">
                  <a16:creationId xmlns:a16="http://schemas.microsoft.com/office/drawing/2014/main" id="{2987C0DF-6C65-47B0-A10E-FB60179E7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74" name="Rectangle 134">
              <a:extLst>
                <a:ext uri="{FF2B5EF4-FFF2-40B4-BE49-F238E27FC236}">
                  <a16:creationId xmlns:a16="http://schemas.microsoft.com/office/drawing/2014/main" id="{0A67A299-BA27-49A7-AEC5-1D8C05F7B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75" name="Rectangle 135">
              <a:extLst>
                <a:ext uri="{FF2B5EF4-FFF2-40B4-BE49-F238E27FC236}">
                  <a16:creationId xmlns:a16="http://schemas.microsoft.com/office/drawing/2014/main" id="{383DD632-5410-441B-B219-7FBDAC175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76" name="Rectangle 136">
              <a:extLst>
                <a:ext uri="{FF2B5EF4-FFF2-40B4-BE49-F238E27FC236}">
                  <a16:creationId xmlns:a16="http://schemas.microsoft.com/office/drawing/2014/main" id="{9A1C9417-4CF9-49C4-8351-9AEFDEB5C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77" name="Rectangle 137">
              <a:extLst>
                <a:ext uri="{FF2B5EF4-FFF2-40B4-BE49-F238E27FC236}">
                  <a16:creationId xmlns:a16="http://schemas.microsoft.com/office/drawing/2014/main" id="{E0A7AD20-17D3-457B-AB7A-6415C8895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78" name="Rectangle 138">
              <a:extLst>
                <a:ext uri="{FF2B5EF4-FFF2-40B4-BE49-F238E27FC236}">
                  <a16:creationId xmlns:a16="http://schemas.microsoft.com/office/drawing/2014/main" id="{6C63E061-BFF5-4B06-A1CA-5868B0D8C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79" name="Rectangle 139">
              <a:extLst>
                <a:ext uri="{FF2B5EF4-FFF2-40B4-BE49-F238E27FC236}">
                  <a16:creationId xmlns:a16="http://schemas.microsoft.com/office/drawing/2014/main" id="{A2A00A24-F7B0-4F7D-BDB5-2C2722EF6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80" name="Rectangle 140">
              <a:extLst>
                <a:ext uri="{FF2B5EF4-FFF2-40B4-BE49-F238E27FC236}">
                  <a16:creationId xmlns:a16="http://schemas.microsoft.com/office/drawing/2014/main" id="{95B5761F-7F64-4BB9-933E-BD7DB3C98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7525" name="Rectangle 141">
            <a:extLst>
              <a:ext uri="{FF2B5EF4-FFF2-40B4-BE49-F238E27FC236}">
                <a16:creationId xmlns:a16="http://schemas.microsoft.com/office/drawing/2014/main" id="{A00A2419-0DCA-42CF-9AC9-912703928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4940300"/>
            <a:ext cx="1477962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Excitation table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52E79511-279A-BB49-8DDE-6A8602080514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28575"/>
            <a:ext cx="9144000" cy="78898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The state diagram</a:t>
            </a:r>
          </a:p>
        </p:txBody>
      </p:sp>
      <p:sp>
        <p:nvSpPr>
          <p:cNvPr id="108546" name="Rectangle 87">
            <a:extLst>
              <a:ext uri="{FF2B5EF4-FFF2-40B4-BE49-F238E27FC236}">
                <a16:creationId xmlns:a16="http://schemas.microsoft.com/office/drawing/2014/main" id="{54D32221-9142-4D11-9F71-72633ABD744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85913" y="4913313"/>
            <a:ext cx="104140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08547" name="Group 127">
            <a:extLst>
              <a:ext uri="{FF2B5EF4-FFF2-40B4-BE49-F238E27FC236}">
                <a16:creationId xmlns:a16="http://schemas.microsoft.com/office/drawing/2014/main" id="{3C18C166-DBDC-4F22-B24B-8A42437E9C1A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108590" name="Rectangle 85">
              <a:extLst>
                <a:ext uri="{FF2B5EF4-FFF2-40B4-BE49-F238E27FC236}">
                  <a16:creationId xmlns:a16="http://schemas.microsoft.com/office/drawing/2014/main" id="{A148251A-8325-4C05-ADC9-E7CA80BBD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91" name="Rectangle 86">
              <a:extLst>
                <a:ext uri="{FF2B5EF4-FFF2-40B4-BE49-F238E27FC236}">
                  <a16:creationId xmlns:a16="http://schemas.microsoft.com/office/drawing/2014/main" id="{96189596-5A99-45A8-9E64-88BC03469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92" name="Rectangle 88">
              <a:extLst>
                <a:ext uri="{FF2B5EF4-FFF2-40B4-BE49-F238E27FC236}">
                  <a16:creationId xmlns:a16="http://schemas.microsoft.com/office/drawing/2014/main" id="{72EAE89D-FB80-46D5-B2BD-28A024E1F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93" name="Rectangle 89">
              <a:extLst>
                <a:ext uri="{FF2B5EF4-FFF2-40B4-BE49-F238E27FC236}">
                  <a16:creationId xmlns:a16="http://schemas.microsoft.com/office/drawing/2014/main" id="{AF5FF1B4-4D73-4F88-946C-D45AE5DEE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94" name="Rectangle 90">
              <a:extLst>
                <a:ext uri="{FF2B5EF4-FFF2-40B4-BE49-F238E27FC236}">
                  <a16:creationId xmlns:a16="http://schemas.microsoft.com/office/drawing/2014/main" id="{B2AF0A37-C364-4A14-9149-0CA8EAB3F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95" name="Rectangle 91">
              <a:extLst>
                <a:ext uri="{FF2B5EF4-FFF2-40B4-BE49-F238E27FC236}">
                  <a16:creationId xmlns:a16="http://schemas.microsoft.com/office/drawing/2014/main" id="{B9F2C0C6-26E8-4DD7-8202-1A91E72AD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96" name="Rectangle 92">
              <a:extLst>
                <a:ext uri="{FF2B5EF4-FFF2-40B4-BE49-F238E27FC236}">
                  <a16:creationId xmlns:a16="http://schemas.microsoft.com/office/drawing/2014/main" id="{97D793A5-79E8-4381-AFAC-798266080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97" name="Rectangle 93">
              <a:extLst>
                <a:ext uri="{FF2B5EF4-FFF2-40B4-BE49-F238E27FC236}">
                  <a16:creationId xmlns:a16="http://schemas.microsoft.com/office/drawing/2014/main" id="{0B26E5B0-30E9-4F12-911F-429CE5C74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98" name="Rectangle 94">
              <a:extLst>
                <a:ext uri="{FF2B5EF4-FFF2-40B4-BE49-F238E27FC236}">
                  <a16:creationId xmlns:a16="http://schemas.microsoft.com/office/drawing/2014/main" id="{AAAF7B0F-C534-44CD-966F-E56766004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99" name="Rectangle 95">
              <a:extLst>
                <a:ext uri="{FF2B5EF4-FFF2-40B4-BE49-F238E27FC236}">
                  <a16:creationId xmlns:a16="http://schemas.microsoft.com/office/drawing/2014/main" id="{ACB2F4BB-96B6-4727-A30B-2825BD52E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00" name="Rectangle 96">
              <a:extLst>
                <a:ext uri="{FF2B5EF4-FFF2-40B4-BE49-F238E27FC236}">
                  <a16:creationId xmlns:a16="http://schemas.microsoft.com/office/drawing/2014/main" id="{4AC0FE8E-12E9-4741-952E-E0FCE3E28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01" name="Rectangle 97">
              <a:extLst>
                <a:ext uri="{FF2B5EF4-FFF2-40B4-BE49-F238E27FC236}">
                  <a16:creationId xmlns:a16="http://schemas.microsoft.com/office/drawing/2014/main" id="{E5FF12A9-AD7A-4666-B991-A98076FE9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02" name="Rectangle 98">
              <a:extLst>
                <a:ext uri="{FF2B5EF4-FFF2-40B4-BE49-F238E27FC236}">
                  <a16:creationId xmlns:a16="http://schemas.microsoft.com/office/drawing/2014/main" id="{B888E34F-FA93-4D1A-B216-80B0A0BF2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03" name="Rectangle 99">
              <a:extLst>
                <a:ext uri="{FF2B5EF4-FFF2-40B4-BE49-F238E27FC236}">
                  <a16:creationId xmlns:a16="http://schemas.microsoft.com/office/drawing/2014/main" id="{65E6F624-42F9-4CD8-9FE9-A9E25F49F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04" name="Rectangle 100">
              <a:extLst>
                <a:ext uri="{FF2B5EF4-FFF2-40B4-BE49-F238E27FC236}">
                  <a16:creationId xmlns:a16="http://schemas.microsoft.com/office/drawing/2014/main" id="{EB5F66AB-AF82-4F1B-ACF5-CBED28451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05" name="Rectangle 101">
              <a:extLst>
                <a:ext uri="{FF2B5EF4-FFF2-40B4-BE49-F238E27FC236}">
                  <a16:creationId xmlns:a16="http://schemas.microsoft.com/office/drawing/2014/main" id="{D0CB232A-FD21-42E8-BEC9-A4DEB9701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06" name="Rectangle 102">
              <a:extLst>
                <a:ext uri="{FF2B5EF4-FFF2-40B4-BE49-F238E27FC236}">
                  <a16:creationId xmlns:a16="http://schemas.microsoft.com/office/drawing/2014/main" id="{89BF4C3E-141F-4332-BD88-9495406E0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07" name="Rectangle 103">
              <a:extLst>
                <a:ext uri="{FF2B5EF4-FFF2-40B4-BE49-F238E27FC236}">
                  <a16:creationId xmlns:a16="http://schemas.microsoft.com/office/drawing/2014/main" id="{AC365A19-FE85-44D1-BD74-AB28D5E44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08" name="Rectangle 104">
              <a:extLst>
                <a:ext uri="{FF2B5EF4-FFF2-40B4-BE49-F238E27FC236}">
                  <a16:creationId xmlns:a16="http://schemas.microsoft.com/office/drawing/2014/main" id="{96F9347B-3D05-4E82-9372-AB70368AC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09" name="Rectangle 105">
              <a:extLst>
                <a:ext uri="{FF2B5EF4-FFF2-40B4-BE49-F238E27FC236}">
                  <a16:creationId xmlns:a16="http://schemas.microsoft.com/office/drawing/2014/main" id="{754D51F1-ACE0-45E0-BDE9-AF69A73E9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10" name="Rectangle 106">
              <a:extLst>
                <a:ext uri="{FF2B5EF4-FFF2-40B4-BE49-F238E27FC236}">
                  <a16:creationId xmlns:a16="http://schemas.microsoft.com/office/drawing/2014/main" id="{7F4DD717-105B-4CFB-B6BE-357DBD5C2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11" name="Rectangle 107">
              <a:extLst>
                <a:ext uri="{FF2B5EF4-FFF2-40B4-BE49-F238E27FC236}">
                  <a16:creationId xmlns:a16="http://schemas.microsoft.com/office/drawing/2014/main" id="{AC2A64D9-7505-4301-B536-A394F9D1C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12" name="Rectangle 108">
              <a:extLst>
                <a:ext uri="{FF2B5EF4-FFF2-40B4-BE49-F238E27FC236}">
                  <a16:creationId xmlns:a16="http://schemas.microsoft.com/office/drawing/2014/main" id="{442676C1-3C28-42A0-A8A9-FD0480448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13" name="Rectangle 109">
              <a:extLst>
                <a:ext uri="{FF2B5EF4-FFF2-40B4-BE49-F238E27FC236}">
                  <a16:creationId xmlns:a16="http://schemas.microsoft.com/office/drawing/2014/main" id="{78413ACE-B5DB-42BA-A08D-5A438CB30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14" name="Rectangle 110">
              <a:extLst>
                <a:ext uri="{FF2B5EF4-FFF2-40B4-BE49-F238E27FC236}">
                  <a16:creationId xmlns:a16="http://schemas.microsoft.com/office/drawing/2014/main" id="{2FC2AC54-110E-4C66-A685-275361CE5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15" name="Rectangle 111">
              <a:extLst>
                <a:ext uri="{FF2B5EF4-FFF2-40B4-BE49-F238E27FC236}">
                  <a16:creationId xmlns:a16="http://schemas.microsoft.com/office/drawing/2014/main" id="{35E53345-FDAE-4B8B-B324-C93793B5B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16" name="Rectangle 112">
              <a:extLst>
                <a:ext uri="{FF2B5EF4-FFF2-40B4-BE49-F238E27FC236}">
                  <a16:creationId xmlns:a16="http://schemas.microsoft.com/office/drawing/2014/main" id="{51569429-13B2-4021-B12F-69CBF9CF2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17" name="Rectangle 113">
              <a:extLst>
                <a:ext uri="{FF2B5EF4-FFF2-40B4-BE49-F238E27FC236}">
                  <a16:creationId xmlns:a16="http://schemas.microsoft.com/office/drawing/2014/main" id="{980B3309-4E58-466E-8215-D2A1C6941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18" name="Rectangle 114">
              <a:extLst>
                <a:ext uri="{FF2B5EF4-FFF2-40B4-BE49-F238E27FC236}">
                  <a16:creationId xmlns:a16="http://schemas.microsoft.com/office/drawing/2014/main" id="{7BF8793A-DECB-44D2-9620-AF89C671C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19" name="Rectangle 115">
              <a:extLst>
                <a:ext uri="{FF2B5EF4-FFF2-40B4-BE49-F238E27FC236}">
                  <a16:creationId xmlns:a16="http://schemas.microsoft.com/office/drawing/2014/main" id="{A96E3168-9BD8-4FF8-B470-898725C1D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20" name="Rectangle 116">
              <a:extLst>
                <a:ext uri="{FF2B5EF4-FFF2-40B4-BE49-F238E27FC236}">
                  <a16:creationId xmlns:a16="http://schemas.microsoft.com/office/drawing/2014/main" id="{FB0C1E84-5747-495A-955E-2C0B3B9EE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21" name="Rectangle 117">
              <a:extLst>
                <a:ext uri="{FF2B5EF4-FFF2-40B4-BE49-F238E27FC236}">
                  <a16:creationId xmlns:a16="http://schemas.microsoft.com/office/drawing/2014/main" id="{373B5B31-EC0C-41FB-A210-9265EFA78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22" name="Rectangle 118">
              <a:extLst>
                <a:ext uri="{FF2B5EF4-FFF2-40B4-BE49-F238E27FC236}">
                  <a16:creationId xmlns:a16="http://schemas.microsoft.com/office/drawing/2014/main" id="{4B22C0E8-0445-47A5-A00B-52C79FD4A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23" name="Rectangle 119">
              <a:extLst>
                <a:ext uri="{FF2B5EF4-FFF2-40B4-BE49-F238E27FC236}">
                  <a16:creationId xmlns:a16="http://schemas.microsoft.com/office/drawing/2014/main" id="{B94B5A04-2C2E-4010-AB00-2E654C0FB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24" name="Rectangle 120">
              <a:extLst>
                <a:ext uri="{FF2B5EF4-FFF2-40B4-BE49-F238E27FC236}">
                  <a16:creationId xmlns:a16="http://schemas.microsoft.com/office/drawing/2014/main" id="{61C3D3C5-89C2-4708-A57C-89312ABCB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25" name="Rectangle 121">
              <a:extLst>
                <a:ext uri="{FF2B5EF4-FFF2-40B4-BE49-F238E27FC236}">
                  <a16:creationId xmlns:a16="http://schemas.microsoft.com/office/drawing/2014/main" id="{1C3CFAE9-8068-44CB-A4CB-8C05F6A74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26" name="Rectangle 122">
              <a:extLst>
                <a:ext uri="{FF2B5EF4-FFF2-40B4-BE49-F238E27FC236}">
                  <a16:creationId xmlns:a16="http://schemas.microsoft.com/office/drawing/2014/main" id="{4747E3CF-D075-4AA0-A186-C26DC56AD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27" name="Rectangle 123">
              <a:extLst>
                <a:ext uri="{FF2B5EF4-FFF2-40B4-BE49-F238E27FC236}">
                  <a16:creationId xmlns:a16="http://schemas.microsoft.com/office/drawing/2014/main" id="{0ED15F6E-0D03-4AC8-A828-AACBFED5A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28" name="Rectangle 124">
              <a:extLst>
                <a:ext uri="{FF2B5EF4-FFF2-40B4-BE49-F238E27FC236}">
                  <a16:creationId xmlns:a16="http://schemas.microsoft.com/office/drawing/2014/main" id="{998D588B-A888-47B7-8178-2A8529256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29" name="Rectangle 125">
              <a:extLst>
                <a:ext uri="{FF2B5EF4-FFF2-40B4-BE49-F238E27FC236}">
                  <a16:creationId xmlns:a16="http://schemas.microsoft.com/office/drawing/2014/main" id="{D5CD83D3-4501-43CC-B448-2ADA7E058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30" name="Rectangle 126">
              <a:extLst>
                <a:ext uri="{FF2B5EF4-FFF2-40B4-BE49-F238E27FC236}">
                  <a16:creationId xmlns:a16="http://schemas.microsoft.com/office/drawing/2014/main" id="{DC9E326D-D7BF-47AE-ADE5-EBC73111E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31" name="Rectangle 127">
              <a:extLst>
                <a:ext uri="{FF2B5EF4-FFF2-40B4-BE49-F238E27FC236}">
                  <a16:creationId xmlns:a16="http://schemas.microsoft.com/office/drawing/2014/main" id="{59B6C2A2-55A0-4FAD-9DF1-96162D892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32" name="Rectangle 128">
              <a:extLst>
                <a:ext uri="{FF2B5EF4-FFF2-40B4-BE49-F238E27FC236}">
                  <a16:creationId xmlns:a16="http://schemas.microsoft.com/office/drawing/2014/main" id="{6A69FEF0-2AE2-4CA2-B868-133A0F95C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33" name="Rectangle 129">
              <a:extLst>
                <a:ext uri="{FF2B5EF4-FFF2-40B4-BE49-F238E27FC236}">
                  <a16:creationId xmlns:a16="http://schemas.microsoft.com/office/drawing/2014/main" id="{4AABD204-E42B-4B0F-8278-E501A2749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34" name="Rectangle 130">
              <a:extLst>
                <a:ext uri="{FF2B5EF4-FFF2-40B4-BE49-F238E27FC236}">
                  <a16:creationId xmlns:a16="http://schemas.microsoft.com/office/drawing/2014/main" id="{748ADE00-5987-428F-838F-EB608D001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35" name="Rectangle 131">
              <a:extLst>
                <a:ext uri="{FF2B5EF4-FFF2-40B4-BE49-F238E27FC236}">
                  <a16:creationId xmlns:a16="http://schemas.microsoft.com/office/drawing/2014/main" id="{80218C7A-5078-4856-B4CC-4D4DE8FC5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36" name="Rectangle 132">
              <a:extLst>
                <a:ext uri="{FF2B5EF4-FFF2-40B4-BE49-F238E27FC236}">
                  <a16:creationId xmlns:a16="http://schemas.microsoft.com/office/drawing/2014/main" id="{DB66ACD5-6CB8-4E8D-B98B-0D63891D0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37" name="Rectangle 133">
              <a:extLst>
                <a:ext uri="{FF2B5EF4-FFF2-40B4-BE49-F238E27FC236}">
                  <a16:creationId xmlns:a16="http://schemas.microsoft.com/office/drawing/2014/main" id="{205A1A44-7AEA-437F-8C90-871949AC3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38" name="Rectangle 134">
              <a:extLst>
                <a:ext uri="{FF2B5EF4-FFF2-40B4-BE49-F238E27FC236}">
                  <a16:creationId xmlns:a16="http://schemas.microsoft.com/office/drawing/2014/main" id="{3D13FBD2-BACF-4313-8441-8DABAD1EE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39" name="Rectangle 135">
              <a:extLst>
                <a:ext uri="{FF2B5EF4-FFF2-40B4-BE49-F238E27FC236}">
                  <a16:creationId xmlns:a16="http://schemas.microsoft.com/office/drawing/2014/main" id="{A1A0B434-0FC9-474F-87C3-F6F59651B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40" name="Rectangle 136">
              <a:extLst>
                <a:ext uri="{FF2B5EF4-FFF2-40B4-BE49-F238E27FC236}">
                  <a16:creationId xmlns:a16="http://schemas.microsoft.com/office/drawing/2014/main" id="{88275047-D94C-455E-9B54-E6AAD442A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41" name="Rectangle 137">
              <a:extLst>
                <a:ext uri="{FF2B5EF4-FFF2-40B4-BE49-F238E27FC236}">
                  <a16:creationId xmlns:a16="http://schemas.microsoft.com/office/drawing/2014/main" id="{C3221D53-F64E-4697-8955-A8DB6D32D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42" name="Rectangle 138">
              <a:extLst>
                <a:ext uri="{FF2B5EF4-FFF2-40B4-BE49-F238E27FC236}">
                  <a16:creationId xmlns:a16="http://schemas.microsoft.com/office/drawing/2014/main" id="{81A757B6-ADE3-4E18-86F2-4127DD3D4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43" name="Rectangle 139">
              <a:extLst>
                <a:ext uri="{FF2B5EF4-FFF2-40B4-BE49-F238E27FC236}">
                  <a16:creationId xmlns:a16="http://schemas.microsoft.com/office/drawing/2014/main" id="{A9D5A40E-40A5-4028-A185-4484D2A40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44" name="Rectangle 140">
              <a:extLst>
                <a:ext uri="{FF2B5EF4-FFF2-40B4-BE49-F238E27FC236}">
                  <a16:creationId xmlns:a16="http://schemas.microsoft.com/office/drawing/2014/main" id="{15BB993A-CB1D-40F4-BCB5-0A7835D2C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8548" name="Group 61">
            <a:extLst>
              <a:ext uri="{FF2B5EF4-FFF2-40B4-BE49-F238E27FC236}">
                <a16:creationId xmlns:a16="http://schemas.microsoft.com/office/drawing/2014/main" id="{6E8E4994-9AF6-4584-BE6B-91590A20898C}"/>
              </a:ext>
            </a:extLst>
          </p:cNvPr>
          <p:cNvGrpSpPr>
            <a:grpSpLocks/>
          </p:cNvGrpSpPr>
          <p:nvPr/>
        </p:nvGrpSpPr>
        <p:grpSpPr bwMode="auto">
          <a:xfrm>
            <a:off x="5246688" y="747713"/>
            <a:ext cx="3330575" cy="5424487"/>
            <a:chOff x="5066003" y="968733"/>
            <a:chExt cx="3330016" cy="5424435"/>
          </a:xfrm>
        </p:grpSpPr>
        <p:sp>
          <p:nvSpPr>
            <p:cNvPr id="108550" name="Freeform 11">
              <a:extLst>
                <a:ext uri="{FF2B5EF4-FFF2-40B4-BE49-F238E27FC236}">
                  <a16:creationId xmlns:a16="http://schemas.microsoft.com/office/drawing/2014/main" id="{38C7D4C2-AF66-4708-A40C-C75D7BA28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2092" y="5972494"/>
              <a:ext cx="138112" cy="160338"/>
            </a:xfrm>
            <a:custGeom>
              <a:avLst/>
              <a:gdLst>
                <a:gd name="T0" fmla="*/ 2147483646 w 174"/>
                <a:gd name="T1" fmla="*/ 2147483646 h 202"/>
                <a:gd name="T2" fmla="*/ 2147483646 w 174"/>
                <a:gd name="T3" fmla="*/ 2147483646 h 202"/>
                <a:gd name="T4" fmla="*/ 2147483646 w 174"/>
                <a:gd name="T5" fmla="*/ 0 h 202"/>
                <a:gd name="T6" fmla="*/ 0 w 174"/>
                <a:gd name="T7" fmla="*/ 0 h 202"/>
                <a:gd name="T8" fmla="*/ 2147483646 w 174"/>
                <a:gd name="T9" fmla="*/ 2147483646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4"/>
                <a:gd name="T16" fmla="*/ 0 h 202"/>
                <a:gd name="T17" fmla="*/ 174 w 174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4" h="202">
                  <a:moveTo>
                    <a:pt x="29" y="202"/>
                  </a:moveTo>
                  <a:lnTo>
                    <a:pt x="174" y="202"/>
                  </a:lnTo>
                  <a:lnTo>
                    <a:pt x="174" y="0"/>
                  </a:lnTo>
                  <a:lnTo>
                    <a:pt x="0" y="0"/>
                  </a:lnTo>
                  <a:lnTo>
                    <a:pt x="29" y="2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1" name="Freeform 19">
              <a:extLst>
                <a:ext uri="{FF2B5EF4-FFF2-40B4-BE49-F238E27FC236}">
                  <a16:creationId xmlns:a16="http://schemas.microsoft.com/office/drawing/2014/main" id="{059CB0AA-0D77-449E-8103-D6B66AEFC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152" y="5729593"/>
              <a:ext cx="641350" cy="663575"/>
            </a:xfrm>
            <a:custGeom>
              <a:avLst/>
              <a:gdLst>
                <a:gd name="T0" fmla="*/ 2147483646 w 808"/>
                <a:gd name="T1" fmla="*/ 2147483646 h 837"/>
                <a:gd name="T2" fmla="*/ 2147483646 w 808"/>
                <a:gd name="T3" fmla="*/ 2147483646 h 837"/>
                <a:gd name="T4" fmla="*/ 2147483646 w 808"/>
                <a:gd name="T5" fmla="*/ 2147483646 h 837"/>
                <a:gd name="T6" fmla="*/ 2147483646 w 808"/>
                <a:gd name="T7" fmla="*/ 2147483646 h 837"/>
                <a:gd name="T8" fmla="*/ 2147483646 w 808"/>
                <a:gd name="T9" fmla="*/ 2147483646 h 837"/>
                <a:gd name="T10" fmla="*/ 2147483646 w 808"/>
                <a:gd name="T11" fmla="*/ 2147483646 h 837"/>
                <a:gd name="T12" fmla="*/ 2147483646 w 808"/>
                <a:gd name="T13" fmla="*/ 2147483646 h 837"/>
                <a:gd name="T14" fmla="*/ 2147483646 w 808"/>
                <a:gd name="T15" fmla="*/ 2147483646 h 837"/>
                <a:gd name="T16" fmla="*/ 2147483646 w 808"/>
                <a:gd name="T17" fmla="*/ 2147483646 h 837"/>
                <a:gd name="T18" fmla="*/ 2147483646 w 808"/>
                <a:gd name="T19" fmla="*/ 2147483646 h 837"/>
                <a:gd name="T20" fmla="*/ 2147483646 w 808"/>
                <a:gd name="T21" fmla="*/ 2147483646 h 837"/>
                <a:gd name="T22" fmla="*/ 2147483646 w 808"/>
                <a:gd name="T23" fmla="*/ 0 h 837"/>
                <a:gd name="T24" fmla="*/ 2147483646 w 808"/>
                <a:gd name="T25" fmla="*/ 2147483646 h 837"/>
                <a:gd name="T26" fmla="*/ 2147483646 w 808"/>
                <a:gd name="T27" fmla="*/ 2147483646 h 837"/>
                <a:gd name="T28" fmla="*/ 2147483646 w 808"/>
                <a:gd name="T29" fmla="*/ 2147483646 h 837"/>
                <a:gd name="T30" fmla="*/ 2147483646 w 808"/>
                <a:gd name="T31" fmla="*/ 2147483646 h 837"/>
                <a:gd name="T32" fmla="*/ 2147483646 w 808"/>
                <a:gd name="T33" fmla="*/ 2147483646 h 837"/>
                <a:gd name="T34" fmla="*/ 2147483646 w 808"/>
                <a:gd name="T35" fmla="*/ 2147483646 h 837"/>
                <a:gd name="T36" fmla="*/ 2147483646 w 808"/>
                <a:gd name="T37" fmla="*/ 2147483646 h 837"/>
                <a:gd name="T38" fmla="*/ 2147483646 w 808"/>
                <a:gd name="T39" fmla="*/ 2147483646 h 837"/>
                <a:gd name="T40" fmla="*/ 2147483646 w 808"/>
                <a:gd name="T41" fmla="*/ 2147483646 h 837"/>
                <a:gd name="T42" fmla="*/ 2147483646 w 808"/>
                <a:gd name="T43" fmla="*/ 2147483646 h 837"/>
                <a:gd name="T44" fmla="*/ 2147483646 w 808"/>
                <a:gd name="T45" fmla="*/ 2147483646 h 837"/>
                <a:gd name="T46" fmla="*/ 2147483646 w 808"/>
                <a:gd name="T47" fmla="*/ 2147483646 h 837"/>
                <a:gd name="T48" fmla="*/ 2147483646 w 808"/>
                <a:gd name="T49" fmla="*/ 2147483646 h 837"/>
                <a:gd name="T50" fmla="*/ 2147483646 w 808"/>
                <a:gd name="T51" fmla="*/ 2147483646 h 837"/>
                <a:gd name="T52" fmla="*/ 2147483646 w 808"/>
                <a:gd name="T53" fmla="*/ 2147483646 h 837"/>
                <a:gd name="T54" fmla="*/ 2147483646 w 808"/>
                <a:gd name="T55" fmla="*/ 2147483646 h 837"/>
                <a:gd name="T56" fmla="*/ 2147483646 w 808"/>
                <a:gd name="T57" fmla="*/ 2147483646 h 837"/>
                <a:gd name="T58" fmla="*/ 2147483646 w 808"/>
                <a:gd name="T59" fmla="*/ 2147483646 h 837"/>
                <a:gd name="T60" fmla="*/ 2147483646 w 808"/>
                <a:gd name="T61" fmla="*/ 2147483646 h 837"/>
                <a:gd name="T62" fmla="*/ 2147483646 w 808"/>
                <a:gd name="T63" fmla="*/ 2147483646 h 837"/>
                <a:gd name="T64" fmla="*/ 2147483646 w 808"/>
                <a:gd name="T65" fmla="*/ 2147483646 h 837"/>
                <a:gd name="T66" fmla="*/ 2147483646 w 808"/>
                <a:gd name="T67" fmla="*/ 2147483646 h 837"/>
                <a:gd name="T68" fmla="*/ 2147483646 w 808"/>
                <a:gd name="T69" fmla="*/ 2147483646 h 837"/>
                <a:gd name="T70" fmla="*/ 2147483646 w 808"/>
                <a:gd name="T71" fmla="*/ 2147483646 h 837"/>
                <a:gd name="T72" fmla="*/ 2147483646 w 808"/>
                <a:gd name="T73" fmla="*/ 2147483646 h 837"/>
                <a:gd name="T74" fmla="*/ 2147483646 w 808"/>
                <a:gd name="T75" fmla="*/ 2147483646 h 837"/>
                <a:gd name="T76" fmla="*/ 2147483646 w 808"/>
                <a:gd name="T77" fmla="*/ 2147483646 h 837"/>
                <a:gd name="T78" fmla="*/ 2147483646 w 808"/>
                <a:gd name="T79" fmla="*/ 2147483646 h 837"/>
                <a:gd name="T80" fmla="*/ 2147483646 w 808"/>
                <a:gd name="T81" fmla="*/ 2147483646 h 837"/>
                <a:gd name="T82" fmla="*/ 2147483646 w 808"/>
                <a:gd name="T83" fmla="*/ 2147483646 h 837"/>
                <a:gd name="T84" fmla="*/ 2147483646 w 808"/>
                <a:gd name="T85" fmla="*/ 2147483646 h 837"/>
                <a:gd name="T86" fmla="*/ 2147483646 w 808"/>
                <a:gd name="T87" fmla="*/ 2147483646 h 837"/>
                <a:gd name="T88" fmla="*/ 2147483646 w 808"/>
                <a:gd name="T89" fmla="*/ 2147483646 h 837"/>
                <a:gd name="T90" fmla="*/ 2147483646 w 808"/>
                <a:gd name="T91" fmla="*/ 2147483646 h 837"/>
                <a:gd name="T92" fmla="*/ 2147483646 w 808"/>
                <a:gd name="T93" fmla="*/ 2147483646 h 837"/>
                <a:gd name="T94" fmla="*/ 2147483646 w 808"/>
                <a:gd name="T95" fmla="*/ 2147483646 h 837"/>
                <a:gd name="T96" fmla="*/ 2147483646 w 808"/>
                <a:gd name="T97" fmla="*/ 2147483646 h 837"/>
                <a:gd name="T98" fmla="*/ 2147483646 w 808"/>
                <a:gd name="T99" fmla="*/ 2147483646 h 837"/>
                <a:gd name="T100" fmla="*/ 2147483646 w 808"/>
                <a:gd name="T101" fmla="*/ 2147483646 h 837"/>
                <a:gd name="T102" fmla="*/ 2147483646 w 808"/>
                <a:gd name="T103" fmla="*/ 2147483646 h 837"/>
                <a:gd name="T104" fmla="*/ 2147483646 w 808"/>
                <a:gd name="T105" fmla="*/ 2147483646 h 837"/>
                <a:gd name="T106" fmla="*/ 2147483646 w 808"/>
                <a:gd name="T107" fmla="*/ 2147483646 h 837"/>
                <a:gd name="T108" fmla="*/ 2147483646 w 808"/>
                <a:gd name="T109" fmla="*/ 2147483646 h 837"/>
                <a:gd name="T110" fmla="*/ 2147483646 w 808"/>
                <a:gd name="T111" fmla="*/ 2147483646 h 83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8"/>
                <a:gd name="T169" fmla="*/ 0 h 837"/>
                <a:gd name="T170" fmla="*/ 808 w 808"/>
                <a:gd name="T171" fmla="*/ 837 h 83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8" h="837">
                  <a:moveTo>
                    <a:pt x="0" y="428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5" y="348"/>
                  </a:lnTo>
                  <a:lnTo>
                    <a:pt x="8" y="327"/>
                  </a:lnTo>
                  <a:lnTo>
                    <a:pt x="13" y="307"/>
                  </a:lnTo>
                  <a:lnTo>
                    <a:pt x="18" y="288"/>
                  </a:lnTo>
                  <a:lnTo>
                    <a:pt x="24" y="268"/>
                  </a:lnTo>
                  <a:lnTo>
                    <a:pt x="33" y="251"/>
                  </a:lnTo>
                  <a:lnTo>
                    <a:pt x="40" y="232"/>
                  </a:lnTo>
                  <a:lnTo>
                    <a:pt x="49" y="215"/>
                  </a:lnTo>
                  <a:lnTo>
                    <a:pt x="59" y="197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50"/>
                  </a:lnTo>
                  <a:lnTo>
                    <a:pt x="107" y="134"/>
                  </a:lnTo>
                  <a:lnTo>
                    <a:pt x="120" y="121"/>
                  </a:lnTo>
                  <a:lnTo>
                    <a:pt x="134" y="107"/>
                  </a:lnTo>
                  <a:lnTo>
                    <a:pt x="148" y="94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60"/>
                  </a:lnTo>
                  <a:lnTo>
                    <a:pt x="215" y="50"/>
                  </a:lnTo>
                  <a:lnTo>
                    <a:pt x="232" y="40"/>
                  </a:lnTo>
                  <a:lnTo>
                    <a:pt x="249" y="33"/>
                  </a:lnTo>
                  <a:lnTo>
                    <a:pt x="268" y="26"/>
                  </a:lnTo>
                  <a:lnTo>
                    <a:pt x="287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6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0" y="1"/>
                  </a:lnTo>
                  <a:lnTo>
                    <a:pt x="441" y="3"/>
                  </a:lnTo>
                  <a:lnTo>
                    <a:pt x="462" y="6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39" y="26"/>
                  </a:lnTo>
                  <a:lnTo>
                    <a:pt x="558" y="33"/>
                  </a:lnTo>
                  <a:lnTo>
                    <a:pt x="577" y="40"/>
                  </a:lnTo>
                  <a:lnTo>
                    <a:pt x="594" y="50"/>
                  </a:lnTo>
                  <a:lnTo>
                    <a:pt x="612" y="60"/>
                  </a:lnTo>
                  <a:lnTo>
                    <a:pt x="628" y="70"/>
                  </a:lnTo>
                  <a:lnTo>
                    <a:pt x="643" y="82"/>
                  </a:lnTo>
                  <a:lnTo>
                    <a:pt x="659" y="94"/>
                  </a:lnTo>
                  <a:lnTo>
                    <a:pt x="674" y="107"/>
                  </a:lnTo>
                  <a:lnTo>
                    <a:pt x="688" y="121"/>
                  </a:lnTo>
                  <a:lnTo>
                    <a:pt x="703" y="134"/>
                  </a:lnTo>
                  <a:lnTo>
                    <a:pt x="716" y="150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7"/>
                  </a:lnTo>
                  <a:lnTo>
                    <a:pt x="759" y="215"/>
                  </a:lnTo>
                  <a:lnTo>
                    <a:pt x="768" y="232"/>
                  </a:lnTo>
                  <a:lnTo>
                    <a:pt x="776" y="251"/>
                  </a:lnTo>
                  <a:lnTo>
                    <a:pt x="783" y="268"/>
                  </a:lnTo>
                  <a:lnTo>
                    <a:pt x="791" y="288"/>
                  </a:lnTo>
                  <a:lnTo>
                    <a:pt x="795" y="307"/>
                  </a:lnTo>
                  <a:lnTo>
                    <a:pt x="801" y="327"/>
                  </a:lnTo>
                  <a:lnTo>
                    <a:pt x="804" y="348"/>
                  </a:lnTo>
                  <a:lnTo>
                    <a:pt x="806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28"/>
                  </a:lnTo>
                  <a:lnTo>
                    <a:pt x="808" y="450"/>
                  </a:lnTo>
                  <a:lnTo>
                    <a:pt x="806" y="470"/>
                  </a:lnTo>
                  <a:lnTo>
                    <a:pt x="804" y="490"/>
                  </a:lnTo>
                  <a:lnTo>
                    <a:pt x="801" y="511"/>
                  </a:lnTo>
                  <a:lnTo>
                    <a:pt x="795" y="531"/>
                  </a:lnTo>
                  <a:lnTo>
                    <a:pt x="791" y="550"/>
                  </a:lnTo>
                  <a:lnTo>
                    <a:pt x="783" y="570"/>
                  </a:lnTo>
                  <a:lnTo>
                    <a:pt x="776" y="587"/>
                  </a:lnTo>
                  <a:lnTo>
                    <a:pt x="768" y="606"/>
                  </a:lnTo>
                  <a:lnTo>
                    <a:pt x="759" y="623"/>
                  </a:lnTo>
                  <a:lnTo>
                    <a:pt x="749" y="640"/>
                  </a:lnTo>
                  <a:lnTo>
                    <a:pt x="739" y="658"/>
                  </a:lnTo>
                  <a:lnTo>
                    <a:pt x="727" y="674"/>
                  </a:lnTo>
                  <a:lnTo>
                    <a:pt x="716" y="688"/>
                  </a:lnTo>
                  <a:lnTo>
                    <a:pt x="703" y="704"/>
                  </a:lnTo>
                  <a:lnTo>
                    <a:pt x="688" y="717"/>
                  </a:lnTo>
                  <a:lnTo>
                    <a:pt x="674" y="731"/>
                  </a:lnTo>
                  <a:lnTo>
                    <a:pt x="659" y="744"/>
                  </a:lnTo>
                  <a:lnTo>
                    <a:pt x="643" y="756"/>
                  </a:lnTo>
                  <a:lnTo>
                    <a:pt x="628" y="767"/>
                  </a:lnTo>
                  <a:lnTo>
                    <a:pt x="612" y="778"/>
                  </a:lnTo>
                  <a:lnTo>
                    <a:pt x="594" y="788"/>
                  </a:lnTo>
                  <a:lnTo>
                    <a:pt x="577" y="798"/>
                  </a:lnTo>
                  <a:lnTo>
                    <a:pt x="558" y="805"/>
                  </a:lnTo>
                  <a:lnTo>
                    <a:pt x="539" y="812"/>
                  </a:lnTo>
                  <a:lnTo>
                    <a:pt x="521" y="819"/>
                  </a:lnTo>
                  <a:lnTo>
                    <a:pt x="502" y="825"/>
                  </a:lnTo>
                  <a:lnTo>
                    <a:pt x="482" y="830"/>
                  </a:lnTo>
                  <a:lnTo>
                    <a:pt x="462" y="832"/>
                  </a:lnTo>
                  <a:lnTo>
                    <a:pt x="441" y="835"/>
                  </a:lnTo>
                  <a:lnTo>
                    <a:pt x="420" y="837"/>
                  </a:lnTo>
                  <a:lnTo>
                    <a:pt x="400" y="837"/>
                  </a:lnTo>
                  <a:lnTo>
                    <a:pt x="410" y="837"/>
                  </a:lnTo>
                  <a:lnTo>
                    <a:pt x="388" y="837"/>
                  </a:lnTo>
                  <a:lnTo>
                    <a:pt x="368" y="835"/>
                  </a:lnTo>
                  <a:lnTo>
                    <a:pt x="348" y="832"/>
                  </a:lnTo>
                  <a:lnTo>
                    <a:pt x="327" y="830"/>
                  </a:lnTo>
                  <a:lnTo>
                    <a:pt x="307" y="825"/>
                  </a:lnTo>
                  <a:lnTo>
                    <a:pt x="287" y="819"/>
                  </a:lnTo>
                  <a:lnTo>
                    <a:pt x="268" y="812"/>
                  </a:lnTo>
                  <a:lnTo>
                    <a:pt x="249" y="805"/>
                  </a:lnTo>
                  <a:lnTo>
                    <a:pt x="232" y="798"/>
                  </a:lnTo>
                  <a:lnTo>
                    <a:pt x="215" y="788"/>
                  </a:lnTo>
                  <a:lnTo>
                    <a:pt x="197" y="778"/>
                  </a:lnTo>
                  <a:lnTo>
                    <a:pt x="180" y="767"/>
                  </a:lnTo>
                  <a:lnTo>
                    <a:pt x="164" y="756"/>
                  </a:lnTo>
                  <a:lnTo>
                    <a:pt x="148" y="744"/>
                  </a:lnTo>
                  <a:lnTo>
                    <a:pt x="134" y="731"/>
                  </a:lnTo>
                  <a:lnTo>
                    <a:pt x="120" y="717"/>
                  </a:lnTo>
                  <a:lnTo>
                    <a:pt x="107" y="704"/>
                  </a:lnTo>
                  <a:lnTo>
                    <a:pt x="94" y="688"/>
                  </a:lnTo>
                  <a:lnTo>
                    <a:pt x="82" y="674"/>
                  </a:lnTo>
                  <a:lnTo>
                    <a:pt x="70" y="658"/>
                  </a:lnTo>
                  <a:lnTo>
                    <a:pt x="59" y="640"/>
                  </a:lnTo>
                  <a:lnTo>
                    <a:pt x="49" y="623"/>
                  </a:lnTo>
                  <a:lnTo>
                    <a:pt x="40" y="606"/>
                  </a:lnTo>
                  <a:lnTo>
                    <a:pt x="33" y="587"/>
                  </a:lnTo>
                  <a:lnTo>
                    <a:pt x="24" y="570"/>
                  </a:lnTo>
                  <a:lnTo>
                    <a:pt x="18" y="550"/>
                  </a:lnTo>
                  <a:lnTo>
                    <a:pt x="13" y="531"/>
                  </a:lnTo>
                  <a:lnTo>
                    <a:pt x="8" y="511"/>
                  </a:lnTo>
                  <a:lnTo>
                    <a:pt x="5" y="490"/>
                  </a:lnTo>
                  <a:lnTo>
                    <a:pt x="3" y="470"/>
                  </a:lnTo>
                  <a:lnTo>
                    <a:pt x="1" y="450"/>
                  </a:lnTo>
                  <a:lnTo>
                    <a:pt x="0" y="42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2" name="Freeform 26">
              <a:extLst>
                <a:ext uri="{FF2B5EF4-FFF2-40B4-BE49-F238E27FC236}">
                  <a16:creationId xmlns:a16="http://schemas.microsoft.com/office/drawing/2014/main" id="{429E2460-8D64-49A3-A285-40C77C465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1417" y="1733868"/>
              <a:ext cx="114300" cy="138113"/>
            </a:xfrm>
            <a:custGeom>
              <a:avLst/>
              <a:gdLst>
                <a:gd name="T0" fmla="*/ 2147483646 w 145"/>
                <a:gd name="T1" fmla="*/ 0 h 173"/>
                <a:gd name="T2" fmla="*/ 0 w 145"/>
                <a:gd name="T3" fmla="*/ 2147483646 h 173"/>
                <a:gd name="T4" fmla="*/ 2147483646 w 145"/>
                <a:gd name="T5" fmla="*/ 2147483646 h 173"/>
                <a:gd name="T6" fmla="*/ 2147483646 w 145"/>
                <a:gd name="T7" fmla="*/ 2147483646 h 173"/>
                <a:gd name="T8" fmla="*/ 2147483646 w 14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73"/>
                <a:gd name="T17" fmla="*/ 145 w 14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73">
                  <a:moveTo>
                    <a:pt x="87" y="0"/>
                  </a:moveTo>
                  <a:lnTo>
                    <a:pt x="0" y="173"/>
                  </a:lnTo>
                  <a:lnTo>
                    <a:pt x="145" y="58"/>
                  </a:lnTo>
                  <a:lnTo>
                    <a:pt x="116" y="29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3" name="Freeform 29">
              <a:extLst>
                <a:ext uri="{FF2B5EF4-FFF2-40B4-BE49-F238E27FC236}">
                  <a16:creationId xmlns:a16="http://schemas.microsoft.com/office/drawing/2014/main" id="{D5A74AF3-542F-4298-8AAB-9BC40C14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8179" y="1276668"/>
              <a:ext cx="641350" cy="641350"/>
            </a:xfrm>
            <a:custGeom>
              <a:avLst/>
              <a:gdLst>
                <a:gd name="T0" fmla="*/ 2147483646 w 809"/>
                <a:gd name="T1" fmla="*/ 2147483646 h 808"/>
                <a:gd name="T2" fmla="*/ 2147483646 w 809"/>
                <a:gd name="T3" fmla="*/ 2147483646 h 808"/>
                <a:gd name="T4" fmla="*/ 2147483646 w 809"/>
                <a:gd name="T5" fmla="*/ 2147483646 h 808"/>
                <a:gd name="T6" fmla="*/ 2147483646 w 809"/>
                <a:gd name="T7" fmla="*/ 2147483646 h 808"/>
                <a:gd name="T8" fmla="*/ 2147483646 w 809"/>
                <a:gd name="T9" fmla="*/ 2147483646 h 808"/>
                <a:gd name="T10" fmla="*/ 2147483646 w 809"/>
                <a:gd name="T11" fmla="*/ 2147483646 h 808"/>
                <a:gd name="T12" fmla="*/ 2147483646 w 809"/>
                <a:gd name="T13" fmla="*/ 2147483646 h 808"/>
                <a:gd name="T14" fmla="*/ 2147483646 w 809"/>
                <a:gd name="T15" fmla="*/ 2147483646 h 808"/>
                <a:gd name="T16" fmla="*/ 2147483646 w 809"/>
                <a:gd name="T17" fmla="*/ 2147483646 h 808"/>
                <a:gd name="T18" fmla="*/ 2147483646 w 809"/>
                <a:gd name="T19" fmla="*/ 2147483646 h 808"/>
                <a:gd name="T20" fmla="*/ 2147483646 w 809"/>
                <a:gd name="T21" fmla="*/ 2147483646 h 808"/>
                <a:gd name="T22" fmla="*/ 2147483646 w 809"/>
                <a:gd name="T23" fmla="*/ 0 h 808"/>
                <a:gd name="T24" fmla="*/ 2147483646 w 809"/>
                <a:gd name="T25" fmla="*/ 2147483646 h 808"/>
                <a:gd name="T26" fmla="*/ 2147483646 w 809"/>
                <a:gd name="T27" fmla="*/ 2147483646 h 808"/>
                <a:gd name="T28" fmla="*/ 2147483646 w 809"/>
                <a:gd name="T29" fmla="*/ 2147483646 h 808"/>
                <a:gd name="T30" fmla="*/ 2147483646 w 809"/>
                <a:gd name="T31" fmla="*/ 2147483646 h 808"/>
                <a:gd name="T32" fmla="*/ 2147483646 w 809"/>
                <a:gd name="T33" fmla="*/ 2147483646 h 808"/>
                <a:gd name="T34" fmla="*/ 2147483646 w 809"/>
                <a:gd name="T35" fmla="*/ 2147483646 h 808"/>
                <a:gd name="T36" fmla="*/ 2147483646 w 809"/>
                <a:gd name="T37" fmla="*/ 2147483646 h 808"/>
                <a:gd name="T38" fmla="*/ 2147483646 w 809"/>
                <a:gd name="T39" fmla="*/ 2147483646 h 808"/>
                <a:gd name="T40" fmla="*/ 2147483646 w 809"/>
                <a:gd name="T41" fmla="*/ 2147483646 h 808"/>
                <a:gd name="T42" fmla="*/ 2147483646 w 809"/>
                <a:gd name="T43" fmla="*/ 2147483646 h 808"/>
                <a:gd name="T44" fmla="*/ 2147483646 w 809"/>
                <a:gd name="T45" fmla="*/ 2147483646 h 808"/>
                <a:gd name="T46" fmla="*/ 2147483646 w 809"/>
                <a:gd name="T47" fmla="*/ 2147483646 h 808"/>
                <a:gd name="T48" fmla="*/ 2147483646 w 809"/>
                <a:gd name="T49" fmla="*/ 2147483646 h 808"/>
                <a:gd name="T50" fmla="*/ 2147483646 w 809"/>
                <a:gd name="T51" fmla="*/ 2147483646 h 808"/>
                <a:gd name="T52" fmla="*/ 2147483646 w 809"/>
                <a:gd name="T53" fmla="*/ 2147483646 h 808"/>
                <a:gd name="T54" fmla="*/ 2147483646 w 809"/>
                <a:gd name="T55" fmla="*/ 2147483646 h 808"/>
                <a:gd name="T56" fmla="*/ 2147483646 w 809"/>
                <a:gd name="T57" fmla="*/ 2147483646 h 808"/>
                <a:gd name="T58" fmla="*/ 2147483646 w 809"/>
                <a:gd name="T59" fmla="*/ 2147483646 h 808"/>
                <a:gd name="T60" fmla="*/ 2147483646 w 809"/>
                <a:gd name="T61" fmla="*/ 2147483646 h 808"/>
                <a:gd name="T62" fmla="*/ 2147483646 w 809"/>
                <a:gd name="T63" fmla="*/ 2147483646 h 808"/>
                <a:gd name="T64" fmla="*/ 2147483646 w 809"/>
                <a:gd name="T65" fmla="*/ 2147483646 h 808"/>
                <a:gd name="T66" fmla="*/ 2147483646 w 809"/>
                <a:gd name="T67" fmla="*/ 2147483646 h 808"/>
                <a:gd name="T68" fmla="*/ 2147483646 w 809"/>
                <a:gd name="T69" fmla="*/ 2147483646 h 808"/>
                <a:gd name="T70" fmla="*/ 2147483646 w 809"/>
                <a:gd name="T71" fmla="*/ 2147483646 h 808"/>
                <a:gd name="T72" fmla="*/ 2147483646 w 809"/>
                <a:gd name="T73" fmla="*/ 2147483646 h 808"/>
                <a:gd name="T74" fmla="*/ 2147483646 w 809"/>
                <a:gd name="T75" fmla="*/ 2147483646 h 808"/>
                <a:gd name="T76" fmla="*/ 2147483646 w 809"/>
                <a:gd name="T77" fmla="*/ 2147483646 h 808"/>
                <a:gd name="T78" fmla="*/ 2147483646 w 809"/>
                <a:gd name="T79" fmla="*/ 2147483646 h 808"/>
                <a:gd name="T80" fmla="*/ 2147483646 w 809"/>
                <a:gd name="T81" fmla="*/ 2147483646 h 808"/>
                <a:gd name="T82" fmla="*/ 2147483646 w 809"/>
                <a:gd name="T83" fmla="*/ 2147483646 h 808"/>
                <a:gd name="T84" fmla="*/ 2147483646 w 809"/>
                <a:gd name="T85" fmla="*/ 2147483646 h 808"/>
                <a:gd name="T86" fmla="*/ 2147483646 w 809"/>
                <a:gd name="T87" fmla="*/ 2147483646 h 808"/>
                <a:gd name="T88" fmla="*/ 2147483646 w 809"/>
                <a:gd name="T89" fmla="*/ 2147483646 h 808"/>
                <a:gd name="T90" fmla="*/ 2147483646 w 809"/>
                <a:gd name="T91" fmla="*/ 2147483646 h 808"/>
                <a:gd name="T92" fmla="*/ 2147483646 w 809"/>
                <a:gd name="T93" fmla="*/ 2147483646 h 808"/>
                <a:gd name="T94" fmla="*/ 2147483646 w 809"/>
                <a:gd name="T95" fmla="*/ 2147483646 h 808"/>
                <a:gd name="T96" fmla="*/ 2147483646 w 809"/>
                <a:gd name="T97" fmla="*/ 2147483646 h 808"/>
                <a:gd name="T98" fmla="*/ 2147483646 w 809"/>
                <a:gd name="T99" fmla="*/ 2147483646 h 808"/>
                <a:gd name="T100" fmla="*/ 2147483646 w 809"/>
                <a:gd name="T101" fmla="*/ 2147483646 h 808"/>
                <a:gd name="T102" fmla="*/ 2147483646 w 809"/>
                <a:gd name="T103" fmla="*/ 2147483646 h 808"/>
                <a:gd name="T104" fmla="*/ 2147483646 w 809"/>
                <a:gd name="T105" fmla="*/ 2147483646 h 808"/>
                <a:gd name="T106" fmla="*/ 2147483646 w 809"/>
                <a:gd name="T107" fmla="*/ 2147483646 h 808"/>
                <a:gd name="T108" fmla="*/ 2147483646 w 809"/>
                <a:gd name="T109" fmla="*/ 2147483646 h 808"/>
                <a:gd name="T110" fmla="*/ 2147483646 w 809"/>
                <a:gd name="T111" fmla="*/ 2147483646 h 8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9"/>
                <a:gd name="T169" fmla="*/ 0 h 808"/>
                <a:gd name="T170" fmla="*/ 809 w 809"/>
                <a:gd name="T171" fmla="*/ 808 h 80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9" h="808">
                  <a:moveTo>
                    <a:pt x="0" y="400"/>
                  </a:moveTo>
                  <a:lnTo>
                    <a:pt x="0" y="410"/>
                  </a:lnTo>
                  <a:lnTo>
                    <a:pt x="2" y="388"/>
                  </a:lnTo>
                  <a:lnTo>
                    <a:pt x="3" y="368"/>
                  </a:lnTo>
                  <a:lnTo>
                    <a:pt x="6" y="348"/>
                  </a:lnTo>
                  <a:lnTo>
                    <a:pt x="9" y="328"/>
                  </a:lnTo>
                  <a:lnTo>
                    <a:pt x="13" y="307"/>
                  </a:lnTo>
                  <a:lnTo>
                    <a:pt x="19" y="289"/>
                  </a:lnTo>
                  <a:lnTo>
                    <a:pt x="25" y="268"/>
                  </a:lnTo>
                  <a:lnTo>
                    <a:pt x="34" y="251"/>
                  </a:lnTo>
                  <a:lnTo>
                    <a:pt x="41" y="232"/>
                  </a:lnTo>
                  <a:lnTo>
                    <a:pt x="49" y="215"/>
                  </a:lnTo>
                  <a:lnTo>
                    <a:pt x="60" y="198"/>
                  </a:lnTo>
                  <a:lnTo>
                    <a:pt x="71" y="180"/>
                  </a:lnTo>
                  <a:lnTo>
                    <a:pt x="83" y="165"/>
                  </a:lnTo>
                  <a:lnTo>
                    <a:pt x="94" y="150"/>
                  </a:lnTo>
                  <a:lnTo>
                    <a:pt x="107" y="134"/>
                  </a:lnTo>
                  <a:lnTo>
                    <a:pt x="120" y="121"/>
                  </a:lnTo>
                  <a:lnTo>
                    <a:pt x="135" y="107"/>
                  </a:lnTo>
                  <a:lnTo>
                    <a:pt x="149" y="94"/>
                  </a:lnTo>
                  <a:lnTo>
                    <a:pt x="165" y="82"/>
                  </a:lnTo>
                  <a:lnTo>
                    <a:pt x="181" y="71"/>
                  </a:lnTo>
                  <a:lnTo>
                    <a:pt x="198" y="61"/>
                  </a:lnTo>
                  <a:lnTo>
                    <a:pt x="215" y="51"/>
                  </a:lnTo>
                  <a:lnTo>
                    <a:pt x="233" y="40"/>
                  </a:lnTo>
                  <a:lnTo>
                    <a:pt x="250" y="33"/>
                  </a:lnTo>
                  <a:lnTo>
                    <a:pt x="269" y="26"/>
                  </a:lnTo>
                  <a:lnTo>
                    <a:pt x="288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6"/>
                  </a:lnTo>
                  <a:lnTo>
                    <a:pt x="368" y="3"/>
                  </a:lnTo>
                  <a:lnTo>
                    <a:pt x="389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0" y="1"/>
                  </a:lnTo>
                  <a:lnTo>
                    <a:pt x="442" y="3"/>
                  </a:lnTo>
                  <a:lnTo>
                    <a:pt x="462" y="6"/>
                  </a:lnTo>
                  <a:lnTo>
                    <a:pt x="482" y="9"/>
                  </a:lnTo>
                  <a:lnTo>
                    <a:pt x="503" y="13"/>
                  </a:lnTo>
                  <a:lnTo>
                    <a:pt x="521" y="19"/>
                  </a:lnTo>
                  <a:lnTo>
                    <a:pt x="540" y="26"/>
                  </a:lnTo>
                  <a:lnTo>
                    <a:pt x="559" y="33"/>
                  </a:lnTo>
                  <a:lnTo>
                    <a:pt x="578" y="40"/>
                  </a:lnTo>
                  <a:lnTo>
                    <a:pt x="595" y="51"/>
                  </a:lnTo>
                  <a:lnTo>
                    <a:pt x="612" y="61"/>
                  </a:lnTo>
                  <a:lnTo>
                    <a:pt x="628" y="71"/>
                  </a:lnTo>
                  <a:lnTo>
                    <a:pt x="644" y="82"/>
                  </a:lnTo>
                  <a:lnTo>
                    <a:pt x="660" y="94"/>
                  </a:lnTo>
                  <a:lnTo>
                    <a:pt x="674" y="107"/>
                  </a:lnTo>
                  <a:lnTo>
                    <a:pt x="689" y="121"/>
                  </a:lnTo>
                  <a:lnTo>
                    <a:pt x="703" y="134"/>
                  </a:lnTo>
                  <a:lnTo>
                    <a:pt x="716" y="150"/>
                  </a:lnTo>
                  <a:lnTo>
                    <a:pt x="728" y="165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8" y="232"/>
                  </a:lnTo>
                  <a:lnTo>
                    <a:pt x="777" y="251"/>
                  </a:lnTo>
                  <a:lnTo>
                    <a:pt x="784" y="268"/>
                  </a:lnTo>
                  <a:lnTo>
                    <a:pt x="791" y="289"/>
                  </a:lnTo>
                  <a:lnTo>
                    <a:pt x="796" y="307"/>
                  </a:lnTo>
                  <a:lnTo>
                    <a:pt x="801" y="328"/>
                  </a:lnTo>
                  <a:lnTo>
                    <a:pt x="804" y="348"/>
                  </a:lnTo>
                  <a:lnTo>
                    <a:pt x="807" y="368"/>
                  </a:lnTo>
                  <a:lnTo>
                    <a:pt x="809" y="388"/>
                  </a:lnTo>
                  <a:lnTo>
                    <a:pt x="809" y="410"/>
                  </a:lnTo>
                  <a:lnTo>
                    <a:pt x="809" y="400"/>
                  </a:lnTo>
                  <a:lnTo>
                    <a:pt x="809" y="421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6" y="502"/>
                  </a:lnTo>
                  <a:lnTo>
                    <a:pt x="791" y="521"/>
                  </a:lnTo>
                  <a:lnTo>
                    <a:pt x="784" y="541"/>
                  </a:lnTo>
                  <a:lnTo>
                    <a:pt x="777" y="559"/>
                  </a:lnTo>
                  <a:lnTo>
                    <a:pt x="768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9"/>
                  </a:lnTo>
                  <a:lnTo>
                    <a:pt x="728" y="645"/>
                  </a:lnTo>
                  <a:lnTo>
                    <a:pt x="716" y="660"/>
                  </a:lnTo>
                  <a:lnTo>
                    <a:pt x="703" y="675"/>
                  </a:lnTo>
                  <a:lnTo>
                    <a:pt x="689" y="688"/>
                  </a:lnTo>
                  <a:lnTo>
                    <a:pt x="674" y="703"/>
                  </a:lnTo>
                  <a:lnTo>
                    <a:pt x="660" y="716"/>
                  </a:lnTo>
                  <a:lnTo>
                    <a:pt x="644" y="727"/>
                  </a:lnTo>
                  <a:lnTo>
                    <a:pt x="628" y="739"/>
                  </a:lnTo>
                  <a:lnTo>
                    <a:pt x="612" y="749"/>
                  </a:lnTo>
                  <a:lnTo>
                    <a:pt x="595" y="759"/>
                  </a:lnTo>
                  <a:lnTo>
                    <a:pt x="578" y="769"/>
                  </a:lnTo>
                  <a:lnTo>
                    <a:pt x="559" y="776"/>
                  </a:lnTo>
                  <a:lnTo>
                    <a:pt x="540" y="784"/>
                  </a:lnTo>
                  <a:lnTo>
                    <a:pt x="521" y="791"/>
                  </a:lnTo>
                  <a:lnTo>
                    <a:pt x="503" y="797"/>
                  </a:lnTo>
                  <a:lnTo>
                    <a:pt x="482" y="801"/>
                  </a:lnTo>
                  <a:lnTo>
                    <a:pt x="462" y="804"/>
                  </a:lnTo>
                  <a:lnTo>
                    <a:pt x="442" y="807"/>
                  </a:lnTo>
                  <a:lnTo>
                    <a:pt x="420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9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8" y="801"/>
                  </a:lnTo>
                  <a:lnTo>
                    <a:pt x="308" y="797"/>
                  </a:lnTo>
                  <a:lnTo>
                    <a:pt x="288" y="791"/>
                  </a:lnTo>
                  <a:lnTo>
                    <a:pt x="269" y="784"/>
                  </a:lnTo>
                  <a:lnTo>
                    <a:pt x="250" y="776"/>
                  </a:lnTo>
                  <a:lnTo>
                    <a:pt x="233" y="769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1" y="739"/>
                  </a:lnTo>
                  <a:lnTo>
                    <a:pt x="165" y="727"/>
                  </a:lnTo>
                  <a:lnTo>
                    <a:pt x="149" y="716"/>
                  </a:lnTo>
                  <a:lnTo>
                    <a:pt x="135" y="703"/>
                  </a:lnTo>
                  <a:lnTo>
                    <a:pt x="120" y="688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3" y="645"/>
                  </a:lnTo>
                  <a:lnTo>
                    <a:pt x="71" y="629"/>
                  </a:lnTo>
                  <a:lnTo>
                    <a:pt x="60" y="612"/>
                  </a:lnTo>
                  <a:lnTo>
                    <a:pt x="49" y="595"/>
                  </a:lnTo>
                  <a:lnTo>
                    <a:pt x="41" y="577"/>
                  </a:lnTo>
                  <a:lnTo>
                    <a:pt x="34" y="559"/>
                  </a:lnTo>
                  <a:lnTo>
                    <a:pt x="25" y="541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9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1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4" name="Freeform 33">
              <a:extLst>
                <a:ext uri="{FF2B5EF4-FFF2-40B4-BE49-F238E27FC236}">
                  <a16:creationId xmlns:a16="http://schemas.microsoft.com/office/drawing/2014/main" id="{1DA7E7C1-1888-4D9A-96AA-A689B5842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3153093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0 w 817"/>
                <a:gd name="T21" fmla="*/ 2147483646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2147483646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0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5" name="Freeform 37">
              <a:extLst>
                <a:ext uri="{FF2B5EF4-FFF2-40B4-BE49-F238E27FC236}">
                  <a16:creationId xmlns:a16="http://schemas.microsoft.com/office/drawing/2014/main" id="{91AD3C39-C146-44E5-87B4-84DE2746B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4435794"/>
              <a:ext cx="647700" cy="649288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6" name="Freeform 38">
              <a:extLst>
                <a:ext uri="{FF2B5EF4-FFF2-40B4-BE49-F238E27FC236}">
                  <a16:creationId xmlns:a16="http://schemas.microsoft.com/office/drawing/2014/main" id="{283469E4-C877-40DB-8C0C-7865FEC9A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1848168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2147483646 w 817"/>
                <a:gd name="T21" fmla="*/ 0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0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2147483646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817" y="408"/>
                  </a:move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0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5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5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0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8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8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7" name="Freeform 39">
              <a:extLst>
                <a:ext uri="{FF2B5EF4-FFF2-40B4-BE49-F238E27FC236}">
                  <a16:creationId xmlns:a16="http://schemas.microsoft.com/office/drawing/2014/main" id="{0E14EC38-6FAE-4035-8470-8C51A0297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2970531"/>
              <a:ext cx="46037" cy="138112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8" name="Line 40">
              <a:extLst>
                <a:ext uri="{FF2B5EF4-FFF2-40B4-BE49-F238E27FC236}">
                  <a16:creationId xmlns:a16="http://schemas.microsoft.com/office/drawing/2014/main" id="{D420943F-706A-4802-BBC2-4B93E01E13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2489518"/>
              <a:ext cx="1588" cy="4810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9" name="Freeform 41">
              <a:extLst>
                <a:ext uri="{FF2B5EF4-FFF2-40B4-BE49-F238E27FC236}">
                  <a16:creationId xmlns:a16="http://schemas.microsoft.com/office/drawing/2014/main" id="{2855E7B9-104D-479C-94E5-615987A9B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4277044"/>
              <a:ext cx="46037" cy="136525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0" name="Line 42">
              <a:extLst>
                <a:ext uri="{FF2B5EF4-FFF2-40B4-BE49-F238E27FC236}">
                  <a16:creationId xmlns:a16="http://schemas.microsoft.com/office/drawing/2014/main" id="{912471A6-4765-48BD-96AB-65034E7688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3796032"/>
              <a:ext cx="1588" cy="48101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1" name="Rectangle 48">
              <a:extLst>
                <a:ext uri="{FF2B5EF4-FFF2-40B4-BE49-F238E27FC236}">
                  <a16:creationId xmlns:a16="http://schemas.microsoft.com/office/drawing/2014/main" id="{7179019F-584E-4FA7-AB3A-E9C6E938D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2018512"/>
              <a:ext cx="50033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A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62" name="Freeform 50">
              <a:extLst>
                <a:ext uri="{FF2B5EF4-FFF2-40B4-BE49-F238E27FC236}">
                  <a16:creationId xmlns:a16="http://schemas.microsoft.com/office/drawing/2014/main" id="{161B8E40-F178-4A50-8AC9-49EC7FC1F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5559744"/>
              <a:ext cx="46037" cy="160338"/>
            </a:xfrm>
            <a:custGeom>
              <a:avLst/>
              <a:gdLst>
                <a:gd name="T0" fmla="*/ 0 w 57"/>
                <a:gd name="T1" fmla="*/ 0 h 202"/>
                <a:gd name="T2" fmla="*/ 2147483646 w 57"/>
                <a:gd name="T3" fmla="*/ 2147483646 h 202"/>
                <a:gd name="T4" fmla="*/ 2147483646 w 57"/>
                <a:gd name="T5" fmla="*/ 0 h 202"/>
                <a:gd name="T6" fmla="*/ 2147483646 w 57"/>
                <a:gd name="T7" fmla="*/ 0 h 202"/>
                <a:gd name="T8" fmla="*/ 0 w 57"/>
                <a:gd name="T9" fmla="*/ 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202"/>
                <a:gd name="T17" fmla="*/ 57 w 57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202">
                  <a:moveTo>
                    <a:pt x="0" y="0"/>
                  </a:moveTo>
                  <a:lnTo>
                    <a:pt x="28" y="202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3" name="Line 51">
              <a:extLst>
                <a:ext uri="{FF2B5EF4-FFF2-40B4-BE49-F238E27FC236}">
                  <a16:creationId xmlns:a16="http://schemas.microsoft.com/office/drawing/2014/main" id="{66A293DE-C678-4B21-A426-5C9CF53EF0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5100957"/>
              <a:ext cx="1588" cy="4587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4" name="Rectangle 69">
              <a:extLst>
                <a:ext uri="{FF2B5EF4-FFF2-40B4-BE49-F238E27FC236}">
                  <a16:creationId xmlns:a16="http://schemas.microsoft.com/office/drawing/2014/main" id="{0FBF05A4-C57A-4CFB-9533-A4E320500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5774" y="968733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65" name="Freeform 46">
              <a:extLst>
                <a:ext uri="{FF2B5EF4-FFF2-40B4-BE49-F238E27FC236}">
                  <a16:creationId xmlns:a16="http://schemas.microsoft.com/office/drawing/2014/main" id="{0392C6DB-2879-4B50-804A-B7E73315C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5742307"/>
              <a:ext cx="647700" cy="649287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8"/>
                  </a:lnTo>
                  <a:lnTo>
                    <a:pt x="13" y="306"/>
                  </a:lnTo>
                  <a:lnTo>
                    <a:pt x="7" y="327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7"/>
                  </a:lnTo>
                  <a:lnTo>
                    <a:pt x="804" y="306"/>
                  </a:lnTo>
                  <a:lnTo>
                    <a:pt x="799" y="288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6" name="Rectangle 45">
              <a:extLst>
                <a:ext uri="{FF2B5EF4-FFF2-40B4-BE49-F238E27FC236}">
                  <a16:creationId xmlns:a16="http://schemas.microsoft.com/office/drawing/2014/main" id="{A6476E32-C56D-4DB7-A19F-A8081577C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5958207"/>
              <a:ext cx="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08567" name="Group 79">
              <a:extLst>
                <a:ext uri="{FF2B5EF4-FFF2-40B4-BE49-F238E27FC236}">
                  <a16:creationId xmlns:a16="http://schemas.microsoft.com/office/drawing/2014/main" id="{686B36D7-5F58-4DA4-B7B8-5D99FE1AEBFE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5415851" y="2101137"/>
              <a:ext cx="1232239" cy="2721739"/>
              <a:chOff x="7290642" y="3464243"/>
              <a:chExt cx="1624012" cy="2622551"/>
            </a:xfrm>
          </p:grpSpPr>
          <p:sp>
            <p:nvSpPr>
              <p:cNvPr id="108587" name="Freeform 9">
                <a:extLst>
                  <a:ext uri="{FF2B5EF4-FFF2-40B4-BE49-F238E27FC236}">
                    <a16:creationId xmlns:a16="http://schemas.microsoft.com/office/drawing/2014/main" id="{0B4EDC7D-0F8E-45FF-91C2-F48B8CCAB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1754" y="6040757"/>
                <a:ext cx="138113" cy="46037"/>
              </a:xfrm>
              <a:custGeom>
                <a:avLst/>
                <a:gdLst>
                  <a:gd name="T0" fmla="*/ 2147483646 w 174"/>
                  <a:gd name="T1" fmla="*/ 0 h 58"/>
                  <a:gd name="T2" fmla="*/ 0 w 174"/>
                  <a:gd name="T3" fmla="*/ 2147483646 h 58"/>
                  <a:gd name="T4" fmla="*/ 2147483646 w 174"/>
                  <a:gd name="T5" fmla="*/ 2147483646 h 58"/>
                  <a:gd name="T6" fmla="*/ 2147483646 w 174"/>
                  <a:gd name="T7" fmla="*/ 2147483646 h 58"/>
                  <a:gd name="T8" fmla="*/ 2147483646 w 174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4"/>
                  <a:gd name="T16" fmla="*/ 0 h 58"/>
                  <a:gd name="T17" fmla="*/ 174 w 174"/>
                  <a:gd name="T18" fmla="*/ 58 h 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4" h="58">
                    <a:moveTo>
                      <a:pt x="174" y="0"/>
                    </a:moveTo>
                    <a:lnTo>
                      <a:pt x="0" y="29"/>
                    </a:lnTo>
                    <a:lnTo>
                      <a:pt x="174" y="58"/>
                    </a:lnTo>
                    <a:lnTo>
                      <a:pt x="174" y="29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000000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8588" name="Arc 87">
                <a:extLst>
                  <a:ext uri="{FF2B5EF4-FFF2-40B4-BE49-F238E27FC236}">
                    <a16:creationId xmlns:a16="http://schemas.microsoft.com/office/drawing/2014/main" id="{7C89B099-56DF-4911-B334-973B6699C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0642" y="3464243"/>
                <a:ext cx="1624012" cy="1325563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8589" name="Arc 88">
                <a:extLst>
                  <a:ext uri="{FF2B5EF4-FFF2-40B4-BE49-F238E27FC236}">
                    <a16:creationId xmlns:a16="http://schemas.microsoft.com/office/drawing/2014/main" id="{726C0E19-B6BE-4877-98E7-2C2F8CB7693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458917" y="4751707"/>
                <a:ext cx="1455737" cy="1309687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8568" name="Rectangle 48">
              <a:extLst>
                <a:ext uri="{FF2B5EF4-FFF2-40B4-BE49-F238E27FC236}">
                  <a16:creationId xmlns:a16="http://schemas.microsoft.com/office/drawing/2014/main" id="{9AA970E4-6BEE-4C6E-8F51-CA49D2185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8461" y="3325743"/>
              <a:ext cx="50022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B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69" name="Rectangle 48">
              <a:extLst>
                <a:ext uri="{FF2B5EF4-FFF2-40B4-BE49-F238E27FC236}">
                  <a16:creationId xmlns:a16="http://schemas.microsoft.com/office/drawing/2014/main" id="{9492D230-2CD7-4B8C-A1D8-25FCCF778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7370" y="4604883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70" name="Rectangle 48">
              <a:extLst>
                <a:ext uri="{FF2B5EF4-FFF2-40B4-BE49-F238E27FC236}">
                  <a16:creationId xmlns:a16="http://schemas.microsoft.com/office/drawing/2014/main" id="{32701594-2A5B-4C87-9FC2-CA23380D3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5922894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/ 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08571" name="Group 83">
              <a:extLst>
                <a:ext uri="{FF2B5EF4-FFF2-40B4-BE49-F238E27FC236}">
                  <a16:creationId xmlns:a16="http://schemas.microsoft.com/office/drawing/2014/main" id="{AAB84390-3C17-4346-9028-D4F30AEEA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6003" y="1918018"/>
              <a:ext cx="1612900" cy="4281875"/>
              <a:chOff x="2655888" y="1731962"/>
              <a:chExt cx="1612900" cy="3917951"/>
            </a:xfrm>
          </p:grpSpPr>
          <p:sp>
            <p:nvSpPr>
              <p:cNvPr id="108584" name="Freeform 4">
                <a:extLst>
                  <a:ext uri="{FF2B5EF4-FFF2-40B4-BE49-F238E27FC236}">
                    <a16:creationId xmlns:a16="http://schemas.microsoft.com/office/drawing/2014/main" id="{B3BDAF15-7F4E-431B-8B76-A0C44E15E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263" y="1731962"/>
                <a:ext cx="136525" cy="68263"/>
              </a:xfrm>
              <a:custGeom>
                <a:avLst/>
                <a:gdLst>
                  <a:gd name="T0" fmla="*/ 0 w 173"/>
                  <a:gd name="T1" fmla="*/ 2147483646 h 86"/>
                  <a:gd name="T2" fmla="*/ 2147483646 w 173"/>
                  <a:gd name="T3" fmla="*/ 2147483646 h 86"/>
                  <a:gd name="T4" fmla="*/ 0 w 173"/>
                  <a:gd name="T5" fmla="*/ 0 h 86"/>
                  <a:gd name="T6" fmla="*/ 0 w 173"/>
                  <a:gd name="T7" fmla="*/ 2147483646 h 86"/>
                  <a:gd name="T8" fmla="*/ 0 w 173"/>
                  <a:gd name="T9" fmla="*/ 214748364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86"/>
                  <a:gd name="T17" fmla="*/ 173 w 173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86">
                    <a:moveTo>
                      <a:pt x="0" y="86"/>
                    </a:moveTo>
                    <a:lnTo>
                      <a:pt x="173" y="29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chemeClr val="tx1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8585" name="Arc 85">
                <a:extLst>
                  <a:ext uri="{FF2B5EF4-FFF2-40B4-BE49-F238E27FC236}">
                    <a16:creationId xmlns:a16="http://schemas.microsoft.com/office/drawing/2014/main" id="{AF898C57-D093-434B-A51F-E8F4F8F84CE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 flipV="1">
                <a:off x="2655888" y="3587751"/>
                <a:ext cx="1612900" cy="2062162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8586" name="Arc 86">
                <a:extLst>
                  <a:ext uri="{FF2B5EF4-FFF2-40B4-BE49-F238E27FC236}">
                    <a16:creationId xmlns:a16="http://schemas.microsoft.com/office/drawing/2014/main" id="{41ABDCF4-B6F5-4473-ABDB-61C2BA3FD33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55888" y="1762125"/>
                <a:ext cx="1476375" cy="1836737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8572" name="Group 84">
              <a:extLst>
                <a:ext uri="{FF2B5EF4-FFF2-40B4-BE49-F238E27FC236}">
                  <a16:creationId xmlns:a16="http://schemas.microsoft.com/office/drawing/2014/main" id="{29A4374E-048B-4524-8B0B-B46B6179D8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72212" y="2244856"/>
              <a:ext cx="675878" cy="1251891"/>
              <a:chOff x="4652181" y="1098568"/>
              <a:chExt cx="675878" cy="1251891"/>
            </a:xfrm>
          </p:grpSpPr>
          <p:sp>
            <p:nvSpPr>
              <p:cNvPr id="108581" name="Arc 87">
                <a:extLst>
                  <a:ext uri="{FF2B5EF4-FFF2-40B4-BE49-F238E27FC236}">
                    <a16:creationId xmlns:a16="http://schemas.microsoft.com/office/drawing/2014/main" id="{F72811C4-50C8-4640-A926-35A63373CA5A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4652181" y="1727150"/>
                <a:ext cx="648198" cy="623309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8582" name="Arc 88">
                <a:extLst>
                  <a:ext uri="{FF2B5EF4-FFF2-40B4-BE49-F238E27FC236}">
                    <a16:creationId xmlns:a16="http://schemas.microsoft.com/office/drawing/2014/main" id="{A9658639-6109-45E5-A04B-E8B566CF456C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 flipV="1">
                <a:off x="4652181" y="1129221"/>
                <a:ext cx="581034" cy="615844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8583" name="Freeform 4">
                <a:extLst>
                  <a:ext uri="{FF2B5EF4-FFF2-40B4-BE49-F238E27FC236}">
                    <a16:creationId xmlns:a16="http://schemas.microsoft.com/office/drawing/2014/main" id="{58B4BD99-5F80-4111-9F9B-5F0F5F40B1EE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5191534" y="1098568"/>
                <a:ext cx="136525" cy="74604"/>
              </a:xfrm>
              <a:custGeom>
                <a:avLst/>
                <a:gdLst>
                  <a:gd name="T0" fmla="*/ 0 w 173"/>
                  <a:gd name="T1" fmla="*/ 2147483646 h 86"/>
                  <a:gd name="T2" fmla="*/ 2147483646 w 173"/>
                  <a:gd name="T3" fmla="*/ 2147483646 h 86"/>
                  <a:gd name="T4" fmla="*/ 0 w 173"/>
                  <a:gd name="T5" fmla="*/ 0 h 86"/>
                  <a:gd name="T6" fmla="*/ 0 w 173"/>
                  <a:gd name="T7" fmla="*/ 2147483646 h 86"/>
                  <a:gd name="T8" fmla="*/ 0 w 173"/>
                  <a:gd name="T9" fmla="*/ 214748364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86"/>
                  <a:gd name="T17" fmla="*/ 173 w 173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86">
                    <a:moveTo>
                      <a:pt x="0" y="86"/>
                    </a:moveTo>
                    <a:lnTo>
                      <a:pt x="173" y="29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chemeClr val="tx1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8573" name="Freeform 16">
              <a:extLst>
                <a:ext uri="{FF2B5EF4-FFF2-40B4-BE49-F238E27FC236}">
                  <a16:creationId xmlns:a16="http://schemas.microsoft.com/office/drawing/2014/main" id="{0295AB4A-1191-4249-A98D-4014A6605762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233771" y="6250561"/>
              <a:ext cx="114300" cy="114300"/>
            </a:xfrm>
            <a:custGeom>
              <a:avLst/>
              <a:gdLst>
                <a:gd name="T0" fmla="*/ 0 w 144"/>
                <a:gd name="T1" fmla="*/ 2147483646 h 144"/>
                <a:gd name="T2" fmla="*/ 2147483646 w 144"/>
                <a:gd name="T3" fmla="*/ 2147483646 h 144"/>
                <a:gd name="T4" fmla="*/ 2147483646 w 144"/>
                <a:gd name="T5" fmla="*/ 0 h 144"/>
                <a:gd name="T6" fmla="*/ 2147483646 w 144"/>
                <a:gd name="T7" fmla="*/ 0 h 144"/>
                <a:gd name="T8" fmla="*/ 0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0" y="28"/>
                  </a:moveTo>
                  <a:lnTo>
                    <a:pt x="144" y="144"/>
                  </a:lnTo>
                  <a:lnTo>
                    <a:pt x="29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4" name="Rectangle 69">
              <a:extLst>
                <a:ext uri="{FF2B5EF4-FFF2-40B4-BE49-F238E27FC236}">
                  <a16:creationId xmlns:a16="http://schemas.microsoft.com/office/drawing/2014/main" id="{600A197E-AA74-4D83-84F0-4503407F7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6876" y="5784394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75" name="Rectangle 69">
              <a:extLst>
                <a:ext uri="{FF2B5EF4-FFF2-40B4-BE49-F238E27FC236}">
                  <a16:creationId xmlns:a16="http://schemas.microsoft.com/office/drawing/2014/main" id="{6124C907-4F5C-4D87-A347-475C8EA59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944" y="4722291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76" name="Rectangle 69">
              <a:extLst>
                <a:ext uri="{FF2B5EF4-FFF2-40B4-BE49-F238E27FC236}">
                  <a16:creationId xmlns:a16="http://schemas.microsoft.com/office/drawing/2014/main" id="{C9417DE7-6E19-4631-8BE4-982E1EC74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7392" y="3415799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77" name="Rectangle 69">
              <a:extLst>
                <a:ext uri="{FF2B5EF4-FFF2-40B4-BE49-F238E27FC236}">
                  <a16:creationId xmlns:a16="http://schemas.microsoft.com/office/drawing/2014/main" id="{8B5914BA-B1E2-472C-9A20-B808BA20F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1063" y="2650747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78" name="Rectangle 69">
              <a:extLst>
                <a:ext uri="{FF2B5EF4-FFF2-40B4-BE49-F238E27FC236}">
                  <a16:creationId xmlns:a16="http://schemas.microsoft.com/office/drawing/2014/main" id="{C92B1A68-7ADE-4BB9-BB20-CE6EE04FC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3942336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79" name="Rectangle 69">
              <a:extLst>
                <a:ext uri="{FF2B5EF4-FFF2-40B4-BE49-F238E27FC236}">
                  <a16:creationId xmlns:a16="http://schemas.microsoft.com/office/drawing/2014/main" id="{92A1E92F-AC78-4BD4-BB27-97C879AFC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0869" y="5189553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80" name="Rectangle 69">
              <a:extLst>
                <a:ext uri="{FF2B5EF4-FFF2-40B4-BE49-F238E27FC236}">
                  <a16:creationId xmlns:a16="http://schemas.microsoft.com/office/drawing/2014/main" id="{7CDD51B8-7F98-4E51-9F43-884A36BAA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122" y="5833994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8549" name="Rectangle 87">
            <a:extLst>
              <a:ext uri="{FF2B5EF4-FFF2-40B4-BE49-F238E27FC236}">
                <a16:creationId xmlns:a16="http://schemas.microsoft.com/office/drawing/2014/main" id="{879FC83E-BF84-45AB-9B18-6E8C0EC0E61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37313" y="6465888"/>
            <a:ext cx="1357312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diagram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C8CB43A6-AE1C-3740-82C7-6C88AE5A86D4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28575"/>
            <a:ext cx="9144000" cy="78898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The state diagram</a:t>
            </a:r>
          </a:p>
        </p:txBody>
      </p:sp>
      <p:sp>
        <p:nvSpPr>
          <p:cNvPr id="109570" name="Rectangle 87">
            <a:extLst>
              <a:ext uri="{FF2B5EF4-FFF2-40B4-BE49-F238E27FC236}">
                <a16:creationId xmlns:a16="http://schemas.microsoft.com/office/drawing/2014/main" id="{EDE5FA5B-ACD0-4D52-B900-8187F28AEC6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85913" y="4913313"/>
            <a:ext cx="104140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09571" name="Group 127">
            <a:extLst>
              <a:ext uri="{FF2B5EF4-FFF2-40B4-BE49-F238E27FC236}">
                <a16:creationId xmlns:a16="http://schemas.microsoft.com/office/drawing/2014/main" id="{8996B4B3-FCE3-4D9B-8FD8-43565AEA001C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109615" name="Rectangle 85">
              <a:extLst>
                <a:ext uri="{FF2B5EF4-FFF2-40B4-BE49-F238E27FC236}">
                  <a16:creationId xmlns:a16="http://schemas.microsoft.com/office/drawing/2014/main" id="{249ABAAE-ADE4-41C0-A635-BA72D651B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16" name="Rectangle 86">
              <a:extLst>
                <a:ext uri="{FF2B5EF4-FFF2-40B4-BE49-F238E27FC236}">
                  <a16:creationId xmlns:a16="http://schemas.microsoft.com/office/drawing/2014/main" id="{DF9E632F-994E-444E-964E-F31E8B1BD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17" name="Rectangle 88">
              <a:extLst>
                <a:ext uri="{FF2B5EF4-FFF2-40B4-BE49-F238E27FC236}">
                  <a16:creationId xmlns:a16="http://schemas.microsoft.com/office/drawing/2014/main" id="{4E546919-582F-4D23-ABFF-2CC493BFE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18" name="Rectangle 89">
              <a:extLst>
                <a:ext uri="{FF2B5EF4-FFF2-40B4-BE49-F238E27FC236}">
                  <a16:creationId xmlns:a16="http://schemas.microsoft.com/office/drawing/2014/main" id="{02CC9351-B732-411B-94EA-FA1C386DB8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19" name="Rectangle 90">
              <a:extLst>
                <a:ext uri="{FF2B5EF4-FFF2-40B4-BE49-F238E27FC236}">
                  <a16:creationId xmlns:a16="http://schemas.microsoft.com/office/drawing/2014/main" id="{82C92613-6A61-4117-9675-C3B95CEFF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20" name="Rectangle 91">
              <a:extLst>
                <a:ext uri="{FF2B5EF4-FFF2-40B4-BE49-F238E27FC236}">
                  <a16:creationId xmlns:a16="http://schemas.microsoft.com/office/drawing/2014/main" id="{29F11B97-CA6D-4F38-A9C7-21849AAAB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21" name="Rectangle 92">
              <a:extLst>
                <a:ext uri="{FF2B5EF4-FFF2-40B4-BE49-F238E27FC236}">
                  <a16:creationId xmlns:a16="http://schemas.microsoft.com/office/drawing/2014/main" id="{D3C8BA4F-AA51-4879-8341-7568B5188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22" name="Rectangle 93">
              <a:extLst>
                <a:ext uri="{FF2B5EF4-FFF2-40B4-BE49-F238E27FC236}">
                  <a16:creationId xmlns:a16="http://schemas.microsoft.com/office/drawing/2014/main" id="{19D3DD7D-FB2F-44F3-BFEE-B60C58775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23" name="Rectangle 94">
              <a:extLst>
                <a:ext uri="{FF2B5EF4-FFF2-40B4-BE49-F238E27FC236}">
                  <a16:creationId xmlns:a16="http://schemas.microsoft.com/office/drawing/2014/main" id="{AD381CC0-71BC-4284-9AF1-E525BDB7F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24" name="Rectangle 95">
              <a:extLst>
                <a:ext uri="{FF2B5EF4-FFF2-40B4-BE49-F238E27FC236}">
                  <a16:creationId xmlns:a16="http://schemas.microsoft.com/office/drawing/2014/main" id="{4C021E4B-90C0-4198-98C9-D1CAA708C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25" name="Rectangle 96">
              <a:extLst>
                <a:ext uri="{FF2B5EF4-FFF2-40B4-BE49-F238E27FC236}">
                  <a16:creationId xmlns:a16="http://schemas.microsoft.com/office/drawing/2014/main" id="{8CB39902-26B2-4546-8CBC-C6FF30AE6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26" name="Rectangle 97">
              <a:extLst>
                <a:ext uri="{FF2B5EF4-FFF2-40B4-BE49-F238E27FC236}">
                  <a16:creationId xmlns:a16="http://schemas.microsoft.com/office/drawing/2014/main" id="{7B55A7B7-F62F-4FD6-AAE6-03582E9A7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27" name="Rectangle 98">
              <a:extLst>
                <a:ext uri="{FF2B5EF4-FFF2-40B4-BE49-F238E27FC236}">
                  <a16:creationId xmlns:a16="http://schemas.microsoft.com/office/drawing/2014/main" id="{76A7CF15-A27A-4159-92D8-58416EB3D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28" name="Rectangle 99">
              <a:extLst>
                <a:ext uri="{FF2B5EF4-FFF2-40B4-BE49-F238E27FC236}">
                  <a16:creationId xmlns:a16="http://schemas.microsoft.com/office/drawing/2014/main" id="{6EDDCE81-3D56-412B-A868-432A7E161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29" name="Rectangle 100">
              <a:extLst>
                <a:ext uri="{FF2B5EF4-FFF2-40B4-BE49-F238E27FC236}">
                  <a16:creationId xmlns:a16="http://schemas.microsoft.com/office/drawing/2014/main" id="{723AF875-8A47-4B6A-8BF1-608FBF7AA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30" name="Rectangle 101">
              <a:extLst>
                <a:ext uri="{FF2B5EF4-FFF2-40B4-BE49-F238E27FC236}">
                  <a16:creationId xmlns:a16="http://schemas.microsoft.com/office/drawing/2014/main" id="{044683DB-0A07-4B6D-8C76-793C4889D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31" name="Rectangle 102">
              <a:extLst>
                <a:ext uri="{FF2B5EF4-FFF2-40B4-BE49-F238E27FC236}">
                  <a16:creationId xmlns:a16="http://schemas.microsoft.com/office/drawing/2014/main" id="{675CF6B1-9399-4F48-A7EF-F8610BFD1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32" name="Rectangle 103">
              <a:extLst>
                <a:ext uri="{FF2B5EF4-FFF2-40B4-BE49-F238E27FC236}">
                  <a16:creationId xmlns:a16="http://schemas.microsoft.com/office/drawing/2014/main" id="{C35AA90F-A2AF-4A5D-B102-FB570EB04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33" name="Rectangle 104">
              <a:extLst>
                <a:ext uri="{FF2B5EF4-FFF2-40B4-BE49-F238E27FC236}">
                  <a16:creationId xmlns:a16="http://schemas.microsoft.com/office/drawing/2014/main" id="{CAAFA156-8879-4A2D-84A6-AB8B701CC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34" name="Rectangle 105">
              <a:extLst>
                <a:ext uri="{FF2B5EF4-FFF2-40B4-BE49-F238E27FC236}">
                  <a16:creationId xmlns:a16="http://schemas.microsoft.com/office/drawing/2014/main" id="{0E32D658-7FC0-45B2-BE3F-B7EC3BAB3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35" name="Rectangle 106">
              <a:extLst>
                <a:ext uri="{FF2B5EF4-FFF2-40B4-BE49-F238E27FC236}">
                  <a16:creationId xmlns:a16="http://schemas.microsoft.com/office/drawing/2014/main" id="{F5813038-3961-42E8-9EB8-9F8E2B850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36" name="Rectangle 107">
              <a:extLst>
                <a:ext uri="{FF2B5EF4-FFF2-40B4-BE49-F238E27FC236}">
                  <a16:creationId xmlns:a16="http://schemas.microsoft.com/office/drawing/2014/main" id="{53B24CC9-3E64-4F76-8A88-FEC81AF80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37" name="Rectangle 108">
              <a:extLst>
                <a:ext uri="{FF2B5EF4-FFF2-40B4-BE49-F238E27FC236}">
                  <a16:creationId xmlns:a16="http://schemas.microsoft.com/office/drawing/2014/main" id="{B89B3F51-5726-4B7C-9744-E24BC7579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38" name="Rectangle 109">
              <a:extLst>
                <a:ext uri="{FF2B5EF4-FFF2-40B4-BE49-F238E27FC236}">
                  <a16:creationId xmlns:a16="http://schemas.microsoft.com/office/drawing/2014/main" id="{4C6F3404-3F96-4A1D-AA0F-0C13DCC10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39" name="Rectangle 110">
              <a:extLst>
                <a:ext uri="{FF2B5EF4-FFF2-40B4-BE49-F238E27FC236}">
                  <a16:creationId xmlns:a16="http://schemas.microsoft.com/office/drawing/2014/main" id="{A41EC706-0011-4A06-BD16-C50C07539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40" name="Rectangle 111">
              <a:extLst>
                <a:ext uri="{FF2B5EF4-FFF2-40B4-BE49-F238E27FC236}">
                  <a16:creationId xmlns:a16="http://schemas.microsoft.com/office/drawing/2014/main" id="{7A6061A6-4E5F-48CC-A501-57E232E7D9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41" name="Rectangle 112">
              <a:extLst>
                <a:ext uri="{FF2B5EF4-FFF2-40B4-BE49-F238E27FC236}">
                  <a16:creationId xmlns:a16="http://schemas.microsoft.com/office/drawing/2014/main" id="{E41E9CDB-D44F-449B-AFD3-0353F85BF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42" name="Rectangle 113">
              <a:extLst>
                <a:ext uri="{FF2B5EF4-FFF2-40B4-BE49-F238E27FC236}">
                  <a16:creationId xmlns:a16="http://schemas.microsoft.com/office/drawing/2014/main" id="{4B346C71-1FDF-4022-B26E-183D8203A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43" name="Rectangle 114">
              <a:extLst>
                <a:ext uri="{FF2B5EF4-FFF2-40B4-BE49-F238E27FC236}">
                  <a16:creationId xmlns:a16="http://schemas.microsoft.com/office/drawing/2014/main" id="{B86C4B59-2048-46BB-BE5F-7ED30DF6C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44" name="Rectangle 115">
              <a:extLst>
                <a:ext uri="{FF2B5EF4-FFF2-40B4-BE49-F238E27FC236}">
                  <a16:creationId xmlns:a16="http://schemas.microsoft.com/office/drawing/2014/main" id="{E7FA8DA3-AD12-4A93-B628-D3D29E585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45" name="Rectangle 116">
              <a:extLst>
                <a:ext uri="{FF2B5EF4-FFF2-40B4-BE49-F238E27FC236}">
                  <a16:creationId xmlns:a16="http://schemas.microsoft.com/office/drawing/2014/main" id="{4CC539F3-672B-41D1-8CA4-45FCD7D96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46" name="Rectangle 117">
              <a:extLst>
                <a:ext uri="{FF2B5EF4-FFF2-40B4-BE49-F238E27FC236}">
                  <a16:creationId xmlns:a16="http://schemas.microsoft.com/office/drawing/2014/main" id="{CC74F8AB-3A4D-4CA9-98F6-4839803F8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47" name="Rectangle 118">
              <a:extLst>
                <a:ext uri="{FF2B5EF4-FFF2-40B4-BE49-F238E27FC236}">
                  <a16:creationId xmlns:a16="http://schemas.microsoft.com/office/drawing/2014/main" id="{DD9CD2E1-5EB7-427E-AAE0-5805DA158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48" name="Rectangle 119">
              <a:extLst>
                <a:ext uri="{FF2B5EF4-FFF2-40B4-BE49-F238E27FC236}">
                  <a16:creationId xmlns:a16="http://schemas.microsoft.com/office/drawing/2014/main" id="{84CFF5EB-6EB3-4334-9358-DB7F5EB68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49" name="Rectangle 120">
              <a:extLst>
                <a:ext uri="{FF2B5EF4-FFF2-40B4-BE49-F238E27FC236}">
                  <a16:creationId xmlns:a16="http://schemas.microsoft.com/office/drawing/2014/main" id="{ED021E50-B5BD-4036-BF54-1C2CC5BB4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50" name="Rectangle 121">
              <a:extLst>
                <a:ext uri="{FF2B5EF4-FFF2-40B4-BE49-F238E27FC236}">
                  <a16:creationId xmlns:a16="http://schemas.microsoft.com/office/drawing/2014/main" id="{873FD594-B6D1-41CD-A7CC-E93D62C98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51" name="Rectangle 122">
              <a:extLst>
                <a:ext uri="{FF2B5EF4-FFF2-40B4-BE49-F238E27FC236}">
                  <a16:creationId xmlns:a16="http://schemas.microsoft.com/office/drawing/2014/main" id="{C2255768-1521-494A-8789-06FF67A0D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52" name="Rectangle 123">
              <a:extLst>
                <a:ext uri="{FF2B5EF4-FFF2-40B4-BE49-F238E27FC236}">
                  <a16:creationId xmlns:a16="http://schemas.microsoft.com/office/drawing/2014/main" id="{3226FB4C-567D-4C51-B08F-08DAA0571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53" name="Rectangle 124">
              <a:extLst>
                <a:ext uri="{FF2B5EF4-FFF2-40B4-BE49-F238E27FC236}">
                  <a16:creationId xmlns:a16="http://schemas.microsoft.com/office/drawing/2014/main" id="{CBD6E8B1-F162-40A8-95F8-A078DB4F4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54" name="Rectangle 125">
              <a:extLst>
                <a:ext uri="{FF2B5EF4-FFF2-40B4-BE49-F238E27FC236}">
                  <a16:creationId xmlns:a16="http://schemas.microsoft.com/office/drawing/2014/main" id="{A15ECB2D-1871-4C93-BFA1-6383AEBCD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55" name="Rectangle 126">
              <a:extLst>
                <a:ext uri="{FF2B5EF4-FFF2-40B4-BE49-F238E27FC236}">
                  <a16:creationId xmlns:a16="http://schemas.microsoft.com/office/drawing/2014/main" id="{7B8C30EF-15E6-47DC-B83A-E26DEDD07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56" name="Rectangle 127">
              <a:extLst>
                <a:ext uri="{FF2B5EF4-FFF2-40B4-BE49-F238E27FC236}">
                  <a16:creationId xmlns:a16="http://schemas.microsoft.com/office/drawing/2014/main" id="{16CC1D44-25BB-4838-9758-E44B5C2E7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57" name="Rectangle 128">
              <a:extLst>
                <a:ext uri="{FF2B5EF4-FFF2-40B4-BE49-F238E27FC236}">
                  <a16:creationId xmlns:a16="http://schemas.microsoft.com/office/drawing/2014/main" id="{619542FF-211B-4A23-BB67-4DA738425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58" name="Rectangle 129">
              <a:extLst>
                <a:ext uri="{FF2B5EF4-FFF2-40B4-BE49-F238E27FC236}">
                  <a16:creationId xmlns:a16="http://schemas.microsoft.com/office/drawing/2014/main" id="{A6A1C0B7-10D8-489E-B0D8-B150FFDD6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59" name="Rectangle 130">
              <a:extLst>
                <a:ext uri="{FF2B5EF4-FFF2-40B4-BE49-F238E27FC236}">
                  <a16:creationId xmlns:a16="http://schemas.microsoft.com/office/drawing/2014/main" id="{4F380CCA-4B9B-4AA9-907D-8A2C559A6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60" name="Rectangle 131">
              <a:extLst>
                <a:ext uri="{FF2B5EF4-FFF2-40B4-BE49-F238E27FC236}">
                  <a16:creationId xmlns:a16="http://schemas.microsoft.com/office/drawing/2014/main" id="{711897EA-4696-4ECF-93AD-962DD1A08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61" name="Rectangle 132">
              <a:extLst>
                <a:ext uri="{FF2B5EF4-FFF2-40B4-BE49-F238E27FC236}">
                  <a16:creationId xmlns:a16="http://schemas.microsoft.com/office/drawing/2014/main" id="{C68330BC-3063-490F-8101-C3158C506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62" name="Rectangle 133">
              <a:extLst>
                <a:ext uri="{FF2B5EF4-FFF2-40B4-BE49-F238E27FC236}">
                  <a16:creationId xmlns:a16="http://schemas.microsoft.com/office/drawing/2014/main" id="{8871253A-34A1-4521-B74A-27760A177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63" name="Rectangle 134">
              <a:extLst>
                <a:ext uri="{FF2B5EF4-FFF2-40B4-BE49-F238E27FC236}">
                  <a16:creationId xmlns:a16="http://schemas.microsoft.com/office/drawing/2014/main" id="{80860975-EFAF-4FF9-86E1-6B325A03C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64" name="Rectangle 135">
              <a:extLst>
                <a:ext uri="{FF2B5EF4-FFF2-40B4-BE49-F238E27FC236}">
                  <a16:creationId xmlns:a16="http://schemas.microsoft.com/office/drawing/2014/main" id="{F711FFEA-7BBA-46D9-A243-4A960346F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65" name="Rectangle 136">
              <a:extLst>
                <a:ext uri="{FF2B5EF4-FFF2-40B4-BE49-F238E27FC236}">
                  <a16:creationId xmlns:a16="http://schemas.microsoft.com/office/drawing/2014/main" id="{ED304956-C33F-4303-9C1E-3596D1B67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66" name="Rectangle 137">
              <a:extLst>
                <a:ext uri="{FF2B5EF4-FFF2-40B4-BE49-F238E27FC236}">
                  <a16:creationId xmlns:a16="http://schemas.microsoft.com/office/drawing/2014/main" id="{F1EAD637-17B3-4213-9362-DF4D85963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67" name="Rectangle 138">
              <a:extLst>
                <a:ext uri="{FF2B5EF4-FFF2-40B4-BE49-F238E27FC236}">
                  <a16:creationId xmlns:a16="http://schemas.microsoft.com/office/drawing/2014/main" id="{1B80CE4C-FED8-4D75-AF10-804989E10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68" name="Rectangle 139">
              <a:extLst>
                <a:ext uri="{FF2B5EF4-FFF2-40B4-BE49-F238E27FC236}">
                  <a16:creationId xmlns:a16="http://schemas.microsoft.com/office/drawing/2014/main" id="{80DDF36D-580A-4A87-AB62-35C1DCF6F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69" name="Rectangle 140">
              <a:extLst>
                <a:ext uri="{FF2B5EF4-FFF2-40B4-BE49-F238E27FC236}">
                  <a16:creationId xmlns:a16="http://schemas.microsoft.com/office/drawing/2014/main" id="{88D2A6C3-6062-46C7-ABB4-CD384AD28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9572" name="Group 61">
            <a:extLst>
              <a:ext uri="{FF2B5EF4-FFF2-40B4-BE49-F238E27FC236}">
                <a16:creationId xmlns:a16="http://schemas.microsoft.com/office/drawing/2014/main" id="{01D9D8E5-E7EE-4A48-A221-3E2DB35C5122}"/>
              </a:ext>
            </a:extLst>
          </p:cNvPr>
          <p:cNvGrpSpPr>
            <a:grpSpLocks/>
          </p:cNvGrpSpPr>
          <p:nvPr/>
        </p:nvGrpSpPr>
        <p:grpSpPr bwMode="auto">
          <a:xfrm>
            <a:off x="5246688" y="747713"/>
            <a:ext cx="3330575" cy="5424487"/>
            <a:chOff x="5066003" y="968733"/>
            <a:chExt cx="3330016" cy="5424435"/>
          </a:xfrm>
        </p:grpSpPr>
        <p:sp>
          <p:nvSpPr>
            <p:cNvPr id="109575" name="Freeform 11">
              <a:extLst>
                <a:ext uri="{FF2B5EF4-FFF2-40B4-BE49-F238E27FC236}">
                  <a16:creationId xmlns:a16="http://schemas.microsoft.com/office/drawing/2014/main" id="{1A6947D4-9A3A-4573-9768-4053B147C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2092" y="5972494"/>
              <a:ext cx="138112" cy="160338"/>
            </a:xfrm>
            <a:custGeom>
              <a:avLst/>
              <a:gdLst>
                <a:gd name="T0" fmla="*/ 2147483646 w 174"/>
                <a:gd name="T1" fmla="*/ 2147483646 h 202"/>
                <a:gd name="T2" fmla="*/ 2147483646 w 174"/>
                <a:gd name="T3" fmla="*/ 2147483646 h 202"/>
                <a:gd name="T4" fmla="*/ 2147483646 w 174"/>
                <a:gd name="T5" fmla="*/ 0 h 202"/>
                <a:gd name="T6" fmla="*/ 0 w 174"/>
                <a:gd name="T7" fmla="*/ 0 h 202"/>
                <a:gd name="T8" fmla="*/ 2147483646 w 174"/>
                <a:gd name="T9" fmla="*/ 2147483646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4"/>
                <a:gd name="T16" fmla="*/ 0 h 202"/>
                <a:gd name="T17" fmla="*/ 174 w 174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4" h="202">
                  <a:moveTo>
                    <a:pt x="29" y="202"/>
                  </a:moveTo>
                  <a:lnTo>
                    <a:pt x="174" y="202"/>
                  </a:lnTo>
                  <a:lnTo>
                    <a:pt x="174" y="0"/>
                  </a:lnTo>
                  <a:lnTo>
                    <a:pt x="0" y="0"/>
                  </a:lnTo>
                  <a:lnTo>
                    <a:pt x="29" y="2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576" name="Freeform 19">
              <a:extLst>
                <a:ext uri="{FF2B5EF4-FFF2-40B4-BE49-F238E27FC236}">
                  <a16:creationId xmlns:a16="http://schemas.microsoft.com/office/drawing/2014/main" id="{F8320BCA-FD4C-43DA-9C6D-49D24ACF2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152" y="5729593"/>
              <a:ext cx="641350" cy="663575"/>
            </a:xfrm>
            <a:custGeom>
              <a:avLst/>
              <a:gdLst>
                <a:gd name="T0" fmla="*/ 2147483646 w 808"/>
                <a:gd name="T1" fmla="*/ 2147483646 h 837"/>
                <a:gd name="T2" fmla="*/ 2147483646 w 808"/>
                <a:gd name="T3" fmla="*/ 2147483646 h 837"/>
                <a:gd name="T4" fmla="*/ 2147483646 w 808"/>
                <a:gd name="T5" fmla="*/ 2147483646 h 837"/>
                <a:gd name="T6" fmla="*/ 2147483646 w 808"/>
                <a:gd name="T7" fmla="*/ 2147483646 h 837"/>
                <a:gd name="T8" fmla="*/ 2147483646 w 808"/>
                <a:gd name="T9" fmla="*/ 2147483646 h 837"/>
                <a:gd name="T10" fmla="*/ 2147483646 w 808"/>
                <a:gd name="T11" fmla="*/ 2147483646 h 837"/>
                <a:gd name="T12" fmla="*/ 2147483646 w 808"/>
                <a:gd name="T13" fmla="*/ 2147483646 h 837"/>
                <a:gd name="T14" fmla="*/ 2147483646 w 808"/>
                <a:gd name="T15" fmla="*/ 2147483646 h 837"/>
                <a:gd name="T16" fmla="*/ 2147483646 w 808"/>
                <a:gd name="T17" fmla="*/ 2147483646 h 837"/>
                <a:gd name="T18" fmla="*/ 2147483646 w 808"/>
                <a:gd name="T19" fmla="*/ 2147483646 h 837"/>
                <a:gd name="T20" fmla="*/ 2147483646 w 808"/>
                <a:gd name="T21" fmla="*/ 2147483646 h 837"/>
                <a:gd name="T22" fmla="*/ 2147483646 w 808"/>
                <a:gd name="T23" fmla="*/ 0 h 837"/>
                <a:gd name="T24" fmla="*/ 2147483646 w 808"/>
                <a:gd name="T25" fmla="*/ 2147483646 h 837"/>
                <a:gd name="T26" fmla="*/ 2147483646 w 808"/>
                <a:gd name="T27" fmla="*/ 2147483646 h 837"/>
                <a:gd name="T28" fmla="*/ 2147483646 w 808"/>
                <a:gd name="T29" fmla="*/ 2147483646 h 837"/>
                <a:gd name="T30" fmla="*/ 2147483646 w 808"/>
                <a:gd name="T31" fmla="*/ 2147483646 h 837"/>
                <a:gd name="T32" fmla="*/ 2147483646 w 808"/>
                <a:gd name="T33" fmla="*/ 2147483646 h 837"/>
                <a:gd name="T34" fmla="*/ 2147483646 w 808"/>
                <a:gd name="T35" fmla="*/ 2147483646 h 837"/>
                <a:gd name="T36" fmla="*/ 2147483646 w 808"/>
                <a:gd name="T37" fmla="*/ 2147483646 h 837"/>
                <a:gd name="T38" fmla="*/ 2147483646 w 808"/>
                <a:gd name="T39" fmla="*/ 2147483646 h 837"/>
                <a:gd name="T40" fmla="*/ 2147483646 w 808"/>
                <a:gd name="T41" fmla="*/ 2147483646 h 837"/>
                <a:gd name="T42" fmla="*/ 2147483646 w 808"/>
                <a:gd name="T43" fmla="*/ 2147483646 h 837"/>
                <a:gd name="T44" fmla="*/ 2147483646 w 808"/>
                <a:gd name="T45" fmla="*/ 2147483646 h 837"/>
                <a:gd name="T46" fmla="*/ 2147483646 w 808"/>
                <a:gd name="T47" fmla="*/ 2147483646 h 837"/>
                <a:gd name="T48" fmla="*/ 2147483646 w 808"/>
                <a:gd name="T49" fmla="*/ 2147483646 h 837"/>
                <a:gd name="T50" fmla="*/ 2147483646 w 808"/>
                <a:gd name="T51" fmla="*/ 2147483646 h 837"/>
                <a:gd name="T52" fmla="*/ 2147483646 w 808"/>
                <a:gd name="T53" fmla="*/ 2147483646 h 837"/>
                <a:gd name="T54" fmla="*/ 2147483646 w 808"/>
                <a:gd name="T55" fmla="*/ 2147483646 h 837"/>
                <a:gd name="T56" fmla="*/ 2147483646 w 808"/>
                <a:gd name="T57" fmla="*/ 2147483646 h 837"/>
                <a:gd name="T58" fmla="*/ 2147483646 w 808"/>
                <a:gd name="T59" fmla="*/ 2147483646 h 837"/>
                <a:gd name="T60" fmla="*/ 2147483646 w 808"/>
                <a:gd name="T61" fmla="*/ 2147483646 h 837"/>
                <a:gd name="T62" fmla="*/ 2147483646 w 808"/>
                <a:gd name="T63" fmla="*/ 2147483646 h 837"/>
                <a:gd name="T64" fmla="*/ 2147483646 w 808"/>
                <a:gd name="T65" fmla="*/ 2147483646 h 837"/>
                <a:gd name="T66" fmla="*/ 2147483646 w 808"/>
                <a:gd name="T67" fmla="*/ 2147483646 h 837"/>
                <a:gd name="T68" fmla="*/ 2147483646 w 808"/>
                <a:gd name="T69" fmla="*/ 2147483646 h 837"/>
                <a:gd name="T70" fmla="*/ 2147483646 w 808"/>
                <a:gd name="T71" fmla="*/ 2147483646 h 837"/>
                <a:gd name="T72" fmla="*/ 2147483646 w 808"/>
                <a:gd name="T73" fmla="*/ 2147483646 h 837"/>
                <a:gd name="T74" fmla="*/ 2147483646 w 808"/>
                <a:gd name="T75" fmla="*/ 2147483646 h 837"/>
                <a:gd name="T76" fmla="*/ 2147483646 w 808"/>
                <a:gd name="T77" fmla="*/ 2147483646 h 837"/>
                <a:gd name="T78" fmla="*/ 2147483646 w 808"/>
                <a:gd name="T79" fmla="*/ 2147483646 h 837"/>
                <a:gd name="T80" fmla="*/ 2147483646 w 808"/>
                <a:gd name="T81" fmla="*/ 2147483646 h 837"/>
                <a:gd name="T82" fmla="*/ 2147483646 w 808"/>
                <a:gd name="T83" fmla="*/ 2147483646 h 837"/>
                <a:gd name="T84" fmla="*/ 2147483646 w 808"/>
                <a:gd name="T85" fmla="*/ 2147483646 h 837"/>
                <a:gd name="T86" fmla="*/ 2147483646 w 808"/>
                <a:gd name="T87" fmla="*/ 2147483646 h 837"/>
                <a:gd name="T88" fmla="*/ 2147483646 w 808"/>
                <a:gd name="T89" fmla="*/ 2147483646 h 837"/>
                <a:gd name="T90" fmla="*/ 2147483646 w 808"/>
                <a:gd name="T91" fmla="*/ 2147483646 h 837"/>
                <a:gd name="T92" fmla="*/ 2147483646 w 808"/>
                <a:gd name="T93" fmla="*/ 2147483646 h 837"/>
                <a:gd name="T94" fmla="*/ 2147483646 w 808"/>
                <a:gd name="T95" fmla="*/ 2147483646 h 837"/>
                <a:gd name="T96" fmla="*/ 2147483646 w 808"/>
                <a:gd name="T97" fmla="*/ 2147483646 h 837"/>
                <a:gd name="T98" fmla="*/ 2147483646 w 808"/>
                <a:gd name="T99" fmla="*/ 2147483646 h 837"/>
                <a:gd name="T100" fmla="*/ 2147483646 w 808"/>
                <a:gd name="T101" fmla="*/ 2147483646 h 837"/>
                <a:gd name="T102" fmla="*/ 2147483646 w 808"/>
                <a:gd name="T103" fmla="*/ 2147483646 h 837"/>
                <a:gd name="T104" fmla="*/ 2147483646 w 808"/>
                <a:gd name="T105" fmla="*/ 2147483646 h 837"/>
                <a:gd name="T106" fmla="*/ 2147483646 w 808"/>
                <a:gd name="T107" fmla="*/ 2147483646 h 837"/>
                <a:gd name="T108" fmla="*/ 2147483646 w 808"/>
                <a:gd name="T109" fmla="*/ 2147483646 h 837"/>
                <a:gd name="T110" fmla="*/ 2147483646 w 808"/>
                <a:gd name="T111" fmla="*/ 2147483646 h 83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8"/>
                <a:gd name="T169" fmla="*/ 0 h 837"/>
                <a:gd name="T170" fmla="*/ 808 w 808"/>
                <a:gd name="T171" fmla="*/ 837 h 83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8" h="837">
                  <a:moveTo>
                    <a:pt x="0" y="428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5" y="348"/>
                  </a:lnTo>
                  <a:lnTo>
                    <a:pt x="8" y="327"/>
                  </a:lnTo>
                  <a:lnTo>
                    <a:pt x="13" y="307"/>
                  </a:lnTo>
                  <a:lnTo>
                    <a:pt x="18" y="288"/>
                  </a:lnTo>
                  <a:lnTo>
                    <a:pt x="24" y="268"/>
                  </a:lnTo>
                  <a:lnTo>
                    <a:pt x="33" y="251"/>
                  </a:lnTo>
                  <a:lnTo>
                    <a:pt x="40" y="232"/>
                  </a:lnTo>
                  <a:lnTo>
                    <a:pt x="49" y="215"/>
                  </a:lnTo>
                  <a:lnTo>
                    <a:pt x="59" y="197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50"/>
                  </a:lnTo>
                  <a:lnTo>
                    <a:pt x="107" y="134"/>
                  </a:lnTo>
                  <a:lnTo>
                    <a:pt x="120" y="121"/>
                  </a:lnTo>
                  <a:lnTo>
                    <a:pt x="134" y="107"/>
                  </a:lnTo>
                  <a:lnTo>
                    <a:pt x="148" y="94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60"/>
                  </a:lnTo>
                  <a:lnTo>
                    <a:pt x="215" y="50"/>
                  </a:lnTo>
                  <a:lnTo>
                    <a:pt x="232" y="40"/>
                  </a:lnTo>
                  <a:lnTo>
                    <a:pt x="249" y="33"/>
                  </a:lnTo>
                  <a:lnTo>
                    <a:pt x="268" y="26"/>
                  </a:lnTo>
                  <a:lnTo>
                    <a:pt x="287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6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0" y="1"/>
                  </a:lnTo>
                  <a:lnTo>
                    <a:pt x="441" y="3"/>
                  </a:lnTo>
                  <a:lnTo>
                    <a:pt x="462" y="6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39" y="26"/>
                  </a:lnTo>
                  <a:lnTo>
                    <a:pt x="558" y="33"/>
                  </a:lnTo>
                  <a:lnTo>
                    <a:pt x="577" y="40"/>
                  </a:lnTo>
                  <a:lnTo>
                    <a:pt x="594" y="50"/>
                  </a:lnTo>
                  <a:lnTo>
                    <a:pt x="612" y="60"/>
                  </a:lnTo>
                  <a:lnTo>
                    <a:pt x="628" y="70"/>
                  </a:lnTo>
                  <a:lnTo>
                    <a:pt x="643" y="82"/>
                  </a:lnTo>
                  <a:lnTo>
                    <a:pt x="659" y="94"/>
                  </a:lnTo>
                  <a:lnTo>
                    <a:pt x="674" y="107"/>
                  </a:lnTo>
                  <a:lnTo>
                    <a:pt x="688" y="121"/>
                  </a:lnTo>
                  <a:lnTo>
                    <a:pt x="703" y="134"/>
                  </a:lnTo>
                  <a:lnTo>
                    <a:pt x="716" y="150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7"/>
                  </a:lnTo>
                  <a:lnTo>
                    <a:pt x="759" y="215"/>
                  </a:lnTo>
                  <a:lnTo>
                    <a:pt x="768" y="232"/>
                  </a:lnTo>
                  <a:lnTo>
                    <a:pt x="776" y="251"/>
                  </a:lnTo>
                  <a:lnTo>
                    <a:pt x="783" y="268"/>
                  </a:lnTo>
                  <a:lnTo>
                    <a:pt x="791" y="288"/>
                  </a:lnTo>
                  <a:lnTo>
                    <a:pt x="795" y="307"/>
                  </a:lnTo>
                  <a:lnTo>
                    <a:pt x="801" y="327"/>
                  </a:lnTo>
                  <a:lnTo>
                    <a:pt x="804" y="348"/>
                  </a:lnTo>
                  <a:lnTo>
                    <a:pt x="806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28"/>
                  </a:lnTo>
                  <a:lnTo>
                    <a:pt x="808" y="450"/>
                  </a:lnTo>
                  <a:lnTo>
                    <a:pt x="806" y="470"/>
                  </a:lnTo>
                  <a:lnTo>
                    <a:pt x="804" y="490"/>
                  </a:lnTo>
                  <a:lnTo>
                    <a:pt x="801" y="511"/>
                  </a:lnTo>
                  <a:lnTo>
                    <a:pt x="795" y="531"/>
                  </a:lnTo>
                  <a:lnTo>
                    <a:pt x="791" y="550"/>
                  </a:lnTo>
                  <a:lnTo>
                    <a:pt x="783" y="570"/>
                  </a:lnTo>
                  <a:lnTo>
                    <a:pt x="776" y="587"/>
                  </a:lnTo>
                  <a:lnTo>
                    <a:pt x="768" y="606"/>
                  </a:lnTo>
                  <a:lnTo>
                    <a:pt x="759" y="623"/>
                  </a:lnTo>
                  <a:lnTo>
                    <a:pt x="749" y="640"/>
                  </a:lnTo>
                  <a:lnTo>
                    <a:pt x="739" y="658"/>
                  </a:lnTo>
                  <a:lnTo>
                    <a:pt x="727" y="674"/>
                  </a:lnTo>
                  <a:lnTo>
                    <a:pt x="716" y="688"/>
                  </a:lnTo>
                  <a:lnTo>
                    <a:pt x="703" y="704"/>
                  </a:lnTo>
                  <a:lnTo>
                    <a:pt x="688" y="717"/>
                  </a:lnTo>
                  <a:lnTo>
                    <a:pt x="674" y="731"/>
                  </a:lnTo>
                  <a:lnTo>
                    <a:pt x="659" y="744"/>
                  </a:lnTo>
                  <a:lnTo>
                    <a:pt x="643" y="756"/>
                  </a:lnTo>
                  <a:lnTo>
                    <a:pt x="628" y="767"/>
                  </a:lnTo>
                  <a:lnTo>
                    <a:pt x="612" y="778"/>
                  </a:lnTo>
                  <a:lnTo>
                    <a:pt x="594" y="788"/>
                  </a:lnTo>
                  <a:lnTo>
                    <a:pt x="577" y="798"/>
                  </a:lnTo>
                  <a:lnTo>
                    <a:pt x="558" y="805"/>
                  </a:lnTo>
                  <a:lnTo>
                    <a:pt x="539" y="812"/>
                  </a:lnTo>
                  <a:lnTo>
                    <a:pt x="521" y="819"/>
                  </a:lnTo>
                  <a:lnTo>
                    <a:pt x="502" y="825"/>
                  </a:lnTo>
                  <a:lnTo>
                    <a:pt x="482" y="830"/>
                  </a:lnTo>
                  <a:lnTo>
                    <a:pt x="462" y="832"/>
                  </a:lnTo>
                  <a:lnTo>
                    <a:pt x="441" y="835"/>
                  </a:lnTo>
                  <a:lnTo>
                    <a:pt x="420" y="837"/>
                  </a:lnTo>
                  <a:lnTo>
                    <a:pt x="400" y="837"/>
                  </a:lnTo>
                  <a:lnTo>
                    <a:pt x="410" y="837"/>
                  </a:lnTo>
                  <a:lnTo>
                    <a:pt x="388" y="837"/>
                  </a:lnTo>
                  <a:lnTo>
                    <a:pt x="368" y="835"/>
                  </a:lnTo>
                  <a:lnTo>
                    <a:pt x="348" y="832"/>
                  </a:lnTo>
                  <a:lnTo>
                    <a:pt x="327" y="830"/>
                  </a:lnTo>
                  <a:lnTo>
                    <a:pt x="307" y="825"/>
                  </a:lnTo>
                  <a:lnTo>
                    <a:pt x="287" y="819"/>
                  </a:lnTo>
                  <a:lnTo>
                    <a:pt x="268" y="812"/>
                  </a:lnTo>
                  <a:lnTo>
                    <a:pt x="249" y="805"/>
                  </a:lnTo>
                  <a:lnTo>
                    <a:pt x="232" y="798"/>
                  </a:lnTo>
                  <a:lnTo>
                    <a:pt x="215" y="788"/>
                  </a:lnTo>
                  <a:lnTo>
                    <a:pt x="197" y="778"/>
                  </a:lnTo>
                  <a:lnTo>
                    <a:pt x="180" y="767"/>
                  </a:lnTo>
                  <a:lnTo>
                    <a:pt x="164" y="756"/>
                  </a:lnTo>
                  <a:lnTo>
                    <a:pt x="148" y="744"/>
                  </a:lnTo>
                  <a:lnTo>
                    <a:pt x="134" y="731"/>
                  </a:lnTo>
                  <a:lnTo>
                    <a:pt x="120" y="717"/>
                  </a:lnTo>
                  <a:lnTo>
                    <a:pt x="107" y="704"/>
                  </a:lnTo>
                  <a:lnTo>
                    <a:pt x="94" y="688"/>
                  </a:lnTo>
                  <a:lnTo>
                    <a:pt x="82" y="674"/>
                  </a:lnTo>
                  <a:lnTo>
                    <a:pt x="70" y="658"/>
                  </a:lnTo>
                  <a:lnTo>
                    <a:pt x="59" y="640"/>
                  </a:lnTo>
                  <a:lnTo>
                    <a:pt x="49" y="623"/>
                  </a:lnTo>
                  <a:lnTo>
                    <a:pt x="40" y="606"/>
                  </a:lnTo>
                  <a:lnTo>
                    <a:pt x="33" y="587"/>
                  </a:lnTo>
                  <a:lnTo>
                    <a:pt x="24" y="570"/>
                  </a:lnTo>
                  <a:lnTo>
                    <a:pt x="18" y="550"/>
                  </a:lnTo>
                  <a:lnTo>
                    <a:pt x="13" y="531"/>
                  </a:lnTo>
                  <a:lnTo>
                    <a:pt x="8" y="511"/>
                  </a:lnTo>
                  <a:lnTo>
                    <a:pt x="5" y="490"/>
                  </a:lnTo>
                  <a:lnTo>
                    <a:pt x="3" y="470"/>
                  </a:lnTo>
                  <a:lnTo>
                    <a:pt x="1" y="450"/>
                  </a:lnTo>
                  <a:lnTo>
                    <a:pt x="0" y="42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577" name="Freeform 26">
              <a:extLst>
                <a:ext uri="{FF2B5EF4-FFF2-40B4-BE49-F238E27FC236}">
                  <a16:creationId xmlns:a16="http://schemas.microsoft.com/office/drawing/2014/main" id="{B52CB2FB-9E86-42BB-A1F4-209627733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1417" y="1733868"/>
              <a:ext cx="114300" cy="138113"/>
            </a:xfrm>
            <a:custGeom>
              <a:avLst/>
              <a:gdLst>
                <a:gd name="T0" fmla="*/ 2147483646 w 145"/>
                <a:gd name="T1" fmla="*/ 0 h 173"/>
                <a:gd name="T2" fmla="*/ 0 w 145"/>
                <a:gd name="T3" fmla="*/ 2147483646 h 173"/>
                <a:gd name="T4" fmla="*/ 2147483646 w 145"/>
                <a:gd name="T5" fmla="*/ 2147483646 h 173"/>
                <a:gd name="T6" fmla="*/ 2147483646 w 145"/>
                <a:gd name="T7" fmla="*/ 2147483646 h 173"/>
                <a:gd name="T8" fmla="*/ 2147483646 w 14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73"/>
                <a:gd name="T17" fmla="*/ 145 w 14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73">
                  <a:moveTo>
                    <a:pt x="87" y="0"/>
                  </a:moveTo>
                  <a:lnTo>
                    <a:pt x="0" y="173"/>
                  </a:lnTo>
                  <a:lnTo>
                    <a:pt x="145" y="58"/>
                  </a:lnTo>
                  <a:lnTo>
                    <a:pt x="116" y="29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578" name="Freeform 29">
              <a:extLst>
                <a:ext uri="{FF2B5EF4-FFF2-40B4-BE49-F238E27FC236}">
                  <a16:creationId xmlns:a16="http://schemas.microsoft.com/office/drawing/2014/main" id="{C691E933-8B87-426E-8DB8-F0D89951B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8179" y="1276668"/>
              <a:ext cx="641350" cy="641350"/>
            </a:xfrm>
            <a:custGeom>
              <a:avLst/>
              <a:gdLst>
                <a:gd name="T0" fmla="*/ 2147483646 w 809"/>
                <a:gd name="T1" fmla="*/ 2147483646 h 808"/>
                <a:gd name="T2" fmla="*/ 2147483646 w 809"/>
                <a:gd name="T3" fmla="*/ 2147483646 h 808"/>
                <a:gd name="T4" fmla="*/ 2147483646 w 809"/>
                <a:gd name="T5" fmla="*/ 2147483646 h 808"/>
                <a:gd name="T6" fmla="*/ 2147483646 w 809"/>
                <a:gd name="T7" fmla="*/ 2147483646 h 808"/>
                <a:gd name="T8" fmla="*/ 2147483646 w 809"/>
                <a:gd name="T9" fmla="*/ 2147483646 h 808"/>
                <a:gd name="T10" fmla="*/ 2147483646 w 809"/>
                <a:gd name="T11" fmla="*/ 2147483646 h 808"/>
                <a:gd name="T12" fmla="*/ 2147483646 w 809"/>
                <a:gd name="T13" fmla="*/ 2147483646 h 808"/>
                <a:gd name="T14" fmla="*/ 2147483646 w 809"/>
                <a:gd name="T15" fmla="*/ 2147483646 h 808"/>
                <a:gd name="T16" fmla="*/ 2147483646 w 809"/>
                <a:gd name="T17" fmla="*/ 2147483646 h 808"/>
                <a:gd name="T18" fmla="*/ 2147483646 w 809"/>
                <a:gd name="T19" fmla="*/ 2147483646 h 808"/>
                <a:gd name="T20" fmla="*/ 2147483646 w 809"/>
                <a:gd name="T21" fmla="*/ 2147483646 h 808"/>
                <a:gd name="T22" fmla="*/ 2147483646 w 809"/>
                <a:gd name="T23" fmla="*/ 0 h 808"/>
                <a:gd name="T24" fmla="*/ 2147483646 w 809"/>
                <a:gd name="T25" fmla="*/ 2147483646 h 808"/>
                <a:gd name="T26" fmla="*/ 2147483646 w 809"/>
                <a:gd name="T27" fmla="*/ 2147483646 h 808"/>
                <a:gd name="T28" fmla="*/ 2147483646 w 809"/>
                <a:gd name="T29" fmla="*/ 2147483646 h 808"/>
                <a:gd name="T30" fmla="*/ 2147483646 w 809"/>
                <a:gd name="T31" fmla="*/ 2147483646 h 808"/>
                <a:gd name="T32" fmla="*/ 2147483646 w 809"/>
                <a:gd name="T33" fmla="*/ 2147483646 h 808"/>
                <a:gd name="T34" fmla="*/ 2147483646 w 809"/>
                <a:gd name="T35" fmla="*/ 2147483646 h 808"/>
                <a:gd name="T36" fmla="*/ 2147483646 w 809"/>
                <a:gd name="T37" fmla="*/ 2147483646 h 808"/>
                <a:gd name="T38" fmla="*/ 2147483646 w 809"/>
                <a:gd name="T39" fmla="*/ 2147483646 h 808"/>
                <a:gd name="T40" fmla="*/ 2147483646 w 809"/>
                <a:gd name="T41" fmla="*/ 2147483646 h 808"/>
                <a:gd name="T42" fmla="*/ 2147483646 w 809"/>
                <a:gd name="T43" fmla="*/ 2147483646 h 808"/>
                <a:gd name="T44" fmla="*/ 2147483646 w 809"/>
                <a:gd name="T45" fmla="*/ 2147483646 h 808"/>
                <a:gd name="T46" fmla="*/ 2147483646 w 809"/>
                <a:gd name="T47" fmla="*/ 2147483646 h 808"/>
                <a:gd name="T48" fmla="*/ 2147483646 w 809"/>
                <a:gd name="T49" fmla="*/ 2147483646 h 808"/>
                <a:gd name="T50" fmla="*/ 2147483646 w 809"/>
                <a:gd name="T51" fmla="*/ 2147483646 h 808"/>
                <a:gd name="T52" fmla="*/ 2147483646 w 809"/>
                <a:gd name="T53" fmla="*/ 2147483646 h 808"/>
                <a:gd name="T54" fmla="*/ 2147483646 w 809"/>
                <a:gd name="T55" fmla="*/ 2147483646 h 808"/>
                <a:gd name="T56" fmla="*/ 2147483646 w 809"/>
                <a:gd name="T57" fmla="*/ 2147483646 h 808"/>
                <a:gd name="T58" fmla="*/ 2147483646 w 809"/>
                <a:gd name="T59" fmla="*/ 2147483646 h 808"/>
                <a:gd name="T60" fmla="*/ 2147483646 w 809"/>
                <a:gd name="T61" fmla="*/ 2147483646 h 808"/>
                <a:gd name="T62" fmla="*/ 2147483646 w 809"/>
                <a:gd name="T63" fmla="*/ 2147483646 h 808"/>
                <a:gd name="T64" fmla="*/ 2147483646 w 809"/>
                <a:gd name="T65" fmla="*/ 2147483646 h 808"/>
                <a:gd name="T66" fmla="*/ 2147483646 w 809"/>
                <a:gd name="T67" fmla="*/ 2147483646 h 808"/>
                <a:gd name="T68" fmla="*/ 2147483646 w 809"/>
                <a:gd name="T69" fmla="*/ 2147483646 h 808"/>
                <a:gd name="T70" fmla="*/ 2147483646 w 809"/>
                <a:gd name="T71" fmla="*/ 2147483646 h 808"/>
                <a:gd name="T72" fmla="*/ 2147483646 w 809"/>
                <a:gd name="T73" fmla="*/ 2147483646 h 808"/>
                <a:gd name="T74" fmla="*/ 2147483646 w 809"/>
                <a:gd name="T75" fmla="*/ 2147483646 h 808"/>
                <a:gd name="T76" fmla="*/ 2147483646 w 809"/>
                <a:gd name="T77" fmla="*/ 2147483646 h 808"/>
                <a:gd name="T78" fmla="*/ 2147483646 w 809"/>
                <a:gd name="T79" fmla="*/ 2147483646 h 808"/>
                <a:gd name="T80" fmla="*/ 2147483646 w 809"/>
                <a:gd name="T81" fmla="*/ 2147483646 h 808"/>
                <a:gd name="T82" fmla="*/ 2147483646 w 809"/>
                <a:gd name="T83" fmla="*/ 2147483646 h 808"/>
                <a:gd name="T84" fmla="*/ 2147483646 w 809"/>
                <a:gd name="T85" fmla="*/ 2147483646 h 808"/>
                <a:gd name="T86" fmla="*/ 2147483646 w 809"/>
                <a:gd name="T87" fmla="*/ 2147483646 h 808"/>
                <a:gd name="T88" fmla="*/ 2147483646 w 809"/>
                <a:gd name="T89" fmla="*/ 2147483646 h 808"/>
                <a:gd name="T90" fmla="*/ 2147483646 w 809"/>
                <a:gd name="T91" fmla="*/ 2147483646 h 808"/>
                <a:gd name="T92" fmla="*/ 2147483646 w 809"/>
                <a:gd name="T93" fmla="*/ 2147483646 h 808"/>
                <a:gd name="T94" fmla="*/ 2147483646 w 809"/>
                <a:gd name="T95" fmla="*/ 2147483646 h 808"/>
                <a:gd name="T96" fmla="*/ 2147483646 w 809"/>
                <a:gd name="T97" fmla="*/ 2147483646 h 808"/>
                <a:gd name="T98" fmla="*/ 2147483646 w 809"/>
                <a:gd name="T99" fmla="*/ 2147483646 h 808"/>
                <a:gd name="T100" fmla="*/ 2147483646 w 809"/>
                <a:gd name="T101" fmla="*/ 2147483646 h 808"/>
                <a:gd name="T102" fmla="*/ 2147483646 w 809"/>
                <a:gd name="T103" fmla="*/ 2147483646 h 808"/>
                <a:gd name="T104" fmla="*/ 2147483646 w 809"/>
                <a:gd name="T105" fmla="*/ 2147483646 h 808"/>
                <a:gd name="T106" fmla="*/ 2147483646 w 809"/>
                <a:gd name="T107" fmla="*/ 2147483646 h 808"/>
                <a:gd name="T108" fmla="*/ 2147483646 w 809"/>
                <a:gd name="T109" fmla="*/ 2147483646 h 808"/>
                <a:gd name="T110" fmla="*/ 2147483646 w 809"/>
                <a:gd name="T111" fmla="*/ 2147483646 h 8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9"/>
                <a:gd name="T169" fmla="*/ 0 h 808"/>
                <a:gd name="T170" fmla="*/ 809 w 809"/>
                <a:gd name="T171" fmla="*/ 808 h 80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9" h="808">
                  <a:moveTo>
                    <a:pt x="0" y="400"/>
                  </a:moveTo>
                  <a:lnTo>
                    <a:pt x="0" y="410"/>
                  </a:lnTo>
                  <a:lnTo>
                    <a:pt x="2" y="388"/>
                  </a:lnTo>
                  <a:lnTo>
                    <a:pt x="3" y="368"/>
                  </a:lnTo>
                  <a:lnTo>
                    <a:pt x="6" y="348"/>
                  </a:lnTo>
                  <a:lnTo>
                    <a:pt x="9" y="328"/>
                  </a:lnTo>
                  <a:lnTo>
                    <a:pt x="13" y="307"/>
                  </a:lnTo>
                  <a:lnTo>
                    <a:pt x="19" y="289"/>
                  </a:lnTo>
                  <a:lnTo>
                    <a:pt x="25" y="268"/>
                  </a:lnTo>
                  <a:lnTo>
                    <a:pt x="34" y="251"/>
                  </a:lnTo>
                  <a:lnTo>
                    <a:pt x="41" y="232"/>
                  </a:lnTo>
                  <a:lnTo>
                    <a:pt x="49" y="215"/>
                  </a:lnTo>
                  <a:lnTo>
                    <a:pt x="60" y="198"/>
                  </a:lnTo>
                  <a:lnTo>
                    <a:pt x="71" y="180"/>
                  </a:lnTo>
                  <a:lnTo>
                    <a:pt x="83" y="165"/>
                  </a:lnTo>
                  <a:lnTo>
                    <a:pt x="94" y="150"/>
                  </a:lnTo>
                  <a:lnTo>
                    <a:pt x="107" y="134"/>
                  </a:lnTo>
                  <a:lnTo>
                    <a:pt x="120" y="121"/>
                  </a:lnTo>
                  <a:lnTo>
                    <a:pt x="135" y="107"/>
                  </a:lnTo>
                  <a:lnTo>
                    <a:pt x="149" y="94"/>
                  </a:lnTo>
                  <a:lnTo>
                    <a:pt x="165" y="82"/>
                  </a:lnTo>
                  <a:lnTo>
                    <a:pt x="181" y="71"/>
                  </a:lnTo>
                  <a:lnTo>
                    <a:pt x="198" y="61"/>
                  </a:lnTo>
                  <a:lnTo>
                    <a:pt x="215" y="51"/>
                  </a:lnTo>
                  <a:lnTo>
                    <a:pt x="233" y="40"/>
                  </a:lnTo>
                  <a:lnTo>
                    <a:pt x="250" y="33"/>
                  </a:lnTo>
                  <a:lnTo>
                    <a:pt x="269" y="26"/>
                  </a:lnTo>
                  <a:lnTo>
                    <a:pt x="288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6"/>
                  </a:lnTo>
                  <a:lnTo>
                    <a:pt x="368" y="3"/>
                  </a:lnTo>
                  <a:lnTo>
                    <a:pt x="389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0" y="1"/>
                  </a:lnTo>
                  <a:lnTo>
                    <a:pt x="442" y="3"/>
                  </a:lnTo>
                  <a:lnTo>
                    <a:pt x="462" y="6"/>
                  </a:lnTo>
                  <a:lnTo>
                    <a:pt x="482" y="9"/>
                  </a:lnTo>
                  <a:lnTo>
                    <a:pt x="503" y="13"/>
                  </a:lnTo>
                  <a:lnTo>
                    <a:pt x="521" y="19"/>
                  </a:lnTo>
                  <a:lnTo>
                    <a:pt x="540" y="26"/>
                  </a:lnTo>
                  <a:lnTo>
                    <a:pt x="559" y="33"/>
                  </a:lnTo>
                  <a:lnTo>
                    <a:pt x="578" y="40"/>
                  </a:lnTo>
                  <a:lnTo>
                    <a:pt x="595" y="51"/>
                  </a:lnTo>
                  <a:lnTo>
                    <a:pt x="612" y="61"/>
                  </a:lnTo>
                  <a:lnTo>
                    <a:pt x="628" y="71"/>
                  </a:lnTo>
                  <a:lnTo>
                    <a:pt x="644" y="82"/>
                  </a:lnTo>
                  <a:lnTo>
                    <a:pt x="660" y="94"/>
                  </a:lnTo>
                  <a:lnTo>
                    <a:pt x="674" y="107"/>
                  </a:lnTo>
                  <a:lnTo>
                    <a:pt x="689" y="121"/>
                  </a:lnTo>
                  <a:lnTo>
                    <a:pt x="703" y="134"/>
                  </a:lnTo>
                  <a:lnTo>
                    <a:pt x="716" y="150"/>
                  </a:lnTo>
                  <a:lnTo>
                    <a:pt x="728" y="165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8" y="232"/>
                  </a:lnTo>
                  <a:lnTo>
                    <a:pt x="777" y="251"/>
                  </a:lnTo>
                  <a:lnTo>
                    <a:pt x="784" y="268"/>
                  </a:lnTo>
                  <a:lnTo>
                    <a:pt x="791" y="289"/>
                  </a:lnTo>
                  <a:lnTo>
                    <a:pt x="796" y="307"/>
                  </a:lnTo>
                  <a:lnTo>
                    <a:pt x="801" y="328"/>
                  </a:lnTo>
                  <a:lnTo>
                    <a:pt x="804" y="348"/>
                  </a:lnTo>
                  <a:lnTo>
                    <a:pt x="807" y="368"/>
                  </a:lnTo>
                  <a:lnTo>
                    <a:pt x="809" y="388"/>
                  </a:lnTo>
                  <a:lnTo>
                    <a:pt x="809" y="410"/>
                  </a:lnTo>
                  <a:lnTo>
                    <a:pt x="809" y="400"/>
                  </a:lnTo>
                  <a:lnTo>
                    <a:pt x="809" y="421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6" y="502"/>
                  </a:lnTo>
                  <a:lnTo>
                    <a:pt x="791" y="521"/>
                  </a:lnTo>
                  <a:lnTo>
                    <a:pt x="784" y="541"/>
                  </a:lnTo>
                  <a:lnTo>
                    <a:pt x="777" y="559"/>
                  </a:lnTo>
                  <a:lnTo>
                    <a:pt x="768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9"/>
                  </a:lnTo>
                  <a:lnTo>
                    <a:pt x="728" y="645"/>
                  </a:lnTo>
                  <a:lnTo>
                    <a:pt x="716" y="660"/>
                  </a:lnTo>
                  <a:lnTo>
                    <a:pt x="703" y="675"/>
                  </a:lnTo>
                  <a:lnTo>
                    <a:pt x="689" y="688"/>
                  </a:lnTo>
                  <a:lnTo>
                    <a:pt x="674" y="703"/>
                  </a:lnTo>
                  <a:lnTo>
                    <a:pt x="660" y="716"/>
                  </a:lnTo>
                  <a:lnTo>
                    <a:pt x="644" y="727"/>
                  </a:lnTo>
                  <a:lnTo>
                    <a:pt x="628" y="739"/>
                  </a:lnTo>
                  <a:lnTo>
                    <a:pt x="612" y="749"/>
                  </a:lnTo>
                  <a:lnTo>
                    <a:pt x="595" y="759"/>
                  </a:lnTo>
                  <a:lnTo>
                    <a:pt x="578" y="769"/>
                  </a:lnTo>
                  <a:lnTo>
                    <a:pt x="559" y="776"/>
                  </a:lnTo>
                  <a:lnTo>
                    <a:pt x="540" y="784"/>
                  </a:lnTo>
                  <a:lnTo>
                    <a:pt x="521" y="791"/>
                  </a:lnTo>
                  <a:lnTo>
                    <a:pt x="503" y="797"/>
                  </a:lnTo>
                  <a:lnTo>
                    <a:pt x="482" y="801"/>
                  </a:lnTo>
                  <a:lnTo>
                    <a:pt x="462" y="804"/>
                  </a:lnTo>
                  <a:lnTo>
                    <a:pt x="442" y="807"/>
                  </a:lnTo>
                  <a:lnTo>
                    <a:pt x="420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9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8" y="801"/>
                  </a:lnTo>
                  <a:lnTo>
                    <a:pt x="308" y="797"/>
                  </a:lnTo>
                  <a:lnTo>
                    <a:pt x="288" y="791"/>
                  </a:lnTo>
                  <a:lnTo>
                    <a:pt x="269" y="784"/>
                  </a:lnTo>
                  <a:lnTo>
                    <a:pt x="250" y="776"/>
                  </a:lnTo>
                  <a:lnTo>
                    <a:pt x="233" y="769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1" y="739"/>
                  </a:lnTo>
                  <a:lnTo>
                    <a:pt x="165" y="727"/>
                  </a:lnTo>
                  <a:lnTo>
                    <a:pt x="149" y="716"/>
                  </a:lnTo>
                  <a:lnTo>
                    <a:pt x="135" y="703"/>
                  </a:lnTo>
                  <a:lnTo>
                    <a:pt x="120" y="688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3" y="645"/>
                  </a:lnTo>
                  <a:lnTo>
                    <a:pt x="71" y="629"/>
                  </a:lnTo>
                  <a:lnTo>
                    <a:pt x="60" y="612"/>
                  </a:lnTo>
                  <a:lnTo>
                    <a:pt x="49" y="595"/>
                  </a:lnTo>
                  <a:lnTo>
                    <a:pt x="41" y="577"/>
                  </a:lnTo>
                  <a:lnTo>
                    <a:pt x="34" y="559"/>
                  </a:lnTo>
                  <a:lnTo>
                    <a:pt x="25" y="541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9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1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579" name="Freeform 33">
              <a:extLst>
                <a:ext uri="{FF2B5EF4-FFF2-40B4-BE49-F238E27FC236}">
                  <a16:creationId xmlns:a16="http://schemas.microsoft.com/office/drawing/2014/main" id="{D83699B2-A27A-48FB-9124-3F4466D1C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3153093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0 w 817"/>
                <a:gd name="T21" fmla="*/ 2147483646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2147483646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0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580" name="Freeform 37">
              <a:extLst>
                <a:ext uri="{FF2B5EF4-FFF2-40B4-BE49-F238E27FC236}">
                  <a16:creationId xmlns:a16="http://schemas.microsoft.com/office/drawing/2014/main" id="{8E960CCA-0FEB-44BE-A927-D7C8BD77E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4435794"/>
              <a:ext cx="647700" cy="649288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581" name="Freeform 38">
              <a:extLst>
                <a:ext uri="{FF2B5EF4-FFF2-40B4-BE49-F238E27FC236}">
                  <a16:creationId xmlns:a16="http://schemas.microsoft.com/office/drawing/2014/main" id="{5C6BEA86-F75F-465E-8E45-B0A33D16C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1848168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2147483646 w 817"/>
                <a:gd name="T21" fmla="*/ 0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0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2147483646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817" y="408"/>
                  </a:move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0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5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5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0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8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8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582" name="Freeform 39">
              <a:extLst>
                <a:ext uri="{FF2B5EF4-FFF2-40B4-BE49-F238E27FC236}">
                  <a16:creationId xmlns:a16="http://schemas.microsoft.com/office/drawing/2014/main" id="{F40394F8-3A72-4767-ACF5-CA9F74275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2970531"/>
              <a:ext cx="46037" cy="138112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583" name="Line 40">
              <a:extLst>
                <a:ext uri="{FF2B5EF4-FFF2-40B4-BE49-F238E27FC236}">
                  <a16:creationId xmlns:a16="http://schemas.microsoft.com/office/drawing/2014/main" id="{30F31525-6393-4864-B381-166583805B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2489518"/>
              <a:ext cx="1588" cy="4810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584" name="Freeform 41">
              <a:extLst>
                <a:ext uri="{FF2B5EF4-FFF2-40B4-BE49-F238E27FC236}">
                  <a16:creationId xmlns:a16="http://schemas.microsoft.com/office/drawing/2014/main" id="{FCE3DF41-6460-43D5-BE5D-9972A34E9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4277044"/>
              <a:ext cx="46037" cy="136525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585" name="Line 42">
              <a:extLst>
                <a:ext uri="{FF2B5EF4-FFF2-40B4-BE49-F238E27FC236}">
                  <a16:creationId xmlns:a16="http://schemas.microsoft.com/office/drawing/2014/main" id="{67550A35-064D-4A14-9CF2-AF6FE3537C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3796032"/>
              <a:ext cx="1588" cy="48101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586" name="Rectangle 48">
              <a:extLst>
                <a:ext uri="{FF2B5EF4-FFF2-40B4-BE49-F238E27FC236}">
                  <a16:creationId xmlns:a16="http://schemas.microsoft.com/office/drawing/2014/main" id="{DBF78A80-300A-43EB-8923-3CA93AB00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2018512"/>
              <a:ext cx="50033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A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87" name="Freeform 50">
              <a:extLst>
                <a:ext uri="{FF2B5EF4-FFF2-40B4-BE49-F238E27FC236}">
                  <a16:creationId xmlns:a16="http://schemas.microsoft.com/office/drawing/2014/main" id="{6160B1DC-FF4C-4684-9BF4-57D9A72C8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5559744"/>
              <a:ext cx="46037" cy="160338"/>
            </a:xfrm>
            <a:custGeom>
              <a:avLst/>
              <a:gdLst>
                <a:gd name="T0" fmla="*/ 0 w 57"/>
                <a:gd name="T1" fmla="*/ 0 h 202"/>
                <a:gd name="T2" fmla="*/ 2147483646 w 57"/>
                <a:gd name="T3" fmla="*/ 2147483646 h 202"/>
                <a:gd name="T4" fmla="*/ 2147483646 w 57"/>
                <a:gd name="T5" fmla="*/ 0 h 202"/>
                <a:gd name="T6" fmla="*/ 2147483646 w 57"/>
                <a:gd name="T7" fmla="*/ 0 h 202"/>
                <a:gd name="T8" fmla="*/ 0 w 57"/>
                <a:gd name="T9" fmla="*/ 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202"/>
                <a:gd name="T17" fmla="*/ 57 w 57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202">
                  <a:moveTo>
                    <a:pt x="0" y="0"/>
                  </a:moveTo>
                  <a:lnTo>
                    <a:pt x="28" y="202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588" name="Line 51">
              <a:extLst>
                <a:ext uri="{FF2B5EF4-FFF2-40B4-BE49-F238E27FC236}">
                  <a16:creationId xmlns:a16="http://schemas.microsoft.com/office/drawing/2014/main" id="{B85B7952-60AC-4A03-8E1C-6D2784D110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5100957"/>
              <a:ext cx="1588" cy="4587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589" name="Rectangle 69">
              <a:extLst>
                <a:ext uri="{FF2B5EF4-FFF2-40B4-BE49-F238E27FC236}">
                  <a16:creationId xmlns:a16="http://schemas.microsoft.com/office/drawing/2014/main" id="{C92F7368-7971-47BA-935F-1248C7136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5774" y="968733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90" name="Freeform 46">
              <a:extLst>
                <a:ext uri="{FF2B5EF4-FFF2-40B4-BE49-F238E27FC236}">
                  <a16:creationId xmlns:a16="http://schemas.microsoft.com/office/drawing/2014/main" id="{26EFA3B8-514F-405A-A070-96E5A1402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5742307"/>
              <a:ext cx="647700" cy="649287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8"/>
                  </a:lnTo>
                  <a:lnTo>
                    <a:pt x="13" y="306"/>
                  </a:lnTo>
                  <a:lnTo>
                    <a:pt x="7" y="327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7"/>
                  </a:lnTo>
                  <a:lnTo>
                    <a:pt x="804" y="306"/>
                  </a:lnTo>
                  <a:lnTo>
                    <a:pt x="799" y="288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591" name="Rectangle 45">
              <a:extLst>
                <a:ext uri="{FF2B5EF4-FFF2-40B4-BE49-F238E27FC236}">
                  <a16:creationId xmlns:a16="http://schemas.microsoft.com/office/drawing/2014/main" id="{8BA8042E-BB60-4BAB-85BD-C15A2B8A8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5958207"/>
              <a:ext cx="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09592" name="Group 79">
              <a:extLst>
                <a:ext uri="{FF2B5EF4-FFF2-40B4-BE49-F238E27FC236}">
                  <a16:creationId xmlns:a16="http://schemas.microsoft.com/office/drawing/2014/main" id="{8D36E83D-9B41-4E82-82F6-59FF13416140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5415851" y="2101137"/>
              <a:ext cx="1232239" cy="2721739"/>
              <a:chOff x="7290642" y="3464243"/>
              <a:chExt cx="1624012" cy="2622551"/>
            </a:xfrm>
          </p:grpSpPr>
          <p:sp>
            <p:nvSpPr>
              <p:cNvPr id="109612" name="Freeform 9">
                <a:extLst>
                  <a:ext uri="{FF2B5EF4-FFF2-40B4-BE49-F238E27FC236}">
                    <a16:creationId xmlns:a16="http://schemas.microsoft.com/office/drawing/2014/main" id="{9BB965A4-B8FC-440D-88D7-C0917E1C8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1754" y="6040757"/>
                <a:ext cx="138113" cy="46037"/>
              </a:xfrm>
              <a:custGeom>
                <a:avLst/>
                <a:gdLst>
                  <a:gd name="T0" fmla="*/ 2147483646 w 174"/>
                  <a:gd name="T1" fmla="*/ 0 h 58"/>
                  <a:gd name="T2" fmla="*/ 0 w 174"/>
                  <a:gd name="T3" fmla="*/ 2147483646 h 58"/>
                  <a:gd name="T4" fmla="*/ 2147483646 w 174"/>
                  <a:gd name="T5" fmla="*/ 2147483646 h 58"/>
                  <a:gd name="T6" fmla="*/ 2147483646 w 174"/>
                  <a:gd name="T7" fmla="*/ 2147483646 h 58"/>
                  <a:gd name="T8" fmla="*/ 2147483646 w 174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4"/>
                  <a:gd name="T16" fmla="*/ 0 h 58"/>
                  <a:gd name="T17" fmla="*/ 174 w 174"/>
                  <a:gd name="T18" fmla="*/ 58 h 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4" h="58">
                    <a:moveTo>
                      <a:pt x="174" y="0"/>
                    </a:moveTo>
                    <a:lnTo>
                      <a:pt x="0" y="29"/>
                    </a:lnTo>
                    <a:lnTo>
                      <a:pt x="174" y="58"/>
                    </a:lnTo>
                    <a:lnTo>
                      <a:pt x="174" y="29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000000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3" name="Arc 87">
                <a:extLst>
                  <a:ext uri="{FF2B5EF4-FFF2-40B4-BE49-F238E27FC236}">
                    <a16:creationId xmlns:a16="http://schemas.microsoft.com/office/drawing/2014/main" id="{AE05C13F-2A60-4A28-8A2F-5A11547E6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0642" y="3464243"/>
                <a:ext cx="1624012" cy="1325563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4" name="Arc 88">
                <a:extLst>
                  <a:ext uri="{FF2B5EF4-FFF2-40B4-BE49-F238E27FC236}">
                    <a16:creationId xmlns:a16="http://schemas.microsoft.com/office/drawing/2014/main" id="{D2F46BC2-2B00-47E0-BC09-1565B5EBB58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458917" y="4751707"/>
                <a:ext cx="1455737" cy="1309687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9593" name="Rectangle 48">
              <a:extLst>
                <a:ext uri="{FF2B5EF4-FFF2-40B4-BE49-F238E27FC236}">
                  <a16:creationId xmlns:a16="http://schemas.microsoft.com/office/drawing/2014/main" id="{B8565CF3-50B0-450E-8083-EF4DE05D3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8461" y="3325743"/>
              <a:ext cx="50022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B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94" name="Rectangle 48">
              <a:extLst>
                <a:ext uri="{FF2B5EF4-FFF2-40B4-BE49-F238E27FC236}">
                  <a16:creationId xmlns:a16="http://schemas.microsoft.com/office/drawing/2014/main" id="{F619FBA7-3F19-4AAA-82CC-19C7CBC7C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7370" y="4604883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95" name="Rectangle 48">
              <a:extLst>
                <a:ext uri="{FF2B5EF4-FFF2-40B4-BE49-F238E27FC236}">
                  <a16:creationId xmlns:a16="http://schemas.microsoft.com/office/drawing/2014/main" id="{101FBD03-D1C8-4E15-87B8-F33E29F2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5922894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/ 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09596" name="Group 83">
              <a:extLst>
                <a:ext uri="{FF2B5EF4-FFF2-40B4-BE49-F238E27FC236}">
                  <a16:creationId xmlns:a16="http://schemas.microsoft.com/office/drawing/2014/main" id="{49462FB0-9F8D-46B4-948F-3E40C5C0FC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6003" y="1918018"/>
              <a:ext cx="1612900" cy="4281875"/>
              <a:chOff x="2655888" y="1731962"/>
              <a:chExt cx="1612900" cy="3917951"/>
            </a:xfrm>
          </p:grpSpPr>
          <p:sp>
            <p:nvSpPr>
              <p:cNvPr id="109609" name="Freeform 4">
                <a:extLst>
                  <a:ext uri="{FF2B5EF4-FFF2-40B4-BE49-F238E27FC236}">
                    <a16:creationId xmlns:a16="http://schemas.microsoft.com/office/drawing/2014/main" id="{8FCAA78D-951D-4E43-843A-5D7401B9A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263" y="1731962"/>
                <a:ext cx="136525" cy="68263"/>
              </a:xfrm>
              <a:custGeom>
                <a:avLst/>
                <a:gdLst>
                  <a:gd name="T0" fmla="*/ 0 w 173"/>
                  <a:gd name="T1" fmla="*/ 2147483646 h 86"/>
                  <a:gd name="T2" fmla="*/ 2147483646 w 173"/>
                  <a:gd name="T3" fmla="*/ 2147483646 h 86"/>
                  <a:gd name="T4" fmla="*/ 0 w 173"/>
                  <a:gd name="T5" fmla="*/ 0 h 86"/>
                  <a:gd name="T6" fmla="*/ 0 w 173"/>
                  <a:gd name="T7" fmla="*/ 2147483646 h 86"/>
                  <a:gd name="T8" fmla="*/ 0 w 173"/>
                  <a:gd name="T9" fmla="*/ 214748364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86"/>
                  <a:gd name="T17" fmla="*/ 173 w 173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86">
                    <a:moveTo>
                      <a:pt x="0" y="86"/>
                    </a:moveTo>
                    <a:lnTo>
                      <a:pt x="173" y="29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chemeClr val="tx1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0" name="Arc 85">
                <a:extLst>
                  <a:ext uri="{FF2B5EF4-FFF2-40B4-BE49-F238E27FC236}">
                    <a16:creationId xmlns:a16="http://schemas.microsoft.com/office/drawing/2014/main" id="{20272CBF-2808-405E-8301-A8C94178B1C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 flipV="1">
                <a:off x="2655888" y="3587751"/>
                <a:ext cx="1612900" cy="2062162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11" name="Arc 86">
                <a:extLst>
                  <a:ext uri="{FF2B5EF4-FFF2-40B4-BE49-F238E27FC236}">
                    <a16:creationId xmlns:a16="http://schemas.microsoft.com/office/drawing/2014/main" id="{9956F68F-BAA9-412C-9EA9-0628964ADE5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55888" y="1762125"/>
                <a:ext cx="1476375" cy="1836737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9597" name="Group 84">
              <a:extLst>
                <a:ext uri="{FF2B5EF4-FFF2-40B4-BE49-F238E27FC236}">
                  <a16:creationId xmlns:a16="http://schemas.microsoft.com/office/drawing/2014/main" id="{F2CFB4C7-83F8-4775-92B7-CABF1E869E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72212" y="2244856"/>
              <a:ext cx="675878" cy="1251891"/>
              <a:chOff x="4652181" y="1098568"/>
              <a:chExt cx="675878" cy="1251891"/>
            </a:xfrm>
          </p:grpSpPr>
          <p:sp>
            <p:nvSpPr>
              <p:cNvPr id="109606" name="Arc 87">
                <a:extLst>
                  <a:ext uri="{FF2B5EF4-FFF2-40B4-BE49-F238E27FC236}">
                    <a16:creationId xmlns:a16="http://schemas.microsoft.com/office/drawing/2014/main" id="{F3DE5ABD-3897-49C9-BFAB-6ADFB8B3442D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4652181" y="1727150"/>
                <a:ext cx="648198" cy="623309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7" name="Arc 88">
                <a:extLst>
                  <a:ext uri="{FF2B5EF4-FFF2-40B4-BE49-F238E27FC236}">
                    <a16:creationId xmlns:a16="http://schemas.microsoft.com/office/drawing/2014/main" id="{4596E65A-39E3-4DE3-A13D-AA04669545BA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 flipV="1">
                <a:off x="4652181" y="1129221"/>
                <a:ext cx="581034" cy="615844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608" name="Freeform 4">
                <a:extLst>
                  <a:ext uri="{FF2B5EF4-FFF2-40B4-BE49-F238E27FC236}">
                    <a16:creationId xmlns:a16="http://schemas.microsoft.com/office/drawing/2014/main" id="{911B52DA-C36C-4AB4-A25D-E4D1C13CF274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5191534" y="1098568"/>
                <a:ext cx="136525" cy="74604"/>
              </a:xfrm>
              <a:custGeom>
                <a:avLst/>
                <a:gdLst>
                  <a:gd name="T0" fmla="*/ 0 w 173"/>
                  <a:gd name="T1" fmla="*/ 2147483646 h 86"/>
                  <a:gd name="T2" fmla="*/ 2147483646 w 173"/>
                  <a:gd name="T3" fmla="*/ 2147483646 h 86"/>
                  <a:gd name="T4" fmla="*/ 0 w 173"/>
                  <a:gd name="T5" fmla="*/ 0 h 86"/>
                  <a:gd name="T6" fmla="*/ 0 w 173"/>
                  <a:gd name="T7" fmla="*/ 2147483646 h 86"/>
                  <a:gd name="T8" fmla="*/ 0 w 173"/>
                  <a:gd name="T9" fmla="*/ 214748364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86"/>
                  <a:gd name="T17" fmla="*/ 173 w 173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86">
                    <a:moveTo>
                      <a:pt x="0" y="86"/>
                    </a:moveTo>
                    <a:lnTo>
                      <a:pt x="173" y="29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chemeClr val="tx1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9598" name="Freeform 16">
              <a:extLst>
                <a:ext uri="{FF2B5EF4-FFF2-40B4-BE49-F238E27FC236}">
                  <a16:creationId xmlns:a16="http://schemas.microsoft.com/office/drawing/2014/main" id="{3A0C5D17-1B9A-4F34-A8E7-B3F7A2DC3530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233771" y="6250561"/>
              <a:ext cx="114300" cy="114300"/>
            </a:xfrm>
            <a:custGeom>
              <a:avLst/>
              <a:gdLst>
                <a:gd name="T0" fmla="*/ 0 w 144"/>
                <a:gd name="T1" fmla="*/ 2147483646 h 144"/>
                <a:gd name="T2" fmla="*/ 2147483646 w 144"/>
                <a:gd name="T3" fmla="*/ 2147483646 h 144"/>
                <a:gd name="T4" fmla="*/ 2147483646 w 144"/>
                <a:gd name="T5" fmla="*/ 0 h 144"/>
                <a:gd name="T6" fmla="*/ 2147483646 w 144"/>
                <a:gd name="T7" fmla="*/ 0 h 144"/>
                <a:gd name="T8" fmla="*/ 0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0" y="28"/>
                  </a:moveTo>
                  <a:lnTo>
                    <a:pt x="144" y="144"/>
                  </a:lnTo>
                  <a:lnTo>
                    <a:pt x="29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599" name="Rectangle 69">
              <a:extLst>
                <a:ext uri="{FF2B5EF4-FFF2-40B4-BE49-F238E27FC236}">
                  <a16:creationId xmlns:a16="http://schemas.microsoft.com/office/drawing/2014/main" id="{C79E213F-41FF-4D6B-9D1F-994C3871F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6876" y="5784394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00" name="Rectangle 69">
              <a:extLst>
                <a:ext uri="{FF2B5EF4-FFF2-40B4-BE49-F238E27FC236}">
                  <a16:creationId xmlns:a16="http://schemas.microsoft.com/office/drawing/2014/main" id="{F38153D5-A931-4D66-910C-0B3C4296E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944" y="4722291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01" name="Rectangle 69">
              <a:extLst>
                <a:ext uri="{FF2B5EF4-FFF2-40B4-BE49-F238E27FC236}">
                  <a16:creationId xmlns:a16="http://schemas.microsoft.com/office/drawing/2014/main" id="{D13632E8-41BC-436E-BEC9-73A2BF077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7392" y="3415799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02" name="Rectangle 69">
              <a:extLst>
                <a:ext uri="{FF2B5EF4-FFF2-40B4-BE49-F238E27FC236}">
                  <a16:creationId xmlns:a16="http://schemas.microsoft.com/office/drawing/2014/main" id="{15B2F6CA-61F2-445C-ACB2-39E33C5DD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1063" y="2650747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03" name="Rectangle 69">
              <a:extLst>
                <a:ext uri="{FF2B5EF4-FFF2-40B4-BE49-F238E27FC236}">
                  <a16:creationId xmlns:a16="http://schemas.microsoft.com/office/drawing/2014/main" id="{7FA601D1-0344-4C8A-8753-55478AFBD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3942336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04" name="Rectangle 69">
              <a:extLst>
                <a:ext uri="{FF2B5EF4-FFF2-40B4-BE49-F238E27FC236}">
                  <a16:creationId xmlns:a16="http://schemas.microsoft.com/office/drawing/2014/main" id="{8BB85C81-35C5-4B72-8222-A5B8C08A6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0869" y="5189553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05" name="Rectangle 69">
              <a:extLst>
                <a:ext uri="{FF2B5EF4-FFF2-40B4-BE49-F238E27FC236}">
                  <a16:creationId xmlns:a16="http://schemas.microsoft.com/office/drawing/2014/main" id="{97B55E42-A771-4675-A02E-953379CE9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122" y="5833994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9573" name="Rectangle 87">
            <a:extLst>
              <a:ext uri="{FF2B5EF4-FFF2-40B4-BE49-F238E27FC236}">
                <a16:creationId xmlns:a16="http://schemas.microsoft.com/office/drawing/2014/main" id="{C41C1603-A006-499D-A0BB-8EB978B92BF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37313" y="6465888"/>
            <a:ext cx="1357312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diagram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9574" name="TextBox 1">
            <a:extLst>
              <a:ext uri="{FF2B5EF4-FFF2-40B4-BE49-F238E27FC236}">
                <a16:creationId xmlns:a16="http://schemas.microsoft.com/office/drawing/2014/main" id="{68AA0BAE-55D5-4D99-9A4C-97C6CE880D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8763" y="846138"/>
            <a:ext cx="4448175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Thus, this FSM is identical to the one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in the previous example, even though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the circuit uses JK flip-flops.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3" name="Rectangle 3">
            <a:extLst>
              <a:ext uri="{FF2B5EF4-FFF2-40B4-BE49-F238E27FC236}">
                <a16:creationId xmlns:a16="http://schemas.microsoft.com/office/drawing/2014/main" id="{622BAD03-025F-4154-AB74-D5907E8017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468563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Yet Another Example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(with mixed flip-flops)</a:t>
            </a:r>
            <a:endParaRPr kumimoji="0" lang="en-US" altLang="en-US" sz="36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7" name="TextBox 125">
            <a:extLst>
              <a:ext uri="{FF2B5EF4-FFF2-40B4-BE49-F238E27FC236}">
                <a16:creationId xmlns:a16="http://schemas.microsoft.com/office/drawing/2014/main" id="{17B8AD32-D35C-4DCE-A854-14F1BBE3BF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6.79 from the textbook ]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CB31CF38-D439-FF4E-8F88-45F416EF5010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What does this circuit do?</a:t>
            </a:r>
          </a:p>
        </p:txBody>
      </p:sp>
      <p:pic>
        <p:nvPicPr>
          <p:cNvPr id="111619" name="Picture 3" descr="figure8">
            <a:extLst>
              <a:ext uri="{FF2B5EF4-FFF2-40B4-BE49-F238E27FC236}">
                <a16:creationId xmlns:a16="http://schemas.microsoft.com/office/drawing/2014/main" id="{51E9B12F-8371-48E8-94D6-0799CE4470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363" y="1408113"/>
            <a:ext cx="8281987" cy="4514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5" name="Rectangle 3">
            <a:extLst>
              <a:ext uri="{FF2B5EF4-FFF2-40B4-BE49-F238E27FC236}">
                <a16:creationId xmlns:a16="http://schemas.microsoft.com/office/drawing/2014/main" id="{81BD37D9-CA24-DD40-8403-A3D1AAEFA78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250825" y="762000"/>
            <a:ext cx="8763000" cy="4837112"/>
          </a:xfrm>
        </p:spPr>
        <p:txBody>
          <a:bodyPr/>
          <a:lstStyle/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Find the flip-flops</a:t>
            </a:r>
          </a:p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Outputs of the flip-flops = present state variables</a:t>
            </a:r>
          </a:p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Inputs of the flip-flops determine the next state variables</a:t>
            </a:r>
          </a:p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Determine the logical expressions for the outputs</a:t>
            </a:r>
          </a:p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Given this info it is easy to do the state-assigned table</a:t>
            </a:r>
          </a:p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Next do the state table</a:t>
            </a:r>
          </a:p>
          <a:p>
            <a:pPr marL="514350" indent="-514350" eaLnBrk="1" hangingPunct="1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  <a:defRPr/>
            </a:pPr>
            <a:r>
              <a:rPr lang="en-US" dirty="0">
                <a:ea typeface="+mn-ea"/>
                <a:cs typeface="+mn-cs"/>
              </a:rPr>
              <a:t>Finally, draw the state diagram.</a:t>
            </a:r>
          </a:p>
        </p:txBody>
      </p:sp>
      <p:sp>
        <p:nvSpPr>
          <p:cNvPr id="207874" name="Rectangle 2">
            <a:extLst>
              <a:ext uri="{FF2B5EF4-FFF2-40B4-BE49-F238E27FC236}">
                <a16:creationId xmlns:a16="http://schemas.microsoft.com/office/drawing/2014/main" id="{51A5E141-737A-E24E-BDA1-21D159A924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Approach</a:t>
            </a: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5" name="TextBox 125">
            <a:extLst>
              <a:ext uri="{FF2B5EF4-FFF2-40B4-BE49-F238E27FC236}">
                <a16:creationId xmlns:a16="http://schemas.microsoft.com/office/drawing/2014/main" id="{50A62558-4903-4CD4-9179-BD9D250020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6.79 from the textbook ]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4B8A5889-F708-2145-A437-5A9C97342868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What are the logic expressions?</a:t>
            </a:r>
          </a:p>
        </p:txBody>
      </p:sp>
      <p:pic>
        <p:nvPicPr>
          <p:cNvPr id="113667" name="Picture 3" descr="figure8">
            <a:extLst>
              <a:ext uri="{FF2B5EF4-FFF2-40B4-BE49-F238E27FC236}">
                <a16:creationId xmlns:a16="http://schemas.microsoft.com/office/drawing/2014/main" id="{A3AD65BF-2543-43C7-837C-E3FE5C50EB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9330" y="979135"/>
            <a:ext cx="8281987" cy="4514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AF35438E-621E-B747-A602-C6078B93AAF6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What are the logic expressions?</a:t>
            </a:r>
          </a:p>
        </p:txBody>
      </p:sp>
      <p:pic>
        <p:nvPicPr>
          <p:cNvPr id="114690" name="Picture 3" descr="figure8">
            <a:extLst>
              <a:ext uri="{FF2B5EF4-FFF2-40B4-BE49-F238E27FC236}">
                <a16:creationId xmlns:a16="http://schemas.microsoft.com/office/drawing/2014/main" id="{E545E7E7-1B23-48FE-833C-B07387B90F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363" y="1408113"/>
            <a:ext cx="8281987" cy="4514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4691" name="Oval 5">
            <a:extLst>
              <a:ext uri="{FF2B5EF4-FFF2-40B4-BE49-F238E27FC236}">
                <a16:creationId xmlns:a16="http://schemas.microsoft.com/office/drawing/2014/main" id="{2A483C1F-E6B9-4C96-A644-4717CC2234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2275" y="1533525"/>
            <a:ext cx="517525" cy="5397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4692" name="Oval 6">
            <a:extLst>
              <a:ext uri="{FF2B5EF4-FFF2-40B4-BE49-F238E27FC236}">
                <a16:creationId xmlns:a16="http://schemas.microsoft.com/office/drawing/2014/main" id="{087455FA-DC46-46A2-84BB-100680E6CF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8788" y="3956050"/>
            <a:ext cx="517525" cy="539750"/>
          </a:xfrm>
          <a:prstGeom prst="ellips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4693" name="Oval 7">
            <a:extLst>
              <a:ext uri="{FF2B5EF4-FFF2-40B4-BE49-F238E27FC236}">
                <a16:creationId xmlns:a16="http://schemas.microsoft.com/office/drawing/2014/main" id="{0C302B3E-8980-41C9-ADE2-E82C6DDD8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4400" y="1905000"/>
            <a:ext cx="517525" cy="539750"/>
          </a:xfrm>
          <a:prstGeom prst="ellipse">
            <a:avLst/>
          </a:prstGeom>
          <a:noFill/>
          <a:ln w="254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37645AE3-88B6-2447-8FB4-10EC00446A6A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What are the logic expressions?</a:t>
            </a:r>
          </a:p>
        </p:txBody>
      </p:sp>
      <p:pic>
        <p:nvPicPr>
          <p:cNvPr id="115714" name="Picture 3" descr="figure8">
            <a:extLst>
              <a:ext uri="{FF2B5EF4-FFF2-40B4-BE49-F238E27FC236}">
                <a16:creationId xmlns:a16="http://schemas.microsoft.com/office/drawing/2014/main" id="{77829A1B-F7C7-4A2B-B952-0AEFAB5B4D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363" y="1408113"/>
            <a:ext cx="8281987" cy="4514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5715" name="Oval 5">
            <a:extLst>
              <a:ext uri="{FF2B5EF4-FFF2-40B4-BE49-F238E27FC236}">
                <a16:creationId xmlns:a16="http://schemas.microsoft.com/office/drawing/2014/main" id="{158F0A0E-6721-4512-8675-CB569E33F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2275" y="1533525"/>
            <a:ext cx="517525" cy="5397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5716" name="Oval 6">
            <a:extLst>
              <a:ext uri="{FF2B5EF4-FFF2-40B4-BE49-F238E27FC236}">
                <a16:creationId xmlns:a16="http://schemas.microsoft.com/office/drawing/2014/main" id="{9AD58C61-1FF8-4923-A0E5-2B37F274C2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8788" y="3956050"/>
            <a:ext cx="517525" cy="539750"/>
          </a:xfrm>
          <a:prstGeom prst="ellips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5717" name="Oval 7">
            <a:extLst>
              <a:ext uri="{FF2B5EF4-FFF2-40B4-BE49-F238E27FC236}">
                <a16:creationId xmlns:a16="http://schemas.microsoft.com/office/drawing/2014/main" id="{6E458F61-C4FA-4AFF-ABD4-CBA5EAB2D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4400" y="1905000"/>
            <a:ext cx="517525" cy="539750"/>
          </a:xfrm>
          <a:prstGeom prst="ellipse">
            <a:avLst/>
          </a:prstGeom>
          <a:noFill/>
          <a:ln w="254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5718" name="Group 8">
            <a:extLst>
              <a:ext uri="{FF2B5EF4-FFF2-40B4-BE49-F238E27FC236}">
                <a16:creationId xmlns:a16="http://schemas.microsoft.com/office/drawing/2014/main" id="{EDA7EB0E-582F-415F-B561-21DC9504F04C}"/>
              </a:ext>
            </a:extLst>
          </p:cNvPr>
          <p:cNvGrpSpPr>
            <a:grpSpLocks/>
          </p:cNvGrpSpPr>
          <p:nvPr/>
        </p:nvGrpSpPr>
        <p:grpSpPr bwMode="auto">
          <a:xfrm>
            <a:off x="5538788" y="804863"/>
            <a:ext cx="2357437" cy="461962"/>
            <a:chOff x="6895289" y="6215149"/>
            <a:chExt cx="2356835" cy="461665"/>
          </a:xfrm>
        </p:grpSpPr>
        <p:sp>
          <p:nvSpPr>
            <p:cNvPr id="115724" name="TextBox 9">
              <a:extLst>
                <a:ext uri="{FF2B5EF4-FFF2-40B4-BE49-F238E27FC236}">
                  <a16:creationId xmlns:a16="http://schemas.microsoft.com/office/drawing/2014/main" id="{87E757A6-3D2B-4AB6-8F1C-78CC8DEB67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5289" y="6215149"/>
              <a:ext cx="235683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 (y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+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</a:t>
              </a:r>
              <a:endPara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5725" name="Straight Connector 11">
              <a:extLst>
                <a:ext uri="{FF2B5EF4-FFF2-40B4-BE49-F238E27FC236}">
                  <a16:creationId xmlns:a16="http://schemas.microsoft.com/office/drawing/2014/main" id="{92F0399D-F996-4A5A-8873-FD5966AAB2D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066565" y="6251638"/>
              <a:ext cx="228542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5719" name="Group 12">
            <a:extLst>
              <a:ext uri="{FF2B5EF4-FFF2-40B4-BE49-F238E27FC236}">
                <a16:creationId xmlns:a16="http://schemas.microsoft.com/office/drawing/2014/main" id="{340CC6A8-3BAB-4C25-A2C0-7CA0C34381AA}"/>
              </a:ext>
            </a:extLst>
          </p:cNvPr>
          <p:cNvGrpSpPr>
            <a:grpSpLocks/>
          </p:cNvGrpSpPr>
          <p:nvPr/>
        </p:nvGrpSpPr>
        <p:grpSpPr bwMode="auto">
          <a:xfrm>
            <a:off x="3879850" y="3563938"/>
            <a:ext cx="2608263" cy="461962"/>
            <a:chOff x="6895289" y="6215149"/>
            <a:chExt cx="2607855" cy="461665"/>
          </a:xfrm>
        </p:grpSpPr>
        <p:sp>
          <p:nvSpPr>
            <p:cNvPr id="115722" name="TextBox 13">
              <a:extLst>
                <a:ext uri="{FF2B5EF4-FFF2-40B4-BE49-F238E27FC236}">
                  <a16:creationId xmlns:a16="http://schemas.microsoft.com/office/drawing/2014/main" id="{8E171690-5002-45C2-ABD0-4E06525D36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5289" y="6215149"/>
              <a:ext cx="260785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+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115723" name="Straight Connector 14">
              <a:extLst>
                <a:ext uri="{FF2B5EF4-FFF2-40B4-BE49-F238E27FC236}">
                  <a16:creationId xmlns:a16="http://schemas.microsoft.com/office/drawing/2014/main" id="{0B913E3E-5EE1-415D-8546-76C928CA0D5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25425" y="6286540"/>
              <a:ext cx="228564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115720" name="Straight Connector 15">
            <a:extLst>
              <a:ext uri="{FF2B5EF4-FFF2-40B4-BE49-F238E27FC236}">
                <a16:creationId xmlns:a16="http://schemas.microsoft.com/office/drawing/2014/main" id="{6236298F-DF35-435C-B5BB-E8BDFA54B43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084888" y="3646488"/>
            <a:ext cx="228600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5721" name="TextBox 17">
            <a:extLst>
              <a:ext uri="{FF2B5EF4-FFF2-40B4-BE49-F238E27FC236}">
                <a16:creationId xmlns:a16="http://schemas.microsoft.com/office/drawing/2014/main" id="{B64593AC-8705-4EA3-B427-1830C52CD9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96225" y="1354138"/>
            <a:ext cx="12239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B5ED4780-F7B6-D44E-B542-7E164DB76029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76200"/>
            <a:ext cx="9144000" cy="679451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The Excitation Table</a:t>
            </a:r>
          </a:p>
        </p:txBody>
      </p:sp>
      <p:sp>
        <p:nvSpPr>
          <p:cNvPr id="116738" name="Rectangle 141">
            <a:extLst>
              <a:ext uri="{FF2B5EF4-FFF2-40B4-BE49-F238E27FC236}">
                <a16:creationId xmlns:a16="http://schemas.microsoft.com/office/drawing/2014/main" id="{A3AFDCA2-B701-42A4-8D3A-CF6F513E79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1299" y="3978275"/>
            <a:ext cx="1477962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Excitation table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739" name="Group 62">
            <a:extLst>
              <a:ext uri="{FF2B5EF4-FFF2-40B4-BE49-F238E27FC236}">
                <a16:creationId xmlns:a16="http://schemas.microsoft.com/office/drawing/2014/main" id="{2C0B1F23-DBAE-4226-BDCA-C040A6FDFB57}"/>
              </a:ext>
            </a:extLst>
          </p:cNvPr>
          <p:cNvGrpSpPr>
            <a:grpSpLocks/>
          </p:cNvGrpSpPr>
          <p:nvPr/>
        </p:nvGrpSpPr>
        <p:grpSpPr bwMode="auto">
          <a:xfrm>
            <a:off x="4963049" y="858838"/>
            <a:ext cx="4003675" cy="2833687"/>
            <a:chOff x="2573338" y="1603375"/>
            <a:chExt cx="4003675" cy="2833688"/>
          </a:xfrm>
        </p:grpSpPr>
        <p:sp>
          <p:nvSpPr>
            <p:cNvPr id="116748" name="Rectangle 4">
              <a:extLst>
                <a:ext uri="{FF2B5EF4-FFF2-40B4-BE49-F238E27FC236}">
                  <a16:creationId xmlns:a16="http://schemas.microsoft.com/office/drawing/2014/main" id="{0FA0F560-77DD-4259-A8CE-CB599CD13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49" name="Rectangle 5">
              <a:extLst>
                <a:ext uri="{FF2B5EF4-FFF2-40B4-BE49-F238E27FC236}">
                  <a16:creationId xmlns:a16="http://schemas.microsoft.com/office/drawing/2014/main" id="{FBF502F8-51E2-4144-B97A-62DA84D07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0" name="Rectangle 6">
              <a:extLst>
                <a:ext uri="{FF2B5EF4-FFF2-40B4-BE49-F238E27FC236}">
                  <a16:creationId xmlns:a16="http://schemas.microsoft.com/office/drawing/2014/main" id="{EEBA1629-E19A-4DF2-9183-33D4312F9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1" name="Rectangle 7">
              <a:extLst>
                <a:ext uri="{FF2B5EF4-FFF2-40B4-BE49-F238E27FC236}">
                  <a16:creationId xmlns:a16="http://schemas.microsoft.com/office/drawing/2014/main" id="{0CAFCE04-B47D-40A3-AA50-4AD77E78A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2" name="Rectangle 8">
              <a:extLst>
                <a:ext uri="{FF2B5EF4-FFF2-40B4-BE49-F238E27FC236}">
                  <a16:creationId xmlns:a16="http://schemas.microsoft.com/office/drawing/2014/main" id="{416E74F5-1521-4F55-AEF5-DA840BD18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3" name="Rectangle 9">
              <a:extLst>
                <a:ext uri="{FF2B5EF4-FFF2-40B4-BE49-F238E27FC236}">
                  <a16:creationId xmlns:a16="http://schemas.microsoft.com/office/drawing/2014/main" id="{F9EB1505-93B1-44FA-AC68-607897475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4" name="Rectangle 10">
              <a:extLst>
                <a:ext uri="{FF2B5EF4-FFF2-40B4-BE49-F238E27FC236}">
                  <a16:creationId xmlns:a16="http://schemas.microsoft.com/office/drawing/2014/main" id="{B16470DE-5EFE-48C5-9AE6-0505C7827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5" name="Rectangle 11">
              <a:extLst>
                <a:ext uri="{FF2B5EF4-FFF2-40B4-BE49-F238E27FC236}">
                  <a16:creationId xmlns:a16="http://schemas.microsoft.com/office/drawing/2014/main" id="{C8A4B7B4-09B9-46F5-A225-994750356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6" name="Rectangle 12">
              <a:extLst>
                <a:ext uri="{FF2B5EF4-FFF2-40B4-BE49-F238E27FC236}">
                  <a16:creationId xmlns:a16="http://schemas.microsoft.com/office/drawing/2014/main" id="{5F980700-F4D4-4E39-BEFC-392C0A55E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7" name="Rectangle 13">
              <a:extLst>
                <a:ext uri="{FF2B5EF4-FFF2-40B4-BE49-F238E27FC236}">
                  <a16:creationId xmlns:a16="http://schemas.microsoft.com/office/drawing/2014/main" id="{6D8D7930-4AA2-4B7F-9C9A-C8A724AF4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8" name="Rectangle 14">
              <a:extLst>
                <a:ext uri="{FF2B5EF4-FFF2-40B4-BE49-F238E27FC236}">
                  <a16:creationId xmlns:a16="http://schemas.microsoft.com/office/drawing/2014/main" id="{C054D49A-ADBE-46B6-8D5E-E580E1046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9" name="Rectangle 15">
              <a:extLst>
                <a:ext uri="{FF2B5EF4-FFF2-40B4-BE49-F238E27FC236}">
                  <a16:creationId xmlns:a16="http://schemas.microsoft.com/office/drawing/2014/main" id="{9DCF7CE1-2BAB-4BC5-A4F5-4F61EAC53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0" name="Rectangle 16">
              <a:extLst>
                <a:ext uri="{FF2B5EF4-FFF2-40B4-BE49-F238E27FC236}">
                  <a16:creationId xmlns:a16="http://schemas.microsoft.com/office/drawing/2014/main" id="{59947A63-9173-4799-AE6A-FF9757A4C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1" name="Rectangle 17">
              <a:extLst>
                <a:ext uri="{FF2B5EF4-FFF2-40B4-BE49-F238E27FC236}">
                  <a16:creationId xmlns:a16="http://schemas.microsoft.com/office/drawing/2014/main" id="{75B0772F-EE86-4800-9E1E-8A619B03B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2" name="Rectangle 18">
              <a:extLst>
                <a:ext uri="{FF2B5EF4-FFF2-40B4-BE49-F238E27FC236}">
                  <a16:creationId xmlns:a16="http://schemas.microsoft.com/office/drawing/2014/main" id="{3BBFD98E-ADDB-4DC9-BCE0-7EAD915A3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3" name="Rectangle 19">
              <a:extLst>
                <a:ext uri="{FF2B5EF4-FFF2-40B4-BE49-F238E27FC236}">
                  <a16:creationId xmlns:a16="http://schemas.microsoft.com/office/drawing/2014/main" id="{B8110223-74E9-4743-ACD3-D854131AB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4" name="Rectangle 20">
              <a:extLst>
                <a:ext uri="{FF2B5EF4-FFF2-40B4-BE49-F238E27FC236}">
                  <a16:creationId xmlns:a16="http://schemas.microsoft.com/office/drawing/2014/main" id="{CFDCF6D3-5973-46FF-A7B3-A05BAA914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5" name="Rectangle 21">
              <a:extLst>
                <a:ext uri="{FF2B5EF4-FFF2-40B4-BE49-F238E27FC236}">
                  <a16:creationId xmlns:a16="http://schemas.microsoft.com/office/drawing/2014/main" id="{45274FB1-D63D-4D34-9ADE-6052946E7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6" name="Rectangle 22">
              <a:extLst>
                <a:ext uri="{FF2B5EF4-FFF2-40B4-BE49-F238E27FC236}">
                  <a16:creationId xmlns:a16="http://schemas.microsoft.com/office/drawing/2014/main" id="{BAEF7B9D-4BCE-4C63-8BC4-D844B9AC1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7" name="Rectangle 23">
              <a:extLst>
                <a:ext uri="{FF2B5EF4-FFF2-40B4-BE49-F238E27FC236}">
                  <a16:creationId xmlns:a16="http://schemas.microsoft.com/office/drawing/2014/main" id="{5AA3F0F3-E2D3-4A0E-8ABA-3FA4DCD57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8" name="Rectangle 24">
              <a:extLst>
                <a:ext uri="{FF2B5EF4-FFF2-40B4-BE49-F238E27FC236}">
                  <a16:creationId xmlns:a16="http://schemas.microsoft.com/office/drawing/2014/main" id="{60FA86E3-D7D6-4E4D-8415-C3621CD8B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9" name="Rectangle 25">
              <a:extLst>
                <a:ext uri="{FF2B5EF4-FFF2-40B4-BE49-F238E27FC236}">
                  <a16:creationId xmlns:a16="http://schemas.microsoft.com/office/drawing/2014/main" id="{A9634C09-622D-48CD-A81A-14B6C20A8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0" name="Rectangle 26">
              <a:extLst>
                <a:ext uri="{FF2B5EF4-FFF2-40B4-BE49-F238E27FC236}">
                  <a16:creationId xmlns:a16="http://schemas.microsoft.com/office/drawing/2014/main" id="{5BF5304C-13A1-4F30-96E8-F2E785A77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1" name="Rectangle 27">
              <a:extLst>
                <a:ext uri="{FF2B5EF4-FFF2-40B4-BE49-F238E27FC236}">
                  <a16:creationId xmlns:a16="http://schemas.microsoft.com/office/drawing/2014/main" id="{ECF2B961-8553-4A66-BD9E-7F8EAB1C2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2" name="Rectangle 28">
              <a:extLst>
                <a:ext uri="{FF2B5EF4-FFF2-40B4-BE49-F238E27FC236}">
                  <a16:creationId xmlns:a16="http://schemas.microsoft.com/office/drawing/2014/main" id="{86991DD6-7D7F-4D3B-8EC4-53371EBA8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3" name="Rectangle 29">
              <a:extLst>
                <a:ext uri="{FF2B5EF4-FFF2-40B4-BE49-F238E27FC236}">
                  <a16:creationId xmlns:a16="http://schemas.microsoft.com/office/drawing/2014/main" id="{96E7D506-25FE-4B04-A624-6D33C49FB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4" name="Rectangle 30">
              <a:extLst>
                <a:ext uri="{FF2B5EF4-FFF2-40B4-BE49-F238E27FC236}">
                  <a16:creationId xmlns:a16="http://schemas.microsoft.com/office/drawing/2014/main" id="{CFCBD96E-A634-40E6-A6CD-698951392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5" name="Rectangle 31">
              <a:extLst>
                <a:ext uri="{FF2B5EF4-FFF2-40B4-BE49-F238E27FC236}">
                  <a16:creationId xmlns:a16="http://schemas.microsoft.com/office/drawing/2014/main" id="{13EF1871-E1BB-49B1-9B24-BD63092B5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6" name="Rectangle 32">
              <a:extLst>
                <a:ext uri="{FF2B5EF4-FFF2-40B4-BE49-F238E27FC236}">
                  <a16:creationId xmlns:a16="http://schemas.microsoft.com/office/drawing/2014/main" id="{2EE8C8D8-6F79-4A2F-AED1-A03FB924C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7" name="Rectangle 33">
              <a:extLst>
                <a:ext uri="{FF2B5EF4-FFF2-40B4-BE49-F238E27FC236}">
                  <a16:creationId xmlns:a16="http://schemas.microsoft.com/office/drawing/2014/main" id="{14363017-B2E8-45BA-819D-660CDD811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8" name="Rectangle 34">
              <a:extLst>
                <a:ext uri="{FF2B5EF4-FFF2-40B4-BE49-F238E27FC236}">
                  <a16:creationId xmlns:a16="http://schemas.microsoft.com/office/drawing/2014/main" id="{BE3FC563-7643-4ACC-8783-1F715C3F4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9" name="Rectangle 35">
              <a:extLst>
                <a:ext uri="{FF2B5EF4-FFF2-40B4-BE49-F238E27FC236}">
                  <a16:creationId xmlns:a16="http://schemas.microsoft.com/office/drawing/2014/main" id="{94410A5C-9E19-4550-B634-B7267A3A3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0" name="Rectangle 36">
              <a:extLst>
                <a:ext uri="{FF2B5EF4-FFF2-40B4-BE49-F238E27FC236}">
                  <a16:creationId xmlns:a16="http://schemas.microsoft.com/office/drawing/2014/main" id="{A7F2C6F7-72A3-46AD-9949-404D7DA6B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1" name="Rectangle 37">
              <a:extLst>
                <a:ext uri="{FF2B5EF4-FFF2-40B4-BE49-F238E27FC236}">
                  <a16:creationId xmlns:a16="http://schemas.microsoft.com/office/drawing/2014/main" id="{48CA3C3E-85FA-441D-9008-E8DA6193C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2" name="Rectangle 38">
              <a:extLst>
                <a:ext uri="{FF2B5EF4-FFF2-40B4-BE49-F238E27FC236}">
                  <a16:creationId xmlns:a16="http://schemas.microsoft.com/office/drawing/2014/main" id="{4A91FE2B-151E-409C-88FF-481C4D95E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3" name="Rectangle 39">
              <a:extLst>
                <a:ext uri="{FF2B5EF4-FFF2-40B4-BE49-F238E27FC236}">
                  <a16:creationId xmlns:a16="http://schemas.microsoft.com/office/drawing/2014/main" id="{420BCDE2-549D-4D59-B512-B55872B1B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4" name="Rectangle 40">
              <a:extLst>
                <a:ext uri="{FF2B5EF4-FFF2-40B4-BE49-F238E27FC236}">
                  <a16:creationId xmlns:a16="http://schemas.microsoft.com/office/drawing/2014/main" id="{09A3555F-6FD2-41E6-B5AD-378735C5C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5" name="Rectangle 41">
              <a:extLst>
                <a:ext uri="{FF2B5EF4-FFF2-40B4-BE49-F238E27FC236}">
                  <a16:creationId xmlns:a16="http://schemas.microsoft.com/office/drawing/2014/main" id="{ABE74537-4A47-4411-B93F-81CAD5127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6" name="Rectangle 42">
              <a:extLst>
                <a:ext uri="{FF2B5EF4-FFF2-40B4-BE49-F238E27FC236}">
                  <a16:creationId xmlns:a16="http://schemas.microsoft.com/office/drawing/2014/main" id="{BBD2DBCB-36FA-4793-9DD5-AB36AF2CA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7" name="Rectangle 43">
              <a:extLst>
                <a:ext uri="{FF2B5EF4-FFF2-40B4-BE49-F238E27FC236}">
                  <a16:creationId xmlns:a16="http://schemas.microsoft.com/office/drawing/2014/main" id="{4498FF17-FBAD-4A64-9DC3-3EA778157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8" name="Rectangle 44">
              <a:extLst>
                <a:ext uri="{FF2B5EF4-FFF2-40B4-BE49-F238E27FC236}">
                  <a16:creationId xmlns:a16="http://schemas.microsoft.com/office/drawing/2014/main" id="{3C59E5E6-50D4-4BE5-831C-7ED0BA615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9" name="Rectangle 45">
              <a:extLst>
                <a:ext uri="{FF2B5EF4-FFF2-40B4-BE49-F238E27FC236}">
                  <a16:creationId xmlns:a16="http://schemas.microsoft.com/office/drawing/2014/main" id="{86E6C22E-2CF7-4C1D-B4A2-95FF7A844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0" name="Rectangle 46">
              <a:extLst>
                <a:ext uri="{FF2B5EF4-FFF2-40B4-BE49-F238E27FC236}">
                  <a16:creationId xmlns:a16="http://schemas.microsoft.com/office/drawing/2014/main" id="{514CD211-CED2-4450-9D32-37A54A498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1" name="Rectangle 47">
              <a:extLst>
                <a:ext uri="{FF2B5EF4-FFF2-40B4-BE49-F238E27FC236}">
                  <a16:creationId xmlns:a16="http://schemas.microsoft.com/office/drawing/2014/main" id="{987AC855-A249-423F-A935-0D3771033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2" name="Rectangle 48">
              <a:extLst>
                <a:ext uri="{FF2B5EF4-FFF2-40B4-BE49-F238E27FC236}">
                  <a16:creationId xmlns:a16="http://schemas.microsoft.com/office/drawing/2014/main" id="{F03D7746-8721-4225-B914-D9E6C91FE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3" name="Rectangle 49">
              <a:extLst>
                <a:ext uri="{FF2B5EF4-FFF2-40B4-BE49-F238E27FC236}">
                  <a16:creationId xmlns:a16="http://schemas.microsoft.com/office/drawing/2014/main" id="{E5F8F8B0-46D0-46FA-9293-FA84AAE39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4" name="Rectangle 50">
              <a:extLst>
                <a:ext uri="{FF2B5EF4-FFF2-40B4-BE49-F238E27FC236}">
                  <a16:creationId xmlns:a16="http://schemas.microsoft.com/office/drawing/2014/main" id="{DC09CBF0-FC51-429D-87FE-A89BA4185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8528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5" name="Rectangle 51">
              <a:extLst>
                <a:ext uri="{FF2B5EF4-FFF2-40B4-BE49-F238E27FC236}">
                  <a16:creationId xmlns:a16="http://schemas.microsoft.com/office/drawing/2014/main" id="{BEEF9F38-7FC1-4A71-A4A4-5A7C02414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6" name="Rectangle 52">
              <a:extLst>
                <a:ext uri="{FF2B5EF4-FFF2-40B4-BE49-F238E27FC236}">
                  <a16:creationId xmlns:a16="http://schemas.microsoft.com/office/drawing/2014/main" id="{B5C5FFDD-0D11-43C6-B019-B9FAAA857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7" name="Rectangle 53">
              <a:extLst>
                <a:ext uri="{FF2B5EF4-FFF2-40B4-BE49-F238E27FC236}">
                  <a16:creationId xmlns:a16="http://schemas.microsoft.com/office/drawing/2014/main" id="{E2BD8AE6-80C7-41D1-96F7-36F479E03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8" name="Rectangle 54">
              <a:extLst>
                <a:ext uri="{FF2B5EF4-FFF2-40B4-BE49-F238E27FC236}">
                  <a16:creationId xmlns:a16="http://schemas.microsoft.com/office/drawing/2014/main" id="{D2867704-98E9-45B2-B736-0E5FE0968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9" name="Rectangle 55">
              <a:extLst>
                <a:ext uri="{FF2B5EF4-FFF2-40B4-BE49-F238E27FC236}">
                  <a16:creationId xmlns:a16="http://schemas.microsoft.com/office/drawing/2014/main" id="{8E1AE638-FEE7-4DEB-8FF5-A24879CFD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0" name="Rectangle 56">
              <a:extLst>
                <a:ext uri="{FF2B5EF4-FFF2-40B4-BE49-F238E27FC236}">
                  <a16:creationId xmlns:a16="http://schemas.microsoft.com/office/drawing/2014/main" id="{928B7798-9AD5-4DF1-ADF0-4FDF803B5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1" name="Rectangle 57">
              <a:extLst>
                <a:ext uri="{FF2B5EF4-FFF2-40B4-BE49-F238E27FC236}">
                  <a16:creationId xmlns:a16="http://schemas.microsoft.com/office/drawing/2014/main" id="{81CD0656-42BB-4099-B355-3A28EB4CF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2" name="Rectangle 58">
              <a:extLst>
                <a:ext uri="{FF2B5EF4-FFF2-40B4-BE49-F238E27FC236}">
                  <a16:creationId xmlns:a16="http://schemas.microsoft.com/office/drawing/2014/main" id="{7D3F4810-D064-488E-ACFA-D20299A01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3" name="Rectangle 59">
              <a:extLst>
                <a:ext uri="{FF2B5EF4-FFF2-40B4-BE49-F238E27FC236}">
                  <a16:creationId xmlns:a16="http://schemas.microsoft.com/office/drawing/2014/main" id="{BA7080DF-34B2-41B6-9512-0F6A27340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4" name="Rectangle 60">
              <a:extLst>
                <a:ext uri="{FF2B5EF4-FFF2-40B4-BE49-F238E27FC236}">
                  <a16:creationId xmlns:a16="http://schemas.microsoft.com/office/drawing/2014/main" id="{801A15E4-E9C7-4D75-951C-02CC68ABE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8528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5" name="Rectangle 61">
              <a:extLst>
                <a:ext uri="{FF2B5EF4-FFF2-40B4-BE49-F238E27FC236}">
                  <a16:creationId xmlns:a16="http://schemas.microsoft.com/office/drawing/2014/main" id="{936A1DA8-F36B-4FB6-BDBB-A9AA12895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6" name="Rectangle 62">
              <a:extLst>
                <a:ext uri="{FF2B5EF4-FFF2-40B4-BE49-F238E27FC236}">
                  <a16:creationId xmlns:a16="http://schemas.microsoft.com/office/drawing/2014/main" id="{B587C841-92BB-4ED3-BD24-64A0A3B82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7" name="Rectangle 63">
              <a:extLst>
                <a:ext uri="{FF2B5EF4-FFF2-40B4-BE49-F238E27FC236}">
                  <a16:creationId xmlns:a16="http://schemas.microsoft.com/office/drawing/2014/main" id="{D64559A8-42AD-4900-9646-D52B48F0B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8" name="Rectangle 64">
              <a:extLst>
                <a:ext uri="{FF2B5EF4-FFF2-40B4-BE49-F238E27FC236}">
                  <a16:creationId xmlns:a16="http://schemas.microsoft.com/office/drawing/2014/main" id="{066E75F6-203E-4A4C-9800-0EDBFE00F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9" name="Rectangle 65">
              <a:extLst>
                <a:ext uri="{FF2B5EF4-FFF2-40B4-BE49-F238E27FC236}">
                  <a16:creationId xmlns:a16="http://schemas.microsoft.com/office/drawing/2014/main" id="{456236F3-1166-439A-A8FF-1EF92A4DD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0" name="Rectangle 66">
              <a:extLst>
                <a:ext uri="{FF2B5EF4-FFF2-40B4-BE49-F238E27FC236}">
                  <a16:creationId xmlns:a16="http://schemas.microsoft.com/office/drawing/2014/main" id="{311CBF75-9881-412E-B75D-125FA19BD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1" name="Rectangle 67">
              <a:extLst>
                <a:ext uri="{FF2B5EF4-FFF2-40B4-BE49-F238E27FC236}">
                  <a16:creationId xmlns:a16="http://schemas.microsoft.com/office/drawing/2014/main" id="{9C532155-4D25-4B44-AEE3-FB2E71C9E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2" name="Rectangle 68">
              <a:extLst>
                <a:ext uri="{FF2B5EF4-FFF2-40B4-BE49-F238E27FC236}">
                  <a16:creationId xmlns:a16="http://schemas.microsoft.com/office/drawing/2014/main" id="{3F895228-B723-431F-8A80-08B393843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3" name="Rectangle 69">
              <a:extLst>
                <a:ext uri="{FF2B5EF4-FFF2-40B4-BE49-F238E27FC236}">
                  <a16:creationId xmlns:a16="http://schemas.microsoft.com/office/drawing/2014/main" id="{3A23AF6F-3637-436F-8487-44CFFDF76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4" name="Rectangle 70">
              <a:extLst>
                <a:ext uri="{FF2B5EF4-FFF2-40B4-BE49-F238E27FC236}">
                  <a16:creationId xmlns:a16="http://schemas.microsoft.com/office/drawing/2014/main" id="{9CDFAA24-EBD7-480C-BA19-2298E57E1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8528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5" name="Rectangle 71">
              <a:extLst>
                <a:ext uri="{FF2B5EF4-FFF2-40B4-BE49-F238E27FC236}">
                  <a16:creationId xmlns:a16="http://schemas.microsoft.com/office/drawing/2014/main" id="{407BDE48-2D2E-484B-98AC-7FBDB2C67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6" name="Rectangle 72">
              <a:extLst>
                <a:ext uri="{FF2B5EF4-FFF2-40B4-BE49-F238E27FC236}">
                  <a16:creationId xmlns:a16="http://schemas.microsoft.com/office/drawing/2014/main" id="{5274A8DE-DE4C-45FA-AF72-B50E1C2B4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7" name="Rectangle 73">
              <a:extLst>
                <a:ext uri="{FF2B5EF4-FFF2-40B4-BE49-F238E27FC236}">
                  <a16:creationId xmlns:a16="http://schemas.microsoft.com/office/drawing/2014/main" id="{A1E0A382-1C62-4B47-8890-06B526348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8" name="Rectangle 74">
              <a:extLst>
                <a:ext uri="{FF2B5EF4-FFF2-40B4-BE49-F238E27FC236}">
                  <a16:creationId xmlns:a16="http://schemas.microsoft.com/office/drawing/2014/main" id="{EDFF83B3-F3A1-4908-B632-30CED94E85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9" name="Rectangle 75">
              <a:extLst>
                <a:ext uri="{FF2B5EF4-FFF2-40B4-BE49-F238E27FC236}">
                  <a16:creationId xmlns:a16="http://schemas.microsoft.com/office/drawing/2014/main" id="{3924551A-8732-41B6-8275-2A456EB44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20" name="Rectangle 76">
              <a:extLst>
                <a:ext uri="{FF2B5EF4-FFF2-40B4-BE49-F238E27FC236}">
                  <a16:creationId xmlns:a16="http://schemas.microsoft.com/office/drawing/2014/main" id="{278D6E7B-F8E9-41D0-914B-7AC94944E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21" name="Rectangle 77">
              <a:extLst>
                <a:ext uri="{FF2B5EF4-FFF2-40B4-BE49-F238E27FC236}">
                  <a16:creationId xmlns:a16="http://schemas.microsoft.com/office/drawing/2014/main" id="{12BD46F9-478A-4C66-A309-F61A3BD6F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22" name="Rectangle 78">
              <a:extLst>
                <a:ext uri="{FF2B5EF4-FFF2-40B4-BE49-F238E27FC236}">
                  <a16:creationId xmlns:a16="http://schemas.microsoft.com/office/drawing/2014/main" id="{417A7F64-F7A5-412C-911C-7BF009AAA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23" name="Rectangle 79">
              <a:extLst>
                <a:ext uri="{FF2B5EF4-FFF2-40B4-BE49-F238E27FC236}">
                  <a16:creationId xmlns:a16="http://schemas.microsoft.com/office/drawing/2014/main" id="{DC36710D-E6BD-4DE6-B449-9AA98F45B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24" name="Rectangle 80">
              <a:extLst>
                <a:ext uri="{FF2B5EF4-FFF2-40B4-BE49-F238E27FC236}">
                  <a16:creationId xmlns:a16="http://schemas.microsoft.com/office/drawing/2014/main" id="{B35F98E5-5923-4495-97AD-9110482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8528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25" name="Rectangle 81">
              <a:extLst>
                <a:ext uri="{FF2B5EF4-FFF2-40B4-BE49-F238E27FC236}">
                  <a16:creationId xmlns:a16="http://schemas.microsoft.com/office/drawing/2014/main" id="{D0F807D1-7718-4461-A7A4-5343B22DF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26" name="Rectangle 82">
              <a:extLst>
                <a:ext uri="{FF2B5EF4-FFF2-40B4-BE49-F238E27FC236}">
                  <a16:creationId xmlns:a16="http://schemas.microsoft.com/office/drawing/2014/main" id="{373DBC05-198C-48C1-80B6-CDEE71E85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27" name="Rectangle 83">
              <a:extLst>
                <a:ext uri="{FF2B5EF4-FFF2-40B4-BE49-F238E27FC236}">
                  <a16:creationId xmlns:a16="http://schemas.microsoft.com/office/drawing/2014/main" id="{CB603030-68E3-4DBA-AE59-E23684D2F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6740" name="Group 200">
            <a:extLst>
              <a:ext uri="{FF2B5EF4-FFF2-40B4-BE49-F238E27FC236}">
                <a16:creationId xmlns:a16="http://schemas.microsoft.com/office/drawing/2014/main" id="{18134334-4F77-4145-8290-1AD1B501DBBC}"/>
              </a:ext>
            </a:extLst>
          </p:cNvPr>
          <p:cNvGrpSpPr>
            <a:grpSpLocks/>
          </p:cNvGrpSpPr>
          <p:nvPr/>
        </p:nvGrpSpPr>
        <p:grpSpPr bwMode="auto">
          <a:xfrm>
            <a:off x="1712643" y="935037"/>
            <a:ext cx="2355850" cy="461963"/>
            <a:chOff x="6895289" y="6215149"/>
            <a:chExt cx="2356835" cy="461665"/>
          </a:xfrm>
        </p:grpSpPr>
        <p:sp>
          <p:nvSpPr>
            <p:cNvPr id="116746" name="TextBox 201">
              <a:extLst>
                <a:ext uri="{FF2B5EF4-FFF2-40B4-BE49-F238E27FC236}">
                  <a16:creationId xmlns:a16="http://schemas.microsoft.com/office/drawing/2014/main" id="{76E258CD-BE7D-42A2-A27E-9F5B8E8A7B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5289" y="6215149"/>
              <a:ext cx="235683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 (y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+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</a:t>
              </a:r>
              <a:endPara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6747" name="Straight Connector 202">
              <a:extLst>
                <a:ext uri="{FF2B5EF4-FFF2-40B4-BE49-F238E27FC236}">
                  <a16:creationId xmlns:a16="http://schemas.microsoft.com/office/drawing/2014/main" id="{E153C3C5-1F8B-4A8F-8009-BFF552B588B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065766" y="6251638"/>
              <a:ext cx="228696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6741" name="Group 203">
            <a:extLst>
              <a:ext uri="{FF2B5EF4-FFF2-40B4-BE49-F238E27FC236}">
                <a16:creationId xmlns:a16="http://schemas.microsoft.com/office/drawing/2014/main" id="{E92F4BDE-317A-4B94-9E7B-0B84224AEAEE}"/>
              </a:ext>
            </a:extLst>
          </p:cNvPr>
          <p:cNvGrpSpPr>
            <a:grpSpLocks/>
          </p:cNvGrpSpPr>
          <p:nvPr/>
        </p:nvGrpSpPr>
        <p:grpSpPr bwMode="auto">
          <a:xfrm>
            <a:off x="1712643" y="1941512"/>
            <a:ext cx="2606675" cy="461963"/>
            <a:chOff x="6895289" y="6215149"/>
            <a:chExt cx="2607855" cy="461665"/>
          </a:xfrm>
        </p:grpSpPr>
        <p:sp>
          <p:nvSpPr>
            <p:cNvPr id="116744" name="TextBox 204">
              <a:extLst>
                <a:ext uri="{FF2B5EF4-FFF2-40B4-BE49-F238E27FC236}">
                  <a16:creationId xmlns:a16="http://schemas.microsoft.com/office/drawing/2014/main" id="{6E582B07-6055-46FB-BA16-14BF449FBE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5289" y="6215149"/>
              <a:ext cx="260785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+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116745" name="Straight Connector 205">
              <a:extLst>
                <a:ext uri="{FF2B5EF4-FFF2-40B4-BE49-F238E27FC236}">
                  <a16:creationId xmlns:a16="http://schemas.microsoft.com/office/drawing/2014/main" id="{27AB628A-BB58-4E10-8448-30CEF0768F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25870" y="6286541"/>
              <a:ext cx="228703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16742" name="TextBox 206">
            <a:extLst>
              <a:ext uri="{FF2B5EF4-FFF2-40B4-BE49-F238E27FC236}">
                <a16:creationId xmlns:a16="http://schemas.microsoft.com/office/drawing/2014/main" id="{95A634F1-519D-4862-AD9B-3381DDC74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0118" y="2874962"/>
            <a:ext cx="12239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cxnSp>
        <p:nvCxnSpPr>
          <p:cNvPr id="116743" name="Straight Connector 91">
            <a:extLst>
              <a:ext uri="{FF2B5EF4-FFF2-40B4-BE49-F238E27FC236}">
                <a16:creationId xmlns:a16="http://schemas.microsoft.com/office/drawing/2014/main" id="{E1703769-B7F3-452B-B473-A1CDBC99952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909743" y="2030412"/>
            <a:ext cx="228600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" name="Rectangle 1">
            <a:extLst>
              <a:ext uri="{FF2B5EF4-FFF2-40B4-BE49-F238E27FC236}">
                <a16:creationId xmlns:a16="http://schemas.microsoft.com/office/drawing/2014/main" id="{7E2D2246-6862-4634-8E89-6BEC593195AA}"/>
              </a:ext>
            </a:extLst>
          </p:cNvPr>
          <p:cNvSpPr/>
          <p:nvPr/>
        </p:nvSpPr>
        <p:spPr>
          <a:xfrm>
            <a:off x="6270978" y="2368550"/>
            <a:ext cx="1516233" cy="12207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E12EB760-55D8-42AE-ACCB-C6E9377D792C}"/>
              </a:ext>
            </a:extLst>
          </p:cNvPr>
          <p:cNvSpPr/>
          <p:nvPr/>
        </p:nvSpPr>
        <p:spPr>
          <a:xfrm>
            <a:off x="8085832" y="2379840"/>
            <a:ext cx="758421" cy="12207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F6AFD61C-5839-4A9D-B43D-6E26A4201DE0}"/>
              </a:ext>
            </a:extLst>
          </p:cNvPr>
          <p:cNvSpPr/>
          <p:nvPr/>
        </p:nvSpPr>
        <p:spPr>
          <a:xfrm>
            <a:off x="5190263" y="2368550"/>
            <a:ext cx="758421" cy="12207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5F7A176C-0DA9-4E73-BEB9-92607CD0EEA7}"/>
                  </a:ext>
                </a:extLst>
              </p14:cNvPr>
              <p14:cNvContentPartPr/>
              <p14:nvPr/>
            </p14:nvContentPartPr>
            <p14:xfrm>
              <a:off x="3530520" y="1002960"/>
              <a:ext cx="4955400" cy="253800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5F7A176C-0DA9-4E73-BEB9-92607CD0EEA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521160" y="993600"/>
                <a:ext cx="4974120" cy="25567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806350756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B5ED4780-F7B6-D44E-B542-7E164DB76029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76200"/>
            <a:ext cx="9144000" cy="679451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The Excitation Table</a:t>
            </a:r>
          </a:p>
        </p:txBody>
      </p:sp>
      <p:grpSp>
        <p:nvGrpSpPr>
          <p:cNvPr id="116740" name="Group 200">
            <a:extLst>
              <a:ext uri="{FF2B5EF4-FFF2-40B4-BE49-F238E27FC236}">
                <a16:creationId xmlns:a16="http://schemas.microsoft.com/office/drawing/2014/main" id="{18134334-4F77-4145-8290-1AD1B501DBBC}"/>
              </a:ext>
            </a:extLst>
          </p:cNvPr>
          <p:cNvGrpSpPr>
            <a:grpSpLocks/>
          </p:cNvGrpSpPr>
          <p:nvPr/>
        </p:nvGrpSpPr>
        <p:grpSpPr bwMode="auto">
          <a:xfrm>
            <a:off x="1712643" y="935037"/>
            <a:ext cx="2355850" cy="461963"/>
            <a:chOff x="6895289" y="6215149"/>
            <a:chExt cx="2356835" cy="461665"/>
          </a:xfrm>
        </p:grpSpPr>
        <p:sp>
          <p:nvSpPr>
            <p:cNvPr id="116746" name="TextBox 201">
              <a:extLst>
                <a:ext uri="{FF2B5EF4-FFF2-40B4-BE49-F238E27FC236}">
                  <a16:creationId xmlns:a16="http://schemas.microsoft.com/office/drawing/2014/main" id="{76E258CD-BE7D-42A2-A27E-9F5B8E8A7B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5289" y="6215149"/>
              <a:ext cx="235683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 (y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+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</a:t>
              </a:r>
              <a:endPara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6747" name="Straight Connector 202">
              <a:extLst>
                <a:ext uri="{FF2B5EF4-FFF2-40B4-BE49-F238E27FC236}">
                  <a16:creationId xmlns:a16="http://schemas.microsoft.com/office/drawing/2014/main" id="{E153C3C5-1F8B-4A8F-8009-BFF552B588B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065766" y="6251638"/>
              <a:ext cx="228696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6741" name="Group 203">
            <a:extLst>
              <a:ext uri="{FF2B5EF4-FFF2-40B4-BE49-F238E27FC236}">
                <a16:creationId xmlns:a16="http://schemas.microsoft.com/office/drawing/2014/main" id="{E92F4BDE-317A-4B94-9E7B-0B84224AEAEE}"/>
              </a:ext>
            </a:extLst>
          </p:cNvPr>
          <p:cNvGrpSpPr>
            <a:grpSpLocks/>
          </p:cNvGrpSpPr>
          <p:nvPr/>
        </p:nvGrpSpPr>
        <p:grpSpPr bwMode="auto">
          <a:xfrm>
            <a:off x="1712643" y="1941512"/>
            <a:ext cx="2606675" cy="461963"/>
            <a:chOff x="6895289" y="6215149"/>
            <a:chExt cx="2607855" cy="461665"/>
          </a:xfrm>
        </p:grpSpPr>
        <p:sp>
          <p:nvSpPr>
            <p:cNvPr id="116744" name="TextBox 204">
              <a:extLst>
                <a:ext uri="{FF2B5EF4-FFF2-40B4-BE49-F238E27FC236}">
                  <a16:creationId xmlns:a16="http://schemas.microsoft.com/office/drawing/2014/main" id="{6E582B07-6055-46FB-BA16-14BF449FBE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5289" y="6215149"/>
              <a:ext cx="260785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+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116745" name="Straight Connector 205">
              <a:extLst>
                <a:ext uri="{FF2B5EF4-FFF2-40B4-BE49-F238E27FC236}">
                  <a16:creationId xmlns:a16="http://schemas.microsoft.com/office/drawing/2014/main" id="{27AB628A-BB58-4E10-8448-30CEF0768F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25870" y="6286541"/>
              <a:ext cx="228703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16742" name="TextBox 206">
            <a:extLst>
              <a:ext uri="{FF2B5EF4-FFF2-40B4-BE49-F238E27FC236}">
                <a16:creationId xmlns:a16="http://schemas.microsoft.com/office/drawing/2014/main" id="{95A634F1-519D-4862-AD9B-3381DDC74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0118" y="2874962"/>
            <a:ext cx="12239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z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cxnSp>
        <p:nvCxnSpPr>
          <p:cNvPr id="116743" name="Straight Connector 91">
            <a:extLst>
              <a:ext uri="{FF2B5EF4-FFF2-40B4-BE49-F238E27FC236}">
                <a16:creationId xmlns:a16="http://schemas.microsoft.com/office/drawing/2014/main" id="{E1703769-B7F3-452B-B473-A1CDBC99952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909743" y="2030412"/>
            <a:ext cx="228600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96" name="Group 62">
            <a:extLst>
              <a:ext uri="{FF2B5EF4-FFF2-40B4-BE49-F238E27FC236}">
                <a16:creationId xmlns:a16="http://schemas.microsoft.com/office/drawing/2014/main" id="{859C2A67-71CB-4FA1-939F-4285C44B470A}"/>
              </a:ext>
            </a:extLst>
          </p:cNvPr>
          <p:cNvGrpSpPr>
            <a:grpSpLocks/>
          </p:cNvGrpSpPr>
          <p:nvPr/>
        </p:nvGrpSpPr>
        <p:grpSpPr bwMode="auto">
          <a:xfrm>
            <a:off x="4925832" y="935037"/>
            <a:ext cx="4003675" cy="2833687"/>
            <a:chOff x="2573338" y="1603375"/>
            <a:chExt cx="4003675" cy="2833688"/>
          </a:xfrm>
        </p:grpSpPr>
        <p:sp>
          <p:nvSpPr>
            <p:cNvPr id="97" name="Rectangle 4">
              <a:extLst>
                <a:ext uri="{FF2B5EF4-FFF2-40B4-BE49-F238E27FC236}">
                  <a16:creationId xmlns:a16="http://schemas.microsoft.com/office/drawing/2014/main" id="{4BCF9F63-A6E6-45BA-A945-22F294D74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" name="Rectangle 5">
              <a:extLst>
                <a:ext uri="{FF2B5EF4-FFF2-40B4-BE49-F238E27FC236}">
                  <a16:creationId xmlns:a16="http://schemas.microsoft.com/office/drawing/2014/main" id="{B6996B6F-7ADC-47A2-8D64-6B7A90B12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" name="Rectangle 6">
              <a:extLst>
                <a:ext uri="{FF2B5EF4-FFF2-40B4-BE49-F238E27FC236}">
                  <a16:creationId xmlns:a16="http://schemas.microsoft.com/office/drawing/2014/main" id="{0E9883AE-0FA6-470F-8E73-F22979908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" name="Rectangle 7">
              <a:extLst>
                <a:ext uri="{FF2B5EF4-FFF2-40B4-BE49-F238E27FC236}">
                  <a16:creationId xmlns:a16="http://schemas.microsoft.com/office/drawing/2014/main" id="{F60FFBE5-604F-4FE8-A7F4-961F8D998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" name="Rectangle 8">
              <a:extLst>
                <a:ext uri="{FF2B5EF4-FFF2-40B4-BE49-F238E27FC236}">
                  <a16:creationId xmlns:a16="http://schemas.microsoft.com/office/drawing/2014/main" id="{45B900D1-9034-4161-B4D2-3FEA1B19B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Rectangle 9">
              <a:extLst>
                <a:ext uri="{FF2B5EF4-FFF2-40B4-BE49-F238E27FC236}">
                  <a16:creationId xmlns:a16="http://schemas.microsoft.com/office/drawing/2014/main" id="{4E649CDD-5422-4EAE-B32E-7C156E9C4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" name="Rectangle 10">
              <a:extLst>
                <a:ext uri="{FF2B5EF4-FFF2-40B4-BE49-F238E27FC236}">
                  <a16:creationId xmlns:a16="http://schemas.microsoft.com/office/drawing/2014/main" id="{64592A3C-F1D1-463B-9DF4-AC03BA443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" name="Rectangle 11">
              <a:extLst>
                <a:ext uri="{FF2B5EF4-FFF2-40B4-BE49-F238E27FC236}">
                  <a16:creationId xmlns:a16="http://schemas.microsoft.com/office/drawing/2014/main" id="{49713F90-7C4F-4128-8686-52E033A15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" name="Rectangle 12">
              <a:extLst>
                <a:ext uri="{FF2B5EF4-FFF2-40B4-BE49-F238E27FC236}">
                  <a16:creationId xmlns:a16="http://schemas.microsoft.com/office/drawing/2014/main" id="{27E33196-9F8D-4FC5-8B2E-83C3BD075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" name="Rectangle 13">
              <a:extLst>
                <a:ext uri="{FF2B5EF4-FFF2-40B4-BE49-F238E27FC236}">
                  <a16:creationId xmlns:a16="http://schemas.microsoft.com/office/drawing/2014/main" id="{95675E75-8455-4E7C-A8B4-EB4F057CA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Rectangle 14">
              <a:extLst>
                <a:ext uri="{FF2B5EF4-FFF2-40B4-BE49-F238E27FC236}">
                  <a16:creationId xmlns:a16="http://schemas.microsoft.com/office/drawing/2014/main" id="{5B527358-7CEF-480A-A1B1-CFC7ABA5A3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Rectangle 15">
              <a:extLst>
                <a:ext uri="{FF2B5EF4-FFF2-40B4-BE49-F238E27FC236}">
                  <a16:creationId xmlns:a16="http://schemas.microsoft.com/office/drawing/2014/main" id="{A852DE91-DBB5-478B-A286-DE11D310C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" name="Rectangle 16">
              <a:extLst>
                <a:ext uri="{FF2B5EF4-FFF2-40B4-BE49-F238E27FC236}">
                  <a16:creationId xmlns:a16="http://schemas.microsoft.com/office/drawing/2014/main" id="{6B2D854E-2AE4-4497-9CEF-63563631B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" name="Rectangle 17">
              <a:extLst>
                <a:ext uri="{FF2B5EF4-FFF2-40B4-BE49-F238E27FC236}">
                  <a16:creationId xmlns:a16="http://schemas.microsoft.com/office/drawing/2014/main" id="{D4576CCD-248C-4ECD-9F3F-4E09CF410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Rectangle 18">
              <a:extLst>
                <a:ext uri="{FF2B5EF4-FFF2-40B4-BE49-F238E27FC236}">
                  <a16:creationId xmlns:a16="http://schemas.microsoft.com/office/drawing/2014/main" id="{B9A9F392-3C18-4A14-A033-7A16EF931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Rectangle 19">
              <a:extLst>
                <a:ext uri="{FF2B5EF4-FFF2-40B4-BE49-F238E27FC236}">
                  <a16:creationId xmlns:a16="http://schemas.microsoft.com/office/drawing/2014/main" id="{E2BE601D-518F-4D28-AC2B-47B4BC267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Rectangle 20">
              <a:extLst>
                <a:ext uri="{FF2B5EF4-FFF2-40B4-BE49-F238E27FC236}">
                  <a16:creationId xmlns:a16="http://schemas.microsoft.com/office/drawing/2014/main" id="{0CE78C6A-5F7A-4570-A2AC-A8CB0574C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Rectangle 21">
              <a:extLst>
                <a:ext uri="{FF2B5EF4-FFF2-40B4-BE49-F238E27FC236}">
                  <a16:creationId xmlns:a16="http://schemas.microsoft.com/office/drawing/2014/main" id="{8BF95DCD-3EB1-40C3-B09B-0540156A3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5" name="Rectangle 22">
              <a:extLst>
                <a:ext uri="{FF2B5EF4-FFF2-40B4-BE49-F238E27FC236}">
                  <a16:creationId xmlns:a16="http://schemas.microsoft.com/office/drawing/2014/main" id="{F2516041-5900-4CFE-BF18-3782B0619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" name="Rectangle 23">
              <a:extLst>
                <a:ext uri="{FF2B5EF4-FFF2-40B4-BE49-F238E27FC236}">
                  <a16:creationId xmlns:a16="http://schemas.microsoft.com/office/drawing/2014/main" id="{5BFF0E11-711D-42F0-8FFA-86B12AC8A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7" name="Rectangle 24">
              <a:extLst>
                <a:ext uri="{FF2B5EF4-FFF2-40B4-BE49-F238E27FC236}">
                  <a16:creationId xmlns:a16="http://schemas.microsoft.com/office/drawing/2014/main" id="{F1060443-E744-41F4-BB5B-CD4F540E2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" name="Rectangle 25">
              <a:extLst>
                <a:ext uri="{FF2B5EF4-FFF2-40B4-BE49-F238E27FC236}">
                  <a16:creationId xmlns:a16="http://schemas.microsoft.com/office/drawing/2014/main" id="{81DE70F3-F6B6-486A-8F69-ABC44AFEC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Rectangle 26">
              <a:extLst>
                <a:ext uri="{FF2B5EF4-FFF2-40B4-BE49-F238E27FC236}">
                  <a16:creationId xmlns:a16="http://schemas.microsoft.com/office/drawing/2014/main" id="{592C32DD-88B0-4463-9B66-A28A5799A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" name="Rectangle 27">
              <a:extLst>
                <a:ext uri="{FF2B5EF4-FFF2-40B4-BE49-F238E27FC236}">
                  <a16:creationId xmlns:a16="http://schemas.microsoft.com/office/drawing/2014/main" id="{B18E0DD7-F3FC-4765-AFE6-E45E3A9D4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" name="Rectangle 28">
              <a:extLst>
                <a:ext uri="{FF2B5EF4-FFF2-40B4-BE49-F238E27FC236}">
                  <a16:creationId xmlns:a16="http://schemas.microsoft.com/office/drawing/2014/main" id="{F65B41A3-8C4D-4E89-8247-273DD546E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" name="Rectangle 29">
              <a:extLst>
                <a:ext uri="{FF2B5EF4-FFF2-40B4-BE49-F238E27FC236}">
                  <a16:creationId xmlns:a16="http://schemas.microsoft.com/office/drawing/2014/main" id="{37C604E2-1CD0-40DF-A517-A94BD3EFB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" name="Rectangle 30">
              <a:extLst>
                <a:ext uri="{FF2B5EF4-FFF2-40B4-BE49-F238E27FC236}">
                  <a16:creationId xmlns:a16="http://schemas.microsoft.com/office/drawing/2014/main" id="{974535EF-A8CB-4368-B960-D1672B49F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" name="Rectangle 31">
              <a:extLst>
                <a:ext uri="{FF2B5EF4-FFF2-40B4-BE49-F238E27FC236}">
                  <a16:creationId xmlns:a16="http://schemas.microsoft.com/office/drawing/2014/main" id="{A6E3E000-69DF-41AA-93D3-BC23811EC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" name="Rectangle 32">
              <a:extLst>
                <a:ext uri="{FF2B5EF4-FFF2-40B4-BE49-F238E27FC236}">
                  <a16:creationId xmlns:a16="http://schemas.microsoft.com/office/drawing/2014/main" id="{305E6634-1EAD-48F6-AE83-5080AC224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" name="Rectangle 33">
              <a:extLst>
                <a:ext uri="{FF2B5EF4-FFF2-40B4-BE49-F238E27FC236}">
                  <a16:creationId xmlns:a16="http://schemas.microsoft.com/office/drawing/2014/main" id="{CDA21EF8-7FC9-4981-B635-732303FCF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" name="Rectangle 34">
              <a:extLst>
                <a:ext uri="{FF2B5EF4-FFF2-40B4-BE49-F238E27FC236}">
                  <a16:creationId xmlns:a16="http://schemas.microsoft.com/office/drawing/2014/main" id="{3157904E-6240-4978-A5E4-F74DF18CD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" name="Rectangle 35">
              <a:extLst>
                <a:ext uri="{FF2B5EF4-FFF2-40B4-BE49-F238E27FC236}">
                  <a16:creationId xmlns:a16="http://schemas.microsoft.com/office/drawing/2014/main" id="{63AA3CD1-67CB-4EE0-978A-0FB62740A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" name="Rectangle 36">
              <a:extLst>
                <a:ext uri="{FF2B5EF4-FFF2-40B4-BE49-F238E27FC236}">
                  <a16:creationId xmlns:a16="http://schemas.microsoft.com/office/drawing/2014/main" id="{F59383AE-12EF-4F11-BA01-062C67473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Rectangle 37">
              <a:extLst>
                <a:ext uri="{FF2B5EF4-FFF2-40B4-BE49-F238E27FC236}">
                  <a16:creationId xmlns:a16="http://schemas.microsoft.com/office/drawing/2014/main" id="{5D8AEEB6-4A07-4AAA-AF1F-971AD2957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" name="Rectangle 38">
              <a:extLst>
                <a:ext uri="{FF2B5EF4-FFF2-40B4-BE49-F238E27FC236}">
                  <a16:creationId xmlns:a16="http://schemas.microsoft.com/office/drawing/2014/main" id="{7FD8174B-46A9-4210-A347-18CE888AF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Rectangle 39">
              <a:extLst>
                <a:ext uri="{FF2B5EF4-FFF2-40B4-BE49-F238E27FC236}">
                  <a16:creationId xmlns:a16="http://schemas.microsoft.com/office/drawing/2014/main" id="{8A7A9852-F45C-4997-A4ED-43AABE543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" name="Rectangle 40">
              <a:extLst>
                <a:ext uri="{FF2B5EF4-FFF2-40B4-BE49-F238E27FC236}">
                  <a16:creationId xmlns:a16="http://schemas.microsoft.com/office/drawing/2014/main" id="{5C56DCCC-B6E2-4572-B36D-F94FAF6E7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" name="Rectangle 41">
              <a:extLst>
                <a:ext uri="{FF2B5EF4-FFF2-40B4-BE49-F238E27FC236}">
                  <a16:creationId xmlns:a16="http://schemas.microsoft.com/office/drawing/2014/main" id="{F83A6846-B6D5-4820-B69A-C358216B8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" name="Rectangle 42">
              <a:extLst>
                <a:ext uri="{FF2B5EF4-FFF2-40B4-BE49-F238E27FC236}">
                  <a16:creationId xmlns:a16="http://schemas.microsoft.com/office/drawing/2014/main" id="{6FD97CC1-3814-4CE8-ABF5-B54BEC69D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" name="Rectangle 43">
              <a:extLst>
                <a:ext uri="{FF2B5EF4-FFF2-40B4-BE49-F238E27FC236}">
                  <a16:creationId xmlns:a16="http://schemas.microsoft.com/office/drawing/2014/main" id="{E361E95F-5E66-4BE9-9E25-65F9F5512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" name="Rectangle 44">
              <a:extLst>
                <a:ext uri="{FF2B5EF4-FFF2-40B4-BE49-F238E27FC236}">
                  <a16:creationId xmlns:a16="http://schemas.microsoft.com/office/drawing/2014/main" id="{7014415E-7267-426D-8DD2-AE56A79D5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" name="Rectangle 45">
              <a:extLst>
                <a:ext uri="{FF2B5EF4-FFF2-40B4-BE49-F238E27FC236}">
                  <a16:creationId xmlns:a16="http://schemas.microsoft.com/office/drawing/2014/main" id="{9375DD60-DB14-4B67-B766-E90B8FF60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" name="Rectangle 46">
              <a:extLst>
                <a:ext uri="{FF2B5EF4-FFF2-40B4-BE49-F238E27FC236}">
                  <a16:creationId xmlns:a16="http://schemas.microsoft.com/office/drawing/2014/main" id="{BF99D5D9-FEB8-419A-BB92-95BF4E74C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" name="Rectangle 47">
              <a:extLst>
                <a:ext uri="{FF2B5EF4-FFF2-40B4-BE49-F238E27FC236}">
                  <a16:creationId xmlns:a16="http://schemas.microsoft.com/office/drawing/2014/main" id="{2AA09F8E-2B30-49FE-B4D9-2EC6EF1B6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" name="Rectangle 48">
              <a:extLst>
                <a:ext uri="{FF2B5EF4-FFF2-40B4-BE49-F238E27FC236}">
                  <a16:creationId xmlns:a16="http://schemas.microsoft.com/office/drawing/2014/main" id="{0C67DA41-EFB5-44BF-B17E-CD32E40B5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2" name="Rectangle 49">
              <a:extLst>
                <a:ext uri="{FF2B5EF4-FFF2-40B4-BE49-F238E27FC236}">
                  <a16:creationId xmlns:a16="http://schemas.microsoft.com/office/drawing/2014/main" id="{BF1E1F2E-F4B4-407A-8022-C0A099FDE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3" name="Rectangle 50">
              <a:extLst>
                <a:ext uri="{FF2B5EF4-FFF2-40B4-BE49-F238E27FC236}">
                  <a16:creationId xmlns:a16="http://schemas.microsoft.com/office/drawing/2014/main" id="{DA2ADCE1-FFD2-4877-A73B-11328F4C8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8528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4" name="Rectangle 51">
              <a:extLst>
                <a:ext uri="{FF2B5EF4-FFF2-40B4-BE49-F238E27FC236}">
                  <a16:creationId xmlns:a16="http://schemas.microsoft.com/office/drawing/2014/main" id="{92FF1C4F-AFC6-4E1A-A07A-2E7A1FA4A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5" name="Rectangle 52">
              <a:extLst>
                <a:ext uri="{FF2B5EF4-FFF2-40B4-BE49-F238E27FC236}">
                  <a16:creationId xmlns:a16="http://schemas.microsoft.com/office/drawing/2014/main" id="{B96BC0AD-F736-41B5-AC86-4A49D84D1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53">
              <a:extLst>
                <a:ext uri="{FF2B5EF4-FFF2-40B4-BE49-F238E27FC236}">
                  <a16:creationId xmlns:a16="http://schemas.microsoft.com/office/drawing/2014/main" id="{627DBF3A-AFBF-4ABC-86BB-ADAA37F41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Rectangle 54">
              <a:extLst>
                <a:ext uri="{FF2B5EF4-FFF2-40B4-BE49-F238E27FC236}">
                  <a16:creationId xmlns:a16="http://schemas.microsoft.com/office/drawing/2014/main" id="{D0E8BEC7-1110-4277-B6F7-7A4BA66EF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Rectangle 55">
              <a:extLst>
                <a:ext uri="{FF2B5EF4-FFF2-40B4-BE49-F238E27FC236}">
                  <a16:creationId xmlns:a16="http://schemas.microsoft.com/office/drawing/2014/main" id="{87783B5B-D232-49C2-826D-AC51240C5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9" name="Rectangle 56">
              <a:extLst>
                <a:ext uri="{FF2B5EF4-FFF2-40B4-BE49-F238E27FC236}">
                  <a16:creationId xmlns:a16="http://schemas.microsoft.com/office/drawing/2014/main" id="{47A60957-DB5D-446B-9421-0CA2363DF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0" name="Rectangle 57">
              <a:extLst>
                <a:ext uri="{FF2B5EF4-FFF2-40B4-BE49-F238E27FC236}">
                  <a16:creationId xmlns:a16="http://schemas.microsoft.com/office/drawing/2014/main" id="{ED79537D-689A-45FA-A82E-8A0CC44F9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Rectangle 58">
              <a:extLst>
                <a:ext uri="{FF2B5EF4-FFF2-40B4-BE49-F238E27FC236}">
                  <a16:creationId xmlns:a16="http://schemas.microsoft.com/office/drawing/2014/main" id="{E0EEA06E-B3C3-4BAE-A5ED-5F3538A99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2" name="Rectangle 59">
              <a:extLst>
                <a:ext uri="{FF2B5EF4-FFF2-40B4-BE49-F238E27FC236}">
                  <a16:creationId xmlns:a16="http://schemas.microsoft.com/office/drawing/2014/main" id="{F1027401-FC6D-487F-A60B-504B46889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3" name="Rectangle 60">
              <a:extLst>
                <a:ext uri="{FF2B5EF4-FFF2-40B4-BE49-F238E27FC236}">
                  <a16:creationId xmlns:a16="http://schemas.microsoft.com/office/drawing/2014/main" id="{DC9405C1-AD78-43BB-A953-7BD4C93FD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8528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4" name="Rectangle 61">
              <a:extLst>
                <a:ext uri="{FF2B5EF4-FFF2-40B4-BE49-F238E27FC236}">
                  <a16:creationId xmlns:a16="http://schemas.microsoft.com/office/drawing/2014/main" id="{E28BEBA4-D132-4172-8A80-90F27505F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5" name="Rectangle 62">
              <a:extLst>
                <a:ext uri="{FF2B5EF4-FFF2-40B4-BE49-F238E27FC236}">
                  <a16:creationId xmlns:a16="http://schemas.microsoft.com/office/drawing/2014/main" id="{ED3B9379-9DF8-49D7-8465-0C1C2615E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Rectangle 63">
              <a:extLst>
                <a:ext uri="{FF2B5EF4-FFF2-40B4-BE49-F238E27FC236}">
                  <a16:creationId xmlns:a16="http://schemas.microsoft.com/office/drawing/2014/main" id="{026D0A37-BBF3-41C9-93A9-0999B4A7D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7" name="Rectangle 64">
              <a:extLst>
                <a:ext uri="{FF2B5EF4-FFF2-40B4-BE49-F238E27FC236}">
                  <a16:creationId xmlns:a16="http://schemas.microsoft.com/office/drawing/2014/main" id="{42C9DEAB-33FF-476E-B1C5-920BF0F53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8" name="Rectangle 65">
              <a:extLst>
                <a:ext uri="{FF2B5EF4-FFF2-40B4-BE49-F238E27FC236}">
                  <a16:creationId xmlns:a16="http://schemas.microsoft.com/office/drawing/2014/main" id="{611366A7-5AD2-4D21-BBC7-15024A74F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9" name="Rectangle 66">
              <a:extLst>
                <a:ext uri="{FF2B5EF4-FFF2-40B4-BE49-F238E27FC236}">
                  <a16:creationId xmlns:a16="http://schemas.microsoft.com/office/drawing/2014/main" id="{CF6E401F-F813-491A-A055-F6312896B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0" name="Rectangle 67">
              <a:extLst>
                <a:ext uri="{FF2B5EF4-FFF2-40B4-BE49-F238E27FC236}">
                  <a16:creationId xmlns:a16="http://schemas.microsoft.com/office/drawing/2014/main" id="{57211F31-54C0-424A-97EB-1550134BF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1" name="Rectangle 68">
              <a:extLst>
                <a:ext uri="{FF2B5EF4-FFF2-40B4-BE49-F238E27FC236}">
                  <a16:creationId xmlns:a16="http://schemas.microsoft.com/office/drawing/2014/main" id="{3E80DAC1-64BF-4026-AF00-3C0BBEB99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2" name="Rectangle 69">
              <a:extLst>
                <a:ext uri="{FF2B5EF4-FFF2-40B4-BE49-F238E27FC236}">
                  <a16:creationId xmlns:a16="http://schemas.microsoft.com/office/drawing/2014/main" id="{F55C7CD4-16B5-4955-AC8A-054EED0A6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3" name="Rectangle 70">
              <a:extLst>
                <a:ext uri="{FF2B5EF4-FFF2-40B4-BE49-F238E27FC236}">
                  <a16:creationId xmlns:a16="http://schemas.microsoft.com/office/drawing/2014/main" id="{824BC1EF-2106-407E-BEB6-909808CA8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8528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4" name="Rectangle 71">
              <a:extLst>
                <a:ext uri="{FF2B5EF4-FFF2-40B4-BE49-F238E27FC236}">
                  <a16:creationId xmlns:a16="http://schemas.microsoft.com/office/drawing/2014/main" id="{6DE44951-8740-4F25-993A-26A3CB883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5" name="Rectangle 72">
              <a:extLst>
                <a:ext uri="{FF2B5EF4-FFF2-40B4-BE49-F238E27FC236}">
                  <a16:creationId xmlns:a16="http://schemas.microsoft.com/office/drawing/2014/main" id="{C10C09D6-2D49-4941-8EB2-9DFA698C1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6" name="Rectangle 73">
              <a:extLst>
                <a:ext uri="{FF2B5EF4-FFF2-40B4-BE49-F238E27FC236}">
                  <a16:creationId xmlns:a16="http://schemas.microsoft.com/office/drawing/2014/main" id="{925EA1FB-7692-41C7-A44E-2958EC41B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7" name="Rectangle 74">
              <a:extLst>
                <a:ext uri="{FF2B5EF4-FFF2-40B4-BE49-F238E27FC236}">
                  <a16:creationId xmlns:a16="http://schemas.microsoft.com/office/drawing/2014/main" id="{9A793A4F-5BA2-43AE-8CC8-52EBF59D0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8" name="Rectangle 75">
              <a:extLst>
                <a:ext uri="{FF2B5EF4-FFF2-40B4-BE49-F238E27FC236}">
                  <a16:creationId xmlns:a16="http://schemas.microsoft.com/office/drawing/2014/main" id="{74CA0C5F-15E9-406E-9CEB-3F1EEFAA1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9" name="Rectangle 76">
              <a:extLst>
                <a:ext uri="{FF2B5EF4-FFF2-40B4-BE49-F238E27FC236}">
                  <a16:creationId xmlns:a16="http://schemas.microsoft.com/office/drawing/2014/main" id="{CD23EF14-E0EF-417E-B05A-FC05C454B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Rectangle 77">
              <a:extLst>
                <a:ext uri="{FF2B5EF4-FFF2-40B4-BE49-F238E27FC236}">
                  <a16:creationId xmlns:a16="http://schemas.microsoft.com/office/drawing/2014/main" id="{2780C10C-7F82-4B04-857B-E4F111524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1" name="Rectangle 78">
              <a:extLst>
                <a:ext uri="{FF2B5EF4-FFF2-40B4-BE49-F238E27FC236}">
                  <a16:creationId xmlns:a16="http://schemas.microsoft.com/office/drawing/2014/main" id="{5407FE11-1782-4B9D-9F8E-F043BD4F2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2" name="Rectangle 79">
              <a:extLst>
                <a:ext uri="{FF2B5EF4-FFF2-40B4-BE49-F238E27FC236}">
                  <a16:creationId xmlns:a16="http://schemas.microsoft.com/office/drawing/2014/main" id="{E18BCF60-C420-4575-B271-F6D4B5BD3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3" name="Rectangle 80">
              <a:extLst>
                <a:ext uri="{FF2B5EF4-FFF2-40B4-BE49-F238E27FC236}">
                  <a16:creationId xmlns:a16="http://schemas.microsoft.com/office/drawing/2014/main" id="{FA561C17-2246-46E5-A601-ABC725B64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8528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4" name="Rectangle 81">
              <a:extLst>
                <a:ext uri="{FF2B5EF4-FFF2-40B4-BE49-F238E27FC236}">
                  <a16:creationId xmlns:a16="http://schemas.microsoft.com/office/drawing/2014/main" id="{59D6F211-0958-4CC1-97AC-264F47DA0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Rectangle 82">
              <a:extLst>
                <a:ext uri="{FF2B5EF4-FFF2-40B4-BE49-F238E27FC236}">
                  <a16:creationId xmlns:a16="http://schemas.microsoft.com/office/drawing/2014/main" id="{76222F76-0B17-4DD0-BD56-67F5AB3B6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Rectangle 83">
              <a:extLst>
                <a:ext uri="{FF2B5EF4-FFF2-40B4-BE49-F238E27FC236}">
                  <a16:creationId xmlns:a16="http://schemas.microsoft.com/office/drawing/2014/main" id="{DB817B5B-8E2F-420A-BDF0-B25B7052D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77" name="Rectangle 141">
            <a:extLst>
              <a:ext uri="{FF2B5EF4-FFF2-40B4-BE49-F238E27FC236}">
                <a16:creationId xmlns:a16="http://schemas.microsoft.com/office/drawing/2014/main" id="{29BA8D90-AC33-4A06-9BE9-B774C092D3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6926" y="3929657"/>
            <a:ext cx="1477962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Excitation table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2172873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B5ED4780-F7B6-D44E-B542-7E164DB76029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76200"/>
            <a:ext cx="9144000" cy="679451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The Excitation Table</a:t>
            </a:r>
          </a:p>
        </p:txBody>
      </p:sp>
      <p:sp>
        <p:nvSpPr>
          <p:cNvPr id="116738" name="Rectangle 141">
            <a:extLst>
              <a:ext uri="{FF2B5EF4-FFF2-40B4-BE49-F238E27FC236}">
                <a16:creationId xmlns:a16="http://schemas.microsoft.com/office/drawing/2014/main" id="{A3AFDCA2-B701-42A4-8D3A-CF6F513E79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6575" y="4110943"/>
            <a:ext cx="1477962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Excitation table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739" name="Group 62">
            <a:extLst>
              <a:ext uri="{FF2B5EF4-FFF2-40B4-BE49-F238E27FC236}">
                <a16:creationId xmlns:a16="http://schemas.microsoft.com/office/drawing/2014/main" id="{2C0B1F23-DBAE-4226-BDCA-C040A6FDFB57}"/>
              </a:ext>
            </a:extLst>
          </p:cNvPr>
          <p:cNvGrpSpPr>
            <a:grpSpLocks/>
          </p:cNvGrpSpPr>
          <p:nvPr/>
        </p:nvGrpSpPr>
        <p:grpSpPr bwMode="auto">
          <a:xfrm>
            <a:off x="715077" y="991506"/>
            <a:ext cx="4003675" cy="2833687"/>
            <a:chOff x="2573338" y="1603375"/>
            <a:chExt cx="4003675" cy="2833688"/>
          </a:xfrm>
        </p:grpSpPr>
        <p:sp>
          <p:nvSpPr>
            <p:cNvPr id="116748" name="Rectangle 4">
              <a:extLst>
                <a:ext uri="{FF2B5EF4-FFF2-40B4-BE49-F238E27FC236}">
                  <a16:creationId xmlns:a16="http://schemas.microsoft.com/office/drawing/2014/main" id="{0FA0F560-77DD-4259-A8CE-CB599CD13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49" name="Rectangle 5">
              <a:extLst>
                <a:ext uri="{FF2B5EF4-FFF2-40B4-BE49-F238E27FC236}">
                  <a16:creationId xmlns:a16="http://schemas.microsoft.com/office/drawing/2014/main" id="{FBF502F8-51E2-4144-B97A-62DA84D07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0" name="Rectangle 6">
              <a:extLst>
                <a:ext uri="{FF2B5EF4-FFF2-40B4-BE49-F238E27FC236}">
                  <a16:creationId xmlns:a16="http://schemas.microsoft.com/office/drawing/2014/main" id="{EEBA1629-E19A-4DF2-9183-33D4312F9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1" name="Rectangle 7">
              <a:extLst>
                <a:ext uri="{FF2B5EF4-FFF2-40B4-BE49-F238E27FC236}">
                  <a16:creationId xmlns:a16="http://schemas.microsoft.com/office/drawing/2014/main" id="{0CAFCE04-B47D-40A3-AA50-4AD77E78A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2" name="Rectangle 8">
              <a:extLst>
                <a:ext uri="{FF2B5EF4-FFF2-40B4-BE49-F238E27FC236}">
                  <a16:creationId xmlns:a16="http://schemas.microsoft.com/office/drawing/2014/main" id="{416E74F5-1521-4F55-AEF5-DA840BD18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3" name="Rectangle 9">
              <a:extLst>
                <a:ext uri="{FF2B5EF4-FFF2-40B4-BE49-F238E27FC236}">
                  <a16:creationId xmlns:a16="http://schemas.microsoft.com/office/drawing/2014/main" id="{F9EB1505-93B1-44FA-AC68-607897475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4" name="Rectangle 10">
              <a:extLst>
                <a:ext uri="{FF2B5EF4-FFF2-40B4-BE49-F238E27FC236}">
                  <a16:creationId xmlns:a16="http://schemas.microsoft.com/office/drawing/2014/main" id="{B16470DE-5EFE-48C5-9AE6-0505C7827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5" name="Rectangle 11">
              <a:extLst>
                <a:ext uri="{FF2B5EF4-FFF2-40B4-BE49-F238E27FC236}">
                  <a16:creationId xmlns:a16="http://schemas.microsoft.com/office/drawing/2014/main" id="{C8A4B7B4-09B9-46F5-A225-994750356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6" name="Rectangle 12">
              <a:extLst>
                <a:ext uri="{FF2B5EF4-FFF2-40B4-BE49-F238E27FC236}">
                  <a16:creationId xmlns:a16="http://schemas.microsoft.com/office/drawing/2014/main" id="{5F980700-F4D4-4E39-BEFC-392C0A55E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7" name="Rectangle 13">
              <a:extLst>
                <a:ext uri="{FF2B5EF4-FFF2-40B4-BE49-F238E27FC236}">
                  <a16:creationId xmlns:a16="http://schemas.microsoft.com/office/drawing/2014/main" id="{6D8D7930-4AA2-4B7F-9C9A-C8A724AF4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8" name="Rectangle 14">
              <a:extLst>
                <a:ext uri="{FF2B5EF4-FFF2-40B4-BE49-F238E27FC236}">
                  <a16:creationId xmlns:a16="http://schemas.microsoft.com/office/drawing/2014/main" id="{C054D49A-ADBE-46B6-8D5E-E580E1046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59" name="Rectangle 15">
              <a:extLst>
                <a:ext uri="{FF2B5EF4-FFF2-40B4-BE49-F238E27FC236}">
                  <a16:creationId xmlns:a16="http://schemas.microsoft.com/office/drawing/2014/main" id="{9DCF7CE1-2BAB-4BC5-A4F5-4F61EAC53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0" name="Rectangle 16">
              <a:extLst>
                <a:ext uri="{FF2B5EF4-FFF2-40B4-BE49-F238E27FC236}">
                  <a16:creationId xmlns:a16="http://schemas.microsoft.com/office/drawing/2014/main" id="{59947A63-9173-4799-AE6A-FF9757A4C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1" name="Rectangle 17">
              <a:extLst>
                <a:ext uri="{FF2B5EF4-FFF2-40B4-BE49-F238E27FC236}">
                  <a16:creationId xmlns:a16="http://schemas.microsoft.com/office/drawing/2014/main" id="{75B0772F-EE86-4800-9E1E-8A619B03B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2" name="Rectangle 18">
              <a:extLst>
                <a:ext uri="{FF2B5EF4-FFF2-40B4-BE49-F238E27FC236}">
                  <a16:creationId xmlns:a16="http://schemas.microsoft.com/office/drawing/2014/main" id="{3BBFD98E-ADDB-4DC9-BCE0-7EAD915A3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3" name="Rectangle 19">
              <a:extLst>
                <a:ext uri="{FF2B5EF4-FFF2-40B4-BE49-F238E27FC236}">
                  <a16:creationId xmlns:a16="http://schemas.microsoft.com/office/drawing/2014/main" id="{B8110223-74E9-4743-ACD3-D854131AB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4" name="Rectangle 20">
              <a:extLst>
                <a:ext uri="{FF2B5EF4-FFF2-40B4-BE49-F238E27FC236}">
                  <a16:creationId xmlns:a16="http://schemas.microsoft.com/office/drawing/2014/main" id="{CFDCF6D3-5973-46FF-A7B3-A05BAA914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5" name="Rectangle 21">
              <a:extLst>
                <a:ext uri="{FF2B5EF4-FFF2-40B4-BE49-F238E27FC236}">
                  <a16:creationId xmlns:a16="http://schemas.microsoft.com/office/drawing/2014/main" id="{45274FB1-D63D-4D34-9ADE-6052946E7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6" name="Rectangle 22">
              <a:extLst>
                <a:ext uri="{FF2B5EF4-FFF2-40B4-BE49-F238E27FC236}">
                  <a16:creationId xmlns:a16="http://schemas.microsoft.com/office/drawing/2014/main" id="{BAEF7B9D-4BCE-4C63-8BC4-D844B9AC1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7" name="Rectangle 23">
              <a:extLst>
                <a:ext uri="{FF2B5EF4-FFF2-40B4-BE49-F238E27FC236}">
                  <a16:creationId xmlns:a16="http://schemas.microsoft.com/office/drawing/2014/main" id="{5AA3F0F3-E2D3-4A0E-8ABA-3FA4DCD57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8" name="Rectangle 24">
              <a:extLst>
                <a:ext uri="{FF2B5EF4-FFF2-40B4-BE49-F238E27FC236}">
                  <a16:creationId xmlns:a16="http://schemas.microsoft.com/office/drawing/2014/main" id="{60FA86E3-D7D6-4E4D-8415-C3621CD8B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69" name="Rectangle 25">
              <a:extLst>
                <a:ext uri="{FF2B5EF4-FFF2-40B4-BE49-F238E27FC236}">
                  <a16:creationId xmlns:a16="http://schemas.microsoft.com/office/drawing/2014/main" id="{A9634C09-622D-48CD-A81A-14B6C20A8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0" name="Rectangle 26">
              <a:extLst>
                <a:ext uri="{FF2B5EF4-FFF2-40B4-BE49-F238E27FC236}">
                  <a16:creationId xmlns:a16="http://schemas.microsoft.com/office/drawing/2014/main" id="{5BF5304C-13A1-4F30-96E8-F2E785A77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1" name="Rectangle 27">
              <a:extLst>
                <a:ext uri="{FF2B5EF4-FFF2-40B4-BE49-F238E27FC236}">
                  <a16:creationId xmlns:a16="http://schemas.microsoft.com/office/drawing/2014/main" id="{ECF2B961-8553-4A66-BD9E-7F8EAB1C2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2" name="Rectangle 28">
              <a:extLst>
                <a:ext uri="{FF2B5EF4-FFF2-40B4-BE49-F238E27FC236}">
                  <a16:creationId xmlns:a16="http://schemas.microsoft.com/office/drawing/2014/main" id="{86991DD6-7D7F-4D3B-8EC4-53371EBA8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3" name="Rectangle 29">
              <a:extLst>
                <a:ext uri="{FF2B5EF4-FFF2-40B4-BE49-F238E27FC236}">
                  <a16:creationId xmlns:a16="http://schemas.microsoft.com/office/drawing/2014/main" id="{96E7D506-25FE-4B04-A624-6D33C49FB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4" name="Rectangle 30">
              <a:extLst>
                <a:ext uri="{FF2B5EF4-FFF2-40B4-BE49-F238E27FC236}">
                  <a16:creationId xmlns:a16="http://schemas.microsoft.com/office/drawing/2014/main" id="{CFCBD96E-A634-40E6-A6CD-698951392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5" name="Rectangle 31">
              <a:extLst>
                <a:ext uri="{FF2B5EF4-FFF2-40B4-BE49-F238E27FC236}">
                  <a16:creationId xmlns:a16="http://schemas.microsoft.com/office/drawing/2014/main" id="{13EF1871-E1BB-49B1-9B24-BD63092B5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6" name="Rectangle 32">
              <a:extLst>
                <a:ext uri="{FF2B5EF4-FFF2-40B4-BE49-F238E27FC236}">
                  <a16:creationId xmlns:a16="http://schemas.microsoft.com/office/drawing/2014/main" id="{2EE8C8D8-6F79-4A2F-AED1-A03FB924C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7" name="Rectangle 33">
              <a:extLst>
                <a:ext uri="{FF2B5EF4-FFF2-40B4-BE49-F238E27FC236}">
                  <a16:creationId xmlns:a16="http://schemas.microsoft.com/office/drawing/2014/main" id="{14363017-B2E8-45BA-819D-660CDD811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8" name="Rectangle 34">
              <a:extLst>
                <a:ext uri="{FF2B5EF4-FFF2-40B4-BE49-F238E27FC236}">
                  <a16:creationId xmlns:a16="http://schemas.microsoft.com/office/drawing/2014/main" id="{BE3FC563-7643-4ACC-8783-1F715C3F4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79" name="Rectangle 35">
              <a:extLst>
                <a:ext uri="{FF2B5EF4-FFF2-40B4-BE49-F238E27FC236}">
                  <a16:creationId xmlns:a16="http://schemas.microsoft.com/office/drawing/2014/main" id="{94410A5C-9E19-4550-B634-B7267A3A3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0" name="Rectangle 36">
              <a:extLst>
                <a:ext uri="{FF2B5EF4-FFF2-40B4-BE49-F238E27FC236}">
                  <a16:creationId xmlns:a16="http://schemas.microsoft.com/office/drawing/2014/main" id="{A7F2C6F7-72A3-46AD-9949-404D7DA6B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1" name="Rectangle 37">
              <a:extLst>
                <a:ext uri="{FF2B5EF4-FFF2-40B4-BE49-F238E27FC236}">
                  <a16:creationId xmlns:a16="http://schemas.microsoft.com/office/drawing/2014/main" id="{48CA3C3E-85FA-441D-9008-E8DA6193C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2" name="Rectangle 38">
              <a:extLst>
                <a:ext uri="{FF2B5EF4-FFF2-40B4-BE49-F238E27FC236}">
                  <a16:creationId xmlns:a16="http://schemas.microsoft.com/office/drawing/2014/main" id="{4A91FE2B-151E-409C-88FF-481C4D95E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3" name="Rectangle 39">
              <a:extLst>
                <a:ext uri="{FF2B5EF4-FFF2-40B4-BE49-F238E27FC236}">
                  <a16:creationId xmlns:a16="http://schemas.microsoft.com/office/drawing/2014/main" id="{420BCDE2-549D-4D59-B512-B55872B1B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4" name="Rectangle 40">
              <a:extLst>
                <a:ext uri="{FF2B5EF4-FFF2-40B4-BE49-F238E27FC236}">
                  <a16:creationId xmlns:a16="http://schemas.microsoft.com/office/drawing/2014/main" id="{09A3555F-6FD2-41E6-B5AD-378735C5C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5" name="Rectangle 41">
              <a:extLst>
                <a:ext uri="{FF2B5EF4-FFF2-40B4-BE49-F238E27FC236}">
                  <a16:creationId xmlns:a16="http://schemas.microsoft.com/office/drawing/2014/main" id="{ABE74537-4A47-4411-B93F-81CAD5127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6" name="Rectangle 42">
              <a:extLst>
                <a:ext uri="{FF2B5EF4-FFF2-40B4-BE49-F238E27FC236}">
                  <a16:creationId xmlns:a16="http://schemas.microsoft.com/office/drawing/2014/main" id="{BBD2DBCB-36FA-4793-9DD5-AB36AF2CA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7" name="Rectangle 43">
              <a:extLst>
                <a:ext uri="{FF2B5EF4-FFF2-40B4-BE49-F238E27FC236}">
                  <a16:creationId xmlns:a16="http://schemas.microsoft.com/office/drawing/2014/main" id="{4498FF17-FBAD-4A64-9DC3-3EA778157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8" name="Rectangle 44">
              <a:extLst>
                <a:ext uri="{FF2B5EF4-FFF2-40B4-BE49-F238E27FC236}">
                  <a16:creationId xmlns:a16="http://schemas.microsoft.com/office/drawing/2014/main" id="{3C59E5E6-50D4-4BE5-831C-7ED0BA615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89" name="Rectangle 45">
              <a:extLst>
                <a:ext uri="{FF2B5EF4-FFF2-40B4-BE49-F238E27FC236}">
                  <a16:creationId xmlns:a16="http://schemas.microsoft.com/office/drawing/2014/main" id="{86E6C22E-2CF7-4C1D-B4A2-95FF7A844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0" name="Rectangle 46">
              <a:extLst>
                <a:ext uri="{FF2B5EF4-FFF2-40B4-BE49-F238E27FC236}">
                  <a16:creationId xmlns:a16="http://schemas.microsoft.com/office/drawing/2014/main" id="{514CD211-CED2-4450-9D32-37A54A498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1" name="Rectangle 47">
              <a:extLst>
                <a:ext uri="{FF2B5EF4-FFF2-40B4-BE49-F238E27FC236}">
                  <a16:creationId xmlns:a16="http://schemas.microsoft.com/office/drawing/2014/main" id="{987AC855-A249-423F-A935-0D3771033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2" name="Rectangle 48">
              <a:extLst>
                <a:ext uri="{FF2B5EF4-FFF2-40B4-BE49-F238E27FC236}">
                  <a16:creationId xmlns:a16="http://schemas.microsoft.com/office/drawing/2014/main" id="{F03D7746-8721-4225-B914-D9E6C91FE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3" name="Rectangle 49">
              <a:extLst>
                <a:ext uri="{FF2B5EF4-FFF2-40B4-BE49-F238E27FC236}">
                  <a16:creationId xmlns:a16="http://schemas.microsoft.com/office/drawing/2014/main" id="{E5F8F8B0-46D0-46FA-9293-FA84AAE39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4" name="Rectangle 50">
              <a:extLst>
                <a:ext uri="{FF2B5EF4-FFF2-40B4-BE49-F238E27FC236}">
                  <a16:creationId xmlns:a16="http://schemas.microsoft.com/office/drawing/2014/main" id="{DC09CBF0-FC51-429D-87FE-A89BA4185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8528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5" name="Rectangle 51">
              <a:extLst>
                <a:ext uri="{FF2B5EF4-FFF2-40B4-BE49-F238E27FC236}">
                  <a16:creationId xmlns:a16="http://schemas.microsoft.com/office/drawing/2014/main" id="{BEEF9F38-7FC1-4A71-A4A4-5A7C02414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6" name="Rectangle 52">
              <a:extLst>
                <a:ext uri="{FF2B5EF4-FFF2-40B4-BE49-F238E27FC236}">
                  <a16:creationId xmlns:a16="http://schemas.microsoft.com/office/drawing/2014/main" id="{B5C5FFDD-0D11-43C6-B019-B9FAAA857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7" name="Rectangle 53">
              <a:extLst>
                <a:ext uri="{FF2B5EF4-FFF2-40B4-BE49-F238E27FC236}">
                  <a16:creationId xmlns:a16="http://schemas.microsoft.com/office/drawing/2014/main" id="{E2BD8AE6-80C7-41D1-96F7-36F479E03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8" name="Rectangle 54">
              <a:extLst>
                <a:ext uri="{FF2B5EF4-FFF2-40B4-BE49-F238E27FC236}">
                  <a16:creationId xmlns:a16="http://schemas.microsoft.com/office/drawing/2014/main" id="{D2867704-98E9-45B2-B736-0E5FE0968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799" name="Rectangle 55">
              <a:extLst>
                <a:ext uri="{FF2B5EF4-FFF2-40B4-BE49-F238E27FC236}">
                  <a16:creationId xmlns:a16="http://schemas.microsoft.com/office/drawing/2014/main" id="{8E1AE638-FEE7-4DEB-8FF5-A24879CFD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0" name="Rectangle 56">
              <a:extLst>
                <a:ext uri="{FF2B5EF4-FFF2-40B4-BE49-F238E27FC236}">
                  <a16:creationId xmlns:a16="http://schemas.microsoft.com/office/drawing/2014/main" id="{928B7798-9AD5-4DF1-ADF0-4FDF803B5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1" name="Rectangle 57">
              <a:extLst>
                <a:ext uri="{FF2B5EF4-FFF2-40B4-BE49-F238E27FC236}">
                  <a16:creationId xmlns:a16="http://schemas.microsoft.com/office/drawing/2014/main" id="{81CD0656-42BB-4099-B355-3A28EB4CF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2" name="Rectangle 58">
              <a:extLst>
                <a:ext uri="{FF2B5EF4-FFF2-40B4-BE49-F238E27FC236}">
                  <a16:creationId xmlns:a16="http://schemas.microsoft.com/office/drawing/2014/main" id="{7D3F4810-D064-488E-ACFA-D20299A01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3" name="Rectangle 59">
              <a:extLst>
                <a:ext uri="{FF2B5EF4-FFF2-40B4-BE49-F238E27FC236}">
                  <a16:creationId xmlns:a16="http://schemas.microsoft.com/office/drawing/2014/main" id="{BA7080DF-34B2-41B6-9512-0F6A27340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4" name="Rectangle 60">
              <a:extLst>
                <a:ext uri="{FF2B5EF4-FFF2-40B4-BE49-F238E27FC236}">
                  <a16:creationId xmlns:a16="http://schemas.microsoft.com/office/drawing/2014/main" id="{801A15E4-E9C7-4D75-951C-02CC68ABE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8528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5" name="Rectangle 61">
              <a:extLst>
                <a:ext uri="{FF2B5EF4-FFF2-40B4-BE49-F238E27FC236}">
                  <a16:creationId xmlns:a16="http://schemas.microsoft.com/office/drawing/2014/main" id="{936A1DA8-F36B-4FB6-BDBB-A9AA12895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6" name="Rectangle 62">
              <a:extLst>
                <a:ext uri="{FF2B5EF4-FFF2-40B4-BE49-F238E27FC236}">
                  <a16:creationId xmlns:a16="http://schemas.microsoft.com/office/drawing/2014/main" id="{B587C841-92BB-4ED3-BD24-64A0A3B82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7" name="Rectangle 63">
              <a:extLst>
                <a:ext uri="{FF2B5EF4-FFF2-40B4-BE49-F238E27FC236}">
                  <a16:creationId xmlns:a16="http://schemas.microsoft.com/office/drawing/2014/main" id="{D64559A8-42AD-4900-9646-D52B48F0B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8" name="Rectangle 64">
              <a:extLst>
                <a:ext uri="{FF2B5EF4-FFF2-40B4-BE49-F238E27FC236}">
                  <a16:creationId xmlns:a16="http://schemas.microsoft.com/office/drawing/2014/main" id="{066E75F6-203E-4A4C-9800-0EDBFE00F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09" name="Rectangle 65">
              <a:extLst>
                <a:ext uri="{FF2B5EF4-FFF2-40B4-BE49-F238E27FC236}">
                  <a16:creationId xmlns:a16="http://schemas.microsoft.com/office/drawing/2014/main" id="{456236F3-1166-439A-A8FF-1EF92A4DD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0" name="Rectangle 66">
              <a:extLst>
                <a:ext uri="{FF2B5EF4-FFF2-40B4-BE49-F238E27FC236}">
                  <a16:creationId xmlns:a16="http://schemas.microsoft.com/office/drawing/2014/main" id="{311CBF75-9881-412E-B75D-125FA19BD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1" name="Rectangle 67">
              <a:extLst>
                <a:ext uri="{FF2B5EF4-FFF2-40B4-BE49-F238E27FC236}">
                  <a16:creationId xmlns:a16="http://schemas.microsoft.com/office/drawing/2014/main" id="{9C532155-4D25-4B44-AEE3-FB2E71C9E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2" name="Rectangle 68">
              <a:extLst>
                <a:ext uri="{FF2B5EF4-FFF2-40B4-BE49-F238E27FC236}">
                  <a16:creationId xmlns:a16="http://schemas.microsoft.com/office/drawing/2014/main" id="{3F895228-B723-431F-8A80-08B393843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3" name="Rectangle 69">
              <a:extLst>
                <a:ext uri="{FF2B5EF4-FFF2-40B4-BE49-F238E27FC236}">
                  <a16:creationId xmlns:a16="http://schemas.microsoft.com/office/drawing/2014/main" id="{3A23AF6F-3637-436F-8487-44CFFDF76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4" name="Rectangle 70">
              <a:extLst>
                <a:ext uri="{FF2B5EF4-FFF2-40B4-BE49-F238E27FC236}">
                  <a16:creationId xmlns:a16="http://schemas.microsoft.com/office/drawing/2014/main" id="{9CDFAA24-EBD7-480C-BA19-2298E57E1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8528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5" name="Rectangle 71">
              <a:extLst>
                <a:ext uri="{FF2B5EF4-FFF2-40B4-BE49-F238E27FC236}">
                  <a16:creationId xmlns:a16="http://schemas.microsoft.com/office/drawing/2014/main" id="{407BDE48-2D2E-484B-98AC-7FBDB2C67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6" name="Rectangle 72">
              <a:extLst>
                <a:ext uri="{FF2B5EF4-FFF2-40B4-BE49-F238E27FC236}">
                  <a16:creationId xmlns:a16="http://schemas.microsoft.com/office/drawing/2014/main" id="{5274A8DE-DE4C-45FA-AF72-B50E1C2B4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7" name="Rectangle 73">
              <a:extLst>
                <a:ext uri="{FF2B5EF4-FFF2-40B4-BE49-F238E27FC236}">
                  <a16:creationId xmlns:a16="http://schemas.microsoft.com/office/drawing/2014/main" id="{A1E0A382-1C62-4B47-8890-06B526348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8" name="Rectangle 74">
              <a:extLst>
                <a:ext uri="{FF2B5EF4-FFF2-40B4-BE49-F238E27FC236}">
                  <a16:creationId xmlns:a16="http://schemas.microsoft.com/office/drawing/2014/main" id="{EDFF83B3-F3A1-4908-B632-30CED94E85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19" name="Rectangle 75">
              <a:extLst>
                <a:ext uri="{FF2B5EF4-FFF2-40B4-BE49-F238E27FC236}">
                  <a16:creationId xmlns:a16="http://schemas.microsoft.com/office/drawing/2014/main" id="{3924551A-8732-41B6-8275-2A456EB44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20" name="Rectangle 76">
              <a:extLst>
                <a:ext uri="{FF2B5EF4-FFF2-40B4-BE49-F238E27FC236}">
                  <a16:creationId xmlns:a16="http://schemas.microsoft.com/office/drawing/2014/main" id="{278D6E7B-F8E9-41D0-914B-7AC94944E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21" name="Rectangle 77">
              <a:extLst>
                <a:ext uri="{FF2B5EF4-FFF2-40B4-BE49-F238E27FC236}">
                  <a16:creationId xmlns:a16="http://schemas.microsoft.com/office/drawing/2014/main" id="{12BD46F9-478A-4C66-A309-F61A3BD6F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22" name="Rectangle 78">
              <a:extLst>
                <a:ext uri="{FF2B5EF4-FFF2-40B4-BE49-F238E27FC236}">
                  <a16:creationId xmlns:a16="http://schemas.microsoft.com/office/drawing/2014/main" id="{417A7F64-F7A5-412C-911C-7BF009AAA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23" name="Rectangle 79">
              <a:extLst>
                <a:ext uri="{FF2B5EF4-FFF2-40B4-BE49-F238E27FC236}">
                  <a16:creationId xmlns:a16="http://schemas.microsoft.com/office/drawing/2014/main" id="{DC36710D-E6BD-4DE6-B449-9AA98F45B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24" name="Rectangle 80">
              <a:extLst>
                <a:ext uri="{FF2B5EF4-FFF2-40B4-BE49-F238E27FC236}">
                  <a16:creationId xmlns:a16="http://schemas.microsoft.com/office/drawing/2014/main" id="{B35F98E5-5923-4495-97AD-9110482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8528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25" name="Rectangle 81">
              <a:extLst>
                <a:ext uri="{FF2B5EF4-FFF2-40B4-BE49-F238E27FC236}">
                  <a16:creationId xmlns:a16="http://schemas.microsoft.com/office/drawing/2014/main" id="{D0F807D1-7718-4461-A7A4-5343B22DF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26" name="Rectangle 82">
              <a:extLst>
                <a:ext uri="{FF2B5EF4-FFF2-40B4-BE49-F238E27FC236}">
                  <a16:creationId xmlns:a16="http://schemas.microsoft.com/office/drawing/2014/main" id="{373DBC05-198C-48C1-80B6-CDEE71E85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827" name="Rectangle 83">
              <a:extLst>
                <a:ext uri="{FF2B5EF4-FFF2-40B4-BE49-F238E27FC236}">
                  <a16:creationId xmlns:a16="http://schemas.microsoft.com/office/drawing/2014/main" id="{CB603030-68E3-4DBA-AE59-E23684D2F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426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pic>
        <p:nvPicPr>
          <p:cNvPr id="93" name="Picture 2" descr="Screen shot 2013-10-21 at 1.42.50 PM.png">
            <a:extLst>
              <a:ext uri="{FF2B5EF4-FFF2-40B4-BE49-F238E27FC236}">
                <a16:creationId xmlns:a16="http://schemas.microsoft.com/office/drawing/2014/main" id="{85A7E14F-69C0-4FBC-9A08-303A928A677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1530" y="4440108"/>
            <a:ext cx="2397125" cy="187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4" name="Picture 164" descr="Screen shot 2013-12-06 at 11.55.56 AM.png">
            <a:extLst>
              <a:ext uri="{FF2B5EF4-FFF2-40B4-BE49-F238E27FC236}">
                <a16:creationId xmlns:a16="http://schemas.microsoft.com/office/drawing/2014/main" id="{CD3322A8-2810-4AC9-AC0D-BFF30E18727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9142" y="4640133"/>
            <a:ext cx="1722438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5" name="Group 13">
            <a:extLst>
              <a:ext uri="{FF2B5EF4-FFF2-40B4-BE49-F238E27FC236}">
                <a16:creationId xmlns:a16="http://schemas.microsoft.com/office/drawing/2014/main" id="{E7A3E1A4-A450-4F1C-BE79-F5FC89DF6D98}"/>
              </a:ext>
            </a:extLst>
          </p:cNvPr>
          <p:cNvGrpSpPr>
            <a:grpSpLocks/>
          </p:cNvGrpSpPr>
          <p:nvPr/>
        </p:nvGrpSpPr>
        <p:grpSpPr bwMode="auto">
          <a:xfrm>
            <a:off x="5502452" y="991506"/>
            <a:ext cx="3536950" cy="2051050"/>
            <a:chOff x="5049838" y="1738313"/>
            <a:chExt cx="3536950" cy="2051050"/>
          </a:xfrm>
        </p:grpSpPr>
        <p:sp>
          <p:nvSpPr>
            <p:cNvPr id="96" name="Rectangle 85">
              <a:extLst>
                <a:ext uri="{FF2B5EF4-FFF2-40B4-BE49-F238E27FC236}">
                  <a16:creationId xmlns:a16="http://schemas.microsoft.com/office/drawing/2014/main" id="{A8CAB882-E0FB-4892-A960-FF8F39961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" name="Rectangle 86">
              <a:extLst>
                <a:ext uri="{FF2B5EF4-FFF2-40B4-BE49-F238E27FC236}">
                  <a16:creationId xmlns:a16="http://schemas.microsoft.com/office/drawing/2014/main" id="{5AA99915-F2C5-416A-A675-6091FC373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" name="Rectangle 88">
              <a:extLst>
                <a:ext uri="{FF2B5EF4-FFF2-40B4-BE49-F238E27FC236}">
                  <a16:creationId xmlns:a16="http://schemas.microsoft.com/office/drawing/2014/main" id="{E5211A20-7370-4B07-88F2-B8816D31C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" name="Rectangle 89">
              <a:extLst>
                <a:ext uri="{FF2B5EF4-FFF2-40B4-BE49-F238E27FC236}">
                  <a16:creationId xmlns:a16="http://schemas.microsoft.com/office/drawing/2014/main" id="{D1A43604-3D6B-4CE9-9443-9B7E69B7B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" name="Rectangle 90">
              <a:extLst>
                <a:ext uri="{FF2B5EF4-FFF2-40B4-BE49-F238E27FC236}">
                  <a16:creationId xmlns:a16="http://schemas.microsoft.com/office/drawing/2014/main" id="{0FBE36E4-F5B1-4F90-8452-49B1F6452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" name="Rectangle 91">
              <a:extLst>
                <a:ext uri="{FF2B5EF4-FFF2-40B4-BE49-F238E27FC236}">
                  <a16:creationId xmlns:a16="http://schemas.microsoft.com/office/drawing/2014/main" id="{010984E1-F6FD-432A-BF3B-6D7D071EB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Rectangle 92">
              <a:extLst>
                <a:ext uri="{FF2B5EF4-FFF2-40B4-BE49-F238E27FC236}">
                  <a16:creationId xmlns:a16="http://schemas.microsoft.com/office/drawing/2014/main" id="{ED426D14-0396-4313-96ED-17D4601C6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" name="Rectangle 93">
              <a:extLst>
                <a:ext uri="{FF2B5EF4-FFF2-40B4-BE49-F238E27FC236}">
                  <a16:creationId xmlns:a16="http://schemas.microsoft.com/office/drawing/2014/main" id="{AAAD66B5-B16C-4AF3-B9F0-8AF6FC292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4" name="Rectangle 94">
              <a:extLst>
                <a:ext uri="{FF2B5EF4-FFF2-40B4-BE49-F238E27FC236}">
                  <a16:creationId xmlns:a16="http://schemas.microsoft.com/office/drawing/2014/main" id="{F880CBAB-83E8-4A74-886C-98EFEDF03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" name="Rectangle 95">
              <a:extLst>
                <a:ext uri="{FF2B5EF4-FFF2-40B4-BE49-F238E27FC236}">
                  <a16:creationId xmlns:a16="http://schemas.microsoft.com/office/drawing/2014/main" id="{35BDFCD5-A8C5-41D3-B307-B25856AE8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" name="Rectangle 96">
              <a:extLst>
                <a:ext uri="{FF2B5EF4-FFF2-40B4-BE49-F238E27FC236}">
                  <a16:creationId xmlns:a16="http://schemas.microsoft.com/office/drawing/2014/main" id="{7C0F031B-8592-4D7A-960A-A0208A403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Rectangle 97">
              <a:extLst>
                <a:ext uri="{FF2B5EF4-FFF2-40B4-BE49-F238E27FC236}">
                  <a16:creationId xmlns:a16="http://schemas.microsoft.com/office/drawing/2014/main" id="{7C2D4FD9-55C1-473B-A411-BFB577CE8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Rectangle 98">
              <a:extLst>
                <a:ext uri="{FF2B5EF4-FFF2-40B4-BE49-F238E27FC236}">
                  <a16:creationId xmlns:a16="http://schemas.microsoft.com/office/drawing/2014/main" id="{7EA92D18-A204-476F-9119-2D1A7DAF2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" name="Rectangle 99">
              <a:extLst>
                <a:ext uri="{FF2B5EF4-FFF2-40B4-BE49-F238E27FC236}">
                  <a16:creationId xmlns:a16="http://schemas.microsoft.com/office/drawing/2014/main" id="{E2AC2378-4DF0-42AD-BEC1-8CBA72447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" name="Rectangle 100">
              <a:extLst>
                <a:ext uri="{FF2B5EF4-FFF2-40B4-BE49-F238E27FC236}">
                  <a16:creationId xmlns:a16="http://schemas.microsoft.com/office/drawing/2014/main" id="{40C3EF0D-6A69-40CE-8D64-BC182E17C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Rectangle 101">
              <a:extLst>
                <a:ext uri="{FF2B5EF4-FFF2-40B4-BE49-F238E27FC236}">
                  <a16:creationId xmlns:a16="http://schemas.microsoft.com/office/drawing/2014/main" id="{1CA75EF6-6697-4102-980C-1233D929D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Rectangle 102">
              <a:extLst>
                <a:ext uri="{FF2B5EF4-FFF2-40B4-BE49-F238E27FC236}">
                  <a16:creationId xmlns:a16="http://schemas.microsoft.com/office/drawing/2014/main" id="{8DE8256F-725C-41F9-BDE6-D1FBB1AB2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Rectangle 103">
              <a:extLst>
                <a:ext uri="{FF2B5EF4-FFF2-40B4-BE49-F238E27FC236}">
                  <a16:creationId xmlns:a16="http://schemas.microsoft.com/office/drawing/2014/main" id="{2F6E0B6C-3623-4804-AC03-E82B635E2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Rectangle 104">
              <a:extLst>
                <a:ext uri="{FF2B5EF4-FFF2-40B4-BE49-F238E27FC236}">
                  <a16:creationId xmlns:a16="http://schemas.microsoft.com/office/drawing/2014/main" id="{C40CD1E0-35BE-4455-97FF-F6474B324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5" name="Rectangle 105">
              <a:extLst>
                <a:ext uri="{FF2B5EF4-FFF2-40B4-BE49-F238E27FC236}">
                  <a16:creationId xmlns:a16="http://schemas.microsoft.com/office/drawing/2014/main" id="{8C16DB96-E4A6-4820-859F-77B48E67E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" name="Rectangle 106">
              <a:extLst>
                <a:ext uri="{FF2B5EF4-FFF2-40B4-BE49-F238E27FC236}">
                  <a16:creationId xmlns:a16="http://schemas.microsoft.com/office/drawing/2014/main" id="{C9E016B4-7B36-4CDC-BA5B-FD465E428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7" name="Rectangle 107">
              <a:extLst>
                <a:ext uri="{FF2B5EF4-FFF2-40B4-BE49-F238E27FC236}">
                  <a16:creationId xmlns:a16="http://schemas.microsoft.com/office/drawing/2014/main" id="{50CD3535-B410-4C0F-B809-5333140AC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" name="Rectangle 108">
              <a:extLst>
                <a:ext uri="{FF2B5EF4-FFF2-40B4-BE49-F238E27FC236}">
                  <a16:creationId xmlns:a16="http://schemas.microsoft.com/office/drawing/2014/main" id="{0634D951-1118-483F-AAFB-13D3431D0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Rectangle 109">
              <a:extLst>
                <a:ext uri="{FF2B5EF4-FFF2-40B4-BE49-F238E27FC236}">
                  <a16:creationId xmlns:a16="http://schemas.microsoft.com/office/drawing/2014/main" id="{B4E5D4BA-2630-41C9-9E96-99A3297BF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" name="Rectangle 112">
              <a:extLst>
                <a:ext uri="{FF2B5EF4-FFF2-40B4-BE49-F238E27FC236}">
                  <a16:creationId xmlns:a16="http://schemas.microsoft.com/office/drawing/2014/main" id="{65326E68-43F0-47B4-A92A-C24ACBECC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" name="Rectangle 114">
              <a:extLst>
                <a:ext uri="{FF2B5EF4-FFF2-40B4-BE49-F238E27FC236}">
                  <a16:creationId xmlns:a16="http://schemas.microsoft.com/office/drawing/2014/main" id="{F988A399-A23D-4308-9CEF-74496080B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" name="Rectangle 115">
              <a:extLst>
                <a:ext uri="{FF2B5EF4-FFF2-40B4-BE49-F238E27FC236}">
                  <a16:creationId xmlns:a16="http://schemas.microsoft.com/office/drawing/2014/main" id="{FBE28401-F521-4992-A7BB-360D71C05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" name="Rectangle 117">
              <a:extLst>
                <a:ext uri="{FF2B5EF4-FFF2-40B4-BE49-F238E27FC236}">
                  <a16:creationId xmlns:a16="http://schemas.microsoft.com/office/drawing/2014/main" id="{97F756DF-658D-4933-AC97-EA3CE0D18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" name="Rectangle 120">
              <a:extLst>
                <a:ext uri="{FF2B5EF4-FFF2-40B4-BE49-F238E27FC236}">
                  <a16:creationId xmlns:a16="http://schemas.microsoft.com/office/drawing/2014/main" id="{7FAE58AF-374F-49FD-9FB9-E87CB7F39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" name="Rectangle 122">
              <a:extLst>
                <a:ext uri="{FF2B5EF4-FFF2-40B4-BE49-F238E27FC236}">
                  <a16:creationId xmlns:a16="http://schemas.microsoft.com/office/drawing/2014/main" id="{65D1B0FA-B58C-440B-A770-BD1F78AD3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" name="Rectangle 123">
              <a:extLst>
                <a:ext uri="{FF2B5EF4-FFF2-40B4-BE49-F238E27FC236}">
                  <a16:creationId xmlns:a16="http://schemas.microsoft.com/office/drawing/2014/main" id="{0A908C9E-3CCF-461C-9641-C000F2EDF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" name="Rectangle 125">
              <a:extLst>
                <a:ext uri="{FF2B5EF4-FFF2-40B4-BE49-F238E27FC236}">
                  <a16:creationId xmlns:a16="http://schemas.microsoft.com/office/drawing/2014/main" id="{8DBBF708-F18E-40B6-AF8B-D98191950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" name="Rectangle 128">
              <a:extLst>
                <a:ext uri="{FF2B5EF4-FFF2-40B4-BE49-F238E27FC236}">
                  <a16:creationId xmlns:a16="http://schemas.microsoft.com/office/drawing/2014/main" id="{B4244E51-3C6C-4EC7-AD4C-AE11FE905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" name="Rectangle 130">
              <a:extLst>
                <a:ext uri="{FF2B5EF4-FFF2-40B4-BE49-F238E27FC236}">
                  <a16:creationId xmlns:a16="http://schemas.microsoft.com/office/drawing/2014/main" id="{22CA5E3E-2003-400F-B20B-F4D150CD7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Rectangle 131">
              <a:extLst>
                <a:ext uri="{FF2B5EF4-FFF2-40B4-BE49-F238E27FC236}">
                  <a16:creationId xmlns:a16="http://schemas.microsoft.com/office/drawing/2014/main" id="{4B9B421A-9578-4695-96D1-2E69DEC54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" name="Rectangle 133">
              <a:extLst>
                <a:ext uri="{FF2B5EF4-FFF2-40B4-BE49-F238E27FC236}">
                  <a16:creationId xmlns:a16="http://schemas.microsoft.com/office/drawing/2014/main" id="{044D0FB6-9735-4FA6-8719-1CD918A39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Rectangle 136">
              <a:extLst>
                <a:ext uri="{FF2B5EF4-FFF2-40B4-BE49-F238E27FC236}">
                  <a16:creationId xmlns:a16="http://schemas.microsoft.com/office/drawing/2014/main" id="{EBCC8401-EFC0-4E7B-AEEE-D57B085C1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" name="Rectangle 138">
              <a:extLst>
                <a:ext uri="{FF2B5EF4-FFF2-40B4-BE49-F238E27FC236}">
                  <a16:creationId xmlns:a16="http://schemas.microsoft.com/office/drawing/2014/main" id="{6DF18616-DBB6-42DA-AD4E-E98CAD593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" name="Rectangle 139">
              <a:extLst>
                <a:ext uri="{FF2B5EF4-FFF2-40B4-BE49-F238E27FC236}">
                  <a16:creationId xmlns:a16="http://schemas.microsoft.com/office/drawing/2014/main" id="{F2648DB2-8F23-4AAB-B12C-7672803AA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35" name="Rectangle 141">
            <a:extLst>
              <a:ext uri="{FF2B5EF4-FFF2-40B4-BE49-F238E27FC236}">
                <a16:creationId xmlns:a16="http://schemas.microsoft.com/office/drawing/2014/main" id="{B9B4B8FC-DE33-46D2-8DF6-2D2A4EDCA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2090" y="3181220"/>
            <a:ext cx="1070806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1700" b="0">
                <a:solidFill>
                  <a:srgbClr val="000000"/>
                </a:solidFill>
              </a:rPr>
              <a:t>state</a:t>
            </a: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table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04BE4739-D4E4-49E9-A832-EEE883EEFCF2}"/>
                  </a:ext>
                </a:extLst>
              </p14:cNvPr>
              <p14:cNvContentPartPr/>
              <p14:nvPr/>
            </p14:nvContentPartPr>
            <p14:xfrm>
              <a:off x="4758840" y="1884240"/>
              <a:ext cx="3878280" cy="40849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04BE4739-D4E4-49E9-A832-EEE883EEFCF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749480" y="1874880"/>
                <a:ext cx="3897000" cy="41036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785" name="Group 13">
            <a:extLst>
              <a:ext uri="{FF2B5EF4-FFF2-40B4-BE49-F238E27FC236}">
                <a16:creationId xmlns:a16="http://schemas.microsoft.com/office/drawing/2014/main" id="{9EEA4D86-38B3-4E16-937A-3A4CE2EAE31F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18877" name="Rectangle 85">
              <a:extLst>
                <a:ext uri="{FF2B5EF4-FFF2-40B4-BE49-F238E27FC236}">
                  <a16:creationId xmlns:a16="http://schemas.microsoft.com/office/drawing/2014/main" id="{2026A891-F148-403A-A656-CDBAB18DE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78" name="Rectangle 86">
              <a:extLst>
                <a:ext uri="{FF2B5EF4-FFF2-40B4-BE49-F238E27FC236}">
                  <a16:creationId xmlns:a16="http://schemas.microsoft.com/office/drawing/2014/main" id="{AFA273C5-4183-4E6E-9838-99F2DB3CE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79" name="Rectangle 88">
              <a:extLst>
                <a:ext uri="{FF2B5EF4-FFF2-40B4-BE49-F238E27FC236}">
                  <a16:creationId xmlns:a16="http://schemas.microsoft.com/office/drawing/2014/main" id="{FCC10067-9D2E-4661-A516-F6BA8A692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80" name="Rectangle 89">
              <a:extLst>
                <a:ext uri="{FF2B5EF4-FFF2-40B4-BE49-F238E27FC236}">
                  <a16:creationId xmlns:a16="http://schemas.microsoft.com/office/drawing/2014/main" id="{9EAED153-397E-4C0F-AEA2-7CB43D136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81" name="Rectangle 90">
              <a:extLst>
                <a:ext uri="{FF2B5EF4-FFF2-40B4-BE49-F238E27FC236}">
                  <a16:creationId xmlns:a16="http://schemas.microsoft.com/office/drawing/2014/main" id="{7C97119A-C3B8-4AF2-A98B-8D461879C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82" name="Rectangle 91">
              <a:extLst>
                <a:ext uri="{FF2B5EF4-FFF2-40B4-BE49-F238E27FC236}">
                  <a16:creationId xmlns:a16="http://schemas.microsoft.com/office/drawing/2014/main" id="{B75CDDD4-E0B9-459B-8C02-625402A66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83" name="Rectangle 92">
              <a:extLst>
                <a:ext uri="{FF2B5EF4-FFF2-40B4-BE49-F238E27FC236}">
                  <a16:creationId xmlns:a16="http://schemas.microsoft.com/office/drawing/2014/main" id="{56F08F8E-29F0-4A43-9DC6-A6B05D420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84" name="Rectangle 93">
              <a:extLst>
                <a:ext uri="{FF2B5EF4-FFF2-40B4-BE49-F238E27FC236}">
                  <a16:creationId xmlns:a16="http://schemas.microsoft.com/office/drawing/2014/main" id="{D8ED7334-7B27-4B07-8A64-581BF6EA4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85" name="Rectangle 94">
              <a:extLst>
                <a:ext uri="{FF2B5EF4-FFF2-40B4-BE49-F238E27FC236}">
                  <a16:creationId xmlns:a16="http://schemas.microsoft.com/office/drawing/2014/main" id="{45D8BF0A-37FA-4CE5-BE4C-950D68C97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86" name="Rectangle 95">
              <a:extLst>
                <a:ext uri="{FF2B5EF4-FFF2-40B4-BE49-F238E27FC236}">
                  <a16:creationId xmlns:a16="http://schemas.microsoft.com/office/drawing/2014/main" id="{9B77B2D7-F58B-436D-BF97-BDBD39947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87" name="Rectangle 96">
              <a:extLst>
                <a:ext uri="{FF2B5EF4-FFF2-40B4-BE49-F238E27FC236}">
                  <a16:creationId xmlns:a16="http://schemas.microsoft.com/office/drawing/2014/main" id="{7B72DD78-88D3-49FD-98CD-76FCD13F9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88" name="Rectangle 97">
              <a:extLst>
                <a:ext uri="{FF2B5EF4-FFF2-40B4-BE49-F238E27FC236}">
                  <a16:creationId xmlns:a16="http://schemas.microsoft.com/office/drawing/2014/main" id="{00CCC96F-3E47-4835-8CEE-139F6BCA3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89" name="Rectangle 98">
              <a:extLst>
                <a:ext uri="{FF2B5EF4-FFF2-40B4-BE49-F238E27FC236}">
                  <a16:creationId xmlns:a16="http://schemas.microsoft.com/office/drawing/2014/main" id="{00BD46A8-CC20-4015-9C16-3302EF0A3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90" name="Rectangle 99">
              <a:extLst>
                <a:ext uri="{FF2B5EF4-FFF2-40B4-BE49-F238E27FC236}">
                  <a16:creationId xmlns:a16="http://schemas.microsoft.com/office/drawing/2014/main" id="{7BAE3F0F-53D5-4DFE-833B-FE5C83D73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91" name="Rectangle 100">
              <a:extLst>
                <a:ext uri="{FF2B5EF4-FFF2-40B4-BE49-F238E27FC236}">
                  <a16:creationId xmlns:a16="http://schemas.microsoft.com/office/drawing/2014/main" id="{FEB518F5-5CFC-40F6-8BCB-8FC50702F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92" name="Rectangle 101">
              <a:extLst>
                <a:ext uri="{FF2B5EF4-FFF2-40B4-BE49-F238E27FC236}">
                  <a16:creationId xmlns:a16="http://schemas.microsoft.com/office/drawing/2014/main" id="{CACD6C4C-600A-4B68-AF1A-CE5FB44CB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93" name="Rectangle 102">
              <a:extLst>
                <a:ext uri="{FF2B5EF4-FFF2-40B4-BE49-F238E27FC236}">
                  <a16:creationId xmlns:a16="http://schemas.microsoft.com/office/drawing/2014/main" id="{DBC7085D-47AA-4A99-9FEE-E465DA6C6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94" name="Rectangle 103">
              <a:extLst>
                <a:ext uri="{FF2B5EF4-FFF2-40B4-BE49-F238E27FC236}">
                  <a16:creationId xmlns:a16="http://schemas.microsoft.com/office/drawing/2014/main" id="{CF10A415-B3D9-49C3-A1BD-4613B31AD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95" name="Rectangle 104">
              <a:extLst>
                <a:ext uri="{FF2B5EF4-FFF2-40B4-BE49-F238E27FC236}">
                  <a16:creationId xmlns:a16="http://schemas.microsoft.com/office/drawing/2014/main" id="{20BC90F8-5975-49D4-BC30-FDD2408F9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96" name="Rectangle 105">
              <a:extLst>
                <a:ext uri="{FF2B5EF4-FFF2-40B4-BE49-F238E27FC236}">
                  <a16:creationId xmlns:a16="http://schemas.microsoft.com/office/drawing/2014/main" id="{10092D59-CBE0-48F2-8838-3FAD769E8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97" name="Rectangle 106">
              <a:extLst>
                <a:ext uri="{FF2B5EF4-FFF2-40B4-BE49-F238E27FC236}">
                  <a16:creationId xmlns:a16="http://schemas.microsoft.com/office/drawing/2014/main" id="{61A2CD00-6227-4F45-B8DC-44C1938BF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98" name="Rectangle 107">
              <a:extLst>
                <a:ext uri="{FF2B5EF4-FFF2-40B4-BE49-F238E27FC236}">
                  <a16:creationId xmlns:a16="http://schemas.microsoft.com/office/drawing/2014/main" id="{6F285B1D-9003-4D26-8A71-853AE2534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99" name="Rectangle 108">
              <a:extLst>
                <a:ext uri="{FF2B5EF4-FFF2-40B4-BE49-F238E27FC236}">
                  <a16:creationId xmlns:a16="http://schemas.microsoft.com/office/drawing/2014/main" id="{DFF8B4C7-2C24-4F08-AB4D-CB3F12F4D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900" name="Rectangle 109">
              <a:extLst>
                <a:ext uri="{FF2B5EF4-FFF2-40B4-BE49-F238E27FC236}">
                  <a16:creationId xmlns:a16="http://schemas.microsoft.com/office/drawing/2014/main" id="{A79A3564-925D-4DD4-B389-7902A9FB3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901" name="Rectangle 112">
              <a:extLst>
                <a:ext uri="{FF2B5EF4-FFF2-40B4-BE49-F238E27FC236}">
                  <a16:creationId xmlns:a16="http://schemas.microsoft.com/office/drawing/2014/main" id="{CABED520-EAD7-4C5E-A67F-22CDE7FAE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902" name="Rectangle 114">
              <a:extLst>
                <a:ext uri="{FF2B5EF4-FFF2-40B4-BE49-F238E27FC236}">
                  <a16:creationId xmlns:a16="http://schemas.microsoft.com/office/drawing/2014/main" id="{C2D7E7C8-8EC5-4AAB-894E-F64656919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903" name="Rectangle 115">
              <a:extLst>
                <a:ext uri="{FF2B5EF4-FFF2-40B4-BE49-F238E27FC236}">
                  <a16:creationId xmlns:a16="http://schemas.microsoft.com/office/drawing/2014/main" id="{53292200-A1DC-4259-91F1-75B0404A2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904" name="Rectangle 117">
              <a:extLst>
                <a:ext uri="{FF2B5EF4-FFF2-40B4-BE49-F238E27FC236}">
                  <a16:creationId xmlns:a16="http://schemas.microsoft.com/office/drawing/2014/main" id="{D0465159-D007-4458-AF31-A951BD56D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905" name="Rectangle 120">
              <a:extLst>
                <a:ext uri="{FF2B5EF4-FFF2-40B4-BE49-F238E27FC236}">
                  <a16:creationId xmlns:a16="http://schemas.microsoft.com/office/drawing/2014/main" id="{40F63461-09B2-428B-BDFA-A0FBBF113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906" name="Rectangle 122">
              <a:extLst>
                <a:ext uri="{FF2B5EF4-FFF2-40B4-BE49-F238E27FC236}">
                  <a16:creationId xmlns:a16="http://schemas.microsoft.com/office/drawing/2014/main" id="{5A1CEF2C-2689-4CA2-BBB1-DF051A288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907" name="Rectangle 123">
              <a:extLst>
                <a:ext uri="{FF2B5EF4-FFF2-40B4-BE49-F238E27FC236}">
                  <a16:creationId xmlns:a16="http://schemas.microsoft.com/office/drawing/2014/main" id="{53D12076-193A-44D0-8E14-88645AFAB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908" name="Rectangle 125">
              <a:extLst>
                <a:ext uri="{FF2B5EF4-FFF2-40B4-BE49-F238E27FC236}">
                  <a16:creationId xmlns:a16="http://schemas.microsoft.com/office/drawing/2014/main" id="{29EF64F0-5A05-4226-9240-F4E705772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909" name="Rectangle 128">
              <a:extLst>
                <a:ext uri="{FF2B5EF4-FFF2-40B4-BE49-F238E27FC236}">
                  <a16:creationId xmlns:a16="http://schemas.microsoft.com/office/drawing/2014/main" id="{B490FBA1-8095-4424-B868-51DFA954B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910" name="Rectangle 130">
              <a:extLst>
                <a:ext uri="{FF2B5EF4-FFF2-40B4-BE49-F238E27FC236}">
                  <a16:creationId xmlns:a16="http://schemas.microsoft.com/office/drawing/2014/main" id="{589967ED-6D88-4BA6-B4C0-4E48E957B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911" name="Rectangle 131">
              <a:extLst>
                <a:ext uri="{FF2B5EF4-FFF2-40B4-BE49-F238E27FC236}">
                  <a16:creationId xmlns:a16="http://schemas.microsoft.com/office/drawing/2014/main" id="{526E52B3-64E7-41D0-ACA9-504B8E9CD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912" name="Rectangle 133">
              <a:extLst>
                <a:ext uri="{FF2B5EF4-FFF2-40B4-BE49-F238E27FC236}">
                  <a16:creationId xmlns:a16="http://schemas.microsoft.com/office/drawing/2014/main" id="{29F33C8E-252A-46FF-8903-12DA9CC8F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913" name="Rectangle 136">
              <a:extLst>
                <a:ext uri="{FF2B5EF4-FFF2-40B4-BE49-F238E27FC236}">
                  <a16:creationId xmlns:a16="http://schemas.microsoft.com/office/drawing/2014/main" id="{0D9A30DE-36D6-4E7C-A7D4-3EF3D427E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914" name="Rectangle 138">
              <a:extLst>
                <a:ext uri="{FF2B5EF4-FFF2-40B4-BE49-F238E27FC236}">
                  <a16:creationId xmlns:a16="http://schemas.microsoft.com/office/drawing/2014/main" id="{43BD636A-DF01-4C6F-A349-4C7CFC400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915" name="Rectangle 139">
              <a:extLst>
                <a:ext uri="{FF2B5EF4-FFF2-40B4-BE49-F238E27FC236}">
                  <a16:creationId xmlns:a16="http://schemas.microsoft.com/office/drawing/2014/main" id="{A8F7BB3F-C464-45A5-A6B5-4F26D1EF4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8786" name="Group 69">
            <a:extLst>
              <a:ext uri="{FF2B5EF4-FFF2-40B4-BE49-F238E27FC236}">
                <a16:creationId xmlns:a16="http://schemas.microsoft.com/office/drawing/2014/main" id="{74BCDE0B-B63E-4D85-9694-E1A21D9FDEB8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18797" name="Rectangle 4">
              <a:extLst>
                <a:ext uri="{FF2B5EF4-FFF2-40B4-BE49-F238E27FC236}">
                  <a16:creationId xmlns:a16="http://schemas.microsoft.com/office/drawing/2014/main" id="{9E840104-33E9-4FAA-B645-AE35095ED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798" name="Rectangle 5">
              <a:extLst>
                <a:ext uri="{FF2B5EF4-FFF2-40B4-BE49-F238E27FC236}">
                  <a16:creationId xmlns:a16="http://schemas.microsoft.com/office/drawing/2014/main" id="{659C5F38-EE81-42C6-9BAC-36228914F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799" name="Rectangle 6">
              <a:extLst>
                <a:ext uri="{FF2B5EF4-FFF2-40B4-BE49-F238E27FC236}">
                  <a16:creationId xmlns:a16="http://schemas.microsoft.com/office/drawing/2014/main" id="{BE3B164B-639D-4B12-8CD8-69A491D49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00" name="Rectangle 7">
              <a:extLst>
                <a:ext uri="{FF2B5EF4-FFF2-40B4-BE49-F238E27FC236}">
                  <a16:creationId xmlns:a16="http://schemas.microsoft.com/office/drawing/2014/main" id="{3DBAFF77-70E5-43BC-8D3A-D982E0571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01" name="Rectangle 8">
              <a:extLst>
                <a:ext uri="{FF2B5EF4-FFF2-40B4-BE49-F238E27FC236}">
                  <a16:creationId xmlns:a16="http://schemas.microsoft.com/office/drawing/2014/main" id="{E908A94F-A41B-4BBC-97CB-DB32FBC50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02" name="Rectangle 9">
              <a:extLst>
                <a:ext uri="{FF2B5EF4-FFF2-40B4-BE49-F238E27FC236}">
                  <a16:creationId xmlns:a16="http://schemas.microsoft.com/office/drawing/2014/main" id="{2F7C2897-21E1-45BE-AC8C-EA6BA990A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03" name="Rectangle 10">
              <a:extLst>
                <a:ext uri="{FF2B5EF4-FFF2-40B4-BE49-F238E27FC236}">
                  <a16:creationId xmlns:a16="http://schemas.microsoft.com/office/drawing/2014/main" id="{A1B0A05B-BA9C-403C-A495-1A1B81B22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04" name="Rectangle 11">
              <a:extLst>
                <a:ext uri="{FF2B5EF4-FFF2-40B4-BE49-F238E27FC236}">
                  <a16:creationId xmlns:a16="http://schemas.microsoft.com/office/drawing/2014/main" id="{B51E1323-3A47-4E9A-B5B6-692BDF2FFA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05" name="Rectangle 12">
              <a:extLst>
                <a:ext uri="{FF2B5EF4-FFF2-40B4-BE49-F238E27FC236}">
                  <a16:creationId xmlns:a16="http://schemas.microsoft.com/office/drawing/2014/main" id="{3F286B31-A6F5-49AE-9EF4-8128AB68C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06" name="Rectangle 13">
              <a:extLst>
                <a:ext uri="{FF2B5EF4-FFF2-40B4-BE49-F238E27FC236}">
                  <a16:creationId xmlns:a16="http://schemas.microsoft.com/office/drawing/2014/main" id="{A7D5E45A-949B-466F-8F22-C84EDAF4E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07" name="Rectangle 14">
              <a:extLst>
                <a:ext uri="{FF2B5EF4-FFF2-40B4-BE49-F238E27FC236}">
                  <a16:creationId xmlns:a16="http://schemas.microsoft.com/office/drawing/2014/main" id="{0AB18F3B-BEB2-4B9A-9E7E-628BD541B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08" name="Rectangle 15">
              <a:extLst>
                <a:ext uri="{FF2B5EF4-FFF2-40B4-BE49-F238E27FC236}">
                  <a16:creationId xmlns:a16="http://schemas.microsoft.com/office/drawing/2014/main" id="{A4B498BE-6EEC-416A-8F2F-442A48017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09" name="Rectangle 16">
              <a:extLst>
                <a:ext uri="{FF2B5EF4-FFF2-40B4-BE49-F238E27FC236}">
                  <a16:creationId xmlns:a16="http://schemas.microsoft.com/office/drawing/2014/main" id="{FDA45002-087F-48DD-A2CC-C495265FC2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10" name="Rectangle 17">
              <a:extLst>
                <a:ext uri="{FF2B5EF4-FFF2-40B4-BE49-F238E27FC236}">
                  <a16:creationId xmlns:a16="http://schemas.microsoft.com/office/drawing/2014/main" id="{11EA2A47-DBE5-49DE-BC97-19502B6B7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11" name="Rectangle 18">
              <a:extLst>
                <a:ext uri="{FF2B5EF4-FFF2-40B4-BE49-F238E27FC236}">
                  <a16:creationId xmlns:a16="http://schemas.microsoft.com/office/drawing/2014/main" id="{DC72D67B-BA70-462B-964B-5823832DD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12" name="Rectangle 19">
              <a:extLst>
                <a:ext uri="{FF2B5EF4-FFF2-40B4-BE49-F238E27FC236}">
                  <a16:creationId xmlns:a16="http://schemas.microsoft.com/office/drawing/2014/main" id="{7E817E19-97BE-40C3-A8F8-A6CFEE14F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13" name="Rectangle 20">
              <a:extLst>
                <a:ext uri="{FF2B5EF4-FFF2-40B4-BE49-F238E27FC236}">
                  <a16:creationId xmlns:a16="http://schemas.microsoft.com/office/drawing/2014/main" id="{80593D9E-2CAE-4922-8D69-3825B2C0F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14" name="Rectangle 21">
              <a:extLst>
                <a:ext uri="{FF2B5EF4-FFF2-40B4-BE49-F238E27FC236}">
                  <a16:creationId xmlns:a16="http://schemas.microsoft.com/office/drawing/2014/main" id="{96A4307F-45A4-4315-AAF9-2E4214E38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15" name="Rectangle 22">
              <a:extLst>
                <a:ext uri="{FF2B5EF4-FFF2-40B4-BE49-F238E27FC236}">
                  <a16:creationId xmlns:a16="http://schemas.microsoft.com/office/drawing/2014/main" id="{092CC70C-3B10-4C52-A96D-09C9076FA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16" name="Rectangle 23">
              <a:extLst>
                <a:ext uri="{FF2B5EF4-FFF2-40B4-BE49-F238E27FC236}">
                  <a16:creationId xmlns:a16="http://schemas.microsoft.com/office/drawing/2014/main" id="{390C1261-3F90-4D0B-94D6-2C8CF803B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17" name="Rectangle 24">
              <a:extLst>
                <a:ext uri="{FF2B5EF4-FFF2-40B4-BE49-F238E27FC236}">
                  <a16:creationId xmlns:a16="http://schemas.microsoft.com/office/drawing/2014/main" id="{DEA8DA81-D9EA-4461-8CC4-63512C7D4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18" name="Rectangle 25">
              <a:extLst>
                <a:ext uri="{FF2B5EF4-FFF2-40B4-BE49-F238E27FC236}">
                  <a16:creationId xmlns:a16="http://schemas.microsoft.com/office/drawing/2014/main" id="{A854E324-B48F-40B9-B3BF-93CE2FFCF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19" name="Rectangle 26">
              <a:extLst>
                <a:ext uri="{FF2B5EF4-FFF2-40B4-BE49-F238E27FC236}">
                  <a16:creationId xmlns:a16="http://schemas.microsoft.com/office/drawing/2014/main" id="{52D67E99-CC23-4CD6-BD7B-10BC3B8CE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20" name="Rectangle 27">
              <a:extLst>
                <a:ext uri="{FF2B5EF4-FFF2-40B4-BE49-F238E27FC236}">
                  <a16:creationId xmlns:a16="http://schemas.microsoft.com/office/drawing/2014/main" id="{B9BCDD0B-A8CD-4E8A-80AE-0FF91E856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21" name="Rectangle 28">
              <a:extLst>
                <a:ext uri="{FF2B5EF4-FFF2-40B4-BE49-F238E27FC236}">
                  <a16:creationId xmlns:a16="http://schemas.microsoft.com/office/drawing/2014/main" id="{A119D849-FE7D-4854-BC4B-15F8DBC02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22" name="Rectangle 29">
              <a:extLst>
                <a:ext uri="{FF2B5EF4-FFF2-40B4-BE49-F238E27FC236}">
                  <a16:creationId xmlns:a16="http://schemas.microsoft.com/office/drawing/2014/main" id="{F3507237-ADDC-4C99-8AF4-2D20A92BB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23" name="Rectangle 30">
              <a:extLst>
                <a:ext uri="{FF2B5EF4-FFF2-40B4-BE49-F238E27FC236}">
                  <a16:creationId xmlns:a16="http://schemas.microsoft.com/office/drawing/2014/main" id="{6F85B803-6012-41A7-BED9-AC7A60F0B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24" name="Rectangle 31">
              <a:extLst>
                <a:ext uri="{FF2B5EF4-FFF2-40B4-BE49-F238E27FC236}">
                  <a16:creationId xmlns:a16="http://schemas.microsoft.com/office/drawing/2014/main" id="{28B05976-361D-402A-BCDB-50CEE3EF2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25" name="Rectangle 32">
              <a:extLst>
                <a:ext uri="{FF2B5EF4-FFF2-40B4-BE49-F238E27FC236}">
                  <a16:creationId xmlns:a16="http://schemas.microsoft.com/office/drawing/2014/main" id="{4C96B87F-5E04-4B61-B8FC-165428F73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26" name="Rectangle 33">
              <a:extLst>
                <a:ext uri="{FF2B5EF4-FFF2-40B4-BE49-F238E27FC236}">
                  <a16:creationId xmlns:a16="http://schemas.microsoft.com/office/drawing/2014/main" id="{3BD20729-49EF-49A7-900B-61B3C170F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27" name="Rectangle 34">
              <a:extLst>
                <a:ext uri="{FF2B5EF4-FFF2-40B4-BE49-F238E27FC236}">
                  <a16:creationId xmlns:a16="http://schemas.microsoft.com/office/drawing/2014/main" id="{F5A13EF8-8EC2-41F8-B229-E424E8FFD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28" name="Rectangle 35">
              <a:extLst>
                <a:ext uri="{FF2B5EF4-FFF2-40B4-BE49-F238E27FC236}">
                  <a16:creationId xmlns:a16="http://schemas.microsoft.com/office/drawing/2014/main" id="{11F3604F-0141-4020-A0BF-A39FE0F57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29" name="Rectangle 36">
              <a:extLst>
                <a:ext uri="{FF2B5EF4-FFF2-40B4-BE49-F238E27FC236}">
                  <a16:creationId xmlns:a16="http://schemas.microsoft.com/office/drawing/2014/main" id="{F43B4B0B-A166-4EE4-8ACE-037283B28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30" name="Rectangle 37">
              <a:extLst>
                <a:ext uri="{FF2B5EF4-FFF2-40B4-BE49-F238E27FC236}">
                  <a16:creationId xmlns:a16="http://schemas.microsoft.com/office/drawing/2014/main" id="{E102FE10-C714-4668-9A67-3FE5D5490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31" name="Rectangle 38">
              <a:extLst>
                <a:ext uri="{FF2B5EF4-FFF2-40B4-BE49-F238E27FC236}">
                  <a16:creationId xmlns:a16="http://schemas.microsoft.com/office/drawing/2014/main" id="{E6FF77FF-A326-4141-AFAA-1AC7FE9EB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32" name="Rectangle 39">
              <a:extLst>
                <a:ext uri="{FF2B5EF4-FFF2-40B4-BE49-F238E27FC236}">
                  <a16:creationId xmlns:a16="http://schemas.microsoft.com/office/drawing/2014/main" id="{EDD0CC6E-5731-4BF2-83F1-D069F79BF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33" name="Rectangle 40">
              <a:extLst>
                <a:ext uri="{FF2B5EF4-FFF2-40B4-BE49-F238E27FC236}">
                  <a16:creationId xmlns:a16="http://schemas.microsoft.com/office/drawing/2014/main" id="{8A5FFC08-2E4D-4F35-B0B5-9440955E5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34" name="Rectangle 41">
              <a:extLst>
                <a:ext uri="{FF2B5EF4-FFF2-40B4-BE49-F238E27FC236}">
                  <a16:creationId xmlns:a16="http://schemas.microsoft.com/office/drawing/2014/main" id="{0BCC9842-B384-4A1A-AA78-FFD0BC926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35" name="Rectangle 42">
              <a:extLst>
                <a:ext uri="{FF2B5EF4-FFF2-40B4-BE49-F238E27FC236}">
                  <a16:creationId xmlns:a16="http://schemas.microsoft.com/office/drawing/2014/main" id="{AF910934-1A32-452D-9C43-ABF3BFEBD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36" name="Rectangle 43">
              <a:extLst>
                <a:ext uri="{FF2B5EF4-FFF2-40B4-BE49-F238E27FC236}">
                  <a16:creationId xmlns:a16="http://schemas.microsoft.com/office/drawing/2014/main" id="{C4BE0038-9CC7-46F0-8A45-276D63071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37" name="Rectangle 44">
              <a:extLst>
                <a:ext uri="{FF2B5EF4-FFF2-40B4-BE49-F238E27FC236}">
                  <a16:creationId xmlns:a16="http://schemas.microsoft.com/office/drawing/2014/main" id="{B605428E-14B1-4244-A822-2DBAC5ED5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38" name="Rectangle 45">
              <a:extLst>
                <a:ext uri="{FF2B5EF4-FFF2-40B4-BE49-F238E27FC236}">
                  <a16:creationId xmlns:a16="http://schemas.microsoft.com/office/drawing/2014/main" id="{0C9986C6-A3C3-4935-9A8B-EEC5F9FD1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39" name="Rectangle 46">
              <a:extLst>
                <a:ext uri="{FF2B5EF4-FFF2-40B4-BE49-F238E27FC236}">
                  <a16:creationId xmlns:a16="http://schemas.microsoft.com/office/drawing/2014/main" id="{BA74054C-116A-4B8A-B12B-8F2F87EED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40" name="Rectangle 47">
              <a:extLst>
                <a:ext uri="{FF2B5EF4-FFF2-40B4-BE49-F238E27FC236}">
                  <a16:creationId xmlns:a16="http://schemas.microsoft.com/office/drawing/2014/main" id="{E4735D01-8D4A-4D9C-9D8C-5F92944C6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41" name="Rectangle 48">
              <a:extLst>
                <a:ext uri="{FF2B5EF4-FFF2-40B4-BE49-F238E27FC236}">
                  <a16:creationId xmlns:a16="http://schemas.microsoft.com/office/drawing/2014/main" id="{8215A02A-1990-4E5F-BB95-A98F7A8AB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42" name="Rectangle 49">
              <a:extLst>
                <a:ext uri="{FF2B5EF4-FFF2-40B4-BE49-F238E27FC236}">
                  <a16:creationId xmlns:a16="http://schemas.microsoft.com/office/drawing/2014/main" id="{A0F50F08-88C1-4A8A-AF39-AD97085F3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43" name="Rectangle 50">
              <a:extLst>
                <a:ext uri="{FF2B5EF4-FFF2-40B4-BE49-F238E27FC236}">
                  <a16:creationId xmlns:a16="http://schemas.microsoft.com/office/drawing/2014/main" id="{6485D877-42CD-4900-84E9-810AA210F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44" name="Rectangle 51">
              <a:extLst>
                <a:ext uri="{FF2B5EF4-FFF2-40B4-BE49-F238E27FC236}">
                  <a16:creationId xmlns:a16="http://schemas.microsoft.com/office/drawing/2014/main" id="{1B01D4B0-AACA-48BA-9823-DDCD23039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45" name="Rectangle 52">
              <a:extLst>
                <a:ext uri="{FF2B5EF4-FFF2-40B4-BE49-F238E27FC236}">
                  <a16:creationId xmlns:a16="http://schemas.microsoft.com/office/drawing/2014/main" id="{7806C19C-BFC9-44C5-A6C7-40C065B36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46" name="Rectangle 53">
              <a:extLst>
                <a:ext uri="{FF2B5EF4-FFF2-40B4-BE49-F238E27FC236}">
                  <a16:creationId xmlns:a16="http://schemas.microsoft.com/office/drawing/2014/main" id="{0C6330DB-E9F3-45F7-A395-14769925E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47" name="Rectangle 54">
              <a:extLst>
                <a:ext uri="{FF2B5EF4-FFF2-40B4-BE49-F238E27FC236}">
                  <a16:creationId xmlns:a16="http://schemas.microsoft.com/office/drawing/2014/main" id="{966EA38C-ECDD-445D-B754-B6B21A977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48" name="Rectangle 55">
              <a:extLst>
                <a:ext uri="{FF2B5EF4-FFF2-40B4-BE49-F238E27FC236}">
                  <a16:creationId xmlns:a16="http://schemas.microsoft.com/office/drawing/2014/main" id="{7A7FF8EE-267B-483E-8B4C-983D8E197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49" name="Rectangle 56">
              <a:extLst>
                <a:ext uri="{FF2B5EF4-FFF2-40B4-BE49-F238E27FC236}">
                  <a16:creationId xmlns:a16="http://schemas.microsoft.com/office/drawing/2014/main" id="{634B6BFA-AFE3-40FF-9FDA-576296025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50" name="Rectangle 57">
              <a:extLst>
                <a:ext uri="{FF2B5EF4-FFF2-40B4-BE49-F238E27FC236}">
                  <a16:creationId xmlns:a16="http://schemas.microsoft.com/office/drawing/2014/main" id="{5C919B1C-AFC1-4D45-9C12-AB32A94CD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51" name="Rectangle 58">
              <a:extLst>
                <a:ext uri="{FF2B5EF4-FFF2-40B4-BE49-F238E27FC236}">
                  <a16:creationId xmlns:a16="http://schemas.microsoft.com/office/drawing/2014/main" id="{3E384483-A2C6-4E16-974E-4920822B1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52" name="Rectangle 59">
              <a:extLst>
                <a:ext uri="{FF2B5EF4-FFF2-40B4-BE49-F238E27FC236}">
                  <a16:creationId xmlns:a16="http://schemas.microsoft.com/office/drawing/2014/main" id="{74638006-9211-4C8E-9BFF-6734B9F7B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53" name="Rectangle 60">
              <a:extLst>
                <a:ext uri="{FF2B5EF4-FFF2-40B4-BE49-F238E27FC236}">
                  <a16:creationId xmlns:a16="http://schemas.microsoft.com/office/drawing/2014/main" id="{11D79AAC-C363-4825-9A21-C94266299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54" name="Rectangle 61">
              <a:extLst>
                <a:ext uri="{FF2B5EF4-FFF2-40B4-BE49-F238E27FC236}">
                  <a16:creationId xmlns:a16="http://schemas.microsoft.com/office/drawing/2014/main" id="{B88D7D30-F8E0-44E9-B0AD-F23EE3E59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55" name="Rectangle 62">
              <a:extLst>
                <a:ext uri="{FF2B5EF4-FFF2-40B4-BE49-F238E27FC236}">
                  <a16:creationId xmlns:a16="http://schemas.microsoft.com/office/drawing/2014/main" id="{95377358-399C-4330-AD7E-B962032DA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56" name="Rectangle 63">
              <a:extLst>
                <a:ext uri="{FF2B5EF4-FFF2-40B4-BE49-F238E27FC236}">
                  <a16:creationId xmlns:a16="http://schemas.microsoft.com/office/drawing/2014/main" id="{47A3A8AE-DF16-493A-93D1-D48F3ABB3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57" name="Rectangle 64">
              <a:extLst>
                <a:ext uri="{FF2B5EF4-FFF2-40B4-BE49-F238E27FC236}">
                  <a16:creationId xmlns:a16="http://schemas.microsoft.com/office/drawing/2014/main" id="{B174419C-8304-4D14-AC57-2F5EEEC84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58" name="Rectangle 65">
              <a:extLst>
                <a:ext uri="{FF2B5EF4-FFF2-40B4-BE49-F238E27FC236}">
                  <a16:creationId xmlns:a16="http://schemas.microsoft.com/office/drawing/2014/main" id="{B6C5B593-A8B1-43A6-9462-2ABF38437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59" name="Rectangle 66">
              <a:extLst>
                <a:ext uri="{FF2B5EF4-FFF2-40B4-BE49-F238E27FC236}">
                  <a16:creationId xmlns:a16="http://schemas.microsoft.com/office/drawing/2014/main" id="{641ACF7E-443E-46C7-9518-FFD59B395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60" name="Rectangle 67">
              <a:extLst>
                <a:ext uri="{FF2B5EF4-FFF2-40B4-BE49-F238E27FC236}">
                  <a16:creationId xmlns:a16="http://schemas.microsoft.com/office/drawing/2014/main" id="{2CCA369A-A32C-4FE9-A9CB-0E7F92BC0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61" name="Rectangle 68">
              <a:extLst>
                <a:ext uri="{FF2B5EF4-FFF2-40B4-BE49-F238E27FC236}">
                  <a16:creationId xmlns:a16="http://schemas.microsoft.com/office/drawing/2014/main" id="{E4E55ADD-4FA5-4871-AFAE-52C0BCE62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62" name="Rectangle 69">
              <a:extLst>
                <a:ext uri="{FF2B5EF4-FFF2-40B4-BE49-F238E27FC236}">
                  <a16:creationId xmlns:a16="http://schemas.microsoft.com/office/drawing/2014/main" id="{D3EE1C6B-1B2B-4EB6-8BEA-FAC81E2C1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63" name="Rectangle 70">
              <a:extLst>
                <a:ext uri="{FF2B5EF4-FFF2-40B4-BE49-F238E27FC236}">
                  <a16:creationId xmlns:a16="http://schemas.microsoft.com/office/drawing/2014/main" id="{1A480494-1DDF-4820-A977-A20E4CD43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64" name="Rectangle 71">
              <a:extLst>
                <a:ext uri="{FF2B5EF4-FFF2-40B4-BE49-F238E27FC236}">
                  <a16:creationId xmlns:a16="http://schemas.microsoft.com/office/drawing/2014/main" id="{4471F9D0-D5D8-4C64-9C02-210FAF8DB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65" name="Rectangle 72">
              <a:extLst>
                <a:ext uri="{FF2B5EF4-FFF2-40B4-BE49-F238E27FC236}">
                  <a16:creationId xmlns:a16="http://schemas.microsoft.com/office/drawing/2014/main" id="{0C11CBD0-49D0-4BCA-9B55-50AA9FFBF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66" name="Rectangle 73">
              <a:extLst>
                <a:ext uri="{FF2B5EF4-FFF2-40B4-BE49-F238E27FC236}">
                  <a16:creationId xmlns:a16="http://schemas.microsoft.com/office/drawing/2014/main" id="{2D57D201-2CFD-4201-AADF-17B30E2DA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67" name="Rectangle 74">
              <a:extLst>
                <a:ext uri="{FF2B5EF4-FFF2-40B4-BE49-F238E27FC236}">
                  <a16:creationId xmlns:a16="http://schemas.microsoft.com/office/drawing/2014/main" id="{F5354503-2DF1-4A99-952C-8B325B55D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68" name="Rectangle 75">
              <a:extLst>
                <a:ext uri="{FF2B5EF4-FFF2-40B4-BE49-F238E27FC236}">
                  <a16:creationId xmlns:a16="http://schemas.microsoft.com/office/drawing/2014/main" id="{57ACB77C-00A8-411B-BB0B-261FADAED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69" name="Rectangle 76">
              <a:extLst>
                <a:ext uri="{FF2B5EF4-FFF2-40B4-BE49-F238E27FC236}">
                  <a16:creationId xmlns:a16="http://schemas.microsoft.com/office/drawing/2014/main" id="{9F87A729-E210-4C40-8AAB-0D22F8CD1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70" name="Rectangle 77">
              <a:extLst>
                <a:ext uri="{FF2B5EF4-FFF2-40B4-BE49-F238E27FC236}">
                  <a16:creationId xmlns:a16="http://schemas.microsoft.com/office/drawing/2014/main" id="{F5EB25AF-89D6-49FB-8CC2-80BB58E3A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71" name="Rectangle 78">
              <a:extLst>
                <a:ext uri="{FF2B5EF4-FFF2-40B4-BE49-F238E27FC236}">
                  <a16:creationId xmlns:a16="http://schemas.microsoft.com/office/drawing/2014/main" id="{36D72CE5-3789-4755-B402-4CB442D3F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72" name="Rectangle 79">
              <a:extLst>
                <a:ext uri="{FF2B5EF4-FFF2-40B4-BE49-F238E27FC236}">
                  <a16:creationId xmlns:a16="http://schemas.microsoft.com/office/drawing/2014/main" id="{4763A88C-0743-430A-AE42-0B98899AB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73" name="Rectangle 80">
              <a:extLst>
                <a:ext uri="{FF2B5EF4-FFF2-40B4-BE49-F238E27FC236}">
                  <a16:creationId xmlns:a16="http://schemas.microsoft.com/office/drawing/2014/main" id="{14878749-895B-42B9-8296-1D69CD08A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74" name="Rectangle 81">
              <a:extLst>
                <a:ext uri="{FF2B5EF4-FFF2-40B4-BE49-F238E27FC236}">
                  <a16:creationId xmlns:a16="http://schemas.microsoft.com/office/drawing/2014/main" id="{DE82ADC3-3257-4056-9031-6A1D871ED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75" name="Rectangle 82">
              <a:extLst>
                <a:ext uri="{FF2B5EF4-FFF2-40B4-BE49-F238E27FC236}">
                  <a16:creationId xmlns:a16="http://schemas.microsoft.com/office/drawing/2014/main" id="{E2D4926D-DF63-4726-8A50-CA9983148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876" name="Rectangle 83">
              <a:extLst>
                <a:ext uri="{FF2B5EF4-FFF2-40B4-BE49-F238E27FC236}">
                  <a16:creationId xmlns:a16="http://schemas.microsoft.com/office/drawing/2014/main" id="{0FED75EB-0113-48C9-A9F2-E74E83C2A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8787" name="Rectangle 2">
            <a:extLst>
              <a:ext uri="{FF2B5EF4-FFF2-40B4-BE49-F238E27FC236}">
                <a16:creationId xmlns:a16="http://schemas.microsoft.com/office/drawing/2014/main" id="{6E53C0B1-D79B-4F43-A6F8-19567536F8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18788" name="Rectangle 110">
            <a:extLst>
              <a:ext uri="{FF2B5EF4-FFF2-40B4-BE49-F238E27FC236}">
                <a16:creationId xmlns:a16="http://schemas.microsoft.com/office/drawing/2014/main" id="{F8918123-CAC4-46AF-9387-E92F0F3E61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8789" name="Rectangle 118">
            <a:extLst>
              <a:ext uri="{FF2B5EF4-FFF2-40B4-BE49-F238E27FC236}">
                <a16:creationId xmlns:a16="http://schemas.microsoft.com/office/drawing/2014/main" id="{BFBB2D56-DDED-4F97-AED9-0C3ADF3D1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8790" name="Rectangle 126">
            <a:extLst>
              <a:ext uri="{FF2B5EF4-FFF2-40B4-BE49-F238E27FC236}">
                <a16:creationId xmlns:a16="http://schemas.microsoft.com/office/drawing/2014/main" id="{3CA088CF-42AA-40CE-BCC0-B173AB1C58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8791" name="Rectangle 134">
            <a:extLst>
              <a:ext uri="{FF2B5EF4-FFF2-40B4-BE49-F238E27FC236}">
                <a16:creationId xmlns:a16="http://schemas.microsoft.com/office/drawing/2014/main" id="{228766B1-EAC9-428C-8D18-1B4EE881CF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8792" name="TextBox 155">
            <a:extLst>
              <a:ext uri="{FF2B5EF4-FFF2-40B4-BE49-F238E27FC236}">
                <a16:creationId xmlns:a16="http://schemas.microsoft.com/office/drawing/2014/main" id="{D873FE0B-F187-4909-B2BB-921C7D0836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8" y="4964113"/>
            <a:ext cx="3405187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This step is easy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(map 2-bit numbers to 4 letters)</a:t>
            </a:r>
          </a:p>
        </p:txBody>
      </p:sp>
      <p:cxnSp>
        <p:nvCxnSpPr>
          <p:cNvPr id="118793" name="Straight Arrow Connector 156">
            <a:extLst>
              <a:ext uri="{FF2B5EF4-FFF2-40B4-BE49-F238E27FC236}">
                <a16:creationId xmlns:a16="http://schemas.microsoft.com/office/drawing/2014/main" id="{9710B9BC-CFB4-4072-99E9-297F8411243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990600" y="2971800"/>
            <a:ext cx="3657600" cy="228600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8794" name="Straight Arrow Connector 157">
            <a:extLst>
              <a:ext uri="{FF2B5EF4-FFF2-40B4-BE49-F238E27FC236}">
                <a16:creationId xmlns:a16="http://schemas.microsoft.com/office/drawing/2014/main" id="{54C2208B-73D9-4AC3-ADD1-A67216CAAF35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989013" y="3265488"/>
            <a:ext cx="3657600" cy="227012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8795" name="Straight Arrow Connector 158">
            <a:extLst>
              <a:ext uri="{FF2B5EF4-FFF2-40B4-BE49-F238E27FC236}">
                <a16:creationId xmlns:a16="http://schemas.microsoft.com/office/drawing/2014/main" id="{76A525D9-ED8D-452B-9EC2-2E881A427AB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987425" y="3571875"/>
            <a:ext cx="3657600" cy="227013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8796" name="Straight Arrow Connector 159">
            <a:extLst>
              <a:ext uri="{FF2B5EF4-FFF2-40B4-BE49-F238E27FC236}">
                <a16:creationId xmlns:a16="http://schemas.microsoft.com/office/drawing/2014/main" id="{EAFC3B74-C9BB-4E73-B120-0A28B8354CE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973138" y="3865563"/>
            <a:ext cx="3657600" cy="227012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809" name="Group 13">
            <a:extLst>
              <a:ext uri="{FF2B5EF4-FFF2-40B4-BE49-F238E27FC236}">
                <a16:creationId xmlns:a16="http://schemas.microsoft.com/office/drawing/2014/main" id="{9CA30F59-9374-4264-8449-89FBF9A06A57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19905" name="Rectangle 85">
              <a:extLst>
                <a:ext uri="{FF2B5EF4-FFF2-40B4-BE49-F238E27FC236}">
                  <a16:creationId xmlns:a16="http://schemas.microsoft.com/office/drawing/2014/main" id="{06E7F833-52E7-46DA-8C85-42CE9E2E3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06" name="Rectangle 86">
              <a:extLst>
                <a:ext uri="{FF2B5EF4-FFF2-40B4-BE49-F238E27FC236}">
                  <a16:creationId xmlns:a16="http://schemas.microsoft.com/office/drawing/2014/main" id="{655F2D9B-ECA9-441A-BF25-ED0696326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07" name="Rectangle 88">
              <a:extLst>
                <a:ext uri="{FF2B5EF4-FFF2-40B4-BE49-F238E27FC236}">
                  <a16:creationId xmlns:a16="http://schemas.microsoft.com/office/drawing/2014/main" id="{FFC76CC9-C303-410B-99DA-75FF9EBCB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08" name="Rectangle 89">
              <a:extLst>
                <a:ext uri="{FF2B5EF4-FFF2-40B4-BE49-F238E27FC236}">
                  <a16:creationId xmlns:a16="http://schemas.microsoft.com/office/drawing/2014/main" id="{C19D5BB1-6BCC-44B2-9769-398548EB8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09" name="Rectangle 90">
              <a:extLst>
                <a:ext uri="{FF2B5EF4-FFF2-40B4-BE49-F238E27FC236}">
                  <a16:creationId xmlns:a16="http://schemas.microsoft.com/office/drawing/2014/main" id="{9D22B8D5-163C-4DC2-B154-DB8D90876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10" name="Rectangle 91">
              <a:extLst>
                <a:ext uri="{FF2B5EF4-FFF2-40B4-BE49-F238E27FC236}">
                  <a16:creationId xmlns:a16="http://schemas.microsoft.com/office/drawing/2014/main" id="{01544F0E-4FDF-4B75-B76F-1D135227C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11" name="Rectangle 92">
              <a:extLst>
                <a:ext uri="{FF2B5EF4-FFF2-40B4-BE49-F238E27FC236}">
                  <a16:creationId xmlns:a16="http://schemas.microsoft.com/office/drawing/2014/main" id="{14312E86-DACB-454A-B183-DB21A8A4B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12" name="Rectangle 93">
              <a:extLst>
                <a:ext uri="{FF2B5EF4-FFF2-40B4-BE49-F238E27FC236}">
                  <a16:creationId xmlns:a16="http://schemas.microsoft.com/office/drawing/2014/main" id="{65602C63-B0F0-429B-9455-7F2261676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13" name="Rectangle 94">
              <a:extLst>
                <a:ext uri="{FF2B5EF4-FFF2-40B4-BE49-F238E27FC236}">
                  <a16:creationId xmlns:a16="http://schemas.microsoft.com/office/drawing/2014/main" id="{75DC32D2-88A6-4C33-8A32-E87FB3B20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14" name="Rectangle 95">
              <a:extLst>
                <a:ext uri="{FF2B5EF4-FFF2-40B4-BE49-F238E27FC236}">
                  <a16:creationId xmlns:a16="http://schemas.microsoft.com/office/drawing/2014/main" id="{706325FC-6A59-45DB-BB8A-810D86EA9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15" name="Rectangle 96">
              <a:extLst>
                <a:ext uri="{FF2B5EF4-FFF2-40B4-BE49-F238E27FC236}">
                  <a16:creationId xmlns:a16="http://schemas.microsoft.com/office/drawing/2014/main" id="{69243FC9-BFF1-485A-BE92-001811FE7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16" name="Rectangle 97">
              <a:extLst>
                <a:ext uri="{FF2B5EF4-FFF2-40B4-BE49-F238E27FC236}">
                  <a16:creationId xmlns:a16="http://schemas.microsoft.com/office/drawing/2014/main" id="{CD6721A8-5D86-41BD-AE3E-B6405797D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17" name="Rectangle 98">
              <a:extLst>
                <a:ext uri="{FF2B5EF4-FFF2-40B4-BE49-F238E27FC236}">
                  <a16:creationId xmlns:a16="http://schemas.microsoft.com/office/drawing/2014/main" id="{9C18D7F7-1520-462B-A9CE-E7678730A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18" name="Rectangle 99">
              <a:extLst>
                <a:ext uri="{FF2B5EF4-FFF2-40B4-BE49-F238E27FC236}">
                  <a16:creationId xmlns:a16="http://schemas.microsoft.com/office/drawing/2014/main" id="{D2A52FD3-7D07-43A4-873F-763652F51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19" name="Rectangle 100">
              <a:extLst>
                <a:ext uri="{FF2B5EF4-FFF2-40B4-BE49-F238E27FC236}">
                  <a16:creationId xmlns:a16="http://schemas.microsoft.com/office/drawing/2014/main" id="{34716898-8BB5-4F8E-ADA3-B80B53666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20" name="Rectangle 101">
              <a:extLst>
                <a:ext uri="{FF2B5EF4-FFF2-40B4-BE49-F238E27FC236}">
                  <a16:creationId xmlns:a16="http://schemas.microsoft.com/office/drawing/2014/main" id="{0101FCD7-ECC5-426E-9629-F604E2B87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21" name="Rectangle 102">
              <a:extLst>
                <a:ext uri="{FF2B5EF4-FFF2-40B4-BE49-F238E27FC236}">
                  <a16:creationId xmlns:a16="http://schemas.microsoft.com/office/drawing/2014/main" id="{3F269846-2DD8-4C4F-9605-F9585031E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22" name="Rectangle 103">
              <a:extLst>
                <a:ext uri="{FF2B5EF4-FFF2-40B4-BE49-F238E27FC236}">
                  <a16:creationId xmlns:a16="http://schemas.microsoft.com/office/drawing/2014/main" id="{A14AE61D-4F9F-43B5-99D9-0875E1ED3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23" name="Rectangle 104">
              <a:extLst>
                <a:ext uri="{FF2B5EF4-FFF2-40B4-BE49-F238E27FC236}">
                  <a16:creationId xmlns:a16="http://schemas.microsoft.com/office/drawing/2014/main" id="{50BBC854-B795-4BEB-B22C-60A056333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24" name="Rectangle 105">
              <a:extLst>
                <a:ext uri="{FF2B5EF4-FFF2-40B4-BE49-F238E27FC236}">
                  <a16:creationId xmlns:a16="http://schemas.microsoft.com/office/drawing/2014/main" id="{905A89C4-4E27-40DC-9035-AD9AAB3A0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25" name="Rectangle 106">
              <a:extLst>
                <a:ext uri="{FF2B5EF4-FFF2-40B4-BE49-F238E27FC236}">
                  <a16:creationId xmlns:a16="http://schemas.microsoft.com/office/drawing/2014/main" id="{E7A8638C-B10C-4FFA-BCAE-8C67D3D30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26" name="Rectangle 107">
              <a:extLst>
                <a:ext uri="{FF2B5EF4-FFF2-40B4-BE49-F238E27FC236}">
                  <a16:creationId xmlns:a16="http://schemas.microsoft.com/office/drawing/2014/main" id="{C9168394-2F32-4C3F-8EC0-7A57D8DC7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27" name="Rectangle 108">
              <a:extLst>
                <a:ext uri="{FF2B5EF4-FFF2-40B4-BE49-F238E27FC236}">
                  <a16:creationId xmlns:a16="http://schemas.microsoft.com/office/drawing/2014/main" id="{7740D69A-8170-4CCB-A56B-11E5DF3E6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28" name="Rectangle 109">
              <a:extLst>
                <a:ext uri="{FF2B5EF4-FFF2-40B4-BE49-F238E27FC236}">
                  <a16:creationId xmlns:a16="http://schemas.microsoft.com/office/drawing/2014/main" id="{20D189CD-7799-4EF2-A23E-6664D2D36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29" name="Rectangle 112">
              <a:extLst>
                <a:ext uri="{FF2B5EF4-FFF2-40B4-BE49-F238E27FC236}">
                  <a16:creationId xmlns:a16="http://schemas.microsoft.com/office/drawing/2014/main" id="{A0EE3166-F354-453C-949E-4B2B7374A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30" name="Rectangle 114">
              <a:extLst>
                <a:ext uri="{FF2B5EF4-FFF2-40B4-BE49-F238E27FC236}">
                  <a16:creationId xmlns:a16="http://schemas.microsoft.com/office/drawing/2014/main" id="{06E30AEB-CF5E-41C1-999C-280ED73AF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31" name="Rectangle 115">
              <a:extLst>
                <a:ext uri="{FF2B5EF4-FFF2-40B4-BE49-F238E27FC236}">
                  <a16:creationId xmlns:a16="http://schemas.microsoft.com/office/drawing/2014/main" id="{6C778A6A-BA6C-48CF-932F-71931B18A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32" name="Rectangle 117">
              <a:extLst>
                <a:ext uri="{FF2B5EF4-FFF2-40B4-BE49-F238E27FC236}">
                  <a16:creationId xmlns:a16="http://schemas.microsoft.com/office/drawing/2014/main" id="{00C58E3F-0E29-4B24-9FBC-56AAF4129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33" name="Rectangle 120">
              <a:extLst>
                <a:ext uri="{FF2B5EF4-FFF2-40B4-BE49-F238E27FC236}">
                  <a16:creationId xmlns:a16="http://schemas.microsoft.com/office/drawing/2014/main" id="{753EB417-9163-4D4D-87ED-E81105186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34" name="Rectangle 122">
              <a:extLst>
                <a:ext uri="{FF2B5EF4-FFF2-40B4-BE49-F238E27FC236}">
                  <a16:creationId xmlns:a16="http://schemas.microsoft.com/office/drawing/2014/main" id="{47C5D9BD-9AD8-430F-85C7-37C4BB6C2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35" name="Rectangle 123">
              <a:extLst>
                <a:ext uri="{FF2B5EF4-FFF2-40B4-BE49-F238E27FC236}">
                  <a16:creationId xmlns:a16="http://schemas.microsoft.com/office/drawing/2014/main" id="{7C0084AB-C275-4595-80C0-967B3CE28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36" name="Rectangle 125">
              <a:extLst>
                <a:ext uri="{FF2B5EF4-FFF2-40B4-BE49-F238E27FC236}">
                  <a16:creationId xmlns:a16="http://schemas.microsoft.com/office/drawing/2014/main" id="{3E984660-FB1E-4812-9449-2A4C4FAB5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37" name="Rectangle 128">
              <a:extLst>
                <a:ext uri="{FF2B5EF4-FFF2-40B4-BE49-F238E27FC236}">
                  <a16:creationId xmlns:a16="http://schemas.microsoft.com/office/drawing/2014/main" id="{05EFE37C-F939-4FBF-AD3B-7DEEB5B1D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38" name="Rectangle 130">
              <a:extLst>
                <a:ext uri="{FF2B5EF4-FFF2-40B4-BE49-F238E27FC236}">
                  <a16:creationId xmlns:a16="http://schemas.microsoft.com/office/drawing/2014/main" id="{78DCB301-F931-4FA2-8A54-5326016D3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39" name="Rectangle 131">
              <a:extLst>
                <a:ext uri="{FF2B5EF4-FFF2-40B4-BE49-F238E27FC236}">
                  <a16:creationId xmlns:a16="http://schemas.microsoft.com/office/drawing/2014/main" id="{11E5038F-8E0D-4411-8DFF-E92FB6FDD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40" name="Rectangle 133">
              <a:extLst>
                <a:ext uri="{FF2B5EF4-FFF2-40B4-BE49-F238E27FC236}">
                  <a16:creationId xmlns:a16="http://schemas.microsoft.com/office/drawing/2014/main" id="{A0E00762-870C-4589-92B0-BC2228774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41" name="Rectangle 136">
              <a:extLst>
                <a:ext uri="{FF2B5EF4-FFF2-40B4-BE49-F238E27FC236}">
                  <a16:creationId xmlns:a16="http://schemas.microsoft.com/office/drawing/2014/main" id="{4925F54C-74D0-4985-A3F5-EC92CCAFC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42" name="Rectangle 138">
              <a:extLst>
                <a:ext uri="{FF2B5EF4-FFF2-40B4-BE49-F238E27FC236}">
                  <a16:creationId xmlns:a16="http://schemas.microsoft.com/office/drawing/2014/main" id="{59D31B56-29A3-45F7-8C71-55C68B6C8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43" name="Rectangle 139">
              <a:extLst>
                <a:ext uri="{FF2B5EF4-FFF2-40B4-BE49-F238E27FC236}">
                  <a16:creationId xmlns:a16="http://schemas.microsoft.com/office/drawing/2014/main" id="{8639EA91-04EA-4926-80D4-9F5736855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9810" name="Group 69">
            <a:extLst>
              <a:ext uri="{FF2B5EF4-FFF2-40B4-BE49-F238E27FC236}">
                <a16:creationId xmlns:a16="http://schemas.microsoft.com/office/drawing/2014/main" id="{6F9B0547-5227-42AE-A350-0A9D6362DF84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19825" name="Rectangle 4">
              <a:extLst>
                <a:ext uri="{FF2B5EF4-FFF2-40B4-BE49-F238E27FC236}">
                  <a16:creationId xmlns:a16="http://schemas.microsoft.com/office/drawing/2014/main" id="{9954DD70-243A-4527-B747-A17C733E6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26" name="Rectangle 5">
              <a:extLst>
                <a:ext uri="{FF2B5EF4-FFF2-40B4-BE49-F238E27FC236}">
                  <a16:creationId xmlns:a16="http://schemas.microsoft.com/office/drawing/2014/main" id="{6B7DA599-8598-41C8-BDE0-2AA1D9AEE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27" name="Rectangle 6">
              <a:extLst>
                <a:ext uri="{FF2B5EF4-FFF2-40B4-BE49-F238E27FC236}">
                  <a16:creationId xmlns:a16="http://schemas.microsoft.com/office/drawing/2014/main" id="{804146E9-E64F-4483-97DB-BCEC7F689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28" name="Rectangle 7">
              <a:extLst>
                <a:ext uri="{FF2B5EF4-FFF2-40B4-BE49-F238E27FC236}">
                  <a16:creationId xmlns:a16="http://schemas.microsoft.com/office/drawing/2014/main" id="{6BAE0688-4482-48D4-8A0A-6E6D8D5AB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29" name="Rectangle 8">
              <a:extLst>
                <a:ext uri="{FF2B5EF4-FFF2-40B4-BE49-F238E27FC236}">
                  <a16:creationId xmlns:a16="http://schemas.microsoft.com/office/drawing/2014/main" id="{F9A06BF3-DEF1-42B6-BB07-4E54639E6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30" name="Rectangle 9">
              <a:extLst>
                <a:ext uri="{FF2B5EF4-FFF2-40B4-BE49-F238E27FC236}">
                  <a16:creationId xmlns:a16="http://schemas.microsoft.com/office/drawing/2014/main" id="{080A6B30-FFBA-4828-888F-74A052BB6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31" name="Rectangle 10">
              <a:extLst>
                <a:ext uri="{FF2B5EF4-FFF2-40B4-BE49-F238E27FC236}">
                  <a16:creationId xmlns:a16="http://schemas.microsoft.com/office/drawing/2014/main" id="{370EDBBC-15FA-4EFC-BA65-C8EFAB019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32" name="Rectangle 11">
              <a:extLst>
                <a:ext uri="{FF2B5EF4-FFF2-40B4-BE49-F238E27FC236}">
                  <a16:creationId xmlns:a16="http://schemas.microsoft.com/office/drawing/2014/main" id="{DEDFFF1E-9447-4BDB-BBCB-53FFD9938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33" name="Rectangle 12">
              <a:extLst>
                <a:ext uri="{FF2B5EF4-FFF2-40B4-BE49-F238E27FC236}">
                  <a16:creationId xmlns:a16="http://schemas.microsoft.com/office/drawing/2014/main" id="{FE690D2D-3868-4847-BF40-E989935D9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34" name="Rectangle 13">
              <a:extLst>
                <a:ext uri="{FF2B5EF4-FFF2-40B4-BE49-F238E27FC236}">
                  <a16:creationId xmlns:a16="http://schemas.microsoft.com/office/drawing/2014/main" id="{761E6983-B5E1-4535-B124-CDE32D09E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35" name="Rectangle 14">
              <a:extLst>
                <a:ext uri="{FF2B5EF4-FFF2-40B4-BE49-F238E27FC236}">
                  <a16:creationId xmlns:a16="http://schemas.microsoft.com/office/drawing/2014/main" id="{151CC820-DEE9-4BF9-A48B-1B23A29A2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36" name="Rectangle 15">
              <a:extLst>
                <a:ext uri="{FF2B5EF4-FFF2-40B4-BE49-F238E27FC236}">
                  <a16:creationId xmlns:a16="http://schemas.microsoft.com/office/drawing/2014/main" id="{F119F1F6-FBEB-44B8-AF01-367CB4904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37" name="Rectangle 16">
              <a:extLst>
                <a:ext uri="{FF2B5EF4-FFF2-40B4-BE49-F238E27FC236}">
                  <a16:creationId xmlns:a16="http://schemas.microsoft.com/office/drawing/2014/main" id="{384DD5AC-ED7F-4C0C-819F-FDF02A137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38" name="Rectangle 17">
              <a:extLst>
                <a:ext uri="{FF2B5EF4-FFF2-40B4-BE49-F238E27FC236}">
                  <a16:creationId xmlns:a16="http://schemas.microsoft.com/office/drawing/2014/main" id="{7349F33A-42ED-4509-8D9A-7A70C4BB7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39" name="Rectangle 18">
              <a:extLst>
                <a:ext uri="{FF2B5EF4-FFF2-40B4-BE49-F238E27FC236}">
                  <a16:creationId xmlns:a16="http://schemas.microsoft.com/office/drawing/2014/main" id="{9602E931-8C13-46D0-8D5A-56DCE5B19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40" name="Rectangle 19">
              <a:extLst>
                <a:ext uri="{FF2B5EF4-FFF2-40B4-BE49-F238E27FC236}">
                  <a16:creationId xmlns:a16="http://schemas.microsoft.com/office/drawing/2014/main" id="{500CE4D5-8209-4A39-9A71-CD37FABA0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41" name="Rectangle 20">
              <a:extLst>
                <a:ext uri="{FF2B5EF4-FFF2-40B4-BE49-F238E27FC236}">
                  <a16:creationId xmlns:a16="http://schemas.microsoft.com/office/drawing/2014/main" id="{C2870E54-E19F-43A2-9343-6055BD2BA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42" name="Rectangle 21">
              <a:extLst>
                <a:ext uri="{FF2B5EF4-FFF2-40B4-BE49-F238E27FC236}">
                  <a16:creationId xmlns:a16="http://schemas.microsoft.com/office/drawing/2014/main" id="{7426D356-D7CB-463D-A11B-8C2C6AD24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43" name="Rectangle 22">
              <a:extLst>
                <a:ext uri="{FF2B5EF4-FFF2-40B4-BE49-F238E27FC236}">
                  <a16:creationId xmlns:a16="http://schemas.microsoft.com/office/drawing/2014/main" id="{3F877320-1104-47EA-8123-96DEF7B14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44" name="Rectangle 23">
              <a:extLst>
                <a:ext uri="{FF2B5EF4-FFF2-40B4-BE49-F238E27FC236}">
                  <a16:creationId xmlns:a16="http://schemas.microsoft.com/office/drawing/2014/main" id="{4A6E9D14-F1CB-4E2D-B297-9F704BF1D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45" name="Rectangle 24">
              <a:extLst>
                <a:ext uri="{FF2B5EF4-FFF2-40B4-BE49-F238E27FC236}">
                  <a16:creationId xmlns:a16="http://schemas.microsoft.com/office/drawing/2014/main" id="{11A4C898-F331-432F-9071-926202E80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46" name="Rectangle 25">
              <a:extLst>
                <a:ext uri="{FF2B5EF4-FFF2-40B4-BE49-F238E27FC236}">
                  <a16:creationId xmlns:a16="http://schemas.microsoft.com/office/drawing/2014/main" id="{15E3571E-E5CF-44C8-9821-D6D660C92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47" name="Rectangle 26">
              <a:extLst>
                <a:ext uri="{FF2B5EF4-FFF2-40B4-BE49-F238E27FC236}">
                  <a16:creationId xmlns:a16="http://schemas.microsoft.com/office/drawing/2014/main" id="{073CDAF0-1FF0-4742-9E5C-67278A181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48" name="Rectangle 27">
              <a:extLst>
                <a:ext uri="{FF2B5EF4-FFF2-40B4-BE49-F238E27FC236}">
                  <a16:creationId xmlns:a16="http://schemas.microsoft.com/office/drawing/2014/main" id="{E3DFC89E-ED08-4F03-882A-D0A6AA1E9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49" name="Rectangle 28">
              <a:extLst>
                <a:ext uri="{FF2B5EF4-FFF2-40B4-BE49-F238E27FC236}">
                  <a16:creationId xmlns:a16="http://schemas.microsoft.com/office/drawing/2014/main" id="{11199430-D9C7-43DC-8617-BB6966888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50" name="Rectangle 29">
              <a:extLst>
                <a:ext uri="{FF2B5EF4-FFF2-40B4-BE49-F238E27FC236}">
                  <a16:creationId xmlns:a16="http://schemas.microsoft.com/office/drawing/2014/main" id="{271315F7-9286-4793-9AA5-7F2C00EED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51" name="Rectangle 30">
              <a:extLst>
                <a:ext uri="{FF2B5EF4-FFF2-40B4-BE49-F238E27FC236}">
                  <a16:creationId xmlns:a16="http://schemas.microsoft.com/office/drawing/2014/main" id="{E24CE8FB-0407-4772-B9AE-4C740341F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52" name="Rectangle 31">
              <a:extLst>
                <a:ext uri="{FF2B5EF4-FFF2-40B4-BE49-F238E27FC236}">
                  <a16:creationId xmlns:a16="http://schemas.microsoft.com/office/drawing/2014/main" id="{1B76D6AA-6D2A-4AAC-98CE-4FDD0F57F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53" name="Rectangle 32">
              <a:extLst>
                <a:ext uri="{FF2B5EF4-FFF2-40B4-BE49-F238E27FC236}">
                  <a16:creationId xmlns:a16="http://schemas.microsoft.com/office/drawing/2014/main" id="{40CF234B-3EBE-41B0-8314-3426AB7AE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54" name="Rectangle 33">
              <a:extLst>
                <a:ext uri="{FF2B5EF4-FFF2-40B4-BE49-F238E27FC236}">
                  <a16:creationId xmlns:a16="http://schemas.microsoft.com/office/drawing/2014/main" id="{C25733F3-4491-457D-829F-7607611DE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55" name="Rectangle 34">
              <a:extLst>
                <a:ext uri="{FF2B5EF4-FFF2-40B4-BE49-F238E27FC236}">
                  <a16:creationId xmlns:a16="http://schemas.microsoft.com/office/drawing/2014/main" id="{5BA6AD04-5BD7-44F3-9538-F1D2B0A28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56" name="Rectangle 35">
              <a:extLst>
                <a:ext uri="{FF2B5EF4-FFF2-40B4-BE49-F238E27FC236}">
                  <a16:creationId xmlns:a16="http://schemas.microsoft.com/office/drawing/2014/main" id="{4A354ADD-7AD2-4E8A-BF5B-4ADBBF400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57" name="Rectangle 36">
              <a:extLst>
                <a:ext uri="{FF2B5EF4-FFF2-40B4-BE49-F238E27FC236}">
                  <a16:creationId xmlns:a16="http://schemas.microsoft.com/office/drawing/2014/main" id="{12B1BFF6-2DDD-47E0-A18D-A4647D321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58" name="Rectangle 37">
              <a:extLst>
                <a:ext uri="{FF2B5EF4-FFF2-40B4-BE49-F238E27FC236}">
                  <a16:creationId xmlns:a16="http://schemas.microsoft.com/office/drawing/2014/main" id="{676C1A80-8CEB-4A9F-A25C-3540768B1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59" name="Rectangle 38">
              <a:extLst>
                <a:ext uri="{FF2B5EF4-FFF2-40B4-BE49-F238E27FC236}">
                  <a16:creationId xmlns:a16="http://schemas.microsoft.com/office/drawing/2014/main" id="{8D28B202-91D4-45D3-B6E6-59D5F7D63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60" name="Rectangle 39">
              <a:extLst>
                <a:ext uri="{FF2B5EF4-FFF2-40B4-BE49-F238E27FC236}">
                  <a16:creationId xmlns:a16="http://schemas.microsoft.com/office/drawing/2014/main" id="{798FF8D0-F54A-4601-B42B-43B434536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61" name="Rectangle 40">
              <a:extLst>
                <a:ext uri="{FF2B5EF4-FFF2-40B4-BE49-F238E27FC236}">
                  <a16:creationId xmlns:a16="http://schemas.microsoft.com/office/drawing/2014/main" id="{19BF46A0-EC57-49FF-ACA2-4793CEC70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62" name="Rectangle 41">
              <a:extLst>
                <a:ext uri="{FF2B5EF4-FFF2-40B4-BE49-F238E27FC236}">
                  <a16:creationId xmlns:a16="http://schemas.microsoft.com/office/drawing/2014/main" id="{36D84CE4-D595-48F8-9F85-0908FA5AC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63" name="Rectangle 42">
              <a:extLst>
                <a:ext uri="{FF2B5EF4-FFF2-40B4-BE49-F238E27FC236}">
                  <a16:creationId xmlns:a16="http://schemas.microsoft.com/office/drawing/2014/main" id="{FF42D717-6335-46BD-B864-EDD53C393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64" name="Rectangle 43">
              <a:extLst>
                <a:ext uri="{FF2B5EF4-FFF2-40B4-BE49-F238E27FC236}">
                  <a16:creationId xmlns:a16="http://schemas.microsoft.com/office/drawing/2014/main" id="{914F3D88-799E-4AEE-9732-3580F162F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65" name="Rectangle 44">
              <a:extLst>
                <a:ext uri="{FF2B5EF4-FFF2-40B4-BE49-F238E27FC236}">
                  <a16:creationId xmlns:a16="http://schemas.microsoft.com/office/drawing/2014/main" id="{C2B1D978-E7B1-4556-85D5-BBD2AD6E3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66" name="Rectangle 45">
              <a:extLst>
                <a:ext uri="{FF2B5EF4-FFF2-40B4-BE49-F238E27FC236}">
                  <a16:creationId xmlns:a16="http://schemas.microsoft.com/office/drawing/2014/main" id="{B0F952E0-086C-45A3-BB0B-0DDFC8A5A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67" name="Rectangle 46">
              <a:extLst>
                <a:ext uri="{FF2B5EF4-FFF2-40B4-BE49-F238E27FC236}">
                  <a16:creationId xmlns:a16="http://schemas.microsoft.com/office/drawing/2014/main" id="{52EE1C27-3D3E-4FDC-87F6-9A1AB2A34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68" name="Rectangle 47">
              <a:extLst>
                <a:ext uri="{FF2B5EF4-FFF2-40B4-BE49-F238E27FC236}">
                  <a16:creationId xmlns:a16="http://schemas.microsoft.com/office/drawing/2014/main" id="{47E1274C-ED6F-4BCA-A6DE-F41D3F10F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69" name="Rectangle 48">
              <a:extLst>
                <a:ext uri="{FF2B5EF4-FFF2-40B4-BE49-F238E27FC236}">
                  <a16:creationId xmlns:a16="http://schemas.microsoft.com/office/drawing/2014/main" id="{5DCA7372-DF80-4341-B31B-82A7A70F8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70" name="Rectangle 49">
              <a:extLst>
                <a:ext uri="{FF2B5EF4-FFF2-40B4-BE49-F238E27FC236}">
                  <a16:creationId xmlns:a16="http://schemas.microsoft.com/office/drawing/2014/main" id="{121D6D36-C646-40A5-B8F1-2D9C28789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71" name="Rectangle 50">
              <a:extLst>
                <a:ext uri="{FF2B5EF4-FFF2-40B4-BE49-F238E27FC236}">
                  <a16:creationId xmlns:a16="http://schemas.microsoft.com/office/drawing/2014/main" id="{CD150CC1-CB2A-4C68-A635-63ED7F4A8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72" name="Rectangle 51">
              <a:extLst>
                <a:ext uri="{FF2B5EF4-FFF2-40B4-BE49-F238E27FC236}">
                  <a16:creationId xmlns:a16="http://schemas.microsoft.com/office/drawing/2014/main" id="{40B11F08-1D23-43B4-97EB-43DBAC4B0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73" name="Rectangle 52">
              <a:extLst>
                <a:ext uri="{FF2B5EF4-FFF2-40B4-BE49-F238E27FC236}">
                  <a16:creationId xmlns:a16="http://schemas.microsoft.com/office/drawing/2014/main" id="{E883BCDF-2F8A-4118-8ABE-11D130E5D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74" name="Rectangle 53">
              <a:extLst>
                <a:ext uri="{FF2B5EF4-FFF2-40B4-BE49-F238E27FC236}">
                  <a16:creationId xmlns:a16="http://schemas.microsoft.com/office/drawing/2014/main" id="{3A001DF2-07DA-42D7-B255-888071A2E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75" name="Rectangle 54">
              <a:extLst>
                <a:ext uri="{FF2B5EF4-FFF2-40B4-BE49-F238E27FC236}">
                  <a16:creationId xmlns:a16="http://schemas.microsoft.com/office/drawing/2014/main" id="{08C3CB0A-2B72-4EA9-8727-2C5DE50F0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76" name="Rectangle 55">
              <a:extLst>
                <a:ext uri="{FF2B5EF4-FFF2-40B4-BE49-F238E27FC236}">
                  <a16:creationId xmlns:a16="http://schemas.microsoft.com/office/drawing/2014/main" id="{3CC71B77-070B-48B4-8242-599493F5D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77" name="Rectangle 56">
              <a:extLst>
                <a:ext uri="{FF2B5EF4-FFF2-40B4-BE49-F238E27FC236}">
                  <a16:creationId xmlns:a16="http://schemas.microsoft.com/office/drawing/2014/main" id="{CA80560E-3F69-415C-897B-2600E56E2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78" name="Rectangle 57">
              <a:extLst>
                <a:ext uri="{FF2B5EF4-FFF2-40B4-BE49-F238E27FC236}">
                  <a16:creationId xmlns:a16="http://schemas.microsoft.com/office/drawing/2014/main" id="{6C9C3B02-5386-45B1-9697-A7AF8F97A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79" name="Rectangle 58">
              <a:extLst>
                <a:ext uri="{FF2B5EF4-FFF2-40B4-BE49-F238E27FC236}">
                  <a16:creationId xmlns:a16="http://schemas.microsoft.com/office/drawing/2014/main" id="{2818971A-0D6A-467E-B32C-839F5F4A5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80" name="Rectangle 59">
              <a:extLst>
                <a:ext uri="{FF2B5EF4-FFF2-40B4-BE49-F238E27FC236}">
                  <a16:creationId xmlns:a16="http://schemas.microsoft.com/office/drawing/2014/main" id="{340248BC-3D45-44E3-A325-207A497B2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81" name="Rectangle 60">
              <a:extLst>
                <a:ext uri="{FF2B5EF4-FFF2-40B4-BE49-F238E27FC236}">
                  <a16:creationId xmlns:a16="http://schemas.microsoft.com/office/drawing/2014/main" id="{505BCD68-69CE-48DA-B7F7-F9A6DFB22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82" name="Rectangle 61">
              <a:extLst>
                <a:ext uri="{FF2B5EF4-FFF2-40B4-BE49-F238E27FC236}">
                  <a16:creationId xmlns:a16="http://schemas.microsoft.com/office/drawing/2014/main" id="{9B6EBBEC-0961-46BB-8711-504E50519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83" name="Rectangle 62">
              <a:extLst>
                <a:ext uri="{FF2B5EF4-FFF2-40B4-BE49-F238E27FC236}">
                  <a16:creationId xmlns:a16="http://schemas.microsoft.com/office/drawing/2014/main" id="{73867DFA-E643-46F3-92E7-76B2B5038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84" name="Rectangle 63">
              <a:extLst>
                <a:ext uri="{FF2B5EF4-FFF2-40B4-BE49-F238E27FC236}">
                  <a16:creationId xmlns:a16="http://schemas.microsoft.com/office/drawing/2014/main" id="{B0DF2A1B-0EF5-48B6-AD71-D8EF9EB45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85" name="Rectangle 64">
              <a:extLst>
                <a:ext uri="{FF2B5EF4-FFF2-40B4-BE49-F238E27FC236}">
                  <a16:creationId xmlns:a16="http://schemas.microsoft.com/office/drawing/2014/main" id="{179C9E95-5A6F-42A0-9E9D-2BEBCE3D8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86" name="Rectangle 65">
              <a:extLst>
                <a:ext uri="{FF2B5EF4-FFF2-40B4-BE49-F238E27FC236}">
                  <a16:creationId xmlns:a16="http://schemas.microsoft.com/office/drawing/2014/main" id="{4F8AF72C-9336-4584-AC0F-8C1B94EFE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87" name="Rectangle 66">
              <a:extLst>
                <a:ext uri="{FF2B5EF4-FFF2-40B4-BE49-F238E27FC236}">
                  <a16:creationId xmlns:a16="http://schemas.microsoft.com/office/drawing/2014/main" id="{594F6A07-5B57-45ED-81D2-E2C98EA89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88" name="Rectangle 67">
              <a:extLst>
                <a:ext uri="{FF2B5EF4-FFF2-40B4-BE49-F238E27FC236}">
                  <a16:creationId xmlns:a16="http://schemas.microsoft.com/office/drawing/2014/main" id="{0815B4D7-EBEA-49E0-995D-CF7493E98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89" name="Rectangle 68">
              <a:extLst>
                <a:ext uri="{FF2B5EF4-FFF2-40B4-BE49-F238E27FC236}">
                  <a16:creationId xmlns:a16="http://schemas.microsoft.com/office/drawing/2014/main" id="{7DC73E55-25D1-4AA0-9AC4-47A81FA24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90" name="Rectangle 69">
              <a:extLst>
                <a:ext uri="{FF2B5EF4-FFF2-40B4-BE49-F238E27FC236}">
                  <a16:creationId xmlns:a16="http://schemas.microsoft.com/office/drawing/2014/main" id="{6ED91977-41B0-4869-A35F-B3C50202A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91" name="Rectangle 70">
              <a:extLst>
                <a:ext uri="{FF2B5EF4-FFF2-40B4-BE49-F238E27FC236}">
                  <a16:creationId xmlns:a16="http://schemas.microsoft.com/office/drawing/2014/main" id="{45D2C8B6-073D-4596-AAD2-FF841CBEE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92" name="Rectangle 71">
              <a:extLst>
                <a:ext uri="{FF2B5EF4-FFF2-40B4-BE49-F238E27FC236}">
                  <a16:creationId xmlns:a16="http://schemas.microsoft.com/office/drawing/2014/main" id="{D332AA24-BEC5-4330-A1D9-8EBEC8018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93" name="Rectangle 72">
              <a:extLst>
                <a:ext uri="{FF2B5EF4-FFF2-40B4-BE49-F238E27FC236}">
                  <a16:creationId xmlns:a16="http://schemas.microsoft.com/office/drawing/2014/main" id="{F238FC3C-7F36-4BF6-8BE7-5013174E9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94" name="Rectangle 73">
              <a:extLst>
                <a:ext uri="{FF2B5EF4-FFF2-40B4-BE49-F238E27FC236}">
                  <a16:creationId xmlns:a16="http://schemas.microsoft.com/office/drawing/2014/main" id="{F7C85639-E5B2-457C-B8EC-AA1F3D6BF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95" name="Rectangle 74">
              <a:extLst>
                <a:ext uri="{FF2B5EF4-FFF2-40B4-BE49-F238E27FC236}">
                  <a16:creationId xmlns:a16="http://schemas.microsoft.com/office/drawing/2014/main" id="{79EE8B53-729E-4F38-A6C1-1F5CD66DA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96" name="Rectangle 75">
              <a:extLst>
                <a:ext uri="{FF2B5EF4-FFF2-40B4-BE49-F238E27FC236}">
                  <a16:creationId xmlns:a16="http://schemas.microsoft.com/office/drawing/2014/main" id="{D2E5CCE5-0575-42D5-AFB0-2ED8BC99C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97" name="Rectangle 76">
              <a:extLst>
                <a:ext uri="{FF2B5EF4-FFF2-40B4-BE49-F238E27FC236}">
                  <a16:creationId xmlns:a16="http://schemas.microsoft.com/office/drawing/2014/main" id="{2C29D147-D955-4426-9EBC-8481399E2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98" name="Rectangle 77">
              <a:extLst>
                <a:ext uri="{FF2B5EF4-FFF2-40B4-BE49-F238E27FC236}">
                  <a16:creationId xmlns:a16="http://schemas.microsoft.com/office/drawing/2014/main" id="{EAF0D068-E39A-4000-B58D-3829DB01C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899" name="Rectangle 78">
              <a:extLst>
                <a:ext uri="{FF2B5EF4-FFF2-40B4-BE49-F238E27FC236}">
                  <a16:creationId xmlns:a16="http://schemas.microsoft.com/office/drawing/2014/main" id="{11598804-DAB9-498B-86C9-896C4F869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00" name="Rectangle 79">
              <a:extLst>
                <a:ext uri="{FF2B5EF4-FFF2-40B4-BE49-F238E27FC236}">
                  <a16:creationId xmlns:a16="http://schemas.microsoft.com/office/drawing/2014/main" id="{7BAC6A55-E502-44C9-B77F-1691A5083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01" name="Rectangle 80">
              <a:extLst>
                <a:ext uri="{FF2B5EF4-FFF2-40B4-BE49-F238E27FC236}">
                  <a16:creationId xmlns:a16="http://schemas.microsoft.com/office/drawing/2014/main" id="{D2C9DFE3-202B-41FF-819D-380A669CB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02" name="Rectangle 81">
              <a:extLst>
                <a:ext uri="{FF2B5EF4-FFF2-40B4-BE49-F238E27FC236}">
                  <a16:creationId xmlns:a16="http://schemas.microsoft.com/office/drawing/2014/main" id="{4F9CB8E6-0184-47D4-A622-4DC6D2123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03" name="Rectangle 82">
              <a:extLst>
                <a:ext uri="{FF2B5EF4-FFF2-40B4-BE49-F238E27FC236}">
                  <a16:creationId xmlns:a16="http://schemas.microsoft.com/office/drawing/2014/main" id="{3A911523-1381-47CB-8A7F-013271241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904" name="Rectangle 83">
              <a:extLst>
                <a:ext uri="{FF2B5EF4-FFF2-40B4-BE49-F238E27FC236}">
                  <a16:creationId xmlns:a16="http://schemas.microsoft.com/office/drawing/2014/main" id="{537F635C-BF1A-4824-BE03-6FF2097DF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9811" name="Rectangle 2">
            <a:extLst>
              <a:ext uri="{FF2B5EF4-FFF2-40B4-BE49-F238E27FC236}">
                <a16:creationId xmlns:a16="http://schemas.microsoft.com/office/drawing/2014/main" id="{8BA0C560-EE3D-46AE-862F-FC42E384A2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19812" name="Rectangle 110">
            <a:extLst>
              <a:ext uri="{FF2B5EF4-FFF2-40B4-BE49-F238E27FC236}">
                <a16:creationId xmlns:a16="http://schemas.microsoft.com/office/drawing/2014/main" id="{8F15BE62-F31F-4BFF-8F88-66FA55D8E9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9813" name="Rectangle 118">
            <a:extLst>
              <a:ext uri="{FF2B5EF4-FFF2-40B4-BE49-F238E27FC236}">
                <a16:creationId xmlns:a16="http://schemas.microsoft.com/office/drawing/2014/main" id="{5B13AEC9-C77D-4A72-AF31-09B8506A2E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9814" name="Rectangle 126">
            <a:extLst>
              <a:ext uri="{FF2B5EF4-FFF2-40B4-BE49-F238E27FC236}">
                <a16:creationId xmlns:a16="http://schemas.microsoft.com/office/drawing/2014/main" id="{358CBF71-FEE2-47E2-A41D-3EEE5F7783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9815" name="Rectangle 134">
            <a:extLst>
              <a:ext uri="{FF2B5EF4-FFF2-40B4-BE49-F238E27FC236}">
                <a16:creationId xmlns:a16="http://schemas.microsoft.com/office/drawing/2014/main" id="{A7821C36-C5D9-4DBC-82F2-484FA30AD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9816" name="TextBox 155">
            <a:extLst>
              <a:ext uri="{FF2B5EF4-FFF2-40B4-BE49-F238E27FC236}">
                <a16:creationId xmlns:a16="http://schemas.microsoft.com/office/drawing/2014/main" id="{3DC9F226-8EA7-42D0-A1C5-A91721600E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625" y="4964113"/>
            <a:ext cx="4329113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This step is easy too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(the outputs are the same in both tables)</a:t>
            </a:r>
          </a:p>
        </p:txBody>
      </p:sp>
      <p:cxnSp>
        <p:nvCxnSpPr>
          <p:cNvPr id="119817" name="Straight Arrow Connector 156">
            <a:extLst>
              <a:ext uri="{FF2B5EF4-FFF2-40B4-BE49-F238E27FC236}">
                <a16:creationId xmlns:a16="http://schemas.microsoft.com/office/drawing/2014/main" id="{0363E9A0-AE63-461A-A6E1-C2198440E65E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581400" y="2971800"/>
            <a:ext cx="4191000" cy="228600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9818" name="Rectangle 116">
            <a:extLst>
              <a:ext uri="{FF2B5EF4-FFF2-40B4-BE49-F238E27FC236}">
                <a16:creationId xmlns:a16="http://schemas.microsoft.com/office/drawing/2014/main" id="{357308F8-6B8E-4015-B709-96FEF2929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28305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9819" name="Rectangle 124">
            <a:extLst>
              <a:ext uri="{FF2B5EF4-FFF2-40B4-BE49-F238E27FC236}">
                <a16:creationId xmlns:a16="http://schemas.microsoft.com/office/drawing/2014/main" id="{47999796-8A95-4C46-BCA3-6575277CFC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03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9820" name="Rectangle 132">
            <a:extLst>
              <a:ext uri="{FF2B5EF4-FFF2-40B4-BE49-F238E27FC236}">
                <a16:creationId xmlns:a16="http://schemas.microsoft.com/office/drawing/2014/main" id="{0070A95B-93A7-4629-BBFF-D5784F3D9B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3686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9821" name="Rectangle 140">
            <a:extLst>
              <a:ext uri="{FF2B5EF4-FFF2-40B4-BE49-F238E27FC236}">
                <a16:creationId xmlns:a16="http://schemas.microsoft.com/office/drawing/2014/main" id="{27063F1E-9BE4-42AF-B1DE-9CEB8F67E9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63696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119822" name="Straight Arrow Connector 164">
            <a:extLst>
              <a:ext uri="{FF2B5EF4-FFF2-40B4-BE49-F238E27FC236}">
                <a16:creationId xmlns:a16="http://schemas.microsoft.com/office/drawing/2014/main" id="{99DECA1A-337E-4095-9772-DC69DD0C2C3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605213" y="3265488"/>
            <a:ext cx="4191000" cy="228600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9823" name="Straight Arrow Connector 165">
            <a:extLst>
              <a:ext uri="{FF2B5EF4-FFF2-40B4-BE49-F238E27FC236}">
                <a16:creationId xmlns:a16="http://schemas.microsoft.com/office/drawing/2014/main" id="{B93C0746-36EF-4722-A89C-306AC08A83E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616325" y="3559175"/>
            <a:ext cx="4191000" cy="228600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9824" name="Straight Arrow Connector 166">
            <a:extLst>
              <a:ext uri="{FF2B5EF4-FFF2-40B4-BE49-F238E27FC236}">
                <a16:creationId xmlns:a16="http://schemas.microsoft.com/office/drawing/2014/main" id="{B7F6E0E7-D4E0-48FC-8320-FBE78DF06A6C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640138" y="3865563"/>
            <a:ext cx="4191000" cy="228600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833" name="Group 13">
            <a:extLst>
              <a:ext uri="{FF2B5EF4-FFF2-40B4-BE49-F238E27FC236}">
                <a16:creationId xmlns:a16="http://schemas.microsoft.com/office/drawing/2014/main" id="{6935CF90-20AF-48C8-8F84-3E710D7E5CED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20929" name="Rectangle 85">
              <a:extLst>
                <a:ext uri="{FF2B5EF4-FFF2-40B4-BE49-F238E27FC236}">
                  <a16:creationId xmlns:a16="http://schemas.microsoft.com/office/drawing/2014/main" id="{FBB57D20-00E6-43D8-BCF5-46DB968E4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30" name="Rectangle 86">
              <a:extLst>
                <a:ext uri="{FF2B5EF4-FFF2-40B4-BE49-F238E27FC236}">
                  <a16:creationId xmlns:a16="http://schemas.microsoft.com/office/drawing/2014/main" id="{0B322965-591E-460E-A218-681ADECCB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31" name="Rectangle 88">
              <a:extLst>
                <a:ext uri="{FF2B5EF4-FFF2-40B4-BE49-F238E27FC236}">
                  <a16:creationId xmlns:a16="http://schemas.microsoft.com/office/drawing/2014/main" id="{E34F0DA6-4C9C-4AE4-8B1A-157F7EE78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32" name="Rectangle 89">
              <a:extLst>
                <a:ext uri="{FF2B5EF4-FFF2-40B4-BE49-F238E27FC236}">
                  <a16:creationId xmlns:a16="http://schemas.microsoft.com/office/drawing/2014/main" id="{A4AA58F4-DA8A-49AA-BF23-3956C86C8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33" name="Rectangle 90">
              <a:extLst>
                <a:ext uri="{FF2B5EF4-FFF2-40B4-BE49-F238E27FC236}">
                  <a16:creationId xmlns:a16="http://schemas.microsoft.com/office/drawing/2014/main" id="{4EBBD74C-A101-40BC-BD38-1254890FB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34" name="Rectangle 91">
              <a:extLst>
                <a:ext uri="{FF2B5EF4-FFF2-40B4-BE49-F238E27FC236}">
                  <a16:creationId xmlns:a16="http://schemas.microsoft.com/office/drawing/2014/main" id="{4338DDCB-9BF2-48DD-811B-EDE78DD0A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35" name="Rectangle 92">
              <a:extLst>
                <a:ext uri="{FF2B5EF4-FFF2-40B4-BE49-F238E27FC236}">
                  <a16:creationId xmlns:a16="http://schemas.microsoft.com/office/drawing/2014/main" id="{25EC3EB2-2B95-4297-9DB9-80E818999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36" name="Rectangle 93">
              <a:extLst>
                <a:ext uri="{FF2B5EF4-FFF2-40B4-BE49-F238E27FC236}">
                  <a16:creationId xmlns:a16="http://schemas.microsoft.com/office/drawing/2014/main" id="{46C45ACE-0DA5-4684-AE31-A70A8635C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37" name="Rectangle 94">
              <a:extLst>
                <a:ext uri="{FF2B5EF4-FFF2-40B4-BE49-F238E27FC236}">
                  <a16:creationId xmlns:a16="http://schemas.microsoft.com/office/drawing/2014/main" id="{BC47EED6-73DB-4B31-996C-071C33CD6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38" name="Rectangle 95">
              <a:extLst>
                <a:ext uri="{FF2B5EF4-FFF2-40B4-BE49-F238E27FC236}">
                  <a16:creationId xmlns:a16="http://schemas.microsoft.com/office/drawing/2014/main" id="{85846D35-4700-4837-8465-E94D9DC38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39" name="Rectangle 96">
              <a:extLst>
                <a:ext uri="{FF2B5EF4-FFF2-40B4-BE49-F238E27FC236}">
                  <a16:creationId xmlns:a16="http://schemas.microsoft.com/office/drawing/2014/main" id="{E293E2E0-39E8-4AE4-BE82-C78E27EDE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40" name="Rectangle 97">
              <a:extLst>
                <a:ext uri="{FF2B5EF4-FFF2-40B4-BE49-F238E27FC236}">
                  <a16:creationId xmlns:a16="http://schemas.microsoft.com/office/drawing/2014/main" id="{19E238D7-8FF9-4C3E-B0C5-397C24DBE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41" name="Rectangle 98">
              <a:extLst>
                <a:ext uri="{FF2B5EF4-FFF2-40B4-BE49-F238E27FC236}">
                  <a16:creationId xmlns:a16="http://schemas.microsoft.com/office/drawing/2014/main" id="{0BE1A4BF-6224-4E90-BC5F-5B4B8CDF8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42" name="Rectangle 99">
              <a:extLst>
                <a:ext uri="{FF2B5EF4-FFF2-40B4-BE49-F238E27FC236}">
                  <a16:creationId xmlns:a16="http://schemas.microsoft.com/office/drawing/2014/main" id="{EA7EA982-EF79-41B6-9DAF-68EDFA977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43" name="Rectangle 100">
              <a:extLst>
                <a:ext uri="{FF2B5EF4-FFF2-40B4-BE49-F238E27FC236}">
                  <a16:creationId xmlns:a16="http://schemas.microsoft.com/office/drawing/2014/main" id="{A9BCDA18-C964-4B7D-A721-B3D50DED0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44" name="Rectangle 101">
              <a:extLst>
                <a:ext uri="{FF2B5EF4-FFF2-40B4-BE49-F238E27FC236}">
                  <a16:creationId xmlns:a16="http://schemas.microsoft.com/office/drawing/2014/main" id="{CC1D71DE-4897-4D74-A58A-BB75E2758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45" name="Rectangle 102">
              <a:extLst>
                <a:ext uri="{FF2B5EF4-FFF2-40B4-BE49-F238E27FC236}">
                  <a16:creationId xmlns:a16="http://schemas.microsoft.com/office/drawing/2014/main" id="{E07A6E06-A9DD-4B0C-B50A-1C0A10073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46" name="Rectangle 103">
              <a:extLst>
                <a:ext uri="{FF2B5EF4-FFF2-40B4-BE49-F238E27FC236}">
                  <a16:creationId xmlns:a16="http://schemas.microsoft.com/office/drawing/2014/main" id="{A7A1C5D8-A836-4F12-A14E-E0265202E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47" name="Rectangle 104">
              <a:extLst>
                <a:ext uri="{FF2B5EF4-FFF2-40B4-BE49-F238E27FC236}">
                  <a16:creationId xmlns:a16="http://schemas.microsoft.com/office/drawing/2014/main" id="{B5547F88-7815-44BB-AE37-937664854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48" name="Rectangle 105">
              <a:extLst>
                <a:ext uri="{FF2B5EF4-FFF2-40B4-BE49-F238E27FC236}">
                  <a16:creationId xmlns:a16="http://schemas.microsoft.com/office/drawing/2014/main" id="{53710340-1D2C-421F-A25A-7F0242E9B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49" name="Rectangle 106">
              <a:extLst>
                <a:ext uri="{FF2B5EF4-FFF2-40B4-BE49-F238E27FC236}">
                  <a16:creationId xmlns:a16="http://schemas.microsoft.com/office/drawing/2014/main" id="{5CC9C71E-84CE-4444-9411-78C5DB16D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50" name="Rectangle 107">
              <a:extLst>
                <a:ext uri="{FF2B5EF4-FFF2-40B4-BE49-F238E27FC236}">
                  <a16:creationId xmlns:a16="http://schemas.microsoft.com/office/drawing/2014/main" id="{6E8EBED6-3A93-4C67-9DDF-23F12ABD3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51" name="Rectangle 108">
              <a:extLst>
                <a:ext uri="{FF2B5EF4-FFF2-40B4-BE49-F238E27FC236}">
                  <a16:creationId xmlns:a16="http://schemas.microsoft.com/office/drawing/2014/main" id="{0A032BE8-4A46-467D-973B-3A2A47EFF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52" name="Rectangle 109">
              <a:extLst>
                <a:ext uri="{FF2B5EF4-FFF2-40B4-BE49-F238E27FC236}">
                  <a16:creationId xmlns:a16="http://schemas.microsoft.com/office/drawing/2014/main" id="{D3337A7E-AFFA-45AD-8FED-DE84BEA9B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53" name="Rectangle 112">
              <a:extLst>
                <a:ext uri="{FF2B5EF4-FFF2-40B4-BE49-F238E27FC236}">
                  <a16:creationId xmlns:a16="http://schemas.microsoft.com/office/drawing/2014/main" id="{268A9309-D7F3-42A6-A523-B35F5DA5E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54" name="Rectangle 114">
              <a:extLst>
                <a:ext uri="{FF2B5EF4-FFF2-40B4-BE49-F238E27FC236}">
                  <a16:creationId xmlns:a16="http://schemas.microsoft.com/office/drawing/2014/main" id="{65A1AFE2-D359-42D5-AF6F-51577CFBE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55" name="Rectangle 115">
              <a:extLst>
                <a:ext uri="{FF2B5EF4-FFF2-40B4-BE49-F238E27FC236}">
                  <a16:creationId xmlns:a16="http://schemas.microsoft.com/office/drawing/2014/main" id="{F8C8186C-BA4C-4FD1-B6E8-8A1ADF86E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56" name="Rectangle 117">
              <a:extLst>
                <a:ext uri="{FF2B5EF4-FFF2-40B4-BE49-F238E27FC236}">
                  <a16:creationId xmlns:a16="http://schemas.microsoft.com/office/drawing/2014/main" id="{FDFBCB51-1108-4FDA-8B99-BD2E3EF51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57" name="Rectangle 120">
              <a:extLst>
                <a:ext uri="{FF2B5EF4-FFF2-40B4-BE49-F238E27FC236}">
                  <a16:creationId xmlns:a16="http://schemas.microsoft.com/office/drawing/2014/main" id="{89DD749C-2578-4502-ABE7-F2AB82F8D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58" name="Rectangle 122">
              <a:extLst>
                <a:ext uri="{FF2B5EF4-FFF2-40B4-BE49-F238E27FC236}">
                  <a16:creationId xmlns:a16="http://schemas.microsoft.com/office/drawing/2014/main" id="{EAEC1B7B-2F6C-4126-812F-7F39F88B9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59" name="Rectangle 123">
              <a:extLst>
                <a:ext uri="{FF2B5EF4-FFF2-40B4-BE49-F238E27FC236}">
                  <a16:creationId xmlns:a16="http://schemas.microsoft.com/office/drawing/2014/main" id="{F21C3F83-71A6-4513-89C0-A6B1A1F26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60" name="Rectangle 125">
              <a:extLst>
                <a:ext uri="{FF2B5EF4-FFF2-40B4-BE49-F238E27FC236}">
                  <a16:creationId xmlns:a16="http://schemas.microsoft.com/office/drawing/2014/main" id="{C7A895F8-5247-404B-A3D1-05FC9E06A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61" name="Rectangle 128">
              <a:extLst>
                <a:ext uri="{FF2B5EF4-FFF2-40B4-BE49-F238E27FC236}">
                  <a16:creationId xmlns:a16="http://schemas.microsoft.com/office/drawing/2014/main" id="{1EABEDEA-3D5E-4F3D-919C-6E5AF58DD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62" name="Rectangle 130">
              <a:extLst>
                <a:ext uri="{FF2B5EF4-FFF2-40B4-BE49-F238E27FC236}">
                  <a16:creationId xmlns:a16="http://schemas.microsoft.com/office/drawing/2014/main" id="{B012CBC1-E81F-476A-8D82-DFB1D7CEE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63" name="Rectangle 131">
              <a:extLst>
                <a:ext uri="{FF2B5EF4-FFF2-40B4-BE49-F238E27FC236}">
                  <a16:creationId xmlns:a16="http://schemas.microsoft.com/office/drawing/2014/main" id="{31FC83AA-FDA6-4EF5-9DD9-DD8E0DD11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64" name="Rectangle 133">
              <a:extLst>
                <a:ext uri="{FF2B5EF4-FFF2-40B4-BE49-F238E27FC236}">
                  <a16:creationId xmlns:a16="http://schemas.microsoft.com/office/drawing/2014/main" id="{302825B6-5B9D-450B-87BA-7A8E16592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65" name="Rectangle 136">
              <a:extLst>
                <a:ext uri="{FF2B5EF4-FFF2-40B4-BE49-F238E27FC236}">
                  <a16:creationId xmlns:a16="http://schemas.microsoft.com/office/drawing/2014/main" id="{4CFBE95A-CEAD-4178-A488-964A25225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66" name="Rectangle 138">
              <a:extLst>
                <a:ext uri="{FF2B5EF4-FFF2-40B4-BE49-F238E27FC236}">
                  <a16:creationId xmlns:a16="http://schemas.microsoft.com/office/drawing/2014/main" id="{376FD69B-8A78-469D-B9E3-9E1A163AB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67" name="Rectangle 139">
              <a:extLst>
                <a:ext uri="{FF2B5EF4-FFF2-40B4-BE49-F238E27FC236}">
                  <a16:creationId xmlns:a16="http://schemas.microsoft.com/office/drawing/2014/main" id="{33485B62-21C3-4E06-95BC-32E429243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0834" name="Group 69">
            <a:extLst>
              <a:ext uri="{FF2B5EF4-FFF2-40B4-BE49-F238E27FC236}">
                <a16:creationId xmlns:a16="http://schemas.microsoft.com/office/drawing/2014/main" id="{407B5F3B-FC68-4086-B838-7EE08DFDB9C5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20849" name="Rectangle 4">
              <a:extLst>
                <a:ext uri="{FF2B5EF4-FFF2-40B4-BE49-F238E27FC236}">
                  <a16:creationId xmlns:a16="http://schemas.microsoft.com/office/drawing/2014/main" id="{7D755E32-9621-4733-B53D-BB3B8AE76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50" name="Rectangle 5">
              <a:extLst>
                <a:ext uri="{FF2B5EF4-FFF2-40B4-BE49-F238E27FC236}">
                  <a16:creationId xmlns:a16="http://schemas.microsoft.com/office/drawing/2014/main" id="{8F4A6694-B84C-410B-BA95-7AC3A1199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51" name="Rectangle 6">
              <a:extLst>
                <a:ext uri="{FF2B5EF4-FFF2-40B4-BE49-F238E27FC236}">
                  <a16:creationId xmlns:a16="http://schemas.microsoft.com/office/drawing/2014/main" id="{C1EE985E-37DB-43B6-A4A7-F89F129E6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52" name="Rectangle 7">
              <a:extLst>
                <a:ext uri="{FF2B5EF4-FFF2-40B4-BE49-F238E27FC236}">
                  <a16:creationId xmlns:a16="http://schemas.microsoft.com/office/drawing/2014/main" id="{6556F1B9-6C2C-4521-A3C1-064982C42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53" name="Rectangle 8">
              <a:extLst>
                <a:ext uri="{FF2B5EF4-FFF2-40B4-BE49-F238E27FC236}">
                  <a16:creationId xmlns:a16="http://schemas.microsoft.com/office/drawing/2014/main" id="{E51B0D71-6AD8-4893-B27B-D367EE449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54" name="Rectangle 9">
              <a:extLst>
                <a:ext uri="{FF2B5EF4-FFF2-40B4-BE49-F238E27FC236}">
                  <a16:creationId xmlns:a16="http://schemas.microsoft.com/office/drawing/2014/main" id="{BC1EA0B4-217D-4406-B41B-BB3F6501E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55" name="Rectangle 10">
              <a:extLst>
                <a:ext uri="{FF2B5EF4-FFF2-40B4-BE49-F238E27FC236}">
                  <a16:creationId xmlns:a16="http://schemas.microsoft.com/office/drawing/2014/main" id="{1290014B-6F90-44E8-87EA-0100B23BF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56" name="Rectangle 11">
              <a:extLst>
                <a:ext uri="{FF2B5EF4-FFF2-40B4-BE49-F238E27FC236}">
                  <a16:creationId xmlns:a16="http://schemas.microsoft.com/office/drawing/2014/main" id="{8EECFB72-D46E-4341-B1F1-EA305B1A2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57" name="Rectangle 12">
              <a:extLst>
                <a:ext uri="{FF2B5EF4-FFF2-40B4-BE49-F238E27FC236}">
                  <a16:creationId xmlns:a16="http://schemas.microsoft.com/office/drawing/2014/main" id="{1E29C144-0B6C-4E42-8C23-354A203C0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58" name="Rectangle 13">
              <a:extLst>
                <a:ext uri="{FF2B5EF4-FFF2-40B4-BE49-F238E27FC236}">
                  <a16:creationId xmlns:a16="http://schemas.microsoft.com/office/drawing/2014/main" id="{1DAD579E-4023-4827-B63C-B159C4B50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59" name="Rectangle 14">
              <a:extLst>
                <a:ext uri="{FF2B5EF4-FFF2-40B4-BE49-F238E27FC236}">
                  <a16:creationId xmlns:a16="http://schemas.microsoft.com/office/drawing/2014/main" id="{52175BAC-6A8C-4135-B1CB-4B4011079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60" name="Rectangle 15">
              <a:extLst>
                <a:ext uri="{FF2B5EF4-FFF2-40B4-BE49-F238E27FC236}">
                  <a16:creationId xmlns:a16="http://schemas.microsoft.com/office/drawing/2014/main" id="{32DA5A87-4303-4701-A68B-646B666F8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61" name="Rectangle 16">
              <a:extLst>
                <a:ext uri="{FF2B5EF4-FFF2-40B4-BE49-F238E27FC236}">
                  <a16:creationId xmlns:a16="http://schemas.microsoft.com/office/drawing/2014/main" id="{9121AA30-6D3A-4063-A7BC-8C13AB411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62" name="Rectangle 17">
              <a:extLst>
                <a:ext uri="{FF2B5EF4-FFF2-40B4-BE49-F238E27FC236}">
                  <a16:creationId xmlns:a16="http://schemas.microsoft.com/office/drawing/2014/main" id="{083FEBC8-2747-4578-B5E4-3757534A7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63" name="Rectangle 18">
              <a:extLst>
                <a:ext uri="{FF2B5EF4-FFF2-40B4-BE49-F238E27FC236}">
                  <a16:creationId xmlns:a16="http://schemas.microsoft.com/office/drawing/2014/main" id="{9BBABCDD-3E5A-4101-8D26-8E5915802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64" name="Rectangle 19">
              <a:extLst>
                <a:ext uri="{FF2B5EF4-FFF2-40B4-BE49-F238E27FC236}">
                  <a16:creationId xmlns:a16="http://schemas.microsoft.com/office/drawing/2014/main" id="{6950F05D-E3C7-4A84-8DBB-0EA332674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65" name="Rectangle 20">
              <a:extLst>
                <a:ext uri="{FF2B5EF4-FFF2-40B4-BE49-F238E27FC236}">
                  <a16:creationId xmlns:a16="http://schemas.microsoft.com/office/drawing/2014/main" id="{67FBD328-B2F4-4924-BC5D-3E462C51C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66" name="Rectangle 21">
              <a:extLst>
                <a:ext uri="{FF2B5EF4-FFF2-40B4-BE49-F238E27FC236}">
                  <a16:creationId xmlns:a16="http://schemas.microsoft.com/office/drawing/2014/main" id="{7759D855-B212-464B-A0D4-8A1D60A8D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67" name="Rectangle 22">
              <a:extLst>
                <a:ext uri="{FF2B5EF4-FFF2-40B4-BE49-F238E27FC236}">
                  <a16:creationId xmlns:a16="http://schemas.microsoft.com/office/drawing/2014/main" id="{54FEF046-A090-4D28-89DD-134A0C9EC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68" name="Rectangle 23">
              <a:extLst>
                <a:ext uri="{FF2B5EF4-FFF2-40B4-BE49-F238E27FC236}">
                  <a16:creationId xmlns:a16="http://schemas.microsoft.com/office/drawing/2014/main" id="{847D50AE-8685-41DC-AFD8-0EF0D8FE8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69" name="Rectangle 24">
              <a:extLst>
                <a:ext uri="{FF2B5EF4-FFF2-40B4-BE49-F238E27FC236}">
                  <a16:creationId xmlns:a16="http://schemas.microsoft.com/office/drawing/2014/main" id="{34EBCDFD-EF17-4D19-BE58-942F272E8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70" name="Rectangle 25">
              <a:extLst>
                <a:ext uri="{FF2B5EF4-FFF2-40B4-BE49-F238E27FC236}">
                  <a16:creationId xmlns:a16="http://schemas.microsoft.com/office/drawing/2014/main" id="{F9F84ACE-0DE8-48B1-89C6-09631BB94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71" name="Rectangle 26">
              <a:extLst>
                <a:ext uri="{FF2B5EF4-FFF2-40B4-BE49-F238E27FC236}">
                  <a16:creationId xmlns:a16="http://schemas.microsoft.com/office/drawing/2014/main" id="{91406F9A-84F9-447F-8FF0-C1B442DAE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72" name="Rectangle 27">
              <a:extLst>
                <a:ext uri="{FF2B5EF4-FFF2-40B4-BE49-F238E27FC236}">
                  <a16:creationId xmlns:a16="http://schemas.microsoft.com/office/drawing/2014/main" id="{A5CCBD5D-5A9A-45DA-B443-386EC7220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73" name="Rectangle 28">
              <a:extLst>
                <a:ext uri="{FF2B5EF4-FFF2-40B4-BE49-F238E27FC236}">
                  <a16:creationId xmlns:a16="http://schemas.microsoft.com/office/drawing/2014/main" id="{10BDE5A9-7D2E-4956-A32B-1BD7A2802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74" name="Rectangle 29">
              <a:extLst>
                <a:ext uri="{FF2B5EF4-FFF2-40B4-BE49-F238E27FC236}">
                  <a16:creationId xmlns:a16="http://schemas.microsoft.com/office/drawing/2014/main" id="{8905301C-31BC-4E26-879A-B7F65275A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75" name="Rectangle 30">
              <a:extLst>
                <a:ext uri="{FF2B5EF4-FFF2-40B4-BE49-F238E27FC236}">
                  <a16:creationId xmlns:a16="http://schemas.microsoft.com/office/drawing/2014/main" id="{33B9ACAE-23B2-43DE-AAB3-607B4106F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76" name="Rectangle 31">
              <a:extLst>
                <a:ext uri="{FF2B5EF4-FFF2-40B4-BE49-F238E27FC236}">
                  <a16:creationId xmlns:a16="http://schemas.microsoft.com/office/drawing/2014/main" id="{FA1E4593-77B1-416F-87F8-6C9759FAB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77" name="Rectangle 32">
              <a:extLst>
                <a:ext uri="{FF2B5EF4-FFF2-40B4-BE49-F238E27FC236}">
                  <a16:creationId xmlns:a16="http://schemas.microsoft.com/office/drawing/2014/main" id="{000BA963-8B1B-4B82-99DF-0E3649B0C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78" name="Rectangle 33">
              <a:extLst>
                <a:ext uri="{FF2B5EF4-FFF2-40B4-BE49-F238E27FC236}">
                  <a16:creationId xmlns:a16="http://schemas.microsoft.com/office/drawing/2014/main" id="{01723166-B821-4162-A3BB-D3B3FB3C5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79" name="Rectangle 34">
              <a:extLst>
                <a:ext uri="{FF2B5EF4-FFF2-40B4-BE49-F238E27FC236}">
                  <a16:creationId xmlns:a16="http://schemas.microsoft.com/office/drawing/2014/main" id="{2619C819-F0A6-4941-A0C8-3678D5B15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80" name="Rectangle 35">
              <a:extLst>
                <a:ext uri="{FF2B5EF4-FFF2-40B4-BE49-F238E27FC236}">
                  <a16:creationId xmlns:a16="http://schemas.microsoft.com/office/drawing/2014/main" id="{D223FECB-73D4-4ADB-AF01-6CDDE62C7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81" name="Rectangle 36">
              <a:extLst>
                <a:ext uri="{FF2B5EF4-FFF2-40B4-BE49-F238E27FC236}">
                  <a16:creationId xmlns:a16="http://schemas.microsoft.com/office/drawing/2014/main" id="{327140A8-C281-433C-ACE0-69F654CFB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82" name="Rectangle 37">
              <a:extLst>
                <a:ext uri="{FF2B5EF4-FFF2-40B4-BE49-F238E27FC236}">
                  <a16:creationId xmlns:a16="http://schemas.microsoft.com/office/drawing/2014/main" id="{940EFA54-81E5-4AB5-9397-21B7E7E0F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83" name="Rectangle 38">
              <a:extLst>
                <a:ext uri="{FF2B5EF4-FFF2-40B4-BE49-F238E27FC236}">
                  <a16:creationId xmlns:a16="http://schemas.microsoft.com/office/drawing/2014/main" id="{059AEBA6-826C-42CA-9715-57F8B791A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84" name="Rectangle 39">
              <a:extLst>
                <a:ext uri="{FF2B5EF4-FFF2-40B4-BE49-F238E27FC236}">
                  <a16:creationId xmlns:a16="http://schemas.microsoft.com/office/drawing/2014/main" id="{96A023F1-F574-4190-A513-1E00C7CD5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85" name="Rectangle 40">
              <a:extLst>
                <a:ext uri="{FF2B5EF4-FFF2-40B4-BE49-F238E27FC236}">
                  <a16:creationId xmlns:a16="http://schemas.microsoft.com/office/drawing/2014/main" id="{B4D89648-110D-46F9-8812-3E27779C2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86" name="Rectangle 41">
              <a:extLst>
                <a:ext uri="{FF2B5EF4-FFF2-40B4-BE49-F238E27FC236}">
                  <a16:creationId xmlns:a16="http://schemas.microsoft.com/office/drawing/2014/main" id="{9321555C-967F-4B33-A104-B769D7106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87" name="Rectangle 42">
              <a:extLst>
                <a:ext uri="{FF2B5EF4-FFF2-40B4-BE49-F238E27FC236}">
                  <a16:creationId xmlns:a16="http://schemas.microsoft.com/office/drawing/2014/main" id="{EE6C6DB6-0F29-42FC-AE5F-A44E6B3E2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88" name="Rectangle 43">
              <a:extLst>
                <a:ext uri="{FF2B5EF4-FFF2-40B4-BE49-F238E27FC236}">
                  <a16:creationId xmlns:a16="http://schemas.microsoft.com/office/drawing/2014/main" id="{C22DE7AB-F57B-4879-9141-0057C1E2C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89" name="Rectangle 44">
              <a:extLst>
                <a:ext uri="{FF2B5EF4-FFF2-40B4-BE49-F238E27FC236}">
                  <a16:creationId xmlns:a16="http://schemas.microsoft.com/office/drawing/2014/main" id="{E942CB89-3E9C-4A0E-A1A1-F0B4F4EFC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90" name="Rectangle 45">
              <a:extLst>
                <a:ext uri="{FF2B5EF4-FFF2-40B4-BE49-F238E27FC236}">
                  <a16:creationId xmlns:a16="http://schemas.microsoft.com/office/drawing/2014/main" id="{345B4A55-F5AB-42DE-B256-98E385B00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91" name="Rectangle 46">
              <a:extLst>
                <a:ext uri="{FF2B5EF4-FFF2-40B4-BE49-F238E27FC236}">
                  <a16:creationId xmlns:a16="http://schemas.microsoft.com/office/drawing/2014/main" id="{B6896D89-3DE5-4C98-AFE6-2E54739A6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92" name="Rectangle 47">
              <a:extLst>
                <a:ext uri="{FF2B5EF4-FFF2-40B4-BE49-F238E27FC236}">
                  <a16:creationId xmlns:a16="http://schemas.microsoft.com/office/drawing/2014/main" id="{B02704BE-86A7-4B48-BF14-26435ED08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93" name="Rectangle 48">
              <a:extLst>
                <a:ext uri="{FF2B5EF4-FFF2-40B4-BE49-F238E27FC236}">
                  <a16:creationId xmlns:a16="http://schemas.microsoft.com/office/drawing/2014/main" id="{68C54F65-959B-4B69-912F-9411C2F19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94" name="Rectangle 49">
              <a:extLst>
                <a:ext uri="{FF2B5EF4-FFF2-40B4-BE49-F238E27FC236}">
                  <a16:creationId xmlns:a16="http://schemas.microsoft.com/office/drawing/2014/main" id="{EDDF99FC-3E54-4E19-B4E6-C3D5A3629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95" name="Rectangle 50">
              <a:extLst>
                <a:ext uri="{FF2B5EF4-FFF2-40B4-BE49-F238E27FC236}">
                  <a16:creationId xmlns:a16="http://schemas.microsoft.com/office/drawing/2014/main" id="{AAA1437C-0E4C-4921-9F0D-EDFEAB2FD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96" name="Rectangle 51">
              <a:extLst>
                <a:ext uri="{FF2B5EF4-FFF2-40B4-BE49-F238E27FC236}">
                  <a16:creationId xmlns:a16="http://schemas.microsoft.com/office/drawing/2014/main" id="{DB221BFA-DD7A-440F-ADA3-C6673A996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97" name="Rectangle 52">
              <a:extLst>
                <a:ext uri="{FF2B5EF4-FFF2-40B4-BE49-F238E27FC236}">
                  <a16:creationId xmlns:a16="http://schemas.microsoft.com/office/drawing/2014/main" id="{F3363EA3-7379-434B-9A57-727CCD1E5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98" name="Rectangle 53">
              <a:extLst>
                <a:ext uri="{FF2B5EF4-FFF2-40B4-BE49-F238E27FC236}">
                  <a16:creationId xmlns:a16="http://schemas.microsoft.com/office/drawing/2014/main" id="{118C891E-2CF5-45C8-BD5E-FF116890E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899" name="Rectangle 54">
              <a:extLst>
                <a:ext uri="{FF2B5EF4-FFF2-40B4-BE49-F238E27FC236}">
                  <a16:creationId xmlns:a16="http://schemas.microsoft.com/office/drawing/2014/main" id="{D2FFC57E-3335-455F-AF95-5DDCCB8AA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00" name="Rectangle 55">
              <a:extLst>
                <a:ext uri="{FF2B5EF4-FFF2-40B4-BE49-F238E27FC236}">
                  <a16:creationId xmlns:a16="http://schemas.microsoft.com/office/drawing/2014/main" id="{B9FFAFC3-1B3E-4F6D-B1EA-02243D6B3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01" name="Rectangle 56">
              <a:extLst>
                <a:ext uri="{FF2B5EF4-FFF2-40B4-BE49-F238E27FC236}">
                  <a16:creationId xmlns:a16="http://schemas.microsoft.com/office/drawing/2014/main" id="{1FADD8AC-DADE-4D6F-90A8-0E760CFE5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02" name="Rectangle 57">
              <a:extLst>
                <a:ext uri="{FF2B5EF4-FFF2-40B4-BE49-F238E27FC236}">
                  <a16:creationId xmlns:a16="http://schemas.microsoft.com/office/drawing/2014/main" id="{E1FCC46B-3DC9-485C-B7A9-5237D4309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03" name="Rectangle 58">
              <a:extLst>
                <a:ext uri="{FF2B5EF4-FFF2-40B4-BE49-F238E27FC236}">
                  <a16:creationId xmlns:a16="http://schemas.microsoft.com/office/drawing/2014/main" id="{EC65C686-1ADC-46A3-BE9E-07396AFC1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04" name="Rectangle 59">
              <a:extLst>
                <a:ext uri="{FF2B5EF4-FFF2-40B4-BE49-F238E27FC236}">
                  <a16:creationId xmlns:a16="http://schemas.microsoft.com/office/drawing/2014/main" id="{D8549F2D-69B6-4BBC-BC1B-FD26CE8C6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05" name="Rectangle 60">
              <a:extLst>
                <a:ext uri="{FF2B5EF4-FFF2-40B4-BE49-F238E27FC236}">
                  <a16:creationId xmlns:a16="http://schemas.microsoft.com/office/drawing/2014/main" id="{06FBD37D-E0EF-4EA9-84CD-4473AE64A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06" name="Rectangle 61">
              <a:extLst>
                <a:ext uri="{FF2B5EF4-FFF2-40B4-BE49-F238E27FC236}">
                  <a16:creationId xmlns:a16="http://schemas.microsoft.com/office/drawing/2014/main" id="{98BEE316-2C91-45CA-81C6-363ED6751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07" name="Rectangle 62">
              <a:extLst>
                <a:ext uri="{FF2B5EF4-FFF2-40B4-BE49-F238E27FC236}">
                  <a16:creationId xmlns:a16="http://schemas.microsoft.com/office/drawing/2014/main" id="{BC72ADC1-5FAC-4B5C-9792-07F1BADA9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08" name="Rectangle 63">
              <a:extLst>
                <a:ext uri="{FF2B5EF4-FFF2-40B4-BE49-F238E27FC236}">
                  <a16:creationId xmlns:a16="http://schemas.microsoft.com/office/drawing/2014/main" id="{AC235527-0056-4A99-97F6-55A214568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09" name="Rectangle 64">
              <a:extLst>
                <a:ext uri="{FF2B5EF4-FFF2-40B4-BE49-F238E27FC236}">
                  <a16:creationId xmlns:a16="http://schemas.microsoft.com/office/drawing/2014/main" id="{D3523E18-1148-4510-B282-E4C669CA1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10" name="Rectangle 65">
              <a:extLst>
                <a:ext uri="{FF2B5EF4-FFF2-40B4-BE49-F238E27FC236}">
                  <a16:creationId xmlns:a16="http://schemas.microsoft.com/office/drawing/2014/main" id="{028DC72E-033A-4879-B334-676CDD195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11" name="Rectangle 66">
              <a:extLst>
                <a:ext uri="{FF2B5EF4-FFF2-40B4-BE49-F238E27FC236}">
                  <a16:creationId xmlns:a16="http://schemas.microsoft.com/office/drawing/2014/main" id="{6587EA01-8006-4DC3-9034-A092C5C17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12" name="Rectangle 67">
              <a:extLst>
                <a:ext uri="{FF2B5EF4-FFF2-40B4-BE49-F238E27FC236}">
                  <a16:creationId xmlns:a16="http://schemas.microsoft.com/office/drawing/2014/main" id="{B6FC138C-1F93-4FFD-8924-A4F63CF42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13" name="Rectangle 68">
              <a:extLst>
                <a:ext uri="{FF2B5EF4-FFF2-40B4-BE49-F238E27FC236}">
                  <a16:creationId xmlns:a16="http://schemas.microsoft.com/office/drawing/2014/main" id="{C580F17B-6F6E-4A4C-8EC8-8B2268CEC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14" name="Rectangle 69">
              <a:extLst>
                <a:ext uri="{FF2B5EF4-FFF2-40B4-BE49-F238E27FC236}">
                  <a16:creationId xmlns:a16="http://schemas.microsoft.com/office/drawing/2014/main" id="{C664C023-44AF-4294-90C2-7612DE1E2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15" name="Rectangle 70">
              <a:extLst>
                <a:ext uri="{FF2B5EF4-FFF2-40B4-BE49-F238E27FC236}">
                  <a16:creationId xmlns:a16="http://schemas.microsoft.com/office/drawing/2014/main" id="{64D22CDA-BA33-4234-A79F-E4BD6FE05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16" name="Rectangle 71">
              <a:extLst>
                <a:ext uri="{FF2B5EF4-FFF2-40B4-BE49-F238E27FC236}">
                  <a16:creationId xmlns:a16="http://schemas.microsoft.com/office/drawing/2014/main" id="{620668C5-0426-4FF0-BE52-4D1C48EF0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17" name="Rectangle 72">
              <a:extLst>
                <a:ext uri="{FF2B5EF4-FFF2-40B4-BE49-F238E27FC236}">
                  <a16:creationId xmlns:a16="http://schemas.microsoft.com/office/drawing/2014/main" id="{F1E7D2BE-BEC4-4277-B993-3504A70EB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18" name="Rectangle 73">
              <a:extLst>
                <a:ext uri="{FF2B5EF4-FFF2-40B4-BE49-F238E27FC236}">
                  <a16:creationId xmlns:a16="http://schemas.microsoft.com/office/drawing/2014/main" id="{A66C29EE-E458-4BE2-9ED5-34A8122A1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19" name="Rectangle 74">
              <a:extLst>
                <a:ext uri="{FF2B5EF4-FFF2-40B4-BE49-F238E27FC236}">
                  <a16:creationId xmlns:a16="http://schemas.microsoft.com/office/drawing/2014/main" id="{060381D6-D580-4C1D-9820-A85DCE41C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20" name="Rectangle 75">
              <a:extLst>
                <a:ext uri="{FF2B5EF4-FFF2-40B4-BE49-F238E27FC236}">
                  <a16:creationId xmlns:a16="http://schemas.microsoft.com/office/drawing/2014/main" id="{763796DC-C161-48E0-AA21-6C1B0AEDB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21" name="Rectangle 76">
              <a:extLst>
                <a:ext uri="{FF2B5EF4-FFF2-40B4-BE49-F238E27FC236}">
                  <a16:creationId xmlns:a16="http://schemas.microsoft.com/office/drawing/2014/main" id="{AF1A5B2C-E4D9-4D66-A268-A66F8198B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22" name="Rectangle 77">
              <a:extLst>
                <a:ext uri="{FF2B5EF4-FFF2-40B4-BE49-F238E27FC236}">
                  <a16:creationId xmlns:a16="http://schemas.microsoft.com/office/drawing/2014/main" id="{A5F9B730-B631-4D6F-92DF-25ED779AD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23" name="Rectangle 78">
              <a:extLst>
                <a:ext uri="{FF2B5EF4-FFF2-40B4-BE49-F238E27FC236}">
                  <a16:creationId xmlns:a16="http://schemas.microsoft.com/office/drawing/2014/main" id="{D5155E9E-C47B-42D1-A6F9-DB8513F19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24" name="Rectangle 79">
              <a:extLst>
                <a:ext uri="{FF2B5EF4-FFF2-40B4-BE49-F238E27FC236}">
                  <a16:creationId xmlns:a16="http://schemas.microsoft.com/office/drawing/2014/main" id="{2BE304EA-6CD4-459C-9063-0BE0AA08E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25" name="Rectangle 80">
              <a:extLst>
                <a:ext uri="{FF2B5EF4-FFF2-40B4-BE49-F238E27FC236}">
                  <a16:creationId xmlns:a16="http://schemas.microsoft.com/office/drawing/2014/main" id="{C612091E-BFB4-4B0C-A4E7-126E45519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26" name="Rectangle 81">
              <a:extLst>
                <a:ext uri="{FF2B5EF4-FFF2-40B4-BE49-F238E27FC236}">
                  <a16:creationId xmlns:a16="http://schemas.microsoft.com/office/drawing/2014/main" id="{88E7DB79-D026-4C90-B8D4-15091D4C30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27" name="Rectangle 82">
              <a:extLst>
                <a:ext uri="{FF2B5EF4-FFF2-40B4-BE49-F238E27FC236}">
                  <a16:creationId xmlns:a16="http://schemas.microsoft.com/office/drawing/2014/main" id="{1E8DBB48-021E-4854-B3DC-2A75D3F2F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928" name="Rectangle 83">
              <a:extLst>
                <a:ext uri="{FF2B5EF4-FFF2-40B4-BE49-F238E27FC236}">
                  <a16:creationId xmlns:a16="http://schemas.microsoft.com/office/drawing/2014/main" id="{1B7097EB-EE3F-4F7F-8689-45A8AE85C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20835" name="Rectangle 2">
            <a:extLst>
              <a:ext uri="{FF2B5EF4-FFF2-40B4-BE49-F238E27FC236}">
                <a16:creationId xmlns:a16="http://schemas.microsoft.com/office/drawing/2014/main" id="{812ABE9E-936C-424A-8D3C-658450F168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20836" name="Rectangle 110">
            <a:extLst>
              <a:ext uri="{FF2B5EF4-FFF2-40B4-BE49-F238E27FC236}">
                <a16:creationId xmlns:a16="http://schemas.microsoft.com/office/drawing/2014/main" id="{F5551783-AB0C-47F2-B018-14D2ACB71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0837" name="Rectangle 118">
            <a:extLst>
              <a:ext uri="{FF2B5EF4-FFF2-40B4-BE49-F238E27FC236}">
                <a16:creationId xmlns:a16="http://schemas.microsoft.com/office/drawing/2014/main" id="{16B899CA-246E-429D-BCD4-21D37DE524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0838" name="Rectangle 126">
            <a:extLst>
              <a:ext uri="{FF2B5EF4-FFF2-40B4-BE49-F238E27FC236}">
                <a16:creationId xmlns:a16="http://schemas.microsoft.com/office/drawing/2014/main" id="{F93FBC4F-60A1-4B93-9B11-2029ADEB6C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0839" name="Rectangle 134">
            <a:extLst>
              <a:ext uri="{FF2B5EF4-FFF2-40B4-BE49-F238E27FC236}">
                <a16:creationId xmlns:a16="http://schemas.microsoft.com/office/drawing/2014/main" id="{014B4A5E-3A57-409D-9819-B33739320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0840" name="TextBox 155">
            <a:extLst>
              <a:ext uri="{FF2B5EF4-FFF2-40B4-BE49-F238E27FC236}">
                <a16:creationId xmlns:a16="http://schemas.microsoft.com/office/drawing/2014/main" id="{5E8FAB74-57C6-419D-8ED4-B96FCE0AE2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8213" y="4964113"/>
            <a:ext cx="28019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What should we do here?</a:t>
            </a:r>
          </a:p>
        </p:txBody>
      </p:sp>
      <p:sp>
        <p:nvSpPr>
          <p:cNvPr id="120841" name="Rectangle 116">
            <a:extLst>
              <a:ext uri="{FF2B5EF4-FFF2-40B4-BE49-F238E27FC236}">
                <a16:creationId xmlns:a16="http://schemas.microsoft.com/office/drawing/2014/main" id="{20CEA4A5-8B22-4B3C-8E69-473C2982A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28305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0842" name="Rectangle 124">
            <a:extLst>
              <a:ext uri="{FF2B5EF4-FFF2-40B4-BE49-F238E27FC236}">
                <a16:creationId xmlns:a16="http://schemas.microsoft.com/office/drawing/2014/main" id="{3457E190-4053-4554-99D3-50F5A209C5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03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0843" name="Rectangle 132">
            <a:extLst>
              <a:ext uri="{FF2B5EF4-FFF2-40B4-BE49-F238E27FC236}">
                <a16:creationId xmlns:a16="http://schemas.microsoft.com/office/drawing/2014/main" id="{83C8F281-EA19-4D49-BA2F-EF6B8E72E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3686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0844" name="Rectangle 140">
            <a:extLst>
              <a:ext uri="{FF2B5EF4-FFF2-40B4-BE49-F238E27FC236}">
                <a16:creationId xmlns:a16="http://schemas.microsoft.com/office/drawing/2014/main" id="{0B0AD033-726D-4FA4-8CD7-72A55E26C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63696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120845" name="Straight Arrow Connector 157">
            <a:extLst>
              <a:ext uri="{FF2B5EF4-FFF2-40B4-BE49-F238E27FC236}">
                <a16:creationId xmlns:a16="http://schemas.microsoft.com/office/drawing/2014/main" id="{C8B6912E-7679-4462-805C-7880FA028B65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1828800" y="2946400"/>
            <a:ext cx="3860800" cy="241300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0846" name="TextBox 2">
            <a:extLst>
              <a:ext uri="{FF2B5EF4-FFF2-40B4-BE49-F238E27FC236}">
                <a16:creationId xmlns:a16="http://schemas.microsoft.com/office/drawing/2014/main" id="{EABF5EF1-6395-405F-807A-8F7C888185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2692400"/>
            <a:ext cx="35718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?</a:t>
            </a:r>
          </a:p>
        </p:txBody>
      </p:sp>
      <p:sp>
        <p:nvSpPr>
          <p:cNvPr id="120847" name="Rectangle 158">
            <a:extLst>
              <a:ext uri="{FF2B5EF4-FFF2-40B4-BE49-F238E27FC236}">
                <a16:creationId xmlns:a16="http://schemas.microsoft.com/office/drawing/2014/main" id="{312FC820-DC59-4367-9747-24C5D21B1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3022600"/>
            <a:ext cx="633413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0848" name="Rectangle 159">
            <a:extLst>
              <a:ext uri="{FF2B5EF4-FFF2-40B4-BE49-F238E27FC236}">
                <a16:creationId xmlns:a16="http://schemas.microsoft.com/office/drawing/2014/main" id="{7DB009C7-8DF1-4ACD-AEB2-C6C13FEC6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20813" y="2792413"/>
            <a:ext cx="393700" cy="307975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857" name="Group 13">
            <a:extLst>
              <a:ext uri="{FF2B5EF4-FFF2-40B4-BE49-F238E27FC236}">
                <a16:creationId xmlns:a16="http://schemas.microsoft.com/office/drawing/2014/main" id="{B0BE7E62-7EB4-4C1C-BD5C-3C0A497F99EA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21955" name="Rectangle 85">
              <a:extLst>
                <a:ext uri="{FF2B5EF4-FFF2-40B4-BE49-F238E27FC236}">
                  <a16:creationId xmlns:a16="http://schemas.microsoft.com/office/drawing/2014/main" id="{CF1682F5-1E74-4B33-BFF3-7F286CAD1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56" name="Rectangle 86">
              <a:extLst>
                <a:ext uri="{FF2B5EF4-FFF2-40B4-BE49-F238E27FC236}">
                  <a16:creationId xmlns:a16="http://schemas.microsoft.com/office/drawing/2014/main" id="{F37251DF-68C2-4B1F-B9A4-33FB6A2EC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57" name="Rectangle 88">
              <a:extLst>
                <a:ext uri="{FF2B5EF4-FFF2-40B4-BE49-F238E27FC236}">
                  <a16:creationId xmlns:a16="http://schemas.microsoft.com/office/drawing/2014/main" id="{7BCC47A3-073B-4CB9-94A8-D618A2054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58" name="Rectangle 89">
              <a:extLst>
                <a:ext uri="{FF2B5EF4-FFF2-40B4-BE49-F238E27FC236}">
                  <a16:creationId xmlns:a16="http://schemas.microsoft.com/office/drawing/2014/main" id="{C22BDD95-9C88-41D8-BC2F-DAC6379E6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59" name="Rectangle 90">
              <a:extLst>
                <a:ext uri="{FF2B5EF4-FFF2-40B4-BE49-F238E27FC236}">
                  <a16:creationId xmlns:a16="http://schemas.microsoft.com/office/drawing/2014/main" id="{281092D7-0ADD-41AE-ACC6-2CB21331B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60" name="Rectangle 91">
              <a:extLst>
                <a:ext uri="{FF2B5EF4-FFF2-40B4-BE49-F238E27FC236}">
                  <a16:creationId xmlns:a16="http://schemas.microsoft.com/office/drawing/2014/main" id="{CFD065BD-11FD-4000-B51D-2993EC502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61" name="Rectangle 92">
              <a:extLst>
                <a:ext uri="{FF2B5EF4-FFF2-40B4-BE49-F238E27FC236}">
                  <a16:creationId xmlns:a16="http://schemas.microsoft.com/office/drawing/2014/main" id="{E8087A1D-8299-4508-A80A-FC64425DF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62" name="Rectangle 93">
              <a:extLst>
                <a:ext uri="{FF2B5EF4-FFF2-40B4-BE49-F238E27FC236}">
                  <a16:creationId xmlns:a16="http://schemas.microsoft.com/office/drawing/2014/main" id="{7D6507C9-7242-4CC4-AAD5-A6D611B05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63" name="Rectangle 94">
              <a:extLst>
                <a:ext uri="{FF2B5EF4-FFF2-40B4-BE49-F238E27FC236}">
                  <a16:creationId xmlns:a16="http://schemas.microsoft.com/office/drawing/2014/main" id="{C424AAA8-F43C-4DB8-A106-12A4FCB05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64" name="Rectangle 95">
              <a:extLst>
                <a:ext uri="{FF2B5EF4-FFF2-40B4-BE49-F238E27FC236}">
                  <a16:creationId xmlns:a16="http://schemas.microsoft.com/office/drawing/2014/main" id="{0D01A354-AD4F-4D20-8657-DE2523A4C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65" name="Rectangle 96">
              <a:extLst>
                <a:ext uri="{FF2B5EF4-FFF2-40B4-BE49-F238E27FC236}">
                  <a16:creationId xmlns:a16="http://schemas.microsoft.com/office/drawing/2014/main" id="{EFA40325-A769-4368-AFC9-BB4783CED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66" name="Rectangle 97">
              <a:extLst>
                <a:ext uri="{FF2B5EF4-FFF2-40B4-BE49-F238E27FC236}">
                  <a16:creationId xmlns:a16="http://schemas.microsoft.com/office/drawing/2014/main" id="{A82A0119-87FB-430D-B146-E98A9EB9E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67" name="Rectangle 98">
              <a:extLst>
                <a:ext uri="{FF2B5EF4-FFF2-40B4-BE49-F238E27FC236}">
                  <a16:creationId xmlns:a16="http://schemas.microsoft.com/office/drawing/2014/main" id="{78261F41-39F9-4B58-B907-57EC42AD6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68" name="Rectangle 99">
              <a:extLst>
                <a:ext uri="{FF2B5EF4-FFF2-40B4-BE49-F238E27FC236}">
                  <a16:creationId xmlns:a16="http://schemas.microsoft.com/office/drawing/2014/main" id="{EA38C2A9-F198-4802-97CC-240BB576E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69" name="Rectangle 100">
              <a:extLst>
                <a:ext uri="{FF2B5EF4-FFF2-40B4-BE49-F238E27FC236}">
                  <a16:creationId xmlns:a16="http://schemas.microsoft.com/office/drawing/2014/main" id="{4124258B-309C-4D05-992C-27B8E466F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70" name="Rectangle 101">
              <a:extLst>
                <a:ext uri="{FF2B5EF4-FFF2-40B4-BE49-F238E27FC236}">
                  <a16:creationId xmlns:a16="http://schemas.microsoft.com/office/drawing/2014/main" id="{BD12BDBA-49D7-4065-9B7F-541D8C6CA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71" name="Rectangle 102">
              <a:extLst>
                <a:ext uri="{FF2B5EF4-FFF2-40B4-BE49-F238E27FC236}">
                  <a16:creationId xmlns:a16="http://schemas.microsoft.com/office/drawing/2014/main" id="{C5ADC3B2-2026-4926-9B3E-17B11489B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72" name="Rectangle 103">
              <a:extLst>
                <a:ext uri="{FF2B5EF4-FFF2-40B4-BE49-F238E27FC236}">
                  <a16:creationId xmlns:a16="http://schemas.microsoft.com/office/drawing/2014/main" id="{CD7899EA-C473-45DC-8B00-D2627C5E4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73" name="Rectangle 104">
              <a:extLst>
                <a:ext uri="{FF2B5EF4-FFF2-40B4-BE49-F238E27FC236}">
                  <a16:creationId xmlns:a16="http://schemas.microsoft.com/office/drawing/2014/main" id="{B9AC6C66-D814-43F0-B7A6-F32AD912F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74" name="Rectangle 105">
              <a:extLst>
                <a:ext uri="{FF2B5EF4-FFF2-40B4-BE49-F238E27FC236}">
                  <a16:creationId xmlns:a16="http://schemas.microsoft.com/office/drawing/2014/main" id="{5C43F93E-E8FD-49FD-80A1-506D93F50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75" name="Rectangle 106">
              <a:extLst>
                <a:ext uri="{FF2B5EF4-FFF2-40B4-BE49-F238E27FC236}">
                  <a16:creationId xmlns:a16="http://schemas.microsoft.com/office/drawing/2014/main" id="{E43A4FA2-1C6A-4F55-A61A-040286E03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76" name="Rectangle 107">
              <a:extLst>
                <a:ext uri="{FF2B5EF4-FFF2-40B4-BE49-F238E27FC236}">
                  <a16:creationId xmlns:a16="http://schemas.microsoft.com/office/drawing/2014/main" id="{B0C3FBD6-A4C4-4071-AC8F-538759C87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77" name="Rectangle 108">
              <a:extLst>
                <a:ext uri="{FF2B5EF4-FFF2-40B4-BE49-F238E27FC236}">
                  <a16:creationId xmlns:a16="http://schemas.microsoft.com/office/drawing/2014/main" id="{1CA290C4-7D04-41F2-A75D-80D1DC33E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78" name="Rectangle 109">
              <a:extLst>
                <a:ext uri="{FF2B5EF4-FFF2-40B4-BE49-F238E27FC236}">
                  <a16:creationId xmlns:a16="http://schemas.microsoft.com/office/drawing/2014/main" id="{C0016878-1D46-482E-BDA0-04CE27562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79" name="Rectangle 112">
              <a:extLst>
                <a:ext uri="{FF2B5EF4-FFF2-40B4-BE49-F238E27FC236}">
                  <a16:creationId xmlns:a16="http://schemas.microsoft.com/office/drawing/2014/main" id="{5328E51B-93DD-4177-80FC-745B4A96B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80" name="Rectangle 114">
              <a:extLst>
                <a:ext uri="{FF2B5EF4-FFF2-40B4-BE49-F238E27FC236}">
                  <a16:creationId xmlns:a16="http://schemas.microsoft.com/office/drawing/2014/main" id="{4358474B-837E-4294-84B2-576377592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81" name="Rectangle 115">
              <a:extLst>
                <a:ext uri="{FF2B5EF4-FFF2-40B4-BE49-F238E27FC236}">
                  <a16:creationId xmlns:a16="http://schemas.microsoft.com/office/drawing/2014/main" id="{983B0EA0-C9E9-4036-BB1B-2849AFE7D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82" name="Rectangle 117">
              <a:extLst>
                <a:ext uri="{FF2B5EF4-FFF2-40B4-BE49-F238E27FC236}">
                  <a16:creationId xmlns:a16="http://schemas.microsoft.com/office/drawing/2014/main" id="{0378CEB1-1DA1-4B6A-A463-2688A2367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83" name="Rectangle 120">
              <a:extLst>
                <a:ext uri="{FF2B5EF4-FFF2-40B4-BE49-F238E27FC236}">
                  <a16:creationId xmlns:a16="http://schemas.microsoft.com/office/drawing/2014/main" id="{2ED1A40A-90FC-4810-970E-F8B8574C2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84" name="Rectangle 122">
              <a:extLst>
                <a:ext uri="{FF2B5EF4-FFF2-40B4-BE49-F238E27FC236}">
                  <a16:creationId xmlns:a16="http://schemas.microsoft.com/office/drawing/2014/main" id="{887EA82F-D559-4C1F-834D-A739C0B12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85" name="Rectangle 123">
              <a:extLst>
                <a:ext uri="{FF2B5EF4-FFF2-40B4-BE49-F238E27FC236}">
                  <a16:creationId xmlns:a16="http://schemas.microsoft.com/office/drawing/2014/main" id="{B23E09B6-6AF3-415E-B117-6054A941E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86" name="Rectangle 125">
              <a:extLst>
                <a:ext uri="{FF2B5EF4-FFF2-40B4-BE49-F238E27FC236}">
                  <a16:creationId xmlns:a16="http://schemas.microsoft.com/office/drawing/2014/main" id="{3E190FC0-6869-436D-9600-B8A8B4739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87" name="Rectangle 128">
              <a:extLst>
                <a:ext uri="{FF2B5EF4-FFF2-40B4-BE49-F238E27FC236}">
                  <a16:creationId xmlns:a16="http://schemas.microsoft.com/office/drawing/2014/main" id="{6015536E-44CB-4BF6-A629-1C39BED1D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88" name="Rectangle 130">
              <a:extLst>
                <a:ext uri="{FF2B5EF4-FFF2-40B4-BE49-F238E27FC236}">
                  <a16:creationId xmlns:a16="http://schemas.microsoft.com/office/drawing/2014/main" id="{E096A7A0-584B-4BF8-A664-115240ADD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89" name="Rectangle 131">
              <a:extLst>
                <a:ext uri="{FF2B5EF4-FFF2-40B4-BE49-F238E27FC236}">
                  <a16:creationId xmlns:a16="http://schemas.microsoft.com/office/drawing/2014/main" id="{345B0726-C24B-4DFD-B0D9-658FC8031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90" name="Rectangle 133">
              <a:extLst>
                <a:ext uri="{FF2B5EF4-FFF2-40B4-BE49-F238E27FC236}">
                  <a16:creationId xmlns:a16="http://schemas.microsoft.com/office/drawing/2014/main" id="{B9D0E501-498F-4776-83FC-40BEC6786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91" name="Rectangle 136">
              <a:extLst>
                <a:ext uri="{FF2B5EF4-FFF2-40B4-BE49-F238E27FC236}">
                  <a16:creationId xmlns:a16="http://schemas.microsoft.com/office/drawing/2014/main" id="{53F84EB1-3EEB-411B-A63E-CB1EFC894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92" name="Rectangle 138">
              <a:extLst>
                <a:ext uri="{FF2B5EF4-FFF2-40B4-BE49-F238E27FC236}">
                  <a16:creationId xmlns:a16="http://schemas.microsoft.com/office/drawing/2014/main" id="{407F7C5A-D55E-4966-911B-B5DDC27E5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93" name="Rectangle 139">
              <a:extLst>
                <a:ext uri="{FF2B5EF4-FFF2-40B4-BE49-F238E27FC236}">
                  <a16:creationId xmlns:a16="http://schemas.microsoft.com/office/drawing/2014/main" id="{FAA13A61-7E8A-472A-B2FC-CD0C65BAF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1858" name="Group 69">
            <a:extLst>
              <a:ext uri="{FF2B5EF4-FFF2-40B4-BE49-F238E27FC236}">
                <a16:creationId xmlns:a16="http://schemas.microsoft.com/office/drawing/2014/main" id="{733D4E43-8C0A-459E-8ACC-BFACEC6FB65D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21875" name="Rectangle 4">
              <a:extLst>
                <a:ext uri="{FF2B5EF4-FFF2-40B4-BE49-F238E27FC236}">
                  <a16:creationId xmlns:a16="http://schemas.microsoft.com/office/drawing/2014/main" id="{05812680-86FD-4AD9-8818-958B1359D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76" name="Rectangle 5">
              <a:extLst>
                <a:ext uri="{FF2B5EF4-FFF2-40B4-BE49-F238E27FC236}">
                  <a16:creationId xmlns:a16="http://schemas.microsoft.com/office/drawing/2014/main" id="{D21ED2AD-0D9D-406A-950E-0B2DE3409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77" name="Rectangle 6">
              <a:extLst>
                <a:ext uri="{FF2B5EF4-FFF2-40B4-BE49-F238E27FC236}">
                  <a16:creationId xmlns:a16="http://schemas.microsoft.com/office/drawing/2014/main" id="{AA827B0E-114F-445B-9BEA-45E8D39CF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78" name="Rectangle 7">
              <a:extLst>
                <a:ext uri="{FF2B5EF4-FFF2-40B4-BE49-F238E27FC236}">
                  <a16:creationId xmlns:a16="http://schemas.microsoft.com/office/drawing/2014/main" id="{3D453046-63AC-44DA-AFA3-916A8B2DA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79" name="Rectangle 8">
              <a:extLst>
                <a:ext uri="{FF2B5EF4-FFF2-40B4-BE49-F238E27FC236}">
                  <a16:creationId xmlns:a16="http://schemas.microsoft.com/office/drawing/2014/main" id="{621FBB73-04B3-4EF7-8CC4-E0CE06925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80" name="Rectangle 9">
              <a:extLst>
                <a:ext uri="{FF2B5EF4-FFF2-40B4-BE49-F238E27FC236}">
                  <a16:creationId xmlns:a16="http://schemas.microsoft.com/office/drawing/2014/main" id="{CA21DBEB-288A-41F0-B215-ED3AF9449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81" name="Rectangle 10">
              <a:extLst>
                <a:ext uri="{FF2B5EF4-FFF2-40B4-BE49-F238E27FC236}">
                  <a16:creationId xmlns:a16="http://schemas.microsoft.com/office/drawing/2014/main" id="{688F71A2-FDBC-42EE-B79C-DF6157D77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82" name="Rectangle 11">
              <a:extLst>
                <a:ext uri="{FF2B5EF4-FFF2-40B4-BE49-F238E27FC236}">
                  <a16:creationId xmlns:a16="http://schemas.microsoft.com/office/drawing/2014/main" id="{DB82FABB-ACF6-42F6-A6B9-B71EE7155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83" name="Rectangle 12">
              <a:extLst>
                <a:ext uri="{FF2B5EF4-FFF2-40B4-BE49-F238E27FC236}">
                  <a16:creationId xmlns:a16="http://schemas.microsoft.com/office/drawing/2014/main" id="{04C35949-3CFF-4174-AA7C-C55B8269F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84" name="Rectangle 13">
              <a:extLst>
                <a:ext uri="{FF2B5EF4-FFF2-40B4-BE49-F238E27FC236}">
                  <a16:creationId xmlns:a16="http://schemas.microsoft.com/office/drawing/2014/main" id="{5AE08BE7-F203-409A-8E66-7FB853568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85" name="Rectangle 14">
              <a:extLst>
                <a:ext uri="{FF2B5EF4-FFF2-40B4-BE49-F238E27FC236}">
                  <a16:creationId xmlns:a16="http://schemas.microsoft.com/office/drawing/2014/main" id="{68D4AFDE-750B-42F2-8815-BC9A80948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86" name="Rectangle 15">
              <a:extLst>
                <a:ext uri="{FF2B5EF4-FFF2-40B4-BE49-F238E27FC236}">
                  <a16:creationId xmlns:a16="http://schemas.microsoft.com/office/drawing/2014/main" id="{F7243798-8C6D-42F1-8884-5AF4A3CF8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87" name="Rectangle 16">
              <a:extLst>
                <a:ext uri="{FF2B5EF4-FFF2-40B4-BE49-F238E27FC236}">
                  <a16:creationId xmlns:a16="http://schemas.microsoft.com/office/drawing/2014/main" id="{D29D47BD-1C31-46A1-BB16-0626366F5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88" name="Rectangle 17">
              <a:extLst>
                <a:ext uri="{FF2B5EF4-FFF2-40B4-BE49-F238E27FC236}">
                  <a16:creationId xmlns:a16="http://schemas.microsoft.com/office/drawing/2014/main" id="{DFFE8752-1830-4284-91D0-E395485DC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89" name="Rectangle 18">
              <a:extLst>
                <a:ext uri="{FF2B5EF4-FFF2-40B4-BE49-F238E27FC236}">
                  <a16:creationId xmlns:a16="http://schemas.microsoft.com/office/drawing/2014/main" id="{FD042A21-6CF9-4B46-B5BA-D6E1B6170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90" name="Rectangle 19">
              <a:extLst>
                <a:ext uri="{FF2B5EF4-FFF2-40B4-BE49-F238E27FC236}">
                  <a16:creationId xmlns:a16="http://schemas.microsoft.com/office/drawing/2014/main" id="{E6E82574-8F69-4187-A5AF-418479CB6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91" name="Rectangle 20">
              <a:extLst>
                <a:ext uri="{FF2B5EF4-FFF2-40B4-BE49-F238E27FC236}">
                  <a16:creationId xmlns:a16="http://schemas.microsoft.com/office/drawing/2014/main" id="{39B7950C-C340-4457-AB1E-60F497BFD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92" name="Rectangle 21">
              <a:extLst>
                <a:ext uri="{FF2B5EF4-FFF2-40B4-BE49-F238E27FC236}">
                  <a16:creationId xmlns:a16="http://schemas.microsoft.com/office/drawing/2014/main" id="{466E15B5-B027-4068-83B8-BAA7D53D1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93" name="Rectangle 22">
              <a:extLst>
                <a:ext uri="{FF2B5EF4-FFF2-40B4-BE49-F238E27FC236}">
                  <a16:creationId xmlns:a16="http://schemas.microsoft.com/office/drawing/2014/main" id="{7CA9399E-BCC9-44F2-A36D-0D6B96F10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94" name="Rectangle 23">
              <a:extLst>
                <a:ext uri="{FF2B5EF4-FFF2-40B4-BE49-F238E27FC236}">
                  <a16:creationId xmlns:a16="http://schemas.microsoft.com/office/drawing/2014/main" id="{45B0B148-55BB-4AE6-8491-1CA21942D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95" name="Rectangle 24">
              <a:extLst>
                <a:ext uri="{FF2B5EF4-FFF2-40B4-BE49-F238E27FC236}">
                  <a16:creationId xmlns:a16="http://schemas.microsoft.com/office/drawing/2014/main" id="{5EF12A4C-512A-4F6C-8129-57F20B13C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96" name="Rectangle 25">
              <a:extLst>
                <a:ext uri="{FF2B5EF4-FFF2-40B4-BE49-F238E27FC236}">
                  <a16:creationId xmlns:a16="http://schemas.microsoft.com/office/drawing/2014/main" id="{041E76BA-6480-4796-9FA5-D2814BD09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97" name="Rectangle 26">
              <a:extLst>
                <a:ext uri="{FF2B5EF4-FFF2-40B4-BE49-F238E27FC236}">
                  <a16:creationId xmlns:a16="http://schemas.microsoft.com/office/drawing/2014/main" id="{7A8DFA5C-1044-43D1-8A45-4DF818836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98" name="Rectangle 27">
              <a:extLst>
                <a:ext uri="{FF2B5EF4-FFF2-40B4-BE49-F238E27FC236}">
                  <a16:creationId xmlns:a16="http://schemas.microsoft.com/office/drawing/2014/main" id="{4E56CA62-8128-4CC5-BCCE-F24B99A7F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899" name="Rectangle 28">
              <a:extLst>
                <a:ext uri="{FF2B5EF4-FFF2-40B4-BE49-F238E27FC236}">
                  <a16:creationId xmlns:a16="http://schemas.microsoft.com/office/drawing/2014/main" id="{3EAEA78F-4502-41E5-A100-902A0D294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00" name="Rectangle 29">
              <a:extLst>
                <a:ext uri="{FF2B5EF4-FFF2-40B4-BE49-F238E27FC236}">
                  <a16:creationId xmlns:a16="http://schemas.microsoft.com/office/drawing/2014/main" id="{357E6249-2556-4D1C-8B01-DD582BCAE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01" name="Rectangle 30">
              <a:extLst>
                <a:ext uri="{FF2B5EF4-FFF2-40B4-BE49-F238E27FC236}">
                  <a16:creationId xmlns:a16="http://schemas.microsoft.com/office/drawing/2014/main" id="{1BA8DD7A-7E55-4872-8FAC-9A9C51FA8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02" name="Rectangle 31">
              <a:extLst>
                <a:ext uri="{FF2B5EF4-FFF2-40B4-BE49-F238E27FC236}">
                  <a16:creationId xmlns:a16="http://schemas.microsoft.com/office/drawing/2014/main" id="{6D075576-72B6-4BF6-ADA5-E86B8B1F0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03" name="Rectangle 32">
              <a:extLst>
                <a:ext uri="{FF2B5EF4-FFF2-40B4-BE49-F238E27FC236}">
                  <a16:creationId xmlns:a16="http://schemas.microsoft.com/office/drawing/2014/main" id="{4CFA27FF-051B-4CAA-B986-0657F526F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04" name="Rectangle 33">
              <a:extLst>
                <a:ext uri="{FF2B5EF4-FFF2-40B4-BE49-F238E27FC236}">
                  <a16:creationId xmlns:a16="http://schemas.microsoft.com/office/drawing/2014/main" id="{524DD51D-C158-47CA-9059-740373D62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05" name="Rectangle 34">
              <a:extLst>
                <a:ext uri="{FF2B5EF4-FFF2-40B4-BE49-F238E27FC236}">
                  <a16:creationId xmlns:a16="http://schemas.microsoft.com/office/drawing/2014/main" id="{5AB1ED4B-6234-4C0A-A1EF-8911E6A92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06" name="Rectangle 35">
              <a:extLst>
                <a:ext uri="{FF2B5EF4-FFF2-40B4-BE49-F238E27FC236}">
                  <a16:creationId xmlns:a16="http://schemas.microsoft.com/office/drawing/2014/main" id="{98B2ECDF-2374-4E38-B6B0-A0AE9FB23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07" name="Rectangle 36">
              <a:extLst>
                <a:ext uri="{FF2B5EF4-FFF2-40B4-BE49-F238E27FC236}">
                  <a16:creationId xmlns:a16="http://schemas.microsoft.com/office/drawing/2014/main" id="{325CC809-74A7-4DCC-BAB1-272C7F801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08" name="Rectangle 37">
              <a:extLst>
                <a:ext uri="{FF2B5EF4-FFF2-40B4-BE49-F238E27FC236}">
                  <a16:creationId xmlns:a16="http://schemas.microsoft.com/office/drawing/2014/main" id="{08D0785F-5FBD-4AB5-ABCB-ABC732CBB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09" name="Rectangle 38">
              <a:extLst>
                <a:ext uri="{FF2B5EF4-FFF2-40B4-BE49-F238E27FC236}">
                  <a16:creationId xmlns:a16="http://schemas.microsoft.com/office/drawing/2014/main" id="{C8315257-9C28-4CF9-96C9-9B45B7F65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10" name="Rectangle 39">
              <a:extLst>
                <a:ext uri="{FF2B5EF4-FFF2-40B4-BE49-F238E27FC236}">
                  <a16:creationId xmlns:a16="http://schemas.microsoft.com/office/drawing/2014/main" id="{61C19C6E-B562-4981-B48C-B91DF35CE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11" name="Rectangle 40">
              <a:extLst>
                <a:ext uri="{FF2B5EF4-FFF2-40B4-BE49-F238E27FC236}">
                  <a16:creationId xmlns:a16="http://schemas.microsoft.com/office/drawing/2014/main" id="{168DBC65-8291-4D03-8AA8-30160DAE9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12" name="Rectangle 41">
              <a:extLst>
                <a:ext uri="{FF2B5EF4-FFF2-40B4-BE49-F238E27FC236}">
                  <a16:creationId xmlns:a16="http://schemas.microsoft.com/office/drawing/2014/main" id="{083A6C4E-564F-4BE1-8671-7CB98816B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13" name="Rectangle 42">
              <a:extLst>
                <a:ext uri="{FF2B5EF4-FFF2-40B4-BE49-F238E27FC236}">
                  <a16:creationId xmlns:a16="http://schemas.microsoft.com/office/drawing/2014/main" id="{56D17C31-676B-4082-8C94-7EF5ED5ED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14" name="Rectangle 43">
              <a:extLst>
                <a:ext uri="{FF2B5EF4-FFF2-40B4-BE49-F238E27FC236}">
                  <a16:creationId xmlns:a16="http://schemas.microsoft.com/office/drawing/2014/main" id="{9F164C24-022E-47A6-B91D-79AADF0BC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15" name="Rectangle 44">
              <a:extLst>
                <a:ext uri="{FF2B5EF4-FFF2-40B4-BE49-F238E27FC236}">
                  <a16:creationId xmlns:a16="http://schemas.microsoft.com/office/drawing/2014/main" id="{A5E1B899-28BE-4558-AE1E-3EA926694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16" name="Rectangle 45">
              <a:extLst>
                <a:ext uri="{FF2B5EF4-FFF2-40B4-BE49-F238E27FC236}">
                  <a16:creationId xmlns:a16="http://schemas.microsoft.com/office/drawing/2014/main" id="{2B923E65-48C5-42A3-8C35-EB2FFE6B1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17" name="Rectangle 46">
              <a:extLst>
                <a:ext uri="{FF2B5EF4-FFF2-40B4-BE49-F238E27FC236}">
                  <a16:creationId xmlns:a16="http://schemas.microsoft.com/office/drawing/2014/main" id="{76250006-2D52-4DE9-ABDE-60ACABF2E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18" name="Rectangle 47">
              <a:extLst>
                <a:ext uri="{FF2B5EF4-FFF2-40B4-BE49-F238E27FC236}">
                  <a16:creationId xmlns:a16="http://schemas.microsoft.com/office/drawing/2014/main" id="{02D00C89-022D-42BB-99BB-45950F566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19" name="Rectangle 48">
              <a:extLst>
                <a:ext uri="{FF2B5EF4-FFF2-40B4-BE49-F238E27FC236}">
                  <a16:creationId xmlns:a16="http://schemas.microsoft.com/office/drawing/2014/main" id="{FC99A552-731F-48C9-AAFA-220BF6F7A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20" name="Rectangle 49">
              <a:extLst>
                <a:ext uri="{FF2B5EF4-FFF2-40B4-BE49-F238E27FC236}">
                  <a16:creationId xmlns:a16="http://schemas.microsoft.com/office/drawing/2014/main" id="{616CA652-8076-43F8-BE2A-7B9EA3945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21" name="Rectangle 50">
              <a:extLst>
                <a:ext uri="{FF2B5EF4-FFF2-40B4-BE49-F238E27FC236}">
                  <a16:creationId xmlns:a16="http://schemas.microsoft.com/office/drawing/2014/main" id="{FA49F742-C433-450F-BCD4-EDB744820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22" name="Rectangle 51">
              <a:extLst>
                <a:ext uri="{FF2B5EF4-FFF2-40B4-BE49-F238E27FC236}">
                  <a16:creationId xmlns:a16="http://schemas.microsoft.com/office/drawing/2014/main" id="{C2E5C110-9BC2-4479-9E6E-C76D4AEB3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23" name="Rectangle 52">
              <a:extLst>
                <a:ext uri="{FF2B5EF4-FFF2-40B4-BE49-F238E27FC236}">
                  <a16:creationId xmlns:a16="http://schemas.microsoft.com/office/drawing/2014/main" id="{423A474D-E64C-4566-8B79-CB22622E7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24" name="Rectangle 53">
              <a:extLst>
                <a:ext uri="{FF2B5EF4-FFF2-40B4-BE49-F238E27FC236}">
                  <a16:creationId xmlns:a16="http://schemas.microsoft.com/office/drawing/2014/main" id="{883E8AB9-EEF1-48EB-BDA8-19629B3C2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25" name="Rectangle 54">
              <a:extLst>
                <a:ext uri="{FF2B5EF4-FFF2-40B4-BE49-F238E27FC236}">
                  <a16:creationId xmlns:a16="http://schemas.microsoft.com/office/drawing/2014/main" id="{E8F7302D-239E-4518-828B-8883AC081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26" name="Rectangle 55">
              <a:extLst>
                <a:ext uri="{FF2B5EF4-FFF2-40B4-BE49-F238E27FC236}">
                  <a16:creationId xmlns:a16="http://schemas.microsoft.com/office/drawing/2014/main" id="{7142C259-4A8F-4CE7-8467-1A21EA38E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27" name="Rectangle 56">
              <a:extLst>
                <a:ext uri="{FF2B5EF4-FFF2-40B4-BE49-F238E27FC236}">
                  <a16:creationId xmlns:a16="http://schemas.microsoft.com/office/drawing/2014/main" id="{38BCFC0F-2C59-45AF-B319-147A331B7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28" name="Rectangle 57">
              <a:extLst>
                <a:ext uri="{FF2B5EF4-FFF2-40B4-BE49-F238E27FC236}">
                  <a16:creationId xmlns:a16="http://schemas.microsoft.com/office/drawing/2014/main" id="{1C38CE7E-EE5F-4AA2-A704-C6110E0C2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29" name="Rectangle 58">
              <a:extLst>
                <a:ext uri="{FF2B5EF4-FFF2-40B4-BE49-F238E27FC236}">
                  <a16:creationId xmlns:a16="http://schemas.microsoft.com/office/drawing/2014/main" id="{70BCE307-E0DB-49BB-93B8-CDAA64B57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30" name="Rectangle 59">
              <a:extLst>
                <a:ext uri="{FF2B5EF4-FFF2-40B4-BE49-F238E27FC236}">
                  <a16:creationId xmlns:a16="http://schemas.microsoft.com/office/drawing/2014/main" id="{652692AB-7B6B-4983-B23F-29A7A706A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31" name="Rectangle 60">
              <a:extLst>
                <a:ext uri="{FF2B5EF4-FFF2-40B4-BE49-F238E27FC236}">
                  <a16:creationId xmlns:a16="http://schemas.microsoft.com/office/drawing/2014/main" id="{4FDBC831-3673-4B19-A11E-988CA26E0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32" name="Rectangle 61">
              <a:extLst>
                <a:ext uri="{FF2B5EF4-FFF2-40B4-BE49-F238E27FC236}">
                  <a16:creationId xmlns:a16="http://schemas.microsoft.com/office/drawing/2014/main" id="{BF6305BA-43C2-4640-A924-A298CD4F0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33" name="Rectangle 62">
              <a:extLst>
                <a:ext uri="{FF2B5EF4-FFF2-40B4-BE49-F238E27FC236}">
                  <a16:creationId xmlns:a16="http://schemas.microsoft.com/office/drawing/2014/main" id="{2A1A0AF2-35BE-48A1-A3D0-8B137A0C6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34" name="Rectangle 63">
              <a:extLst>
                <a:ext uri="{FF2B5EF4-FFF2-40B4-BE49-F238E27FC236}">
                  <a16:creationId xmlns:a16="http://schemas.microsoft.com/office/drawing/2014/main" id="{33C0C52A-9831-4E0F-831C-9B0981722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35" name="Rectangle 64">
              <a:extLst>
                <a:ext uri="{FF2B5EF4-FFF2-40B4-BE49-F238E27FC236}">
                  <a16:creationId xmlns:a16="http://schemas.microsoft.com/office/drawing/2014/main" id="{DD903D15-1769-4287-82BF-D3BA86BF4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36" name="Rectangle 65">
              <a:extLst>
                <a:ext uri="{FF2B5EF4-FFF2-40B4-BE49-F238E27FC236}">
                  <a16:creationId xmlns:a16="http://schemas.microsoft.com/office/drawing/2014/main" id="{6B3FA8A3-2C06-4C5E-B588-03FD3BF82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37" name="Rectangle 66">
              <a:extLst>
                <a:ext uri="{FF2B5EF4-FFF2-40B4-BE49-F238E27FC236}">
                  <a16:creationId xmlns:a16="http://schemas.microsoft.com/office/drawing/2014/main" id="{9323D381-8CAF-442D-924C-3678CA4B4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38" name="Rectangle 67">
              <a:extLst>
                <a:ext uri="{FF2B5EF4-FFF2-40B4-BE49-F238E27FC236}">
                  <a16:creationId xmlns:a16="http://schemas.microsoft.com/office/drawing/2014/main" id="{25CFAE46-C214-4D47-81B3-F6B7AA1A4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39" name="Rectangle 68">
              <a:extLst>
                <a:ext uri="{FF2B5EF4-FFF2-40B4-BE49-F238E27FC236}">
                  <a16:creationId xmlns:a16="http://schemas.microsoft.com/office/drawing/2014/main" id="{0BAC9BF7-6765-413D-88AD-BBB2003E5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40" name="Rectangle 69">
              <a:extLst>
                <a:ext uri="{FF2B5EF4-FFF2-40B4-BE49-F238E27FC236}">
                  <a16:creationId xmlns:a16="http://schemas.microsoft.com/office/drawing/2014/main" id="{81DA3D54-D257-4709-B000-FDC35390E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41" name="Rectangle 70">
              <a:extLst>
                <a:ext uri="{FF2B5EF4-FFF2-40B4-BE49-F238E27FC236}">
                  <a16:creationId xmlns:a16="http://schemas.microsoft.com/office/drawing/2014/main" id="{397924C0-554F-4692-9C99-ED8B292F1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42" name="Rectangle 71">
              <a:extLst>
                <a:ext uri="{FF2B5EF4-FFF2-40B4-BE49-F238E27FC236}">
                  <a16:creationId xmlns:a16="http://schemas.microsoft.com/office/drawing/2014/main" id="{644B3CDD-80C2-43A2-B22D-E176196AB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43" name="Rectangle 72">
              <a:extLst>
                <a:ext uri="{FF2B5EF4-FFF2-40B4-BE49-F238E27FC236}">
                  <a16:creationId xmlns:a16="http://schemas.microsoft.com/office/drawing/2014/main" id="{AF9F242D-E597-4AF8-BD91-4509DEBA2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44" name="Rectangle 73">
              <a:extLst>
                <a:ext uri="{FF2B5EF4-FFF2-40B4-BE49-F238E27FC236}">
                  <a16:creationId xmlns:a16="http://schemas.microsoft.com/office/drawing/2014/main" id="{B2D9270D-A8B1-4E6E-97B5-4504BA8C9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45" name="Rectangle 74">
              <a:extLst>
                <a:ext uri="{FF2B5EF4-FFF2-40B4-BE49-F238E27FC236}">
                  <a16:creationId xmlns:a16="http://schemas.microsoft.com/office/drawing/2014/main" id="{0E0051BD-DD9E-4A99-AE65-C108AD58D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46" name="Rectangle 75">
              <a:extLst>
                <a:ext uri="{FF2B5EF4-FFF2-40B4-BE49-F238E27FC236}">
                  <a16:creationId xmlns:a16="http://schemas.microsoft.com/office/drawing/2014/main" id="{9D112FDD-5557-4117-AE8B-FA18B149B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47" name="Rectangle 76">
              <a:extLst>
                <a:ext uri="{FF2B5EF4-FFF2-40B4-BE49-F238E27FC236}">
                  <a16:creationId xmlns:a16="http://schemas.microsoft.com/office/drawing/2014/main" id="{98DDA220-79ED-4A01-8415-7C3047041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48" name="Rectangle 77">
              <a:extLst>
                <a:ext uri="{FF2B5EF4-FFF2-40B4-BE49-F238E27FC236}">
                  <a16:creationId xmlns:a16="http://schemas.microsoft.com/office/drawing/2014/main" id="{B1D7F03E-BA62-4FCF-8339-7E110CB1E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49" name="Rectangle 78">
              <a:extLst>
                <a:ext uri="{FF2B5EF4-FFF2-40B4-BE49-F238E27FC236}">
                  <a16:creationId xmlns:a16="http://schemas.microsoft.com/office/drawing/2014/main" id="{6226B1EE-C7E0-49A0-86F5-719FFD59F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50" name="Rectangle 79">
              <a:extLst>
                <a:ext uri="{FF2B5EF4-FFF2-40B4-BE49-F238E27FC236}">
                  <a16:creationId xmlns:a16="http://schemas.microsoft.com/office/drawing/2014/main" id="{019EEFDA-69F6-4589-A7AA-6605247C7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51" name="Rectangle 80">
              <a:extLst>
                <a:ext uri="{FF2B5EF4-FFF2-40B4-BE49-F238E27FC236}">
                  <a16:creationId xmlns:a16="http://schemas.microsoft.com/office/drawing/2014/main" id="{8746B0B7-B30D-43BC-AF90-36D69B19D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52" name="Rectangle 81">
              <a:extLst>
                <a:ext uri="{FF2B5EF4-FFF2-40B4-BE49-F238E27FC236}">
                  <a16:creationId xmlns:a16="http://schemas.microsoft.com/office/drawing/2014/main" id="{76167BE8-4DCC-4FCD-9D37-A82581CFE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53" name="Rectangle 82">
              <a:extLst>
                <a:ext uri="{FF2B5EF4-FFF2-40B4-BE49-F238E27FC236}">
                  <a16:creationId xmlns:a16="http://schemas.microsoft.com/office/drawing/2014/main" id="{6E9621A4-0F18-4049-A53E-FCC596C09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1954" name="Rectangle 83">
              <a:extLst>
                <a:ext uri="{FF2B5EF4-FFF2-40B4-BE49-F238E27FC236}">
                  <a16:creationId xmlns:a16="http://schemas.microsoft.com/office/drawing/2014/main" id="{475FDEFD-ACF8-4CCC-A4A3-02B554317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21859" name="Rectangle 2">
            <a:extLst>
              <a:ext uri="{FF2B5EF4-FFF2-40B4-BE49-F238E27FC236}">
                <a16:creationId xmlns:a16="http://schemas.microsoft.com/office/drawing/2014/main" id="{899A3A28-28F1-4083-8E24-8188471A02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21860" name="Rectangle 110">
            <a:extLst>
              <a:ext uri="{FF2B5EF4-FFF2-40B4-BE49-F238E27FC236}">
                <a16:creationId xmlns:a16="http://schemas.microsoft.com/office/drawing/2014/main" id="{718034B7-31FB-4FA2-84B2-B6A7EAB218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1861" name="Rectangle 118">
            <a:extLst>
              <a:ext uri="{FF2B5EF4-FFF2-40B4-BE49-F238E27FC236}">
                <a16:creationId xmlns:a16="http://schemas.microsoft.com/office/drawing/2014/main" id="{6711BB7A-84A3-4115-A276-ACA508C54E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1862" name="Rectangle 126">
            <a:extLst>
              <a:ext uri="{FF2B5EF4-FFF2-40B4-BE49-F238E27FC236}">
                <a16:creationId xmlns:a16="http://schemas.microsoft.com/office/drawing/2014/main" id="{4647EF78-AF25-4DC0-9E78-290CEBF0D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1863" name="Rectangle 134">
            <a:extLst>
              <a:ext uri="{FF2B5EF4-FFF2-40B4-BE49-F238E27FC236}">
                <a16:creationId xmlns:a16="http://schemas.microsoft.com/office/drawing/2014/main" id="{63E4E49D-DB62-40E5-AABA-B00F6BCF8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1864" name="TextBox 155">
            <a:extLst>
              <a:ext uri="{FF2B5EF4-FFF2-40B4-BE49-F238E27FC236}">
                <a16:creationId xmlns:a16="http://schemas.microsoft.com/office/drawing/2014/main" id="{002A3659-ADF1-4CF2-B3C1-9AEED6F9B4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8213" y="4964113"/>
            <a:ext cx="28019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What should we do here?</a:t>
            </a:r>
          </a:p>
        </p:txBody>
      </p:sp>
      <p:sp>
        <p:nvSpPr>
          <p:cNvPr id="121865" name="Rectangle 116">
            <a:extLst>
              <a:ext uri="{FF2B5EF4-FFF2-40B4-BE49-F238E27FC236}">
                <a16:creationId xmlns:a16="http://schemas.microsoft.com/office/drawing/2014/main" id="{488AD668-4A36-4C86-9374-C8B8FE640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28305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1866" name="Rectangle 124">
            <a:extLst>
              <a:ext uri="{FF2B5EF4-FFF2-40B4-BE49-F238E27FC236}">
                <a16:creationId xmlns:a16="http://schemas.microsoft.com/office/drawing/2014/main" id="{9EAF1AEA-22E9-4643-A5BD-20B5A91589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03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1867" name="Rectangle 132">
            <a:extLst>
              <a:ext uri="{FF2B5EF4-FFF2-40B4-BE49-F238E27FC236}">
                <a16:creationId xmlns:a16="http://schemas.microsoft.com/office/drawing/2014/main" id="{ADB5F6B0-8578-44E8-BFC3-9432239788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3686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1868" name="Rectangle 140">
            <a:extLst>
              <a:ext uri="{FF2B5EF4-FFF2-40B4-BE49-F238E27FC236}">
                <a16:creationId xmlns:a16="http://schemas.microsoft.com/office/drawing/2014/main" id="{4AD032AE-5C5B-452D-BF0A-5D6554C0F0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63696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121869" name="Straight Arrow Connector 157">
            <a:extLst>
              <a:ext uri="{FF2B5EF4-FFF2-40B4-BE49-F238E27FC236}">
                <a16:creationId xmlns:a16="http://schemas.microsoft.com/office/drawing/2014/main" id="{3B9B4548-B1EB-4803-9C14-7AD2A1A4755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1828800" y="2946400"/>
            <a:ext cx="3860800" cy="241300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1870" name="TextBox 2">
            <a:extLst>
              <a:ext uri="{FF2B5EF4-FFF2-40B4-BE49-F238E27FC236}">
                <a16:creationId xmlns:a16="http://schemas.microsoft.com/office/drawing/2014/main" id="{4579BB46-CAA1-4D05-A7A3-3C9419DB6C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2692400"/>
            <a:ext cx="35718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?</a:t>
            </a:r>
          </a:p>
        </p:txBody>
      </p:sp>
      <p:sp>
        <p:nvSpPr>
          <p:cNvPr id="121871" name="Rectangle 158">
            <a:extLst>
              <a:ext uri="{FF2B5EF4-FFF2-40B4-BE49-F238E27FC236}">
                <a16:creationId xmlns:a16="http://schemas.microsoft.com/office/drawing/2014/main" id="{8D374DD3-39D0-4758-B169-BC2425753A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3022600"/>
            <a:ext cx="633413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1872" name="Rectangle 159">
            <a:extLst>
              <a:ext uri="{FF2B5EF4-FFF2-40B4-BE49-F238E27FC236}">
                <a16:creationId xmlns:a16="http://schemas.microsoft.com/office/drawing/2014/main" id="{DBED3546-307F-48D4-B7C5-61D1ED3587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20813" y="2792413"/>
            <a:ext cx="393700" cy="307975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21873" name="Picture 2" descr="Screen shot 2013-10-21 at 1.42.50 PM.png">
            <a:extLst>
              <a:ext uri="{FF2B5EF4-FFF2-40B4-BE49-F238E27FC236}">
                <a16:creationId xmlns:a16="http://schemas.microsoft.com/office/drawing/2014/main" id="{48340A47-31FE-40DB-8034-248B247D002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9263" y="4758444"/>
            <a:ext cx="2397125" cy="187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1874" name="Picture 164" descr="Screen shot 2013-12-06 at 11.55.56 AM.png">
            <a:extLst>
              <a:ext uri="{FF2B5EF4-FFF2-40B4-BE49-F238E27FC236}">
                <a16:creationId xmlns:a16="http://schemas.microsoft.com/office/drawing/2014/main" id="{8779830B-9308-4008-ADD4-907D2C3EC0F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75" y="4958469"/>
            <a:ext cx="1722438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881" name="Group 13">
            <a:extLst>
              <a:ext uri="{FF2B5EF4-FFF2-40B4-BE49-F238E27FC236}">
                <a16:creationId xmlns:a16="http://schemas.microsoft.com/office/drawing/2014/main" id="{9BBF8546-1B73-4834-8C89-DB08A067443C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22976" name="Rectangle 85">
              <a:extLst>
                <a:ext uri="{FF2B5EF4-FFF2-40B4-BE49-F238E27FC236}">
                  <a16:creationId xmlns:a16="http://schemas.microsoft.com/office/drawing/2014/main" id="{7577DEE4-915D-4CEE-A8A1-B1B4A71BD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77" name="Rectangle 86">
              <a:extLst>
                <a:ext uri="{FF2B5EF4-FFF2-40B4-BE49-F238E27FC236}">
                  <a16:creationId xmlns:a16="http://schemas.microsoft.com/office/drawing/2014/main" id="{8D8DF6AB-A63B-42E1-A03C-B16559736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78" name="Rectangle 88">
              <a:extLst>
                <a:ext uri="{FF2B5EF4-FFF2-40B4-BE49-F238E27FC236}">
                  <a16:creationId xmlns:a16="http://schemas.microsoft.com/office/drawing/2014/main" id="{889B0124-899A-44BE-9E6F-32095EB3D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79" name="Rectangle 89">
              <a:extLst>
                <a:ext uri="{FF2B5EF4-FFF2-40B4-BE49-F238E27FC236}">
                  <a16:creationId xmlns:a16="http://schemas.microsoft.com/office/drawing/2014/main" id="{139931A2-7030-4EAF-A8B3-9A57FDA1A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80" name="Rectangle 90">
              <a:extLst>
                <a:ext uri="{FF2B5EF4-FFF2-40B4-BE49-F238E27FC236}">
                  <a16:creationId xmlns:a16="http://schemas.microsoft.com/office/drawing/2014/main" id="{B90FA2D0-93B3-4F75-A7A3-F7DBB3F23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81" name="Rectangle 91">
              <a:extLst>
                <a:ext uri="{FF2B5EF4-FFF2-40B4-BE49-F238E27FC236}">
                  <a16:creationId xmlns:a16="http://schemas.microsoft.com/office/drawing/2014/main" id="{B701670E-793A-492C-88CE-2509FEE86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82" name="Rectangle 92">
              <a:extLst>
                <a:ext uri="{FF2B5EF4-FFF2-40B4-BE49-F238E27FC236}">
                  <a16:creationId xmlns:a16="http://schemas.microsoft.com/office/drawing/2014/main" id="{AB1905C7-EBB6-4D4B-9667-75B35E4FB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83" name="Rectangle 93">
              <a:extLst>
                <a:ext uri="{FF2B5EF4-FFF2-40B4-BE49-F238E27FC236}">
                  <a16:creationId xmlns:a16="http://schemas.microsoft.com/office/drawing/2014/main" id="{DFAE4029-3E6F-439D-90F8-8F2CBFB2E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84" name="Rectangle 94">
              <a:extLst>
                <a:ext uri="{FF2B5EF4-FFF2-40B4-BE49-F238E27FC236}">
                  <a16:creationId xmlns:a16="http://schemas.microsoft.com/office/drawing/2014/main" id="{DD52D280-92EA-4E7C-9117-B31E36CD0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85" name="Rectangle 95">
              <a:extLst>
                <a:ext uri="{FF2B5EF4-FFF2-40B4-BE49-F238E27FC236}">
                  <a16:creationId xmlns:a16="http://schemas.microsoft.com/office/drawing/2014/main" id="{5851DF75-D188-4490-9258-B871716CF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86" name="Rectangle 96">
              <a:extLst>
                <a:ext uri="{FF2B5EF4-FFF2-40B4-BE49-F238E27FC236}">
                  <a16:creationId xmlns:a16="http://schemas.microsoft.com/office/drawing/2014/main" id="{A5242353-8972-4952-8736-EDC8B46B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87" name="Rectangle 97">
              <a:extLst>
                <a:ext uri="{FF2B5EF4-FFF2-40B4-BE49-F238E27FC236}">
                  <a16:creationId xmlns:a16="http://schemas.microsoft.com/office/drawing/2014/main" id="{801BF0EA-106E-4BE2-9B70-ABDA5BB13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88" name="Rectangle 98">
              <a:extLst>
                <a:ext uri="{FF2B5EF4-FFF2-40B4-BE49-F238E27FC236}">
                  <a16:creationId xmlns:a16="http://schemas.microsoft.com/office/drawing/2014/main" id="{030D3D5E-8438-4B10-AD41-5EC036962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89" name="Rectangle 99">
              <a:extLst>
                <a:ext uri="{FF2B5EF4-FFF2-40B4-BE49-F238E27FC236}">
                  <a16:creationId xmlns:a16="http://schemas.microsoft.com/office/drawing/2014/main" id="{0DC95DCC-ABCC-4F99-9126-D6CF97D15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90" name="Rectangle 100">
              <a:extLst>
                <a:ext uri="{FF2B5EF4-FFF2-40B4-BE49-F238E27FC236}">
                  <a16:creationId xmlns:a16="http://schemas.microsoft.com/office/drawing/2014/main" id="{71C7C837-E756-4FA4-93D5-D94C5BD26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91" name="Rectangle 101">
              <a:extLst>
                <a:ext uri="{FF2B5EF4-FFF2-40B4-BE49-F238E27FC236}">
                  <a16:creationId xmlns:a16="http://schemas.microsoft.com/office/drawing/2014/main" id="{08594E41-DA32-4F84-A32A-CAA047862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92" name="Rectangle 102">
              <a:extLst>
                <a:ext uri="{FF2B5EF4-FFF2-40B4-BE49-F238E27FC236}">
                  <a16:creationId xmlns:a16="http://schemas.microsoft.com/office/drawing/2014/main" id="{B85A4DD0-5442-4666-859E-17EBEFF1B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93" name="Rectangle 103">
              <a:extLst>
                <a:ext uri="{FF2B5EF4-FFF2-40B4-BE49-F238E27FC236}">
                  <a16:creationId xmlns:a16="http://schemas.microsoft.com/office/drawing/2014/main" id="{D8C4FEB9-FA90-4FD3-8AC6-45B3032C2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94" name="Rectangle 104">
              <a:extLst>
                <a:ext uri="{FF2B5EF4-FFF2-40B4-BE49-F238E27FC236}">
                  <a16:creationId xmlns:a16="http://schemas.microsoft.com/office/drawing/2014/main" id="{EB572A35-B4E3-4DCA-950C-4CF8F3552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95" name="Rectangle 105">
              <a:extLst>
                <a:ext uri="{FF2B5EF4-FFF2-40B4-BE49-F238E27FC236}">
                  <a16:creationId xmlns:a16="http://schemas.microsoft.com/office/drawing/2014/main" id="{76A8FBF5-8448-4F2C-8049-6649A3374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96" name="Rectangle 106">
              <a:extLst>
                <a:ext uri="{FF2B5EF4-FFF2-40B4-BE49-F238E27FC236}">
                  <a16:creationId xmlns:a16="http://schemas.microsoft.com/office/drawing/2014/main" id="{2CBBC765-01E3-4B4A-ADB9-BAB97B3BD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97" name="Rectangle 107">
              <a:extLst>
                <a:ext uri="{FF2B5EF4-FFF2-40B4-BE49-F238E27FC236}">
                  <a16:creationId xmlns:a16="http://schemas.microsoft.com/office/drawing/2014/main" id="{1D9490C8-DE30-4EE2-B94A-F38F83851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98" name="Rectangle 108">
              <a:extLst>
                <a:ext uri="{FF2B5EF4-FFF2-40B4-BE49-F238E27FC236}">
                  <a16:creationId xmlns:a16="http://schemas.microsoft.com/office/drawing/2014/main" id="{1053769E-E18A-43B9-AE95-B3E3336D4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99" name="Rectangle 109">
              <a:extLst>
                <a:ext uri="{FF2B5EF4-FFF2-40B4-BE49-F238E27FC236}">
                  <a16:creationId xmlns:a16="http://schemas.microsoft.com/office/drawing/2014/main" id="{0424D8E1-559E-4146-9890-60EA44B8D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000" name="Rectangle 112">
              <a:extLst>
                <a:ext uri="{FF2B5EF4-FFF2-40B4-BE49-F238E27FC236}">
                  <a16:creationId xmlns:a16="http://schemas.microsoft.com/office/drawing/2014/main" id="{94AA7346-FF2A-4CD2-A053-2F5A4A1F2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001" name="Rectangle 114">
              <a:extLst>
                <a:ext uri="{FF2B5EF4-FFF2-40B4-BE49-F238E27FC236}">
                  <a16:creationId xmlns:a16="http://schemas.microsoft.com/office/drawing/2014/main" id="{2D68F4E5-8761-4A4D-AC8C-BAB6F0294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002" name="Rectangle 115">
              <a:extLst>
                <a:ext uri="{FF2B5EF4-FFF2-40B4-BE49-F238E27FC236}">
                  <a16:creationId xmlns:a16="http://schemas.microsoft.com/office/drawing/2014/main" id="{5898FCC3-6B5B-4DBD-85CA-1AAA3BA1B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003" name="Rectangle 117">
              <a:extLst>
                <a:ext uri="{FF2B5EF4-FFF2-40B4-BE49-F238E27FC236}">
                  <a16:creationId xmlns:a16="http://schemas.microsoft.com/office/drawing/2014/main" id="{AFA8383C-0275-4444-869C-B7166CB21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004" name="Rectangle 120">
              <a:extLst>
                <a:ext uri="{FF2B5EF4-FFF2-40B4-BE49-F238E27FC236}">
                  <a16:creationId xmlns:a16="http://schemas.microsoft.com/office/drawing/2014/main" id="{26048E4F-5F73-4662-9536-5DBA8837F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005" name="Rectangle 122">
              <a:extLst>
                <a:ext uri="{FF2B5EF4-FFF2-40B4-BE49-F238E27FC236}">
                  <a16:creationId xmlns:a16="http://schemas.microsoft.com/office/drawing/2014/main" id="{D84EC555-40DA-4E9B-BCF3-278D8F56B5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006" name="Rectangle 123">
              <a:extLst>
                <a:ext uri="{FF2B5EF4-FFF2-40B4-BE49-F238E27FC236}">
                  <a16:creationId xmlns:a16="http://schemas.microsoft.com/office/drawing/2014/main" id="{4F84E496-60FD-45BF-A77F-C285E61B5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007" name="Rectangle 125">
              <a:extLst>
                <a:ext uri="{FF2B5EF4-FFF2-40B4-BE49-F238E27FC236}">
                  <a16:creationId xmlns:a16="http://schemas.microsoft.com/office/drawing/2014/main" id="{5415D703-7DC0-4BBB-802D-F237E8CE7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008" name="Rectangle 128">
              <a:extLst>
                <a:ext uri="{FF2B5EF4-FFF2-40B4-BE49-F238E27FC236}">
                  <a16:creationId xmlns:a16="http://schemas.microsoft.com/office/drawing/2014/main" id="{8A3CE4B1-E374-4E10-BEFF-272567B26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009" name="Rectangle 130">
              <a:extLst>
                <a:ext uri="{FF2B5EF4-FFF2-40B4-BE49-F238E27FC236}">
                  <a16:creationId xmlns:a16="http://schemas.microsoft.com/office/drawing/2014/main" id="{243616F1-72CC-4898-8FAA-030E7A8F2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010" name="Rectangle 131">
              <a:extLst>
                <a:ext uri="{FF2B5EF4-FFF2-40B4-BE49-F238E27FC236}">
                  <a16:creationId xmlns:a16="http://schemas.microsoft.com/office/drawing/2014/main" id="{EB0F3466-572C-4E1A-9EFF-FA1ABA3A2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011" name="Rectangle 133">
              <a:extLst>
                <a:ext uri="{FF2B5EF4-FFF2-40B4-BE49-F238E27FC236}">
                  <a16:creationId xmlns:a16="http://schemas.microsoft.com/office/drawing/2014/main" id="{0E7C7792-C0FC-47CB-83E0-BBB3B5F0A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012" name="Rectangle 136">
              <a:extLst>
                <a:ext uri="{FF2B5EF4-FFF2-40B4-BE49-F238E27FC236}">
                  <a16:creationId xmlns:a16="http://schemas.microsoft.com/office/drawing/2014/main" id="{6547BCDE-12ED-4B73-B767-E25FAF2BD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013" name="Rectangle 138">
              <a:extLst>
                <a:ext uri="{FF2B5EF4-FFF2-40B4-BE49-F238E27FC236}">
                  <a16:creationId xmlns:a16="http://schemas.microsoft.com/office/drawing/2014/main" id="{8C89E227-8233-4EC7-A801-99946C82C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014" name="Rectangle 139">
              <a:extLst>
                <a:ext uri="{FF2B5EF4-FFF2-40B4-BE49-F238E27FC236}">
                  <a16:creationId xmlns:a16="http://schemas.microsoft.com/office/drawing/2014/main" id="{43F137F9-DD73-442E-B308-167B8CCAE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2882" name="Group 69">
            <a:extLst>
              <a:ext uri="{FF2B5EF4-FFF2-40B4-BE49-F238E27FC236}">
                <a16:creationId xmlns:a16="http://schemas.microsoft.com/office/drawing/2014/main" id="{36D9ED5A-9BE2-467C-8974-43212E529ACF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22896" name="Rectangle 4">
              <a:extLst>
                <a:ext uri="{FF2B5EF4-FFF2-40B4-BE49-F238E27FC236}">
                  <a16:creationId xmlns:a16="http://schemas.microsoft.com/office/drawing/2014/main" id="{E27A0B77-1118-499C-B1AA-5D1857E67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897" name="Rectangle 5">
              <a:extLst>
                <a:ext uri="{FF2B5EF4-FFF2-40B4-BE49-F238E27FC236}">
                  <a16:creationId xmlns:a16="http://schemas.microsoft.com/office/drawing/2014/main" id="{77DA7959-4769-4380-85C1-F4EABC60E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898" name="Rectangle 6">
              <a:extLst>
                <a:ext uri="{FF2B5EF4-FFF2-40B4-BE49-F238E27FC236}">
                  <a16:creationId xmlns:a16="http://schemas.microsoft.com/office/drawing/2014/main" id="{2EC39B90-A8B5-408C-AE61-06A5AF09E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899" name="Rectangle 7">
              <a:extLst>
                <a:ext uri="{FF2B5EF4-FFF2-40B4-BE49-F238E27FC236}">
                  <a16:creationId xmlns:a16="http://schemas.microsoft.com/office/drawing/2014/main" id="{E943E22C-5450-488A-AE15-863990832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00" name="Rectangle 8">
              <a:extLst>
                <a:ext uri="{FF2B5EF4-FFF2-40B4-BE49-F238E27FC236}">
                  <a16:creationId xmlns:a16="http://schemas.microsoft.com/office/drawing/2014/main" id="{2BBBC192-ED0D-4001-89A1-B074C2936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01" name="Rectangle 9">
              <a:extLst>
                <a:ext uri="{FF2B5EF4-FFF2-40B4-BE49-F238E27FC236}">
                  <a16:creationId xmlns:a16="http://schemas.microsoft.com/office/drawing/2014/main" id="{80ECB939-C70D-4A67-88D0-65AA761B2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02" name="Rectangle 10">
              <a:extLst>
                <a:ext uri="{FF2B5EF4-FFF2-40B4-BE49-F238E27FC236}">
                  <a16:creationId xmlns:a16="http://schemas.microsoft.com/office/drawing/2014/main" id="{7E32C827-4240-42BF-9FD8-702938E51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03" name="Rectangle 11">
              <a:extLst>
                <a:ext uri="{FF2B5EF4-FFF2-40B4-BE49-F238E27FC236}">
                  <a16:creationId xmlns:a16="http://schemas.microsoft.com/office/drawing/2014/main" id="{5982994D-7B11-40D1-8EEA-4B443090B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04" name="Rectangle 12">
              <a:extLst>
                <a:ext uri="{FF2B5EF4-FFF2-40B4-BE49-F238E27FC236}">
                  <a16:creationId xmlns:a16="http://schemas.microsoft.com/office/drawing/2014/main" id="{C53E534A-10B0-4624-A77B-57D601C03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05" name="Rectangle 13">
              <a:extLst>
                <a:ext uri="{FF2B5EF4-FFF2-40B4-BE49-F238E27FC236}">
                  <a16:creationId xmlns:a16="http://schemas.microsoft.com/office/drawing/2014/main" id="{A01E6CD6-4D9F-4E19-B3E8-33A05CCC8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06" name="Rectangle 14">
              <a:extLst>
                <a:ext uri="{FF2B5EF4-FFF2-40B4-BE49-F238E27FC236}">
                  <a16:creationId xmlns:a16="http://schemas.microsoft.com/office/drawing/2014/main" id="{2B9809E7-5D0C-47E2-A0D8-930D6F1B3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07" name="Rectangle 15">
              <a:extLst>
                <a:ext uri="{FF2B5EF4-FFF2-40B4-BE49-F238E27FC236}">
                  <a16:creationId xmlns:a16="http://schemas.microsoft.com/office/drawing/2014/main" id="{CFADD4E6-E4A4-4929-9E12-2337A2C77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08" name="Rectangle 16">
              <a:extLst>
                <a:ext uri="{FF2B5EF4-FFF2-40B4-BE49-F238E27FC236}">
                  <a16:creationId xmlns:a16="http://schemas.microsoft.com/office/drawing/2014/main" id="{7BDE591C-A806-49E2-8AF0-E9D1458A2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09" name="Rectangle 17">
              <a:extLst>
                <a:ext uri="{FF2B5EF4-FFF2-40B4-BE49-F238E27FC236}">
                  <a16:creationId xmlns:a16="http://schemas.microsoft.com/office/drawing/2014/main" id="{ED23ADED-EC7D-44C5-B70A-6BB18FD81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10" name="Rectangle 18">
              <a:extLst>
                <a:ext uri="{FF2B5EF4-FFF2-40B4-BE49-F238E27FC236}">
                  <a16:creationId xmlns:a16="http://schemas.microsoft.com/office/drawing/2014/main" id="{DFBC1CB8-E3F2-4CD6-8346-20010992D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11" name="Rectangle 19">
              <a:extLst>
                <a:ext uri="{FF2B5EF4-FFF2-40B4-BE49-F238E27FC236}">
                  <a16:creationId xmlns:a16="http://schemas.microsoft.com/office/drawing/2014/main" id="{45CE3340-EDF6-4E9E-AB20-C7463C26E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12" name="Rectangle 20">
              <a:extLst>
                <a:ext uri="{FF2B5EF4-FFF2-40B4-BE49-F238E27FC236}">
                  <a16:creationId xmlns:a16="http://schemas.microsoft.com/office/drawing/2014/main" id="{7F68D6BF-8AF9-420D-BBAF-DD86E569F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13" name="Rectangle 21">
              <a:extLst>
                <a:ext uri="{FF2B5EF4-FFF2-40B4-BE49-F238E27FC236}">
                  <a16:creationId xmlns:a16="http://schemas.microsoft.com/office/drawing/2014/main" id="{902D1280-44F6-43BB-89FD-8074A298F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14" name="Rectangle 22">
              <a:extLst>
                <a:ext uri="{FF2B5EF4-FFF2-40B4-BE49-F238E27FC236}">
                  <a16:creationId xmlns:a16="http://schemas.microsoft.com/office/drawing/2014/main" id="{ED9D75E9-5D65-4F0F-AD4C-CF945D2BD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15" name="Rectangle 23">
              <a:extLst>
                <a:ext uri="{FF2B5EF4-FFF2-40B4-BE49-F238E27FC236}">
                  <a16:creationId xmlns:a16="http://schemas.microsoft.com/office/drawing/2014/main" id="{D8DD212E-02A9-4607-BD41-AB7E5B0F4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16" name="Rectangle 24">
              <a:extLst>
                <a:ext uri="{FF2B5EF4-FFF2-40B4-BE49-F238E27FC236}">
                  <a16:creationId xmlns:a16="http://schemas.microsoft.com/office/drawing/2014/main" id="{651AB698-A90D-4F29-AD91-2ADAE559A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17" name="Rectangle 25">
              <a:extLst>
                <a:ext uri="{FF2B5EF4-FFF2-40B4-BE49-F238E27FC236}">
                  <a16:creationId xmlns:a16="http://schemas.microsoft.com/office/drawing/2014/main" id="{CEDD2954-5B25-4E9E-B9B4-9B4D82FD0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18" name="Rectangle 26">
              <a:extLst>
                <a:ext uri="{FF2B5EF4-FFF2-40B4-BE49-F238E27FC236}">
                  <a16:creationId xmlns:a16="http://schemas.microsoft.com/office/drawing/2014/main" id="{1BD378BA-FCE3-4978-936A-58EE5C45A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19" name="Rectangle 27">
              <a:extLst>
                <a:ext uri="{FF2B5EF4-FFF2-40B4-BE49-F238E27FC236}">
                  <a16:creationId xmlns:a16="http://schemas.microsoft.com/office/drawing/2014/main" id="{CA47AD45-D273-43E8-9002-90AC56AEB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20" name="Rectangle 28">
              <a:extLst>
                <a:ext uri="{FF2B5EF4-FFF2-40B4-BE49-F238E27FC236}">
                  <a16:creationId xmlns:a16="http://schemas.microsoft.com/office/drawing/2014/main" id="{4D1A7519-FC9F-4E18-881B-6312EBFA2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21" name="Rectangle 29">
              <a:extLst>
                <a:ext uri="{FF2B5EF4-FFF2-40B4-BE49-F238E27FC236}">
                  <a16:creationId xmlns:a16="http://schemas.microsoft.com/office/drawing/2014/main" id="{D842ABAE-F5EA-48FC-BAAC-08E3A1AFD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22" name="Rectangle 30">
              <a:extLst>
                <a:ext uri="{FF2B5EF4-FFF2-40B4-BE49-F238E27FC236}">
                  <a16:creationId xmlns:a16="http://schemas.microsoft.com/office/drawing/2014/main" id="{7AEA7A21-08D1-48B5-B94D-6D6645269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23" name="Rectangle 31">
              <a:extLst>
                <a:ext uri="{FF2B5EF4-FFF2-40B4-BE49-F238E27FC236}">
                  <a16:creationId xmlns:a16="http://schemas.microsoft.com/office/drawing/2014/main" id="{86C9D408-A2B6-4CCA-AC5F-DC3106C79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24" name="Rectangle 32">
              <a:extLst>
                <a:ext uri="{FF2B5EF4-FFF2-40B4-BE49-F238E27FC236}">
                  <a16:creationId xmlns:a16="http://schemas.microsoft.com/office/drawing/2014/main" id="{2100E890-42DF-4D58-B155-B83D15E5B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25" name="Rectangle 33">
              <a:extLst>
                <a:ext uri="{FF2B5EF4-FFF2-40B4-BE49-F238E27FC236}">
                  <a16:creationId xmlns:a16="http://schemas.microsoft.com/office/drawing/2014/main" id="{5B6BF0A8-0496-4A93-B8A7-1B235C250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26" name="Rectangle 34">
              <a:extLst>
                <a:ext uri="{FF2B5EF4-FFF2-40B4-BE49-F238E27FC236}">
                  <a16:creationId xmlns:a16="http://schemas.microsoft.com/office/drawing/2014/main" id="{133CE901-4BE7-41FA-B06C-4A7C1965A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27" name="Rectangle 35">
              <a:extLst>
                <a:ext uri="{FF2B5EF4-FFF2-40B4-BE49-F238E27FC236}">
                  <a16:creationId xmlns:a16="http://schemas.microsoft.com/office/drawing/2014/main" id="{F98B2FED-A3E9-4146-AFE5-570CF8BD7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28" name="Rectangle 36">
              <a:extLst>
                <a:ext uri="{FF2B5EF4-FFF2-40B4-BE49-F238E27FC236}">
                  <a16:creationId xmlns:a16="http://schemas.microsoft.com/office/drawing/2014/main" id="{5E51A546-0555-4B07-B234-C58003D21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29" name="Rectangle 37">
              <a:extLst>
                <a:ext uri="{FF2B5EF4-FFF2-40B4-BE49-F238E27FC236}">
                  <a16:creationId xmlns:a16="http://schemas.microsoft.com/office/drawing/2014/main" id="{D0F45073-155C-4F94-BD73-B40214706C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30" name="Rectangle 38">
              <a:extLst>
                <a:ext uri="{FF2B5EF4-FFF2-40B4-BE49-F238E27FC236}">
                  <a16:creationId xmlns:a16="http://schemas.microsoft.com/office/drawing/2014/main" id="{1014B980-9B9C-4A6E-B04F-38C7DE519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31" name="Rectangle 39">
              <a:extLst>
                <a:ext uri="{FF2B5EF4-FFF2-40B4-BE49-F238E27FC236}">
                  <a16:creationId xmlns:a16="http://schemas.microsoft.com/office/drawing/2014/main" id="{F57D957F-80FD-4A95-BA49-86366ADFB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32" name="Rectangle 40">
              <a:extLst>
                <a:ext uri="{FF2B5EF4-FFF2-40B4-BE49-F238E27FC236}">
                  <a16:creationId xmlns:a16="http://schemas.microsoft.com/office/drawing/2014/main" id="{14CC2AED-7986-47A3-A770-C7594041A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33" name="Rectangle 41">
              <a:extLst>
                <a:ext uri="{FF2B5EF4-FFF2-40B4-BE49-F238E27FC236}">
                  <a16:creationId xmlns:a16="http://schemas.microsoft.com/office/drawing/2014/main" id="{156133A7-5105-4102-802F-01D0B4068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34" name="Rectangle 42">
              <a:extLst>
                <a:ext uri="{FF2B5EF4-FFF2-40B4-BE49-F238E27FC236}">
                  <a16:creationId xmlns:a16="http://schemas.microsoft.com/office/drawing/2014/main" id="{D1541F49-D96C-4DA9-BB9A-6039A2EF0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35" name="Rectangle 43">
              <a:extLst>
                <a:ext uri="{FF2B5EF4-FFF2-40B4-BE49-F238E27FC236}">
                  <a16:creationId xmlns:a16="http://schemas.microsoft.com/office/drawing/2014/main" id="{9C31A983-C141-4989-88F5-3C2EA00FB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36" name="Rectangle 44">
              <a:extLst>
                <a:ext uri="{FF2B5EF4-FFF2-40B4-BE49-F238E27FC236}">
                  <a16:creationId xmlns:a16="http://schemas.microsoft.com/office/drawing/2014/main" id="{5276F1E1-B273-47A3-91A2-B076A565B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37" name="Rectangle 45">
              <a:extLst>
                <a:ext uri="{FF2B5EF4-FFF2-40B4-BE49-F238E27FC236}">
                  <a16:creationId xmlns:a16="http://schemas.microsoft.com/office/drawing/2014/main" id="{690FE436-7B55-467A-B28F-A7A651993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38" name="Rectangle 46">
              <a:extLst>
                <a:ext uri="{FF2B5EF4-FFF2-40B4-BE49-F238E27FC236}">
                  <a16:creationId xmlns:a16="http://schemas.microsoft.com/office/drawing/2014/main" id="{DAD633EF-7BC4-4B8A-AB08-074B3F9A6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39" name="Rectangle 47">
              <a:extLst>
                <a:ext uri="{FF2B5EF4-FFF2-40B4-BE49-F238E27FC236}">
                  <a16:creationId xmlns:a16="http://schemas.microsoft.com/office/drawing/2014/main" id="{633D9D14-DCA6-4C3F-A110-9D8F18154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40" name="Rectangle 48">
              <a:extLst>
                <a:ext uri="{FF2B5EF4-FFF2-40B4-BE49-F238E27FC236}">
                  <a16:creationId xmlns:a16="http://schemas.microsoft.com/office/drawing/2014/main" id="{1E9E15C7-E27D-4CEB-85A2-C27C70EB1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41" name="Rectangle 49">
              <a:extLst>
                <a:ext uri="{FF2B5EF4-FFF2-40B4-BE49-F238E27FC236}">
                  <a16:creationId xmlns:a16="http://schemas.microsoft.com/office/drawing/2014/main" id="{A486178E-4619-46D4-9D75-21FBEAA63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42" name="Rectangle 50">
              <a:extLst>
                <a:ext uri="{FF2B5EF4-FFF2-40B4-BE49-F238E27FC236}">
                  <a16:creationId xmlns:a16="http://schemas.microsoft.com/office/drawing/2014/main" id="{76721903-D60C-412D-8300-3602C4F89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43" name="Rectangle 51">
              <a:extLst>
                <a:ext uri="{FF2B5EF4-FFF2-40B4-BE49-F238E27FC236}">
                  <a16:creationId xmlns:a16="http://schemas.microsoft.com/office/drawing/2014/main" id="{7DAD38BA-B5F5-4DB9-8F3F-19855A651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44" name="Rectangle 52">
              <a:extLst>
                <a:ext uri="{FF2B5EF4-FFF2-40B4-BE49-F238E27FC236}">
                  <a16:creationId xmlns:a16="http://schemas.microsoft.com/office/drawing/2014/main" id="{68B81905-63B6-4754-94D4-D2D1462C8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45" name="Rectangle 53">
              <a:extLst>
                <a:ext uri="{FF2B5EF4-FFF2-40B4-BE49-F238E27FC236}">
                  <a16:creationId xmlns:a16="http://schemas.microsoft.com/office/drawing/2014/main" id="{2FC68EC2-83B8-49BB-8F39-DB7C61795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46" name="Rectangle 54">
              <a:extLst>
                <a:ext uri="{FF2B5EF4-FFF2-40B4-BE49-F238E27FC236}">
                  <a16:creationId xmlns:a16="http://schemas.microsoft.com/office/drawing/2014/main" id="{1975FB8D-0AE3-4AD5-A869-CAD47B4B2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47" name="Rectangle 55">
              <a:extLst>
                <a:ext uri="{FF2B5EF4-FFF2-40B4-BE49-F238E27FC236}">
                  <a16:creationId xmlns:a16="http://schemas.microsoft.com/office/drawing/2014/main" id="{C85A5573-16EF-4774-8F9E-8F30C09B4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48" name="Rectangle 56">
              <a:extLst>
                <a:ext uri="{FF2B5EF4-FFF2-40B4-BE49-F238E27FC236}">
                  <a16:creationId xmlns:a16="http://schemas.microsoft.com/office/drawing/2014/main" id="{26C7089B-2EA8-42DC-A86B-78DD3BF27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49" name="Rectangle 57">
              <a:extLst>
                <a:ext uri="{FF2B5EF4-FFF2-40B4-BE49-F238E27FC236}">
                  <a16:creationId xmlns:a16="http://schemas.microsoft.com/office/drawing/2014/main" id="{12C508E9-AD44-42E7-816E-900BD6319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50" name="Rectangle 58">
              <a:extLst>
                <a:ext uri="{FF2B5EF4-FFF2-40B4-BE49-F238E27FC236}">
                  <a16:creationId xmlns:a16="http://schemas.microsoft.com/office/drawing/2014/main" id="{0519EDCD-BA64-46CB-8F0F-E615194E5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51" name="Rectangle 59">
              <a:extLst>
                <a:ext uri="{FF2B5EF4-FFF2-40B4-BE49-F238E27FC236}">
                  <a16:creationId xmlns:a16="http://schemas.microsoft.com/office/drawing/2014/main" id="{733AA5A1-1686-4C7F-925A-15ADF1AFC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52" name="Rectangle 60">
              <a:extLst>
                <a:ext uri="{FF2B5EF4-FFF2-40B4-BE49-F238E27FC236}">
                  <a16:creationId xmlns:a16="http://schemas.microsoft.com/office/drawing/2014/main" id="{06E79190-C0AB-4E35-9D14-2E2182527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53" name="Rectangle 61">
              <a:extLst>
                <a:ext uri="{FF2B5EF4-FFF2-40B4-BE49-F238E27FC236}">
                  <a16:creationId xmlns:a16="http://schemas.microsoft.com/office/drawing/2014/main" id="{D6E234DF-7F67-4926-AF9A-5B24877A9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54" name="Rectangle 62">
              <a:extLst>
                <a:ext uri="{FF2B5EF4-FFF2-40B4-BE49-F238E27FC236}">
                  <a16:creationId xmlns:a16="http://schemas.microsoft.com/office/drawing/2014/main" id="{35722B20-8496-4F9C-8949-C77348C07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55" name="Rectangle 63">
              <a:extLst>
                <a:ext uri="{FF2B5EF4-FFF2-40B4-BE49-F238E27FC236}">
                  <a16:creationId xmlns:a16="http://schemas.microsoft.com/office/drawing/2014/main" id="{4C40DC4C-C1CC-4C3E-A8BB-1ACB58EB6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56" name="Rectangle 64">
              <a:extLst>
                <a:ext uri="{FF2B5EF4-FFF2-40B4-BE49-F238E27FC236}">
                  <a16:creationId xmlns:a16="http://schemas.microsoft.com/office/drawing/2014/main" id="{427D7ADE-1063-434A-A872-4B2FAD7CB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57" name="Rectangle 65">
              <a:extLst>
                <a:ext uri="{FF2B5EF4-FFF2-40B4-BE49-F238E27FC236}">
                  <a16:creationId xmlns:a16="http://schemas.microsoft.com/office/drawing/2014/main" id="{7574FE46-4AA1-4936-86E4-E1D49DBBA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58" name="Rectangle 66">
              <a:extLst>
                <a:ext uri="{FF2B5EF4-FFF2-40B4-BE49-F238E27FC236}">
                  <a16:creationId xmlns:a16="http://schemas.microsoft.com/office/drawing/2014/main" id="{CC55C0B8-0158-4B9E-AF11-960616CE6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59" name="Rectangle 67">
              <a:extLst>
                <a:ext uri="{FF2B5EF4-FFF2-40B4-BE49-F238E27FC236}">
                  <a16:creationId xmlns:a16="http://schemas.microsoft.com/office/drawing/2014/main" id="{E01F2CE8-11DF-42E8-B816-B2CAD1DE7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60" name="Rectangle 68">
              <a:extLst>
                <a:ext uri="{FF2B5EF4-FFF2-40B4-BE49-F238E27FC236}">
                  <a16:creationId xmlns:a16="http://schemas.microsoft.com/office/drawing/2014/main" id="{C06DCBA7-EF9E-4837-ACB4-DD170B5D5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61" name="Rectangle 69">
              <a:extLst>
                <a:ext uri="{FF2B5EF4-FFF2-40B4-BE49-F238E27FC236}">
                  <a16:creationId xmlns:a16="http://schemas.microsoft.com/office/drawing/2014/main" id="{A53AA2DA-E145-46C3-9B65-088B0FD68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62" name="Rectangle 70">
              <a:extLst>
                <a:ext uri="{FF2B5EF4-FFF2-40B4-BE49-F238E27FC236}">
                  <a16:creationId xmlns:a16="http://schemas.microsoft.com/office/drawing/2014/main" id="{408B43A6-A978-4EF8-9A25-7F2012648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63" name="Rectangle 71">
              <a:extLst>
                <a:ext uri="{FF2B5EF4-FFF2-40B4-BE49-F238E27FC236}">
                  <a16:creationId xmlns:a16="http://schemas.microsoft.com/office/drawing/2014/main" id="{A7B4E21D-5B76-43D6-9DD8-B8C04D1A5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64" name="Rectangle 72">
              <a:extLst>
                <a:ext uri="{FF2B5EF4-FFF2-40B4-BE49-F238E27FC236}">
                  <a16:creationId xmlns:a16="http://schemas.microsoft.com/office/drawing/2014/main" id="{27D3B3F7-C3D7-4697-B7ED-C836444A5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65" name="Rectangle 73">
              <a:extLst>
                <a:ext uri="{FF2B5EF4-FFF2-40B4-BE49-F238E27FC236}">
                  <a16:creationId xmlns:a16="http://schemas.microsoft.com/office/drawing/2014/main" id="{F693ECD0-5C6A-458D-B0E3-7C9D1E85A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66" name="Rectangle 74">
              <a:extLst>
                <a:ext uri="{FF2B5EF4-FFF2-40B4-BE49-F238E27FC236}">
                  <a16:creationId xmlns:a16="http://schemas.microsoft.com/office/drawing/2014/main" id="{14168B82-C11C-4499-B590-E3FE63DA7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67" name="Rectangle 75">
              <a:extLst>
                <a:ext uri="{FF2B5EF4-FFF2-40B4-BE49-F238E27FC236}">
                  <a16:creationId xmlns:a16="http://schemas.microsoft.com/office/drawing/2014/main" id="{A45D4FED-DA31-4B13-8470-062B87BCF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68" name="Rectangle 76">
              <a:extLst>
                <a:ext uri="{FF2B5EF4-FFF2-40B4-BE49-F238E27FC236}">
                  <a16:creationId xmlns:a16="http://schemas.microsoft.com/office/drawing/2014/main" id="{3FB8F522-B5A4-4722-A3F2-6F04CC4A0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69" name="Rectangle 77">
              <a:extLst>
                <a:ext uri="{FF2B5EF4-FFF2-40B4-BE49-F238E27FC236}">
                  <a16:creationId xmlns:a16="http://schemas.microsoft.com/office/drawing/2014/main" id="{BAC40001-B9F8-4A95-8235-0056798ED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70" name="Rectangle 78">
              <a:extLst>
                <a:ext uri="{FF2B5EF4-FFF2-40B4-BE49-F238E27FC236}">
                  <a16:creationId xmlns:a16="http://schemas.microsoft.com/office/drawing/2014/main" id="{2D4FCCC0-C4BD-42DF-86D4-AE543D4B2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71" name="Rectangle 79">
              <a:extLst>
                <a:ext uri="{FF2B5EF4-FFF2-40B4-BE49-F238E27FC236}">
                  <a16:creationId xmlns:a16="http://schemas.microsoft.com/office/drawing/2014/main" id="{5F395F14-58A6-405C-B943-3A4DDA7A3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72" name="Rectangle 80">
              <a:extLst>
                <a:ext uri="{FF2B5EF4-FFF2-40B4-BE49-F238E27FC236}">
                  <a16:creationId xmlns:a16="http://schemas.microsoft.com/office/drawing/2014/main" id="{D2D4CDA3-A748-41F3-8D1E-CE95C1EFC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73" name="Rectangle 81">
              <a:extLst>
                <a:ext uri="{FF2B5EF4-FFF2-40B4-BE49-F238E27FC236}">
                  <a16:creationId xmlns:a16="http://schemas.microsoft.com/office/drawing/2014/main" id="{DD836D33-7800-4797-9504-7BA05DF8E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74" name="Rectangle 82">
              <a:extLst>
                <a:ext uri="{FF2B5EF4-FFF2-40B4-BE49-F238E27FC236}">
                  <a16:creationId xmlns:a16="http://schemas.microsoft.com/office/drawing/2014/main" id="{04ED7077-DE84-4CF0-AA6E-A3F152633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975" name="Rectangle 83">
              <a:extLst>
                <a:ext uri="{FF2B5EF4-FFF2-40B4-BE49-F238E27FC236}">
                  <a16:creationId xmlns:a16="http://schemas.microsoft.com/office/drawing/2014/main" id="{559E9D67-EC2F-4EF1-9260-640C9911D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22883" name="Rectangle 2">
            <a:extLst>
              <a:ext uri="{FF2B5EF4-FFF2-40B4-BE49-F238E27FC236}">
                <a16:creationId xmlns:a16="http://schemas.microsoft.com/office/drawing/2014/main" id="{957D40DB-3357-4CE8-BA5E-AED11CA7CF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22884" name="Rectangle 110">
            <a:extLst>
              <a:ext uri="{FF2B5EF4-FFF2-40B4-BE49-F238E27FC236}">
                <a16:creationId xmlns:a16="http://schemas.microsoft.com/office/drawing/2014/main" id="{73AE022F-56F3-40BD-AF5C-73327F4516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2885" name="Rectangle 118">
            <a:extLst>
              <a:ext uri="{FF2B5EF4-FFF2-40B4-BE49-F238E27FC236}">
                <a16:creationId xmlns:a16="http://schemas.microsoft.com/office/drawing/2014/main" id="{DD1C8294-EF34-4432-8D98-00E64A3F9F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2886" name="Rectangle 126">
            <a:extLst>
              <a:ext uri="{FF2B5EF4-FFF2-40B4-BE49-F238E27FC236}">
                <a16:creationId xmlns:a16="http://schemas.microsoft.com/office/drawing/2014/main" id="{BE00EE48-8122-4746-9818-571C36550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2887" name="Rectangle 134">
            <a:extLst>
              <a:ext uri="{FF2B5EF4-FFF2-40B4-BE49-F238E27FC236}">
                <a16:creationId xmlns:a16="http://schemas.microsoft.com/office/drawing/2014/main" id="{B4A75FE7-9B47-461B-99C4-743B2D53B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2888" name="Rectangle 116">
            <a:extLst>
              <a:ext uri="{FF2B5EF4-FFF2-40B4-BE49-F238E27FC236}">
                <a16:creationId xmlns:a16="http://schemas.microsoft.com/office/drawing/2014/main" id="{8F05E4D9-DAA9-41B2-9104-FA4158F4CB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28305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2889" name="Rectangle 124">
            <a:extLst>
              <a:ext uri="{FF2B5EF4-FFF2-40B4-BE49-F238E27FC236}">
                <a16:creationId xmlns:a16="http://schemas.microsoft.com/office/drawing/2014/main" id="{2D0BB8A5-9E0E-4085-9E09-65D1E36FD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03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2890" name="Rectangle 132">
            <a:extLst>
              <a:ext uri="{FF2B5EF4-FFF2-40B4-BE49-F238E27FC236}">
                <a16:creationId xmlns:a16="http://schemas.microsoft.com/office/drawing/2014/main" id="{5CE184EA-1A60-4D8D-82C7-F1A8BA0DC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3686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2891" name="Rectangle 140">
            <a:extLst>
              <a:ext uri="{FF2B5EF4-FFF2-40B4-BE49-F238E27FC236}">
                <a16:creationId xmlns:a16="http://schemas.microsoft.com/office/drawing/2014/main" id="{88DD8E7C-558D-41C7-913F-B78D36775D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63696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2892" name="Rectangle 158">
            <a:extLst>
              <a:ext uri="{FF2B5EF4-FFF2-40B4-BE49-F238E27FC236}">
                <a16:creationId xmlns:a16="http://schemas.microsoft.com/office/drawing/2014/main" id="{D3A380A1-68DA-4F4E-8204-63DF9C73F7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1200" y="30226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22893" name="Picture 2" descr="Screen shot 2013-10-21 at 1.42.50 PM.png">
            <a:extLst>
              <a:ext uri="{FF2B5EF4-FFF2-40B4-BE49-F238E27FC236}">
                <a16:creationId xmlns:a16="http://schemas.microsoft.com/office/drawing/2014/main" id="{FA66547A-DF3E-4E28-BE7F-B9A8D124DA9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9263" y="4764088"/>
            <a:ext cx="2397125" cy="187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894" name="Picture 164" descr="Screen shot 2013-12-06 at 11.55.56 AM.png">
            <a:extLst>
              <a:ext uri="{FF2B5EF4-FFF2-40B4-BE49-F238E27FC236}">
                <a16:creationId xmlns:a16="http://schemas.microsoft.com/office/drawing/2014/main" id="{47257F76-1D82-45F4-9DE4-51D3135470B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75" y="4964113"/>
            <a:ext cx="1722438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895" name="Rectangle 165">
            <a:extLst>
              <a:ext uri="{FF2B5EF4-FFF2-40B4-BE49-F238E27FC236}">
                <a16:creationId xmlns:a16="http://schemas.microsoft.com/office/drawing/2014/main" id="{1D67ECB8-781F-4846-BC52-E0D23AA30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56007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905" name="Group 13">
            <a:extLst>
              <a:ext uri="{FF2B5EF4-FFF2-40B4-BE49-F238E27FC236}">
                <a16:creationId xmlns:a16="http://schemas.microsoft.com/office/drawing/2014/main" id="{0F729F9A-59C0-4CD3-9AA9-764288DE2A57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24001" name="Rectangle 85">
              <a:extLst>
                <a:ext uri="{FF2B5EF4-FFF2-40B4-BE49-F238E27FC236}">
                  <a16:creationId xmlns:a16="http://schemas.microsoft.com/office/drawing/2014/main" id="{AE962964-7899-4B88-9DEB-9A22F7DAB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02" name="Rectangle 86">
              <a:extLst>
                <a:ext uri="{FF2B5EF4-FFF2-40B4-BE49-F238E27FC236}">
                  <a16:creationId xmlns:a16="http://schemas.microsoft.com/office/drawing/2014/main" id="{BB9E01CC-1805-43A7-9B56-EEC819AF0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03" name="Rectangle 88">
              <a:extLst>
                <a:ext uri="{FF2B5EF4-FFF2-40B4-BE49-F238E27FC236}">
                  <a16:creationId xmlns:a16="http://schemas.microsoft.com/office/drawing/2014/main" id="{E8A940B0-F521-4D90-A08C-564678F83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04" name="Rectangle 89">
              <a:extLst>
                <a:ext uri="{FF2B5EF4-FFF2-40B4-BE49-F238E27FC236}">
                  <a16:creationId xmlns:a16="http://schemas.microsoft.com/office/drawing/2014/main" id="{360864DE-E228-4E52-80A6-D8BE3EEEB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05" name="Rectangle 90">
              <a:extLst>
                <a:ext uri="{FF2B5EF4-FFF2-40B4-BE49-F238E27FC236}">
                  <a16:creationId xmlns:a16="http://schemas.microsoft.com/office/drawing/2014/main" id="{BE3CAB0A-DC4A-489F-842C-F33DADBFC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06" name="Rectangle 91">
              <a:extLst>
                <a:ext uri="{FF2B5EF4-FFF2-40B4-BE49-F238E27FC236}">
                  <a16:creationId xmlns:a16="http://schemas.microsoft.com/office/drawing/2014/main" id="{41323434-9EB5-4A62-92FC-CB8FCD631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07" name="Rectangle 92">
              <a:extLst>
                <a:ext uri="{FF2B5EF4-FFF2-40B4-BE49-F238E27FC236}">
                  <a16:creationId xmlns:a16="http://schemas.microsoft.com/office/drawing/2014/main" id="{479ED5B8-C56B-452C-9CAC-ED5FFDD10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08" name="Rectangle 93">
              <a:extLst>
                <a:ext uri="{FF2B5EF4-FFF2-40B4-BE49-F238E27FC236}">
                  <a16:creationId xmlns:a16="http://schemas.microsoft.com/office/drawing/2014/main" id="{1B877744-75A1-4D65-B3A2-1E4C3BAEE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09" name="Rectangle 94">
              <a:extLst>
                <a:ext uri="{FF2B5EF4-FFF2-40B4-BE49-F238E27FC236}">
                  <a16:creationId xmlns:a16="http://schemas.microsoft.com/office/drawing/2014/main" id="{27B37B99-220D-47D3-8B99-226F0503D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10" name="Rectangle 95">
              <a:extLst>
                <a:ext uri="{FF2B5EF4-FFF2-40B4-BE49-F238E27FC236}">
                  <a16:creationId xmlns:a16="http://schemas.microsoft.com/office/drawing/2014/main" id="{D1F34343-AE7C-4DB3-9056-A11D6685A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11" name="Rectangle 96">
              <a:extLst>
                <a:ext uri="{FF2B5EF4-FFF2-40B4-BE49-F238E27FC236}">
                  <a16:creationId xmlns:a16="http://schemas.microsoft.com/office/drawing/2014/main" id="{E0FE4AB7-2509-4942-83BF-77ED40180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12" name="Rectangle 97">
              <a:extLst>
                <a:ext uri="{FF2B5EF4-FFF2-40B4-BE49-F238E27FC236}">
                  <a16:creationId xmlns:a16="http://schemas.microsoft.com/office/drawing/2014/main" id="{52783856-BE49-4AEF-95EE-103055501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13" name="Rectangle 98">
              <a:extLst>
                <a:ext uri="{FF2B5EF4-FFF2-40B4-BE49-F238E27FC236}">
                  <a16:creationId xmlns:a16="http://schemas.microsoft.com/office/drawing/2014/main" id="{F407A8EF-C457-43EE-B23D-71F4BF3F9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14" name="Rectangle 99">
              <a:extLst>
                <a:ext uri="{FF2B5EF4-FFF2-40B4-BE49-F238E27FC236}">
                  <a16:creationId xmlns:a16="http://schemas.microsoft.com/office/drawing/2014/main" id="{3EBE1F62-532C-4699-9A5C-A79A4D35F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15" name="Rectangle 100">
              <a:extLst>
                <a:ext uri="{FF2B5EF4-FFF2-40B4-BE49-F238E27FC236}">
                  <a16:creationId xmlns:a16="http://schemas.microsoft.com/office/drawing/2014/main" id="{D4091039-B30B-44B8-98C8-5E80A82CC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16" name="Rectangle 101">
              <a:extLst>
                <a:ext uri="{FF2B5EF4-FFF2-40B4-BE49-F238E27FC236}">
                  <a16:creationId xmlns:a16="http://schemas.microsoft.com/office/drawing/2014/main" id="{99DF1A7C-2D49-4112-A4BD-4009957DE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17" name="Rectangle 102">
              <a:extLst>
                <a:ext uri="{FF2B5EF4-FFF2-40B4-BE49-F238E27FC236}">
                  <a16:creationId xmlns:a16="http://schemas.microsoft.com/office/drawing/2014/main" id="{2E33162F-238D-4FAD-B376-1731B57D6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18" name="Rectangle 103">
              <a:extLst>
                <a:ext uri="{FF2B5EF4-FFF2-40B4-BE49-F238E27FC236}">
                  <a16:creationId xmlns:a16="http://schemas.microsoft.com/office/drawing/2014/main" id="{4625C80C-A3D9-491C-A6F1-BD646A977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19" name="Rectangle 104">
              <a:extLst>
                <a:ext uri="{FF2B5EF4-FFF2-40B4-BE49-F238E27FC236}">
                  <a16:creationId xmlns:a16="http://schemas.microsoft.com/office/drawing/2014/main" id="{A6BC2220-4DE2-42E0-B0CA-292A84633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20" name="Rectangle 105">
              <a:extLst>
                <a:ext uri="{FF2B5EF4-FFF2-40B4-BE49-F238E27FC236}">
                  <a16:creationId xmlns:a16="http://schemas.microsoft.com/office/drawing/2014/main" id="{1B4E91C2-E8DB-4A01-84C8-900EA52EE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21" name="Rectangle 106">
              <a:extLst>
                <a:ext uri="{FF2B5EF4-FFF2-40B4-BE49-F238E27FC236}">
                  <a16:creationId xmlns:a16="http://schemas.microsoft.com/office/drawing/2014/main" id="{94A101CE-5047-4196-9618-3D17EC1D5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22" name="Rectangle 107">
              <a:extLst>
                <a:ext uri="{FF2B5EF4-FFF2-40B4-BE49-F238E27FC236}">
                  <a16:creationId xmlns:a16="http://schemas.microsoft.com/office/drawing/2014/main" id="{7D4491B9-6900-4C6C-AB25-44C127D68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23" name="Rectangle 108">
              <a:extLst>
                <a:ext uri="{FF2B5EF4-FFF2-40B4-BE49-F238E27FC236}">
                  <a16:creationId xmlns:a16="http://schemas.microsoft.com/office/drawing/2014/main" id="{DD369B0A-4BEE-4638-AB85-545049C7C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24" name="Rectangle 109">
              <a:extLst>
                <a:ext uri="{FF2B5EF4-FFF2-40B4-BE49-F238E27FC236}">
                  <a16:creationId xmlns:a16="http://schemas.microsoft.com/office/drawing/2014/main" id="{A849B7DF-C798-462F-8EB3-96F7D98FF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25" name="Rectangle 112">
              <a:extLst>
                <a:ext uri="{FF2B5EF4-FFF2-40B4-BE49-F238E27FC236}">
                  <a16:creationId xmlns:a16="http://schemas.microsoft.com/office/drawing/2014/main" id="{689105E7-E4F4-4084-BA70-4A27A40D0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26" name="Rectangle 114">
              <a:extLst>
                <a:ext uri="{FF2B5EF4-FFF2-40B4-BE49-F238E27FC236}">
                  <a16:creationId xmlns:a16="http://schemas.microsoft.com/office/drawing/2014/main" id="{AA814ED9-C3EA-48A0-93FB-3E08F9E09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27" name="Rectangle 115">
              <a:extLst>
                <a:ext uri="{FF2B5EF4-FFF2-40B4-BE49-F238E27FC236}">
                  <a16:creationId xmlns:a16="http://schemas.microsoft.com/office/drawing/2014/main" id="{67754FA8-8399-4204-9560-3CFAC0E8F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28" name="Rectangle 117">
              <a:extLst>
                <a:ext uri="{FF2B5EF4-FFF2-40B4-BE49-F238E27FC236}">
                  <a16:creationId xmlns:a16="http://schemas.microsoft.com/office/drawing/2014/main" id="{7B85B35A-059B-4755-9902-7D43CFDE0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29" name="Rectangle 120">
              <a:extLst>
                <a:ext uri="{FF2B5EF4-FFF2-40B4-BE49-F238E27FC236}">
                  <a16:creationId xmlns:a16="http://schemas.microsoft.com/office/drawing/2014/main" id="{EC5400ED-6478-4D64-8F88-3CFD6E3D1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30" name="Rectangle 122">
              <a:extLst>
                <a:ext uri="{FF2B5EF4-FFF2-40B4-BE49-F238E27FC236}">
                  <a16:creationId xmlns:a16="http://schemas.microsoft.com/office/drawing/2014/main" id="{EE8B43EB-909F-429F-9847-1BFC765CA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31" name="Rectangle 123">
              <a:extLst>
                <a:ext uri="{FF2B5EF4-FFF2-40B4-BE49-F238E27FC236}">
                  <a16:creationId xmlns:a16="http://schemas.microsoft.com/office/drawing/2014/main" id="{CDC90401-FEE5-454B-A602-949660FB8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32" name="Rectangle 125">
              <a:extLst>
                <a:ext uri="{FF2B5EF4-FFF2-40B4-BE49-F238E27FC236}">
                  <a16:creationId xmlns:a16="http://schemas.microsoft.com/office/drawing/2014/main" id="{74450F97-CBED-4BF2-A7A3-DCC4D7A00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33" name="Rectangle 128">
              <a:extLst>
                <a:ext uri="{FF2B5EF4-FFF2-40B4-BE49-F238E27FC236}">
                  <a16:creationId xmlns:a16="http://schemas.microsoft.com/office/drawing/2014/main" id="{B84D1972-9325-48E7-9B3E-1A9AD1DD5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34" name="Rectangle 130">
              <a:extLst>
                <a:ext uri="{FF2B5EF4-FFF2-40B4-BE49-F238E27FC236}">
                  <a16:creationId xmlns:a16="http://schemas.microsoft.com/office/drawing/2014/main" id="{81D0B3B7-6C14-4951-8AAD-9B5942B05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35" name="Rectangle 131">
              <a:extLst>
                <a:ext uri="{FF2B5EF4-FFF2-40B4-BE49-F238E27FC236}">
                  <a16:creationId xmlns:a16="http://schemas.microsoft.com/office/drawing/2014/main" id="{1CDE2E59-4B45-439A-827B-037A712C6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36" name="Rectangle 133">
              <a:extLst>
                <a:ext uri="{FF2B5EF4-FFF2-40B4-BE49-F238E27FC236}">
                  <a16:creationId xmlns:a16="http://schemas.microsoft.com/office/drawing/2014/main" id="{447E9E1D-3BF6-4C86-83FC-DC0FFDE17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37" name="Rectangle 136">
              <a:extLst>
                <a:ext uri="{FF2B5EF4-FFF2-40B4-BE49-F238E27FC236}">
                  <a16:creationId xmlns:a16="http://schemas.microsoft.com/office/drawing/2014/main" id="{0F5043FD-669A-4F3F-AA04-A5E23EC84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38" name="Rectangle 138">
              <a:extLst>
                <a:ext uri="{FF2B5EF4-FFF2-40B4-BE49-F238E27FC236}">
                  <a16:creationId xmlns:a16="http://schemas.microsoft.com/office/drawing/2014/main" id="{3A07090E-3E10-4195-AA5A-98141B99C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39" name="Rectangle 139">
              <a:extLst>
                <a:ext uri="{FF2B5EF4-FFF2-40B4-BE49-F238E27FC236}">
                  <a16:creationId xmlns:a16="http://schemas.microsoft.com/office/drawing/2014/main" id="{6647635C-4501-46CA-A8C7-C097FE8AC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3906" name="Group 69">
            <a:extLst>
              <a:ext uri="{FF2B5EF4-FFF2-40B4-BE49-F238E27FC236}">
                <a16:creationId xmlns:a16="http://schemas.microsoft.com/office/drawing/2014/main" id="{71544162-E8BC-4964-A216-E59FB3691853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23921" name="Rectangle 4">
              <a:extLst>
                <a:ext uri="{FF2B5EF4-FFF2-40B4-BE49-F238E27FC236}">
                  <a16:creationId xmlns:a16="http://schemas.microsoft.com/office/drawing/2014/main" id="{C2F6C6C1-E133-4977-90FD-F543DD2FA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22" name="Rectangle 5">
              <a:extLst>
                <a:ext uri="{FF2B5EF4-FFF2-40B4-BE49-F238E27FC236}">
                  <a16:creationId xmlns:a16="http://schemas.microsoft.com/office/drawing/2014/main" id="{E6F4C4C7-BD8E-4DF5-A59E-2BBEC8FD6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23" name="Rectangle 6">
              <a:extLst>
                <a:ext uri="{FF2B5EF4-FFF2-40B4-BE49-F238E27FC236}">
                  <a16:creationId xmlns:a16="http://schemas.microsoft.com/office/drawing/2014/main" id="{FF20FEEB-055A-4F68-8096-83D49110A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24" name="Rectangle 7">
              <a:extLst>
                <a:ext uri="{FF2B5EF4-FFF2-40B4-BE49-F238E27FC236}">
                  <a16:creationId xmlns:a16="http://schemas.microsoft.com/office/drawing/2014/main" id="{78330744-2A97-46A4-91FB-B6061A9B9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25" name="Rectangle 8">
              <a:extLst>
                <a:ext uri="{FF2B5EF4-FFF2-40B4-BE49-F238E27FC236}">
                  <a16:creationId xmlns:a16="http://schemas.microsoft.com/office/drawing/2014/main" id="{63F0B1AF-858B-46AF-BBA0-96C14F099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26" name="Rectangle 9">
              <a:extLst>
                <a:ext uri="{FF2B5EF4-FFF2-40B4-BE49-F238E27FC236}">
                  <a16:creationId xmlns:a16="http://schemas.microsoft.com/office/drawing/2014/main" id="{5E49EAE9-4894-4379-8A97-151AFF088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27" name="Rectangle 10">
              <a:extLst>
                <a:ext uri="{FF2B5EF4-FFF2-40B4-BE49-F238E27FC236}">
                  <a16:creationId xmlns:a16="http://schemas.microsoft.com/office/drawing/2014/main" id="{CDB9942E-BF2D-41E6-8C3A-D573B5D96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28" name="Rectangle 11">
              <a:extLst>
                <a:ext uri="{FF2B5EF4-FFF2-40B4-BE49-F238E27FC236}">
                  <a16:creationId xmlns:a16="http://schemas.microsoft.com/office/drawing/2014/main" id="{5400E69E-F0FF-4319-87C6-D1809EEE0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29" name="Rectangle 12">
              <a:extLst>
                <a:ext uri="{FF2B5EF4-FFF2-40B4-BE49-F238E27FC236}">
                  <a16:creationId xmlns:a16="http://schemas.microsoft.com/office/drawing/2014/main" id="{395DE2B3-CC72-4747-B6BD-E853438C2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30" name="Rectangle 13">
              <a:extLst>
                <a:ext uri="{FF2B5EF4-FFF2-40B4-BE49-F238E27FC236}">
                  <a16:creationId xmlns:a16="http://schemas.microsoft.com/office/drawing/2014/main" id="{BCE3682D-E3EC-4324-B611-44021FC51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31" name="Rectangle 14">
              <a:extLst>
                <a:ext uri="{FF2B5EF4-FFF2-40B4-BE49-F238E27FC236}">
                  <a16:creationId xmlns:a16="http://schemas.microsoft.com/office/drawing/2014/main" id="{D8CD23A0-D699-47E7-877B-0B1FA0582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32" name="Rectangle 15">
              <a:extLst>
                <a:ext uri="{FF2B5EF4-FFF2-40B4-BE49-F238E27FC236}">
                  <a16:creationId xmlns:a16="http://schemas.microsoft.com/office/drawing/2014/main" id="{0F000C89-0BBE-4BDE-83C4-555CEBCC5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33" name="Rectangle 16">
              <a:extLst>
                <a:ext uri="{FF2B5EF4-FFF2-40B4-BE49-F238E27FC236}">
                  <a16:creationId xmlns:a16="http://schemas.microsoft.com/office/drawing/2014/main" id="{447FE0CD-16F6-4425-BE98-69724BC15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34" name="Rectangle 17">
              <a:extLst>
                <a:ext uri="{FF2B5EF4-FFF2-40B4-BE49-F238E27FC236}">
                  <a16:creationId xmlns:a16="http://schemas.microsoft.com/office/drawing/2014/main" id="{0F750D35-0F8C-40F9-A404-4A2023185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35" name="Rectangle 18">
              <a:extLst>
                <a:ext uri="{FF2B5EF4-FFF2-40B4-BE49-F238E27FC236}">
                  <a16:creationId xmlns:a16="http://schemas.microsoft.com/office/drawing/2014/main" id="{338196BE-8FD9-42FC-9694-39D524169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36" name="Rectangle 19">
              <a:extLst>
                <a:ext uri="{FF2B5EF4-FFF2-40B4-BE49-F238E27FC236}">
                  <a16:creationId xmlns:a16="http://schemas.microsoft.com/office/drawing/2014/main" id="{186D83C2-2B35-4665-99C3-7669785FA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37" name="Rectangle 20">
              <a:extLst>
                <a:ext uri="{FF2B5EF4-FFF2-40B4-BE49-F238E27FC236}">
                  <a16:creationId xmlns:a16="http://schemas.microsoft.com/office/drawing/2014/main" id="{3FC857F4-93D5-4F08-824D-8F67BB587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38" name="Rectangle 21">
              <a:extLst>
                <a:ext uri="{FF2B5EF4-FFF2-40B4-BE49-F238E27FC236}">
                  <a16:creationId xmlns:a16="http://schemas.microsoft.com/office/drawing/2014/main" id="{49968F68-23BF-4412-A28D-55DA5712E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39" name="Rectangle 22">
              <a:extLst>
                <a:ext uri="{FF2B5EF4-FFF2-40B4-BE49-F238E27FC236}">
                  <a16:creationId xmlns:a16="http://schemas.microsoft.com/office/drawing/2014/main" id="{1EC565F4-4ADB-4682-8E9B-7A541D559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40" name="Rectangle 23">
              <a:extLst>
                <a:ext uri="{FF2B5EF4-FFF2-40B4-BE49-F238E27FC236}">
                  <a16:creationId xmlns:a16="http://schemas.microsoft.com/office/drawing/2014/main" id="{C20C6121-6BA9-4439-A574-AACB9546B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41" name="Rectangle 24">
              <a:extLst>
                <a:ext uri="{FF2B5EF4-FFF2-40B4-BE49-F238E27FC236}">
                  <a16:creationId xmlns:a16="http://schemas.microsoft.com/office/drawing/2014/main" id="{A391D8B7-12F4-47B4-AEF9-F4B8B1092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42" name="Rectangle 25">
              <a:extLst>
                <a:ext uri="{FF2B5EF4-FFF2-40B4-BE49-F238E27FC236}">
                  <a16:creationId xmlns:a16="http://schemas.microsoft.com/office/drawing/2014/main" id="{9F27446B-EEF3-4DD1-8402-DF8FB57F3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43" name="Rectangle 26">
              <a:extLst>
                <a:ext uri="{FF2B5EF4-FFF2-40B4-BE49-F238E27FC236}">
                  <a16:creationId xmlns:a16="http://schemas.microsoft.com/office/drawing/2014/main" id="{2763DE60-C7BC-4437-B238-EC7CE25A4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44" name="Rectangle 27">
              <a:extLst>
                <a:ext uri="{FF2B5EF4-FFF2-40B4-BE49-F238E27FC236}">
                  <a16:creationId xmlns:a16="http://schemas.microsoft.com/office/drawing/2014/main" id="{6DC2469E-5B3C-4447-B53F-B5605F3F4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45" name="Rectangle 28">
              <a:extLst>
                <a:ext uri="{FF2B5EF4-FFF2-40B4-BE49-F238E27FC236}">
                  <a16:creationId xmlns:a16="http://schemas.microsoft.com/office/drawing/2014/main" id="{59722D29-5D1A-410E-9006-679963215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46" name="Rectangle 29">
              <a:extLst>
                <a:ext uri="{FF2B5EF4-FFF2-40B4-BE49-F238E27FC236}">
                  <a16:creationId xmlns:a16="http://schemas.microsoft.com/office/drawing/2014/main" id="{65A4FA0E-207A-4914-8256-EC23A0790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47" name="Rectangle 30">
              <a:extLst>
                <a:ext uri="{FF2B5EF4-FFF2-40B4-BE49-F238E27FC236}">
                  <a16:creationId xmlns:a16="http://schemas.microsoft.com/office/drawing/2014/main" id="{8A17D47E-2157-4F15-BDCE-19F947A99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48" name="Rectangle 31">
              <a:extLst>
                <a:ext uri="{FF2B5EF4-FFF2-40B4-BE49-F238E27FC236}">
                  <a16:creationId xmlns:a16="http://schemas.microsoft.com/office/drawing/2014/main" id="{4DE4DA95-C65C-4FC0-BDB3-9A1C6281D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49" name="Rectangle 32">
              <a:extLst>
                <a:ext uri="{FF2B5EF4-FFF2-40B4-BE49-F238E27FC236}">
                  <a16:creationId xmlns:a16="http://schemas.microsoft.com/office/drawing/2014/main" id="{24641617-EEDA-4B94-B962-6CE7C0F30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50" name="Rectangle 33">
              <a:extLst>
                <a:ext uri="{FF2B5EF4-FFF2-40B4-BE49-F238E27FC236}">
                  <a16:creationId xmlns:a16="http://schemas.microsoft.com/office/drawing/2014/main" id="{F38C5148-F20A-429D-B8E8-145A163E6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51" name="Rectangle 34">
              <a:extLst>
                <a:ext uri="{FF2B5EF4-FFF2-40B4-BE49-F238E27FC236}">
                  <a16:creationId xmlns:a16="http://schemas.microsoft.com/office/drawing/2014/main" id="{12786DEE-BB5A-4C6D-9D9C-102DA841A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52" name="Rectangle 35">
              <a:extLst>
                <a:ext uri="{FF2B5EF4-FFF2-40B4-BE49-F238E27FC236}">
                  <a16:creationId xmlns:a16="http://schemas.microsoft.com/office/drawing/2014/main" id="{CCA856F3-2ECF-4392-AC27-B99687A5D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53" name="Rectangle 36">
              <a:extLst>
                <a:ext uri="{FF2B5EF4-FFF2-40B4-BE49-F238E27FC236}">
                  <a16:creationId xmlns:a16="http://schemas.microsoft.com/office/drawing/2014/main" id="{252B8951-A2E3-4AD0-AF0E-8D4E9C9F3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54" name="Rectangle 37">
              <a:extLst>
                <a:ext uri="{FF2B5EF4-FFF2-40B4-BE49-F238E27FC236}">
                  <a16:creationId xmlns:a16="http://schemas.microsoft.com/office/drawing/2014/main" id="{EBB6503F-F18B-40BE-924A-C8370E2CF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55" name="Rectangle 38">
              <a:extLst>
                <a:ext uri="{FF2B5EF4-FFF2-40B4-BE49-F238E27FC236}">
                  <a16:creationId xmlns:a16="http://schemas.microsoft.com/office/drawing/2014/main" id="{A31F5D0C-9AA4-4E74-9681-DED0FF844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56" name="Rectangle 39">
              <a:extLst>
                <a:ext uri="{FF2B5EF4-FFF2-40B4-BE49-F238E27FC236}">
                  <a16:creationId xmlns:a16="http://schemas.microsoft.com/office/drawing/2014/main" id="{E1CA3D49-BE63-468B-B512-F12D36BE5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57" name="Rectangle 40">
              <a:extLst>
                <a:ext uri="{FF2B5EF4-FFF2-40B4-BE49-F238E27FC236}">
                  <a16:creationId xmlns:a16="http://schemas.microsoft.com/office/drawing/2014/main" id="{60E242BA-E817-4E20-835E-6658BD53F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58" name="Rectangle 41">
              <a:extLst>
                <a:ext uri="{FF2B5EF4-FFF2-40B4-BE49-F238E27FC236}">
                  <a16:creationId xmlns:a16="http://schemas.microsoft.com/office/drawing/2014/main" id="{4F093126-FA21-434F-A35E-761FD60AA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59" name="Rectangle 42">
              <a:extLst>
                <a:ext uri="{FF2B5EF4-FFF2-40B4-BE49-F238E27FC236}">
                  <a16:creationId xmlns:a16="http://schemas.microsoft.com/office/drawing/2014/main" id="{77CA55CA-5D57-4697-B15E-714E9E9A2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60" name="Rectangle 43">
              <a:extLst>
                <a:ext uri="{FF2B5EF4-FFF2-40B4-BE49-F238E27FC236}">
                  <a16:creationId xmlns:a16="http://schemas.microsoft.com/office/drawing/2014/main" id="{801928E8-D54E-488D-9ACA-D9BC7C8E5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61" name="Rectangle 44">
              <a:extLst>
                <a:ext uri="{FF2B5EF4-FFF2-40B4-BE49-F238E27FC236}">
                  <a16:creationId xmlns:a16="http://schemas.microsoft.com/office/drawing/2014/main" id="{80A0D26B-300C-479A-A6C3-1302FC9DF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62" name="Rectangle 45">
              <a:extLst>
                <a:ext uri="{FF2B5EF4-FFF2-40B4-BE49-F238E27FC236}">
                  <a16:creationId xmlns:a16="http://schemas.microsoft.com/office/drawing/2014/main" id="{0C6602DD-0C3D-4C44-B9DE-A587E68F6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63" name="Rectangle 46">
              <a:extLst>
                <a:ext uri="{FF2B5EF4-FFF2-40B4-BE49-F238E27FC236}">
                  <a16:creationId xmlns:a16="http://schemas.microsoft.com/office/drawing/2014/main" id="{3837573A-1539-4783-9F70-F6208493A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64" name="Rectangle 47">
              <a:extLst>
                <a:ext uri="{FF2B5EF4-FFF2-40B4-BE49-F238E27FC236}">
                  <a16:creationId xmlns:a16="http://schemas.microsoft.com/office/drawing/2014/main" id="{C35132B3-D733-4951-BB63-F523CF43A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65" name="Rectangle 48">
              <a:extLst>
                <a:ext uri="{FF2B5EF4-FFF2-40B4-BE49-F238E27FC236}">
                  <a16:creationId xmlns:a16="http://schemas.microsoft.com/office/drawing/2014/main" id="{9F205592-885F-46CC-AEC2-15D2C936D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66" name="Rectangle 49">
              <a:extLst>
                <a:ext uri="{FF2B5EF4-FFF2-40B4-BE49-F238E27FC236}">
                  <a16:creationId xmlns:a16="http://schemas.microsoft.com/office/drawing/2014/main" id="{98F26B97-2054-4A2B-A418-C01BE327A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67" name="Rectangle 50">
              <a:extLst>
                <a:ext uri="{FF2B5EF4-FFF2-40B4-BE49-F238E27FC236}">
                  <a16:creationId xmlns:a16="http://schemas.microsoft.com/office/drawing/2014/main" id="{4E37AD8A-4479-4A98-9D36-7D7E17910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68" name="Rectangle 51">
              <a:extLst>
                <a:ext uri="{FF2B5EF4-FFF2-40B4-BE49-F238E27FC236}">
                  <a16:creationId xmlns:a16="http://schemas.microsoft.com/office/drawing/2014/main" id="{0FCCBE56-BC6E-4BAC-91C0-CB79ADA6B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69" name="Rectangle 52">
              <a:extLst>
                <a:ext uri="{FF2B5EF4-FFF2-40B4-BE49-F238E27FC236}">
                  <a16:creationId xmlns:a16="http://schemas.microsoft.com/office/drawing/2014/main" id="{9CAB7D42-D249-44DB-BACA-08ADA25D5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70" name="Rectangle 53">
              <a:extLst>
                <a:ext uri="{FF2B5EF4-FFF2-40B4-BE49-F238E27FC236}">
                  <a16:creationId xmlns:a16="http://schemas.microsoft.com/office/drawing/2014/main" id="{C794D911-6CC7-4769-B7FB-02EB0D5EE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71" name="Rectangle 54">
              <a:extLst>
                <a:ext uri="{FF2B5EF4-FFF2-40B4-BE49-F238E27FC236}">
                  <a16:creationId xmlns:a16="http://schemas.microsoft.com/office/drawing/2014/main" id="{2FA9ECDD-2670-47F1-9A54-FEF861E39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72" name="Rectangle 55">
              <a:extLst>
                <a:ext uri="{FF2B5EF4-FFF2-40B4-BE49-F238E27FC236}">
                  <a16:creationId xmlns:a16="http://schemas.microsoft.com/office/drawing/2014/main" id="{C46F3790-DA0E-43DB-92E1-6C1D7070D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73" name="Rectangle 56">
              <a:extLst>
                <a:ext uri="{FF2B5EF4-FFF2-40B4-BE49-F238E27FC236}">
                  <a16:creationId xmlns:a16="http://schemas.microsoft.com/office/drawing/2014/main" id="{B2883A2E-7BAE-4DC0-9F93-7EC28F7F8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74" name="Rectangle 57">
              <a:extLst>
                <a:ext uri="{FF2B5EF4-FFF2-40B4-BE49-F238E27FC236}">
                  <a16:creationId xmlns:a16="http://schemas.microsoft.com/office/drawing/2014/main" id="{D674092B-65DE-48A1-9A7A-8D53D89E2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75" name="Rectangle 58">
              <a:extLst>
                <a:ext uri="{FF2B5EF4-FFF2-40B4-BE49-F238E27FC236}">
                  <a16:creationId xmlns:a16="http://schemas.microsoft.com/office/drawing/2014/main" id="{87C67586-BB8F-48DE-A46F-C77914A6D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76" name="Rectangle 59">
              <a:extLst>
                <a:ext uri="{FF2B5EF4-FFF2-40B4-BE49-F238E27FC236}">
                  <a16:creationId xmlns:a16="http://schemas.microsoft.com/office/drawing/2014/main" id="{7425A2AC-DFE0-4D06-94DD-540A35025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77" name="Rectangle 60">
              <a:extLst>
                <a:ext uri="{FF2B5EF4-FFF2-40B4-BE49-F238E27FC236}">
                  <a16:creationId xmlns:a16="http://schemas.microsoft.com/office/drawing/2014/main" id="{50B2FD11-7F56-470D-A03D-00399A093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78" name="Rectangle 61">
              <a:extLst>
                <a:ext uri="{FF2B5EF4-FFF2-40B4-BE49-F238E27FC236}">
                  <a16:creationId xmlns:a16="http://schemas.microsoft.com/office/drawing/2014/main" id="{36F81C8C-4805-46DD-BA74-EA02E4498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79" name="Rectangle 62">
              <a:extLst>
                <a:ext uri="{FF2B5EF4-FFF2-40B4-BE49-F238E27FC236}">
                  <a16:creationId xmlns:a16="http://schemas.microsoft.com/office/drawing/2014/main" id="{271ABF5E-124C-4031-9BA2-C990426F6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80" name="Rectangle 63">
              <a:extLst>
                <a:ext uri="{FF2B5EF4-FFF2-40B4-BE49-F238E27FC236}">
                  <a16:creationId xmlns:a16="http://schemas.microsoft.com/office/drawing/2014/main" id="{DD6EE924-0A5D-4D40-B236-DBD18CBCA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81" name="Rectangle 64">
              <a:extLst>
                <a:ext uri="{FF2B5EF4-FFF2-40B4-BE49-F238E27FC236}">
                  <a16:creationId xmlns:a16="http://schemas.microsoft.com/office/drawing/2014/main" id="{4D8F5762-2CAA-4F60-8169-EC8607019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82" name="Rectangle 65">
              <a:extLst>
                <a:ext uri="{FF2B5EF4-FFF2-40B4-BE49-F238E27FC236}">
                  <a16:creationId xmlns:a16="http://schemas.microsoft.com/office/drawing/2014/main" id="{763F1925-D898-42FF-A30E-6DF85A8D8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83" name="Rectangle 66">
              <a:extLst>
                <a:ext uri="{FF2B5EF4-FFF2-40B4-BE49-F238E27FC236}">
                  <a16:creationId xmlns:a16="http://schemas.microsoft.com/office/drawing/2014/main" id="{40A1B099-347A-4D91-BEC1-CFD1150B9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84" name="Rectangle 67">
              <a:extLst>
                <a:ext uri="{FF2B5EF4-FFF2-40B4-BE49-F238E27FC236}">
                  <a16:creationId xmlns:a16="http://schemas.microsoft.com/office/drawing/2014/main" id="{B4E50306-5113-488C-AA9D-4298D9EEB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85" name="Rectangle 68">
              <a:extLst>
                <a:ext uri="{FF2B5EF4-FFF2-40B4-BE49-F238E27FC236}">
                  <a16:creationId xmlns:a16="http://schemas.microsoft.com/office/drawing/2014/main" id="{E85E3952-BDAB-4D27-A364-FEDEB945E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86" name="Rectangle 69">
              <a:extLst>
                <a:ext uri="{FF2B5EF4-FFF2-40B4-BE49-F238E27FC236}">
                  <a16:creationId xmlns:a16="http://schemas.microsoft.com/office/drawing/2014/main" id="{D57640AF-45C4-4277-8751-6A4F29273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87" name="Rectangle 70">
              <a:extLst>
                <a:ext uri="{FF2B5EF4-FFF2-40B4-BE49-F238E27FC236}">
                  <a16:creationId xmlns:a16="http://schemas.microsoft.com/office/drawing/2014/main" id="{5CC38882-6B2D-4BEB-A3BD-648A65B08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88" name="Rectangle 71">
              <a:extLst>
                <a:ext uri="{FF2B5EF4-FFF2-40B4-BE49-F238E27FC236}">
                  <a16:creationId xmlns:a16="http://schemas.microsoft.com/office/drawing/2014/main" id="{209163B4-7BDC-4F38-8790-F0EF9869F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89" name="Rectangle 72">
              <a:extLst>
                <a:ext uri="{FF2B5EF4-FFF2-40B4-BE49-F238E27FC236}">
                  <a16:creationId xmlns:a16="http://schemas.microsoft.com/office/drawing/2014/main" id="{821A1F14-7F2D-4CB1-93EB-7E2FC8E88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90" name="Rectangle 73">
              <a:extLst>
                <a:ext uri="{FF2B5EF4-FFF2-40B4-BE49-F238E27FC236}">
                  <a16:creationId xmlns:a16="http://schemas.microsoft.com/office/drawing/2014/main" id="{43EF6327-1A66-4210-AAB8-ADE72C81E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91" name="Rectangle 74">
              <a:extLst>
                <a:ext uri="{FF2B5EF4-FFF2-40B4-BE49-F238E27FC236}">
                  <a16:creationId xmlns:a16="http://schemas.microsoft.com/office/drawing/2014/main" id="{927B79A5-F190-4F36-B797-B6E88CA16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92" name="Rectangle 75">
              <a:extLst>
                <a:ext uri="{FF2B5EF4-FFF2-40B4-BE49-F238E27FC236}">
                  <a16:creationId xmlns:a16="http://schemas.microsoft.com/office/drawing/2014/main" id="{912CB8B0-1AED-4F55-8D3A-A442F71EF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93" name="Rectangle 76">
              <a:extLst>
                <a:ext uri="{FF2B5EF4-FFF2-40B4-BE49-F238E27FC236}">
                  <a16:creationId xmlns:a16="http://schemas.microsoft.com/office/drawing/2014/main" id="{5CDF865C-C36E-45B6-8A77-22399A934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94" name="Rectangle 77">
              <a:extLst>
                <a:ext uri="{FF2B5EF4-FFF2-40B4-BE49-F238E27FC236}">
                  <a16:creationId xmlns:a16="http://schemas.microsoft.com/office/drawing/2014/main" id="{D8F0B458-093A-4192-B998-06A790346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95" name="Rectangle 78">
              <a:extLst>
                <a:ext uri="{FF2B5EF4-FFF2-40B4-BE49-F238E27FC236}">
                  <a16:creationId xmlns:a16="http://schemas.microsoft.com/office/drawing/2014/main" id="{18936977-6CF9-4C8E-9278-FD4246174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96" name="Rectangle 79">
              <a:extLst>
                <a:ext uri="{FF2B5EF4-FFF2-40B4-BE49-F238E27FC236}">
                  <a16:creationId xmlns:a16="http://schemas.microsoft.com/office/drawing/2014/main" id="{C56E49E7-4671-470D-A1F7-D99CEE2FC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97" name="Rectangle 80">
              <a:extLst>
                <a:ext uri="{FF2B5EF4-FFF2-40B4-BE49-F238E27FC236}">
                  <a16:creationId xmlns:a16="http://schemas.microsoft.com/office/drawing/2014/main" id="{92D7E86F-9F9A-406D-93C0-C7004662F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98" name="Rectangle 81">
              <a:extLst>
                <a:ext uri="{FF2B5EF4-FFF2-40B4-BE49-F238E27FC236}">
                  <a16:creationId xmlns:a16="http://schemas.microsoft.com/office/drawing/2014/main" id="{07515EC6-BA76-4735-8E33-FF05BE669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999" name="Rectangle 82">
              <a:extLst>
                <a:ext uri="{FF2B5EF4-FFF2-40B4-BE49-F238E27FC236}">
                  <a16:creationId xmlns:a16="http://schemas.microsoft.com/office/drawing/2014/main" id="{40F607BB-EC34-4411-BCE4-60B4113C8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000" name="Rectangle 83">
              <a:extLst>
                <a:ext uri="{FF2B5EF4-FFF2-40B4-BE49-F238E27FC236}">
                  <a16:creationId xmlns:a16="http://schemas.microsoft.com/office/drawing/2014/main" id="{CCCD67D0-B471-4A74-AF39-706B3902F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23907" name="Rectangle 2">
            <a:extLst>
              <a:ext uri="{FF2B5EF4-FFF2-40B4-BE49-F238E27FC236}">
                <a16:creationId xmlns:a16="http://schemas.microsoft.com/office/drawing/2014/main" id="{D56124C1-35FC-4349-BD83-3F0A071AC7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23908" name="Rectangle 110">
            <a:extLst>
              <a:ext uri="{FF2B5EF4-FFF2-40B4-BE49-F238E27FC236}">
                <a16:creationId xmlns:a16="http://schemas.microsoft.com/office/drawing/2014/main" id="{2B0A0513-8272-40C3-A8E7-2BC7DAEB79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909" name="Rectangle 118">
            <a:extLst>
              <a:ext uri="{FF2B5EF4-FFF2-40B4-BE49-F238E27FC236}">
                <a16:creationId xmlns:a16="http://schemas.microsoft.com/office/drawing/2014/main" id="{B9E02744-3B28-4633-88C9-03E8F0149C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910" name="Rectangle 126">
            <a:extLst>
              <a:ext uri="{FF2B5EF4-FFF2-40B4-BE49-F238E27FC236}">
                <a16:creationId xmlns:a16="http://schemas.microsoft.com/office/drawing/2014/main" id="{B6035BF5-B031-479D-BA31-91997AC5A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911" name="Rectangle 134">
            <a:extLst>
              <a:ext uri="{FF2B5EF4-FFF2-40B4-BE49-F238E27FC236}">
                <a16:creationId xmlns:a16="http://schemas.microsoft.com/office/drawing/2014/main" id="{E6B8B400-D2B6-4039-A7B9-4A36661935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912" name="Rectangle 116">
            <a:extLst>
              <a:ext uri="{FF2B5EF4-FFF2-40B4-BE49-F238E27FC236}">
                <a16:creationId xmlns:a16="http://schemas.microsoft.com/office/drawing/2014/main" id="{A100079E-D3F4-4384-8EA6-168FF301F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28305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913" name="Rectangle 124">
            <a:extLst>
              <a:ext uri="{FF2B5EF4-FFF2-40B4-BE49-F238E27FC236}">
                <a16:creationId xmlns:a16="http://schemas.microsoft.com/office/drawing/2014/main" id="{F2F60207-8F93-470B-B355-6F35EBB87E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03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914" name="Rectangle 132">
            <a:extLst>
              <a:ext uri="{FF2B5EF4-FFF2-40B4-BE49-F238E27FC236}">
                <a16:creationId xmlns:a16="http://schemas.microsoft.com/office/drawing/2014/main" id="{B80B2017-4C7F-4B59-9FFF-0274D11258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3686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915" name="Rectangle 140">
            <a:extLst>
              <a:ext uri="{FF2B5EF4-FFF2-40B4-BE49-F238E27FC236}">
                <a16:creationId xmlns:a16="http://schemas.microsoft.com/office/drawing/2014/main" id="{6340F268-B2CE-4D0E-9085-03390217C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63696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916" name="Rectangle 158">
            <a:extLst>
              <a:ext uri="{FF2B5EF4-FFF2-40B4-BE49-F238E27FC236}">
                <a16:creationId xmlns:a16="http://schemas.microsoft.com/office/drawing/2014/main" id="{995AE8A2-5317-412E-A8F6-519E95652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1200" y="30226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23917" name="Picture 2" descr="Screen shot 2013-10-21 at 1.42.50 PM.png">
            <a:extLst>
              <a:ext uri="{FF2B5EF4-FFF2-40B4-BE49-F238E27FC236}">
                <a16:creationId xmlns:a16="http://schemas.microsoft.com/office/drawing/2014/main" id="{4DE7CAA9-1E1D-4E04-8077-B2D61B5FF73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9263" y="4764088"/>
            <a:ext cx="2397125" cy="187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3918" name="Picture 164" descr="Screen shot 2013-12-06 at 11.55.56 AM.png">
            <a:extLst>
              <a:ext uri="{FF2B5EF4-FFF2-40B4-BE49-F238E27FC236}">
                <a16:creationId xmlns:a16="http://schemas.microsoft.com/office/drawing/2014/main" id="{1DADFB0F-2A18-4BF4-B712-FEEDEEB2D51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75" y="4964113"/>
            <a:ext cx="1722438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3919" name="Rectangle 165">
            <a:extLst>
              <a:ext uri="{FF2B5EF4-FFF2-40B4-BE49-F238E27FC236}">
                <a16:creationId xmlns:a16="http://schemas.microsoft.com/office/drawing/2014/main" id="{0E77064B-D818-4770-ACF0-EFF4BAF00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56007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920" name="Rectangle 166">
            <a:extLst>
              <a:ext uri="{FF2B5EF4-FFF2-40B4-BE49-F238E27FC236}">
                <a16:creationId xmlns:a16="http://schemas.microsoft.com/office/drawing/2014/main" id="{DD4EB326-4286-473B-87E3-B422D9935C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6575" y="5605463"/>
            <a:ext cx="625475" cy="330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929" name="Group 13">
            <a:extLst>
              <a:ext uri="{FF2B5EF4-FFF2-40B4-BE49-F238E27FC236}">
                <a16:creationId xmlns:a16="http://schemas.microsoft.com/office/drawing/2014/main" id="{53443AC4-9C3D-45CC-9AF1-15A00F969816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25027" name="Rectangle 85">
              <a:extLst>
                <a:ext uri="{FF2B5EF4-FFF2-40B4-BE49-F238E27FC236}">
                  <a16:creationId xmlns:a16="http://schemas.microsoft.com/office/drawing/2014/main" id="{7C611D1B-DAA2-4373-B04C-FCF8C8CE5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28" name="Rectangle 86">
              <a:extLst>
                <a:ext uri="{FF2B5EF4-FFF2-40B4-BE49-F238E27FC236}">
                  <a16:creationId xmlns:a16="http://schemas.microsoft.com/office/drawing/2014/main" id="{C16CC1B6-1C30-4BAF-8897-750D91A93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29" name="Rectangle 88">
              <a:extLst>
                <a:ext uri="{FF2B5EF4-FFF2-40B4-BE49-F238E27FC236}">
                  <a16:creationId xmlns:a16="http://schemas.microsoft.com/office/drawing/2014/main" id="{7574008F-D6DA-45F0-A6A5-F87286702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30" name="Rectangle 89">
              <a:extLst>
                <a:ext uri="{FF2B5EF4-FFF2-40B4-BE49-F238E27FC236}">
                  <a16:creationId xmlns:a16="http://schemas.microsoft.com/office/drawing/2014/main" id="{49118CCC-A202-4375-81CB-C9B9D484D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31" name="Rectangle 90">
              <a:extLst>
                <a:ext uri="{FF2B5EF4-FFF2-40B4-BE49-F238E27FC236}">
                  <a16:creationId xmlns:a16="http://schemas.microsoft.com/office/drawing/2014/main" id="{ABFF6A04-1DE3-4064-9345-E4F64E42F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32" name="Rectangle 91">
              <a:extLst>
                <a:ext uri="{FF2B5EF4-FFF2-40B4-BE49-F238E27FC236}">
                  <a16:creationId xmlns:a16="http://schemas.microsoft.com/office/drawing/2014/main" id="{23099FF9-6B8D-44BA-992B-DC4617DC3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33" name="Rectangle 92">
              <a:extLst>
                <a:ext uri="{FF2B5EF4-FFF2-40B4-BE49-F238E27FC236}">
                  <a16:creationId xmlns:a16="http://schemas.microsoft.com/office/drawing/2014/main" id="{8EBE16B1-912A-4A7F-87CF-FE5640FB3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34" name="Rectangle 93">
              <a:extLst>
                <a:ext uri="{FF2B5EF4-FFF2-40B4-BE49-F238E27FC236}">
                  <a16:creationId xmlns:a16="http://schemas.microsoft.com/office/drawing/2014/main" id="{935C29D5-2D32-4DD5-ADBE-17B1EC47D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35" name="Rectangle 94">
              <a:extLst>
                <a:ext uri="{FF2B5EF4-FFF2-40B4-BE49-F238E27FC236}">
                  <a16:creationId xmlns:a16="http://schemas.microsoft.com/office/drawing/2014/main" id="{7ED8F79D-1DA0-4C1B-B845-B32687B51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36" name="Rectangle 95">
              <a:extLst>
                <a:ext uri="{FF2B5EF4-FFF2-40B4-BE49-F238E27FC236}">
                  <a16:creationId xmlns:a16="http://schemas.microsoft.com/office/drawing/2014/main" id="{09F28C7B-7DEA-4508-9340-BA6009CB3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37" name="Rectangle 96">
              <a:extLst>
                <a:ext uri="{FF2B5EF4-FFF2-40B4-BE49-F238E27FC236}">
                  <a16:creationId xmlns:a16="http://schemas.microsoft.com/office/drawing/2014/main" id="{FC3284D8-FCB0-4A64-939D-A578088FC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38" name="Rectangle 97">
              <a:extLst>
                <a:ext uri="{FF2B5EF4-FFF2-40B4-BE49-F238E27FC236}">
                  <a16:creationId xmlns:a16="http://schemas.microsoft.com/office/drawing/2014/main" id="{DC9C5DC4-A3F6-4A0B-82F1-D5D7F0A8E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39" name="Rectangle 98">
              <a:extLst>
                <a:ext uri="{FF2B5EF4-FFF2-40B4-BE49-F238E27FC236}">
                  <a16:creationId xmlns:a16="http://schemas.microsoft.com/office/drawing/2014/main" id="{21327FE9-78E6-4C81-A2F7-CD52EF888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40" name="Rectangle 99">
              <a:extLst>
                <a:ext uri="{FF2B5EF4-FFF2-40B4-BE49-F238E27FC236}">
                  <a16:creationId xmlns:a16="http://schemas.microsoft.com/office/drawing/2014/main" id="{84AC745E-65B4-4EB3-BD20-1A55B622B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41" name="Rectangle 100">
              <a:extLst>
                <a:ext uri="{FF2B5EF4-FFF2-40B4-BE49-F238E27FC236}">
                  <a16:creationId xmlns:a16="http://schemas.microsoft.com/office/drawing/2014/main" id="{AF64A24B-743B-4902-9B8B-E307F1325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42" name="Rectangle 101">
              <a:extLst>
                <a:ext uri="{FF2B5EF4-FFF2-40B4-BE49-F238E27FC236}">
                  <a16:creationId xmlns:a16="http://schemas.microsoft.com/office/drawing/2014/main" id="{1F7EC28D-173C-4FD6-B7C9-4A99B9D15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43" name="Rectangle 102">
              <a:extLst>
                <a:ext uri="{FF2B5EF4-FFF2-40B4-BE49-F238E27FC236}">
                  <a16:creationId xmlns:a16="http://schemas.microsoft.com/office/drawing/2014/main" id="{7785EADC-8BB5-4FEF-8BA6-DCF208DE4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44" name="Rectangle 103">
              <a:extLst>
                <a:ext uri="{FF2B5EF4-FFF2-40B4-BE49-F238E27FC236}">
                  <a16:creationId xmlns:a16="http://schemas.microsoft.com/office/drawing/2014/main" id="{D03D7770-263D-40C9-982F-BD520C04B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45" name="Rectangle 104">
              <a:extLst>
                <a:ext uri="{FF2B5EF4-FFF2-40B4-BE49-F238E27FC236}">
                  <a16:creationId xmlns:a16="http://schemas.microsoft.com/office/drawing/2014/main" id="{119F13B3-DB51-4130-91EF-98DA048A7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46" name="Rectangle 105">
              <a:extLst>
                <a:ext uri="{FF2B5EF4-FFF2-40B4-BE49-F238E27FC236}">
                  <a16:creationId xmlns:a16="http://schemas.microsoft.com/office/drawing/2014/main" id="{0F2A89B9-97D6-4A7F-B1EF-396CCB546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47" name="Rectangle 106">
              <a:extLst>
                <a:ext uri="{FF2B5EF4-FFF2-40B4-BE49-F238E27FC236}">
                  <a16:creationId xmlns:a16="http://schemas.microsoft.com/office/drawing/2014/main" id="{E53DE28F-83B4-46C5-B049-17E899F85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48" name="Rectangle 107">
              <a:extLst>
                <a:ext uri="{FF2B5EF4-FFF2-40B4-BE49-F238E27FC236}">
                  <a16:creationId xmlns:a16="http://schemas.microsoft.com/office/drawing/2014/main" id="{F69FF7F2-8DC7-4D7D-B715-5C9661724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49" name="Rectangle 108">
              <a:extLst>
                <a:ext uri="{FF2B5EF4-FFF2-40B4-BE49-F238E27FC236}">
                  <a16:creationId xmlns:a16="http://schemas.microsoft.com/office/drawing/2014/main" id="{242D21F8-2A33-4B92-8D20-661670B94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50" name="Rectangle 109">
              <a:extLst>
                <a:ext uri="{FF2B5EF4-FFF2-40B4-BE49-F238E27FC236}">
                  <a16:creationId xmlns:a16="http://schemas.microsoft.com/office/drawing/2014/main" id="{74D1303E-907E-4EB1-858B-83BE295FE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51" name="Rectangle 112">
              <a:extLst>
                <a:ext uri="{FF2B5EF4-FFF2-40B4-BE49-F238E27FC236}">
                  <a16:creationId xmlns:a16="http://schemas.microsoft.com/office/drawing/2014/main" id="{8805A239-F93F-47BE-AD27-B17E366C0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52" name="Rectangle 114">
              <a:extLst>
                <a:ext uri="{FF2B5EF4-FFF2-40B4-BE49-F238E27FC236}">
                  <a16:creationId xmlns:a16="http://schemas.microsoft.com/office/drawing/2014/main" id="{35C45D05-9F9B-4E32-BE3B-C0F25BDB2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53" name="Rectangle 115">
              <a:extLst>
                <a:ext uri="{FF2B5EF4-FFF2-40B4-BE49-F238E27FC236}">
                  <a16:creationId xmlns:a16="http://schemas.microsoft.com/office/drawing/2014/main" id="{6C8FC669-547D-4CEE-87DE-290E773A3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54" name="Rectangle 117">
              <a:extLst>
                <a:ext uri="{FF2B5EF4-FFF2-40B4-BE49-F238E27FC236}">
                  <a16:creationId xmlns:a16="http://schemas.microsoft.com/office/drawing/2014/main" id="{7F9449A2-7E0D-43C9-B83D-C41845CA0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55" name="Rectangle 120">
              <a:extLst>
                <a:ext uri="{FF2B5EF4-FFF2-40B4-BE49-F238E27FC236}">
                  <a16:creationId xmlns:a16="http://schemas.microsoft.com/office/drawing/2014/main" id="{435CD0A5-4C13-4A2F-B910-C13FA9160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56" name="Rectangle 122">
              <a:extLst>
                <a:ext uri="{FF2B5EF4-FFF2-40B4-BE49-F238E27FC236}">
                  <a16:creationId xmlns:a16="http://schemas.microsoft.com/office/drawing/2014/main" id="{D49957C9-A081-41E0-86A5-AD760FE05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57" name="Rectangle 123">
              <a:extLst>
                <a:ext uri="{FF2B5EF4-FFF2-40B4-BE49-F238E27FC236}">
                  <a16:creationId xmlns:a16="http://schemas.microsoft.com/office/drawing/2014/main" id="{7271130F-E4B4-4F30-B450-9C29316F5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58" name="Rectangle 125">
              <a:extLst>
                <a:ext uri="{FF2B5EF4-FFF2-40B4-BE49-F238E27FC236}">
                  <a16:creationId xmlns:a16="http://schemas.microsoft.com/office/drawing/2014/main" id="{B988C963-1B34-42B8-A9E0-437416440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59" name="Rectangle 128">
              <a:extLst>
                <a:ext uri="{FF2B5EF4-FFF2-40B4-BE49-F238E27FC236}">
                  <a16:creationId xmlns:a16="http://schemas.microsoft.com/office/drawing/2014/main" id="{E6287180-9269-4FF3-9831-58271B8F7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60" name="Rectangle 130">
              <a:extLst>
                <a:ext uri="{FF2B5EF4-FFF2-40B4-BE49-F238E27FC236}">
                  <a16:creationId xmlns:a16="http://schemas.microsoft.com/office/drawing/2014/main" id="{14753923-20E7-42D9-B5BF-9E1A29E9D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61" name="Rectangle 131">
              <a:extLst>
                <a:ext uri="{FF2B5EF4-FFF2-40B4-BE49-F238E27FC236}">
                  <a16:creationId xmlns:a16="http://schemas.microsoft.com/office/drawing/2014/main" id="{69D570C1-D52E-4924-9B50-E01DEBAD3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62" name="Rectangle 133">
              <a:extLst>
                <a:ext uri="{FF2B5EF4-FFF2-40B4-BE49-F238E27FC236}">
                  <a16:creationId xmlns:a16="http://schemas.microsoft.com/office/drawing/2014/main" id="{9D6D3E66-79A9-45B7-BFB4-88008A157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63" name="Rectangle 136">
              <a:extLst>
                <a:ext uri="{FF2B5EF4-FFF2-40B4-BE49-F238E27FC236}">
                  <a16:creationId xmlns:a16="http://schemas.microsoft.com/office/drawing/2014/main" id="{951DBC24-D9F1-4BD3-B760-4D16CA47A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64" name="Rectangle 138">
              <a:extLst>
                <a:ext uri="{FF2B5EF4-FFF2-40B4-BE49-F238E27FC236}">
                  <a16:creationId xmlns:a16="http://schemas.microsoft.com/office/drawing/2014/main" id="{E449EF6E-02E4-407C-B0FC-24FD1289C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65" name="Rectangle 139">
              <a:extLst>
                <a:ext uri="{FF2B5EF4-FFF2-40B4-BE49-F238E27FC236}">
                  <a16:creationId xmlns:a16="http://schemas.microsoft.com/office/drawing/2014/main" id="{6FDBCB01-79FC-4797-A28A-D09CB885E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4930" name="Group 69">
            <a:extLst>
              <a:ext uri="{FF2B5EF4-FFF2-40B4-BE49-F238E27FC236}">
                <a16:creationId xmlns:a16="http://schemas.microsoft.com/office/drawing/2014/main" id="{29F36683-5DFF-465D-A5B2-A1E6F5EA750B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24947" name="Rectangle 4">
              <a:extLst>
                <a:ext uri="{FF2B5EF4-FFF2-40B4-BE49-F238E27FC236}">
                  <a16:creationId xmlns:a16="http://schemas.microsoft.com/office/drawing/2014/main" id="{49B93F22-BEBA-4FDB-BEB0-1EBCA7FF3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48" name="Rectangle 5">
              <a:extLst>
                <a:ext uri="{FF2B5EF4-FFF2-40B4-BE49-F238E27FC236}">
                  <a16:creationId xmlns:a16="http://schemas.microsoft.com/office/drawing/2014/main" id="{5D9E4BC4-E41E-4DB1-9E06-8E0ECB387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49" name="Rectangle 6">
              <a:extLst>
                <a:ext uri="{FF2B5EF4-FFF2-40B4-BE49-F238E27FC236}">
                  <a16:creationId xmlns:a16="http://schemas.microsoft.com/office/drawing/2014/main" id="{BEB9FEC2-9768-43F9-90F0-5C31B2B2F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50" name="Rectangle 7">
              <a:extLst>
                <a:ext uri="{FF2B5EF4-FFF2-40B4-BE49-F238E27FC236}">
                  <a16:creationId xmlns:a16="http://schemas.microsoft.com/office/drawing/2014/main" id="{414FEB55-6D89-40D3-BD18-A10B3F84B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51" name="Rectangle 8">
              <a:extLst>
                <a:ext uri="{FF2B5EF4-FFF2-40B4-BE49-F238E27FC236}">
                  <a16:creationId xmlns:a16="http://schemas.microsoft.com/office/drawing/2014/main" id="{87559FB2-C79E-4E73-A7EA-73C56DE39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52" name="Rectangle 9">
              <a:extLst>
                <a:ext uri="{FF2B5EF4-FFF2-40B4-BE49-F238E27FC236}">
                  <a16:creationId xmlns:a16="http://schemas.microsoft.com/office/drawing/2014/main" id="{758357F2-A340-4512-852A-56AAC5026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53" name="Rectangle 10">
              <a:extLst>
                <a:ext uri="{FF2B5EF4-FFF2-40B4-BE49-F238E27FC236}">
                  <a16:creationId xmlns:a16="http://schemas.microsoft.com/office/drawing/2014/main" id="{4C0A1239-EA60-45D6-B76B-CC4CF74B0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54" name="Rectangle 11">
              <a:extLst>
                <a:ext uri="{FF2B5EF4-FFF2-40B4-BE49-F238E27FC236}">
                  <a16:creationId xmlns:a16="http://schemas.microsoft.com/office/drawing/2014/main" id="{37919743-1035-48CC-AFA8-74D37F696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55" name="Rectangle 12">
              <a:extLst>
                <a:ext uri="{FF2B5EF4-FFF2-40B4-BE49-F238E27FC236}">
                  <a16:creationId xmlns:a16="http://schemas.microsoft.com/office/drawing/2014/main" id="{1950A8B7-0A9D-4C08-8994-F331666FB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56" name="Rectangle 13">
              <a:extLst>
                <a:ext uri="{FF2B5EF4-FFF2-40B4-BE49-F238E27FC236}">
                  <a16:creationId xmlns:a16="http://schemas.microsoft.com/office/drawing/2014/main" id="{0AFDFDB3-3FC1-46AA-9A2E-8C4BAB2E9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57" name="Rectangle 14">
              <a:extLst>
                <a:ext uri="{FF2B5EF4-FFF2-40B4-BE49-F238E27FC236}">
                  <a16:creationId xmlns:a16="http://schemas.microsoft.com/office/drawing/2014/main" id="{EA15BDAB-B413-4E20-8F98-B14ED0FBE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58" name="Rectangle 15">
              <a:extLst>
                <a:ext uri="{FF2B5EF4-FFF2-40B4-BE49-F238E27FC236}">
                  <a16:creationId xmlns:a16="http://schemas.microsoft.com/office/drawing/2014/main" id="{D2FF493F-402A-46D6-8ECB-670E9BBC3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59" name="Rectangle 16">
              <a:extLst>
                <a:ext uri="{FF2B5EF4-FFF2-40B4-BE49-F238E27FC236}">
                  <a16:creationId xmlns:a16="http://schemas.microsoft.com/office/drawing/2014/main" id="{1E2B1B7C-4731-448B-B4A4-8C114C739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60" name="Rectangle 17">
              <a:extLst>
                <a:ext uri="{FF2B5EF4-FFF2-40B4-BE49-F238E27FC236}">
                  <a16:creationId xmlns:a16="http://schemas.microsoft.com/office/drawing/2014/main" id="{51D88742-F32C-4DFB-8720-0EF65207C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61" name="Rectangle 18">
              <a:extLst>
                <a:ext uri="{FF2B5EF4-FFF2-40B4-BE49-F238E27FC236}">
                  <a16:creationId xmlns:a16="http://schemas.microsoft.com/office/drawing/2014/main" id="{0249C6CF-B9EF-44CE-9C3E-B54810A1D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62" name="Rectangle 19">
              <a:extLst>
                <a:ext uri="{FF2B5EF4-FFF2-40B4-BE49-F238E27FC236}">
                  <a16:creationId xmlns:a16="http://schemas.microsoft.com/office/drawing/2014/main" id="{A4899243-7F20-412D-AABD-05EA08639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63" name="Rectangle 20">
              <a:extLst>
                <a:ext uri="{FF2B5EF4-FFF2-40B4-BE49-F238E27FC236}">
                  <a16:creationId xmlns:a16="http://schemas.microsoft.com/office/drawing/2014/main" id="{4E9ECF39-7C7B-4961-9C2B-478D2FCF2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64" name="Rectangle 21">
              <a:extLst>
                <a:ext uri="{FF2B5EF4-FFF2-40B4-BE49-F238E27FC236}">
                  <a16:creationId xmlns:a16="http://schemas.microsoft.com/office/drawing/2014/main" id="{DEE9BF00-81FC-4F45-9CC4-117B48A2F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65" name="Rectangle 22">
              <a:extLst>
                <a:ext uri="{FF2B5EF4-FFF2-40B4-BE49-F238E27FC236}">
                  <a16:creationId xmlns:a16="http://schemas.microsoft.com/office/drawing/2014/main" id="{9C88EA1A-569A-4731-B732-FB578E5C0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66" name="Rectangle 23">
              <a:extLst>
                <a:ext uri="{FF2B5EF4-FFF2-40B4-BE49-F238E27FC236}">
                  <a16:creationId xmlns:a16="http://schemas.microsoft.com/office/drawing/2014/main" id="{08181922-F5BC-4A8C-8ECB-015C21579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67" name="Rectangle 24">
              <a:extLst>
                <a:ext uri="{FF2B5EF4-FFF2-40B4-BE49-F238E27FC236}">
                  <a16:creationId xmlns:a16="http://schemas.microsoft.com/office/drawing/2014/main" id="{0206EE90-8446-4933-88A6-3849E46F3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68" name="Rectangle 25">
              <a:extLst>
                <a:ext uri="{FF2B5EF4-FFF2-40B4-BE49-F238E27FC236}">
                  <a16:creationId xmlns:a16="http://schemas.microsoft.com/office/drawing/2014/main" id="{C8645F59-6B2C-4AFB-9D4D-4898F42E3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69" name="Rectangle 26">
              <a:extLst>
                <a:ext uri="{FF2B5EF4-FFF2-40B4-BE49-F238E27FC236}">
                  <a16:creationId xmlns:a16="http://schemas.microsoft.com/office/drawing/2014/main" id="{FBF3856B-DB52-48C3-82AE-52FBF267D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70" name="Rectangle 27">
              <a:extLst>
                <a:ext uri="{FF2B5EF4-FFF2-40B4-BE49-F238E27FC236}">
                  <a16:creationId xmlns:a16="http://schemas.microsoft.com/office/drawing/2014/main" id="{9087B7EE-2F71-4DD3-880A-325B970E2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71" name="Rectangle 28">
              <a:extLst>
                <a:ext uri="{FF2B5EF4-FFF2-40B4-BE49-F238E27FC236}">
                  <a16:creationId xmlns:a16="http://schemas.microsoft.com/office/drawing/2014/main" id="{D9A9280C-0E0D-4634-A077-3724347DB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72" name="Rectangle 29">
              <a:extLst>
                <a:ext uri="{FF2B5EF4-FFF2-40B4-BE49-F238E27FC236}">
                  <a16:creationId xmlns:a16="http://schemas.microsoft.com/office/drawing/2014/main" id="{37B71CA7-6047-4846-824D-912DBF3D6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73" name="Rectangle 30">
              <a:extLst>
                <a:ext uri="{FF2B5EF4-FFF2-40B4-BE49-F238E27FC236}">
                  <a16:creationId xmlns:a16="http://schemas.microsoft.com/office/drawing/2014/main" id="{D38857AF-245E-4F30-92F1-335179083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74" name="Rectangle 31">
              <a:extLst>
                <a:ext uri="{FF2B5EF4-FFF2-40B4-BE49-F238E27FC236}">
                  <a16:creationId xmlns:a16="http://schemas.microsoft.com/office/drawing/2014/main" id="{5E57D15F-23BE-4283-887A-BD85E6BE6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75" name="Rectangle 32">
              <a:extLst>
                <a:ext uri="{FF2B5EF4-FFF2-40B4-BE49-F238E27FC236}">
                  <a16:creationId xmlns:a16="http://schemas.microsoft.com/office/drawing/2014/main" id="{F275BD72-12FF-4E90-907E-27FE14A88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76" name="Rectangle 33">
              <a:extLst>
                <a:ext uri="{FF2B5EF4-FFF2-40B4-BE49-F238E27FC236}">
                  <a16:creationId xmlns:a16="http://schemas.microsoft.com/office/drawing/2014/main" id="{54F8F422-E89F-4C6A-AF29-8338D90FE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77" name="Rectangle 34">
              <a:extLst>
                <a:ext uri="{FF2B5EF4-FFF2-40B4-BE49-F238E27FC236}">
                  <a16:creationId xmlns:a16="http://schemas.microsoft.com/office/drawing/2014/main" id="{3A3E7674-FF76-41B7-A191-2B067D6A6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78" name="Rectangle 35">
              <a:extLst>
                <a:ext uri="{FF2B5EF4-FFF2-40B4-BE49-F238E27FC236}">
                  <a16:creationId xmlns:a16="http://schemas.microsoft.com/office/drawing/2014/main" id="{4FF3DD46-8C00-4728-9F2E-8A8687590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79" name="Rectangle 36">
              <a:extLst>
                <a:ext uri="{FF2B5EF4-FFF2-40B4-BE49-F238E27FC236}">
                  <a16:creationId xmlns:a16="http://schemas.microsoft.com/office/drawing/2014/main" id="{02F8AF83-DEC8-4D15-B2DA-0D12EFD4B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80" name="Rectangle 37">
              <a:extLst>
                <a:ext uri="{FF2B5EF4-FFF2-40B4-BE49-F238E27FC236}">
                  <a16:creationId xmlns:a16="http://schemas.microsoft.com/office/drawing/2014/main" id="{6263364B-2DDD-4990-AA10-D3F29FD0B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81" name="Rectangle 38">
              <a:extLst>
                <a:ext uri="{FF2B5EF4-FFF2-40B4-BE49-F238E27FC236}">
                  <a16:creationId xmlns:a16="http://schemas.microsoft.com/office/drawing/2014/main" id="{DF5F9564-2799-47BE-856A-8BC75F008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82" name="Rectangle 39">
              <a:extLst>
                <a:ext uri="{FF2B5EF4-FFF2-40B4-BE49-F238E27FC236}">
                  <a16:creationId xmlns:a16="http://schemas.microsoft.com/office/drawing/2014/main" id="{68A160D1-CB1B-4096-A958-20C615FE7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83" name="Rectangle 40">
              <a:extLst>
                <a:ext uri="{FF2B5EF4-FFF2-40B4-BE49-F238E27FC236}">
                  <a16:creationId xmlns:a16="http://schemas.microsoft.com/office/drawing/2014/main" id="{4FECFAE0-253D-4464-9B76-3437A139D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84" name="Rectangle 41">
              <a:extLst>
                <a:ext uri="{FF2B5EF4-FFF2-40B4-BE49-F238E27FC236}">
                  <a16:creationId xmlns:a16="http://schemas.microsoft.com/office/drawing/2014/main" id="{4FBE9705-FC89-496A-8993-97EE35816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85" name="Rectangle 42">
              <a:extLst>
                <a:ext uri="{FF2B5EF4-FFF2-40B4-BE49-F238E27FC236}">
                  <a16:creationId xmlns:a16="http://schemas.microsoft.com/office/drawing/2014/main" id="{76526EE3-E35F-4AB8-89D4-B0EFDDF7E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86" name="Rectangle 43">
              <a:extLst>
                <a:ext uri="{FF2B5EF4-FFF2-40B4-BE49-F238E27FC236}">
                  <a16:creationId xmlns:a16="http://schemas.microsoft.com/office/drawing/2014/main" id="{D55574A0-2560-49BA-8897-61138BB37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87" name="Rectangle 44">
              <a:extLst>
                <a:ext uri="{FF2B5EF4-FFF2-40B4-BE49-F238E27FC236}">
                  <a16:creationId xmlns:a16="http://schemas.microsoft.com/office/drawing/2014/main" id="{9BFB9A0B-5ED6-4DD7-9DB0-A93DD0074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88" name="Rectangle 45">
              <a:extLst>
                <a:ext uri="{FF2B5EF4-FFF2-40B4-BE49-F238E27FC236}">
                  <a16:creationId xmlns:a16="http://schemas.microsoft.com/office/drawing/2014/main" id="{E05867D4-B9C4-41AA-BAE4-D6AF45D4E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89" name="Rectangle 46">
              <a:extLst>
                <a:ext uri="{FF2B5EF4-FFF2-40B4-BE49-F238E27FC236}">
                  <a16:creationId xmlns:a16="http://schemas.microsoft.com/office/drawing/2014/main" id="{4561D144-F9E6-4C9F-ACFF-132C6089D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90" name="Rectangle 47">
              <a:extLst>
                <a:ext uri="{FF2B5EF4-FFF2-40B4-BE49-F238E27FC236}">
                  <a16:creationId xmlns:a16="http://schemas.microsoft.com/office/drawing/2014/main" id="{4D75048D-153C-45F1-873A-A06DF38D5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91" name="Rectangle 48">
              <a:extLst>
                <a:ext uri="{FF2B5EF4-FFF2-40B4-BE49-F238E27FC236}">
                  <a16:creationId xmlns:a16="http://schemas.microsoft.com/office/drawing/2014/main" id="{03A2A410-A234-4927-BEAA-6790A15CB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92" name="Rectangle 49">
              <a:extLst>
                <a:ext uri="{FF2B5EF4-FFF2-40B4-BE49-F238E27FC236}">
                  <a16:creationId xmlns:a16="http://schemas.microsoft.com/office/drawing/2014/main" id="{63223062-C6D3-43F8-B369-FB14F0E18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93" name="Rectangle 50">
              <a:extLst>
                <a:ext uri="{FF2B5EF4-FFF2-40B4-BE49-F238E27FC236}">
                  <a16:creationId xmlns:a16="http://schemas.microsoft.com/office/drawing/2014/main" id="{A832BC3E-B95D-4020-80AF-F9B6697CE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94" name="Rectangle 51">
              <a:extLst>
                <a:ext uri="{FF2B5EF4-FFF2-40B4-BE49-F238E27FC236}">
                  <a16:creationId xmlns:a16="http://schemas.microsoft.com/office/drawing/2014/main" id="{EE10B9F8-C33B-4886-B1D1-9C188281B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95" name="Rectangle 52">
              <a:extLst>
                <a:ext uri="{FF2B5EF4-FFF2-40B4-BE49-F238E27FC236}">
                  <a16:creationId xmlns:a16="http://schemas.microsoft.com/office/drawing/2014/main" id="{C73EBAC6-0AA2-4BB0-8DAB-11DB4C3B7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96" name="Rectangle 53">
              <a:extLst>
                <a:ext uri="{FF2B5EF4-FFF2-40B4-BE49-F238E27FC236}">
                  <a16:creationId xmlns:a16="http://schemas.microsoft.com/office/drawing/2014/main" id="{01958210-433D-49D9-9E6E-4EDA2AC85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97" name="Rectangle 54">
              <a:extLst>
                <a:ext uri="{FF2B5EF4-FFF2-40B4-BE49-F238E27FC236}">
                  <a16:creationId xmlns:a16="http://schemas.microsoft.com/office/drawing/2014/main" id="{7405F888-1292-4B9B-B25C-7EC77C491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98" name="Rectangle 55">
              <a:extLst>
                <a:ext uri="{FF2B5EF4-FFF2-40B4-BE49-F238E27FC236}">
                  <a16:creationId xmlns:a16="http://schemas.microsoft.com/office/drawing/2014/main" id="{F118367A-6781-40E6-A123-9CB597267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4999" name="Rectangle 56">
              <a:extLst>
                <a:ext uri="{FF2B5EF4-FFF2-40B4-BE49-F238E27FC236}">
                  <a16:creationId xmlns:a16="http://schemas.microsoft.com/office/drawing/2014/main" id="{05A72517-FAB6-4DE8-9B17-19F67C480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00" name="Rectangle 57">
              <a:extLst>
                <a:ext uri="{FF2B5EF4-FFF2-40B4-BE49-F238E27FC236}">
                  <a16:creationId xmlns:a16="http://schemas.microsoft.com/office/drawing/2014/main" id="{27966575-EE43-4B25-B7BF-41FE44F8E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01" name="Rectangle 58">
              <a:extLst>
                <a:ext uri="{FF2B5EF4-FFF2-40B4-BE49-F238E27FC236}">
                  <a16:creationId xmlns:a16="http://schemas.microsoft.com/office/drawing/2014/main" id="{243DCDFE-5A6E-4008-86BF-9C253B002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02" name="Rectangle 59">
              <a:extLst>
                <a:ext uri="{FF2B5EF4-FFF2-40B4-BE49-F238E27FC236}">
                  <a16:creationId xmlns:a16="http://schemas.microsoft.com/office/drawing/2014/main" id="{7729AEC2-BEB3-4F29-923B-113A17EBC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03" name="Rectangle 60">
              <a:extLst>
                <a:ext uri="{FF2B5EF4-FFF2-40B4-BE49-F238E27FC236}">
                  <a16:creationId xmlns:a16="http://schemas.microsoft.com/office/drawing/2014/main" id="{D9B102E6-94C0-4503-8DE3-EF0104A1A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04" name="Rectangle 61">
              <a:extLst>
                <a:ext uri="{FF2B5EF4-FFF2-40B4-BE49-F238E27FC236}">
                  <a16:creationId xmlns:a16="http://schemas.microsoft.com/office/drawing/2014/main" id="{C96AF633-7144-4827-88FC-8B2D4C2A78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05" name="Rectangle 62">
              <a:extLst>
                <a:ext uri="{FF2B5EF4-FFF2-40B4-BE49-F238E27FC236}">
                  <a16:creationId xmlns:a16="http://schemas.microsoft.com/office/drawing/2014/main" id="{F81E89A5-B0E3-46DB-9892-9DC856AC8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06" name="Rectangle 63">
              <a:extLst>
                <a:ext uri="{FF2B5EF4-FFF2-40B4-BE49-F238E27FC236}">
                  <a16:creationId xmlns:a16="http://schemas.microsoft.com/office/drawing/2014/main" id="{06916129-E285-4B13-979A-5C3316E00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07" name="Rectangle 64">
              <a:extLst>
                <a:ext uri="{FF2B5EF4-FFF2-40B4-BE49-F238E27FC236}">
                  <a16:creationId xmlns:a16="http://schemas.microsoft.com/office/drawing/2014/main" id="{43B2B842-C9F4-403F-9746-47005225A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08" name="Rectangle 65">
              <a:extLst>
                <a:ext uri="{FF2B5EF4-FFF2-40B4-BE49-F238E27FC236}">
                  <a16:creationId xmlns:a16="http://schemas.microsoft.com/office/drawing/2014/main" id="{A6634160-2EF3-4B9F-9B3E-6ADEED7EC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09" name="Rectangle 66">
              <a:extLst>
                <a:ext uri="{FF2B5EF4-FFF2-40B4-BE49-F238E27FC236}">
                  <a16:creationId xmlns:a16="http://schemas.microsoft.com/office/drawing/2014/main" id="{445A2EE9-F3FA-45A6-9CF2-1517AEAAB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10" name="Rectangle 67">
              <a:extLst>
                <a:ext uri="{FF2B5EF4-FFF2-40B4-BE49-F238E27FC236}">
                  <a16:creationId xmlns:a16="http://schemas.microsoft.com/office/drawing/2014/main" id="{A5A3022A-291E-43A4-9355-335FDEA87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11" name="Rectangle 68">
              <a:extLst>
                <a:ext uri="{FF2B5EF4-FFF2-40B4-BE49-F238E27FC236}">
                  <a16:creationId xmlns:a16="http://schemas.microsoft.com/office/drawing/2014/main" id="{9C408C55-0B6B-4A9D-B5DF-32239CC94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12" name="Rectangle 69">
              <a:extLst>
                <a:ext uri="{FF2B5EF4-FFF2-40B4-BE49-F238E27FC236}">
                  <a16:creationId xmlns:a16="http://schemas.microsoft.com/office/drawing/2014/main" id="{593CE07F-325B-4C37-9CB1-EB5D8EEFE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13" name="Rectangle 70">
              <a:extLst>
                <a:ext uri="{FF2B5EF4-FFF2-40B4-BE49-F238E27FC236}">
                  <a16:creationId xmlns:a16="http://schemas.microsoft.com/office/drawing/2014/main" id="{04D29832-3C16-4FB0-AB72-7E641FC68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14" name="Rectangle 71">
              <a:extLst>
                <a:ext uri="{FF2B5EF4-FFF2-40B4-BE49-F238E27FC236}">
                  <a16:creationId xmlns:a16="http://schemas.microsoft.com/office/drawing/2014/main" id="{7A3B7F60-ECB3-4119-ADE4-0A9D4368D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15" name="Rectangle 72">
              <a:extLst>
                <a:ext uri="{FF2B5EF4-FFF2-40B4-BE49-F238E27FC236}">
                  <a16:creationId xmlns:a16="http://schemas.microsoft.com/office/drawing/2014/main" id="{61D36534-AA49-40EC-B9E8-758DB8DD7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16" name="Rectangle 73">
              <a:extLst>
                <a:ext uri="{FF2B5EF4-FFF2-40B4-BE49-F238E27FC236}">
                  <a16:creationId xmlns:a16="http://schemas.microsoft.com/office/drawing/2014/main" id="{4CFCE538-174E-4847-9877-B843D5EF9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17" name="Rectangle 74">
              <a:extLst>
                <a:ext uri="{FF2B5EF4-FFF2-40B4-BE49-F238E27FC236}">
                  <a16:creationId xmlns:a16="http://schemas.microsoft.com/office/drawing/2014/main" id="{6AE08497-E314-4DEB-96B7-915E4B16C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18" name="Rectangle 75">
              <a:extLst>
                <a:ext uri="{FF2B5EF4-FFF2-40B4-BE49-F238E27FC236}">
                  <a16:creationId xmlns:a16="http://schemas.microsoft.com/office/drawing/2014/main" id="{31BF12F3-FA19-47D5-994F-924370214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19" name="Rectangle 76">
              <a:extLst>
                <a:ext uri="{FF2B5EF4-FFF2-40B4-BE49-F238E27FC236}">
                  <a16:creationId xmlns:a16="http://schemas.microsoft.com/office/drawing/2014/main" id="{653D8CE4-50EB-4025-B28A-23A734C0A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20" name="Rectangle 77">
              <a:extLst>
                <a:ext uri="{FF2B5EF4-FFF2-40B4-BE49-F238E27FC236}">
                  <a16:creationId xmlns:a16="http://schemas.microsoft.com/office/drawing/2014/main" id="{86C8323B-5987-4BEE-9690-0FB7BAFAA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21" name="Rectangle 78">
              <a:extLst>
                <a:ext uri="{FF2B5EF4-FFF2-40B4-BE49-F238E27FC236}">
                  <a16:creationId xmlns:a16="http://schemas.microsoft.com/office/drawing/2014/main" id="{C8FBE04A-725E-452F-AF40-9E2B546E9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22" name="Rectangle 79">
              <a:extLst>
                <a:ext uri="{FF2B5EF4-FFF2-40B4-BE49-F238E27FC236}">
                  <a16:creationId xmlns:a16="http://schemas.microsoft.com/office/drawing/2014/main" id="{0450A081-D810-419C-B026-BAA288F0B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23" name="Rectangle 80">
              <a:extLst>
                <a:ext uri="{FF2B5EF4-FFF2-40B4-BE49-F238E27FC236}">
                  <a16:creationId xmlns:a16="http://schemas.microsoft.com/office/drawing/2014/main" id="{9F39AD26-A364-4E30-A69E-4574A3D93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24" name="Rectangle 81">
              <a:extLst>
                <a:ext uri="{FF2B5EF4-FFF2-40B4-BE49-F238E27FC236}">
                  <a16:creationId xmlns:a16="http://schemas.microsoft.com/office/drawing/2014/main" id="{1B94D34A-F34B-4E04-8913-8669FFE12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25" name="Rectangle 82">
              <a:extLst>
                <a:ext uri="{FF2B5EF4-FFF2-40B4-BE49-F238E27FC236}">
                  <a16:creationId xmlns:a16="http://schemas.microsoft.com/office/drawing/2014/main" id="{C56BECA4-5886-4404-80BA-53471E265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026" name="Rectangle 83">
              <a:extLst>
                <a:ext uri="{FF2B5EF4-FFF2-40B4-BE49-F238E27FC236}">
                  <a16:creationId xmlns:a16="http://schemas.microsoft.com/office/drawing/2014/main" id="{57231FC5-E4F8-4FA4-9410-85D09D080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24931" name="Rectangle 2">
            <a:extLst>
              <a:ext uri="{FF2B5EF4-FFF2-40B4-BE49-F238E27FC236}">
                <a16:creationId xmlns:a16="http://schemas.microsoft.com/office/drawing/2014/main" id="{196891A5-D3B5-47B0-A0F1-1F2CF57EF0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24932" name="Rectangle 110">
            <a:extLst>
              <a:ext uri="{FF2B5EF4-FFF2-40B4-BE49-F238E27FC236}">
                <a16:creationId xmlns:a16="http://schemas.microsoft.com/office/drawing/2014/main" id="{0A44DBA0-4DE2-4C55-99D6-8D7323EAE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4933" name="Rectangle 118">
            <a:extLst>
              <a:ext uri="{FF2B5EF4-FFF2-40B4-BE49-F238E27FC236}">
                <a16:creationId xmlns:a16="http://schemas.microsoft.com/office/drawing/2014/main" id="{E09795A5-9504-44A3-A00E-37C75B30A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4934" name="Rectangle 126">
            <a:extLst>
              <a:ext uri="{FF2B5EF4-FFF2-40B4-BE49-F238E27FC236}">
                <a16:creationId xmlns:a16="http://schemas.microsoft.com/office/drawing/2014/main" id="{FB394C47-7236-4C39-8AE7-15C6DF43C1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4935" name="Rectangle 134">
            <a:extLst>
              <a:ext uri="{FF2B5EF4-FFF2-40B4-BE49-F238E27FC236}">
                <a16:creationId xmlns:a16="http://schemas.microsoft.com/office/drawing/2014/main" id="{CB0CC89C-0FC1-47FC-A3E0-E7016D79A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4936" name="Rectangle 116">
            <a:extLst>
              <a:ext uri="{FF2B5EF4-FFF2-40B4-BE49-F238E27FC236}">
                <a16:creationId xmlns:a16="http://schemas.microsoft.com/office/drawing/2014/main" id="{D15F7D52-BF10-49CA-A4DE-2B05267967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28305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4937" name="Rectangle 124">
            <a:extLst>
              <a:ext uri="{FF2B5EF4-FFF2-40B4-BE49-F238E27FC236}">
                <a16:creationId xmlns:a16="http://schemas.microsoft.com/office/drawing/2014/main" id="{5095A2DE-6838-4DE6-ABFA-DA47B2DFEB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03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4938" name="Rectangle 132">
            <a:extLst>
              <a:ext uri="{FF2B5EF4-FFF2-40B4-BE49-F238E27FC236}">
                <a16:creationId xmlns:a16="http://schemas.microsoft.com/office/drawing/2014/main" id="{ABE1E9C7-1ACF-417C-AF91-2B13BEA3C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3686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4939" name="Rectangle 140">
            <a:extLst>
              <a:ext uri="{FF2B5EF4-FFF2-40B4-BE49-F238E27FC236}">
                <a16:creationId xmlns:a16="http://schemas.microsoft.com/office/drawing/2014/main" id="{D686ABBF-92E9-4F14-86BA-0F250EBD26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63696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4940" name="Rectangle 158">
            <a:extLst>
              <a:ext uri="{FF2B5EF4-FFF2-40B4-BE49-F238E27FC236}">
                <a16:creationId xmlns:a16="http://schemas.microsoft.com/office/drawing/2014/main" id="{BFEF446C-99A2-4ADD-A7EF-6DDE112DEF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1200" y="30226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24941" name="Picture 2" descr="Screen shot 2013-10-21 at 1.42.50 PM.png">
            <a:extLst>
              <a:ext uri="{FF2B5EF4-FFF2-40B4-BE49-F238E27FC236}">
                <a16:creationId xmlns:a16="http://schemas.microsoft.com/office/drawing/2014/main" id="{6F3CED45-ECCA-462D-9E63-D32EA82B2A2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9263" y="4764088"/>
            <a:ext cx="2397125" cy="187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4942" name="Picture 164" descr="Screen shot 2013-12-06 at 11.55.56 AM.png">
            <a:extLst>
              <a:ext uri="{FF2B5EF4-FFF2-40B4-BE49-F238E27FC236}">
                <a16:creationId xmlns:a16="http://schemas.microsoft.com/office/drawing/2014/main" id="{D1D66084-2E4C-44F0-A225-8389D5427AC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75" y="4964113"/>
            <a:ext cx="1722438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4943" name="Rectangle 165">
            <a:extLst>
              <a:ext uri="{FF2B5EF4-FFF2-40B4-BE49-F238E27FC236}">
                <a16:creationId xmlns:a16="http://schemas.microsoft.com/office/drawing/2014/main" id="{A86C49D1-8364-48DA-B87A-5430CA6809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56007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4944" name="Rectangle 166">
            <a:extLst>
              <a:ext uri="{FF2B5EF4-FFF2-40B4-BE49-F238E27FC236}">
                <a16:creationId xmlns:a16="http://schemas.microsoft.com/office/drawing/2014/main" id="{BE5E21BA-79AD-458D-8D29-B8233071A2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6575" y="5605463"/>
            <a:ext cx="625475" cy="330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4945" name="Rectangle 167">
            <a:extLst>
              <a:ext uri="{FF2B5EF4-FFF2-40B4-BE49-F238E27FC236}">
                <a16:creationId xmlns:a16="http://schemas.microsoft.com/office/drawing/2014/main" id="{EEC11703-6CBD-4404-9B0A-64C62C3A09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7900" y="30226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124946" name="Straight Arrow Connector 168">
            <a:extLst>
              <a:ext uri="{FF2B5EF4-FFF2-40B4-BE49-F238E27FC236}">
                <a16:creationId xmlns:a16="http://schemas.microsoft.com/office/drawing/2014/main" id="{9232C7CA-7AA0-4BC5-B0AB-99FA7049B196}"/>
              </a:ext>
            </a:extLst>
          </p:cNvPr>
          <p:cNvCxnSpPr>
            <a:cxnSpLocks noChangeShapeType="1"/>
            <a:stCxn id="124945" idx="2"/>
          </p:cNvCxnSpPr>
          <p:nvPr/>
        </p:nvCxnSpPr>
        <p:spPr bwMode="auto">
          <a:xfrm>
            <a:off x="4903788" y="3352800"/>
            <a:ext cx="1055687" cy="2247900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953" name="Group 13">
            <a:extLst>
              <a:ext uri="{FF2B5EF4-FFF2-40B4-BE49-F238E27FC236}">
                <a16:creationId xmlns:a16="http://schemas.microsoft.com/office/drawing/2014/main" id="{D663EE15-2F40-4970-AD68-D016BAE0AA02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26050" name="Rectangle 85">
              <a:extLst>
                <a:ext uri="{FF2B5EF4-FFF2-40B4-BE49-F238E27FC236}">
                  <a16:creationId xmlns:a16="http://schemas.microsoft.com/office/drawing/2014/main" id="{02EE91CC-1809-4473-8C7C-327639DE3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51" name="Rectangle 86">
              <a:extLst>
                <a:ext uri="{FF2B5EF4-FFF2-40B4-BE49-F238E27FC236}">
                  <a16:creationId xmlns:a16="http://schemas.microsoft.com/office/drawing/2014/main" id="{85F74B04-1036-43EC-8585-B578C1917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52" name="Rectangle 88">
              <a:extLst>
                <a:ext uri="{FF2B5EF4-FFF2-40B4-BE49-F238E27FC236}">
                  <a16:creationId xmlns:a16="http://schemas.microsoft.com/office/drawing/2014/main" id="{01A5992E-EE97-4AF1-9A2D-0CBDA5A32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53" name="Rectangle 89">
              <a:extLst>
                <a:ext uri="{FF2B5EF4-FFF2-40B4-BE49-F238E27FC236}">
                  <a16:creationId xmlns:a16="http://schemas.microsoft.com/office/drawing/2014/main" id="{7C9C93D9-A84E-4BEB-8F2E-BEE3DC12D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54" name="Rectangle 90">
              <a:extLst>
                <a:ext uri="{FF2B5EF4-FFF2-40B4-BE49-F238E27FC236}">
                  <a16:creationId xmlns:a16="http://schemas.microsoft.com/office/drawing/2014/main" id="{E905C19C-AE6F-437B-B89F-63D3A2458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55" name="Rectangle 91">
              <a:extLst>
                <a:ext uri="{FF2B5EF4-FFF2-40B4-BE49-F238E27FC236}">
                  <a16:creationId xmlns:a16="http://schemas.microsoft.com/office/drawing/2014/main" id="{4525D76D-C6BB-4C85-A41C-161FEA62A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56" name="Rectangle 92">
              <a:extLst>
                <a:ext uri="{FF2B5EF4-FFF2-40B4-BE49-F238E27FC236}">
                  <a16:creationId xmlns:a16="http://schemas.microsoft.com/office/drawing/2014/main" id="{E9CA6C5C-E085-4E37-90B5-06A66027C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57" name="Rectangle 93">
              <a:extLst>
                <a:ext uri="{FF2B5EF4-FFF2-40B4-BE49-F238E27FC236}">
                  <a16:creationId xmlns:a16="http://schemas.microsoft.com/office/drawing/2014/main" id="{9A64B878-817A-403D-B03D-3AE1D7F57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58" name="Rectangle 94">
              <a:extLst>
                <a:ext uri="{FF2B5EF4-FFF2-40B4-BE49-F238E27FC236}">
                  <a16:creationId xmlns:a16="http://schemas.microsoft.com/office/drawing/2014/main" id="{50A4D12B-9C54-42B5-8F23-CA95FBBF6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59" name="Rectangle 95">
              <a:extLst>
                <a:ext uri="{FF2B5EF4-FFF2-40B4-BE49-F238E27FC236}">
                  <a16:creationId xmlns:a16="http://schemas.microsoft.com/office/drawing/2014/main" id="{A48F4AF0-56E9-4763-8053-7E0ADDCA0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60" name="Rectangle 96">
              <a:extLst>
                <a:ext uri="{FF2B5EF4-FFF2-40B4-BE49-F238E27FC236}">
                  <a16:creationId xmlns:a16="http://schemas.microsoft.com/office/drawing/2014/main" id="{772E824E-F429-4A65-8BF6-B8A69B510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61" name="Rectangle 97">
              <a:extLst>
                <a:ext uri="{FF2B5EF4-FFF2-40B4-BE49-F238E27FC236}">
                  <a16:creationId xmlns:a16="http://schemas.microsoft.com/office/drawing/2014/main" id="{30971897-E3ED-4CB6-A7F0-18CF673EB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62" name="Rectangle 98">
              <a:extLst>
                <a:ext uri="{FF2B5EF4-FFF2-40B4-BE49-F238E27FC236}">
                  <a16:creationId xmlns:a16="http://schemas.microsoft.com/office/drawing/2014/main" id="{7D5CFB6E-55FD-499D-BC0E-44509C431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63" name="Rectangle 99">
              <a:extLst>
                <a:ext uri="{FF2B5EF4-FFF2-40B4-BE49-F238E27FC236}">
                  <a16:creationId xmlns:a16="http://schemas.microsoft.com/office/drawing/2014/main" id="{22BFA385-32A9-4DD9-90C8-7AA2E166B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64" name="Rectangle 100">
              <a:extLst>
                <a:ext uri="{FF2B5EF4-FFF2-40B4-BE49-F238E27FC236}">
                  <a16:creationId xmlns:a16="http://schemas.microsoft.com/office/drawing/2014/main" id="{4DB933F1-D7E7-452E-A959-7F09C097C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65" name="Rectangle 101">
              <a:extLst>
                <a:ext uri="{FF2B5EF4-FFF2-40B4-BE49-F238E27FC236}">
                  <a16:creationId xmlns:a16="http://schemas.microsoft.com/office/drawing/2014/main" id="{6F0362CA-6563-43F2-B0B7-6693C6912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66" name="Rectangle 102">
              <a:extLst>
                <a:ext uri="{FF2B5EF4-FFF2-40B4-BE49-F238E27FC236}">
                  <a16:creationId xmlns:a16="http://schemas.microsoft.com/office/drawing/2014/main" id="{7FE04CDC-1428-492F-A843-ACD800103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67" name="Rectangle 103">
              <a:extLst>
                <a:ext uri="{FF2B5EF4-FFF2-40B4-BE49-F238E27FC236}">
                  <a16:creationId xmlns:a16="http://schemas.microsoft.com/office/drawing/2014/main" id="{A934EAAA-E4C4-47E8-B19C-C4EE1C769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68" name="Rectangle 104">
              <a:extLst>
                <a:ext uri="{FF2B5EF4-FFF2-40B4-BE49-F238E27FC236}">
                  <a16:creationId xmlns:a16="http://schemas.microsoft.com/office/drawing/2014/main" id="{431EC77E-2F1E-46CB-93E9-284DBB55D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69" name="Rectangle 105">
              <a:extLst>
                <a:ext uri="{FF2B5EF4-FFF2-40B4-BE49-F238E27FC236}">
                  <a16:creationId xmlns:a16="http://schemas.microsoft.com/office/drawing/2014/main" id="{7923AA4D-FED4-408A-A53F-F86D4DFD2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70" name="Rectangle 106">
              <a:extLst>
                <a:ext uri="{FF2B5EF4-FFF2-40B4-BE49-F238E27FC236}">
                  <a16:creationId xmlns:a16="http://schemas.microsoft.com/office/drawing/2014/main" id="{803A2B68-0231-4C70-A61C-F7EB89625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71" name="Rectangle 107">
              <a:extLst>
                <a:ext uri="{FF2B5EF4-FFF2-40B4-BE49-F238E27FC236}">
                  <a16:creationId xmlns:a16="http://schemas.microsoft.com/office/drawing/2014/main" id="{F6A2B908-18B4-4E21-839A-8825D78BD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72" name="Rectangle 108">
              <a:extLst>
                <a:ext uri="{FF2B5EF4-FFF2-40B4-BE49-F238E27FC236}">
                  <a16:creationId xmlns:a16="http://schemas.microsoft.com/office/drawing/2014/main" id="{FD4E20B9-C686-4474-95EA-4E4F9C8ED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73" name="Rectangle 109">
              <a:extLst>
                <a:ext uri="{FF2B5EF4-FFF2-40B4-BE49-F238E27FC236}">
                  <a16:creationId xmlns:a16="http://schemas.microsoft.com/office/drawing/2014/main" id="{091A74DB-7453-4878-B4FF-4107AA03D8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74" name="Rectangle 112">
              <a:extLst>
                <a:ext uri="{FF2B5EF4-FFF2-40B4-BE49-F238E27FC236}">
                  <a16:creationId xmlns:a16="http://schemas.microsoft.com/office/drawing/2014/main" id="{51E796E4-7674-49DC-8B67-101FE7214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75" name="Rectangle 114">
              <a:extLst>
                <a:ext uri="{FF2B5EF4-FFF2-40B4-BE49-F238E27FC236}">
                  <a16:creationId xmlns:a16="http://schemas.microsoft.com/office/drawing/2014/main" id="{E0900B91-FB4F-45F8-B47B-03D99AF69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76" name="Rectangle 115">
              <a:extLst>
                <a:ext uri="{FF2B5EF4-FFF2-40B4-BE49-F238E27FC236}">
                  <a16:creationId xmlns:a16="http://schemas.microsoft.com/office/drawing/2014/main" id="{AD23A3BB-4141-45B8-965C-27CCB14FC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77" name="Rectangle 117">
              <a:extLst>
                <a:ext uri="{FF2B5EF4-FFF2-40B4-BE49-F238E27FC236}">
                  <a16:creationId xmlns:a16="http://schemas.microsoft.com/office/drawing/2014/main" id="{57D13E69-EB2C-4615-8575-E762A4D3A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78" name="Rectangle 120">
              <a:extLst>
                <a:ext uri="{FF2B5EF4-FFF2-40B4-BE49-F238E27FC236}">
                  <a16:creationId xmlns:a16="http://schemas.microsoft.com/office/drawing/2014/main" id="{47918627-7FD8-4411-87D9-73792287D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79" name="Rectangle 122">
              <a:extLst>
                <a:ext uri="{FF2B5EF4-FFF2-40B4-BE49-F238E27FC236}">
                  <a16:creationId xmlns:a16="http://schemas.microsoft.com/office/drawing/2014/main" id="{14C3657F-3B25-4963-AFAA-26E4CB2CD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80" name="Rectangle 123">
              <a:extLst>
                <a:ext uri="{FF2B5EF4-FFF2-40B4-BE49-F238E27FC236}">
                  <a16:creationId xmlns:a16="http://schemas.microsoft.com/office/drawing/2014/main" id="{A50E5F30-C332-4440-B65B-E21DBA1CD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81" name="Rectangle 125">
              <a:extLst>
                <a:ext uri="{FF2B5EF4-FFF2-40B4-BE49-F238E27FC236}">
                  <a16:creationId xmlns:a16="http://schemas.microsoft.com/office/drawing/2014/main" id="{0A76CE56-6E1F-42F2-9D29-9B4A93952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82" name="Rectangle 128">
              <a:extLst>
                <a:ext uri="{FF2B5EF4-FFF2-40B4-BE49-F238E27FC236}">
                  <a16:creationId xmlns:a16="http://schemas.microsoft.com/office/drawing/2014/main" id="{6B01BCEF-9A56-4668-BB11-21D447993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83" name="Rectangle 130">
              <a:extLst>
                <a:ext uri="{FF2B5EF4-FFF2-40B4-BE49-F238E27FC236}">
                  <a16:creationId xmlns:a16="http://schemas.microsoft.com/office/drawing/2014/main" id="{A9EA88BA-E8D8-457C-A50D-E4B9994C7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84" name="Rectangle 131">
              <a:extLst>
                <a:ext uri="{FF2B5EF4-FFF2-40B4-BE49-F238E27FC236}">
                  <a16:creationId xmlns:a16="http://schemas.microsoft.com/office/drawing/2014/main" id="{EEE0C59A-D841-4C33-AC7D-606498E07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85" name="Rectangle 133">
              <a:extLst>
                <a:ext uri="{FF2B5EF4-FFF2-40B4-BE49-F238E27FC236}">
                  <a16:creationId xmlns:a16="http://schemas.microsoft.com/office/drawing/2014/main" id="{EDB88BEF-A0F3-4BB0-BFB9-F2575ED4D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86" name="Rectangle 136">
              <a:extLst>
                <a:ext uri="{FF2B5EF4-FFF2-40B4-BE49-F238E27FC236}">
                  <a16:creationId xmlns:a16="http://schemas.microsoft.com/office/drawing/2014/main" id="{32648965-6BA3-46DD-BCB6-2C3FF4CF6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87" name="Rectangle 138">
              <a:extLst>
                <a:ext uri="{FF2B5EF4-FFF2-40B4-BE49-F238E27FC236}">
                  <a16:creationId xmlns:a16="http://schemas.microsoft.com/office/drawing/2014/main" id="{F66EF709-97CA-438C-892B-50B19BB78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88" name="Rectangle 139">
              <a:extLst>
                <a:ext uri="{FF2B5EF4-FFF2-40B4-BE49-F238E27FC236}">
                  <a16:creationId xmlns:a16="http://schemas.microsoft.com/office/drawing/2014/main" id="{9A4EAD83-55C7-4D44-B957-89F0BD748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5954" name="Group 69">
            <a:extLst>
              <a:ext uri="{FF2B5EF4-FFF2-40B4-BE49-F238E27FC236}">
                <a16:creationId xmlns:a16="http://schemas.microsoft.com/office/drawing/2014/main" id="{4714F8FB-AFAD-45BD-AC33-5AA6B1F3409A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25970" name="Rectangle 4">
              <a:extLst>
                <a:ext uri="{FF2B5EF4-FFF2-40B4-BE49-F238E27FC236}">
                  <a16:creationId xmlns:a16="http://schemas.microsoft.com/office/drawing/2014/main" id="{7A7E43C6-001F-4571-AD58-1F634027F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71" name="Rectangle 5">
              <a:extLst>
                <a:ext uri="{FF2B5EF4-FFF2-40B4-BE49-F238E27FC236}">
                  <a16:creationId xmlns:a16="http://schemas.microsoft.com/office/drawing/2014/main" id="{80A0608E-E465-4AD1-87A9-77A0685B2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72" name="Rectangle 6">
              <a:extLst>
                <a:ext uri="{FF2B5EF4-FFF2-40B4-BE49-F238E27FC236}">
                  <a16:creationId xmlns:a16="http://schemas.microsoft.com/office/drawing/2014/main" id="{ACD8CC85-C419-412B-8A1F-C2B2CAD76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73" name="Rectangle 7">
              <a:extLst>
                <a:ext uri="{FF2B5EF4-FFF2-40B4-BE49-F238E27FC236}">
                  <a16:creationId xmlns:a16="http://schemas.microsoft.com/office/drawing/2014/main" id="{D6C69102-4419-4788-ACB8-FEB27F6CA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74" name="Rectangle 8">
              <a:extLst>
                <a:ext uri="{FF2B5EF4-FFF2-40B4-BE49-F238E27FC236}">
                  <a16:creationId xmlns:a16="http://schemas.microsoft.com/office/drawing/2014/main" id="{0B43E525-084A-416A-B7BF-28276650B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75" name="Rectangle 9">
              <a:extLst>
                <a:ext uri="{FF2B5EF4-FFF2-40B4-BE49-F238E27FC236}">
                  <a16:creationId xmlns:a16="http://schemas.microsoft.com/office/drawing/2014/main" id="{E23B9DF8-15B1-49EC-AFA0-8B6B72020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76" name="Rectangle 10">
              <a:extLst>
                <a:ext uri="{FF2B5EF4-FFF2-40B4-BE49-F238E27FC236}">
                  <a16:creationId xmlns:a16="http://schemas.microsoft.com/office/drawing/2014/main" id="{577AD966-1554-4239-A6EF-21B705644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77" name="Rectangle 11">
              <a:extLst>
                <a:ext uri="{FF2B5EF4-FFF2-40B4-BE49-F238E27FC236}">
                  <a16:creationId xmlns:a16="http://schemas.microsoft.com/office/drawing/2014/main" id="{C6FBC87A-7036-4901-8DFB-37C67C83E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78" name="Rectangle 12">
              <a:extLst>
                <a:ext uri="{FF2B5EF4-FFF2-40B4-BE49-F238E27FC236}">
                  <a16:creationId xmlns:a16="http://schemas.microsoft.com/office/drawing/2014/main" id="{01A3CA73-77E2-49CD-B9E1-5AC1384CF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79" name="Rectangle 13">
              <a:extLst>
                <a:ext uri="{FF2B5EF4-FFF2-40B4-BE49-F238E27FC236}">
                  <a16:creationId xmlns:a16="http://schemas.microsoft.com/office/drawing/2014/main" id="{ABF9021F-D6DF-4151-88FF-8ECAE9F12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80" name="Rectangle 14">
              <a:extLst>
                <a:ext uri="{FF2B5EF4-FFF2-40B4-BE49-F238E27FC236}">
                  <a16:creationId xmlns:a16="http://schemas.microsoft.com/office/drawing/2014/main" id="{01411F09-AF5A-4D3A-A400-DDBE9B37D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81" name="Rectangle 15">
              <a:extLst>
                <a:ext uri="{FF2B5EF4-FFF2-40B4-BE49-F238E27FC236}">
                  <a16:creationId xmlns:a16="http://schemas.microsoft.com/office/drawing/2014/main" id="{9823ABA4-F356-471D-AA10-6692F321A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82" name="Rectangle 16">
              <a:extLst>
                <a:ext uri="{FF2B5EF4-FFF2-40B4-BE49-F238E27FC236}">
                  <a16:creationId xmlns:a16="http://schemas.microsoft.com/office/drawing/2014/main" id="{2A617226-B01A-4D39-9A32-7E9549A61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83" name="Rectangle 17">
              <a:extLst>
                <a:ext uri="{FF2B5EF4-FFF2-40B4-BE49-F238E27FC236}">
                  <a16:creationId xmlns:a16="http://schemas.microsoft.com/office/drawing/2014/main" id="{E8C02F95-D771-4488-A1AF-5FD093922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84" name="Rectangle 18">
              <a:extLst>
                <a:ext uri="{FF2B5EF4-FFF2-40B4-BE49-F238E27FC236}">
                  <a16:creationId xmlns:a16="http://schemas.microsoft.com/office/drawing/2014/main" id="{9E55792C-21B8-4426-B1CA-9CDAC135B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85" name="Rectangle 19">
              <a:extLst>
                <a:ext uri="{FF2B5EF4-FFF2-40B4-BE49-F238E27FC236}">
                  <a16:creationId xmlns:a16="http://schemas.microsoft.com/office/drawing/2014/main" id="{4731EB71-09F0-434E-87DB-ABD69F70D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86" name="Rectangle 20">
              <a:extLst>
                <a:ext uri="{FF2B5EF4-FFF2-40B4-BE49-F238E27FC236}">
                  <a16:creationId xmlns:a16="http://schemas.microsoft.com/office/drawing/2014/main" id="{99CE4425-5566-443B-A459-B09AC48B9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87" name="Rectangle 21">
              <a:extLst>
                <a:ext uri="{FF2B5EF4-FFF2-40B4-BE49-F238E27FC236}">
                  <a16:creationId xmlns:a16="http://schemas.microsoft.com/office/drawing/2014/main" id="{E863B0F8-619C-437C-8AEF-954CDBA62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88" name="Rectangle 22">
              <a:extLst>
                <a:ext uri="{FF2B5EF4-FFF2-40B4-BE49-F238E27FC236}">
                  <a16:creationId xmlns:a16="http://schemas.microsoft.com/office/drawing/2014/main" id="{2C2F22B8-5473-4C33-B898-3DB726831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89" name="Rectangle 23">
              <a:extLst>
                <a:ext uri="{FF2B5EF4-FFF2-40B4-BE49-F238E27FC236}">
                  <a16:creationId xmlns:a16="http://schemas.microsoft.com/office/drawing/2014/main" id="{307BC300-6577-4DC7-B8AF-C933A92ED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90" name="Rectangle 24">
              <a:extLst>
                <a:ext uri="{FF2B5EF4-FFF2-40B4-BE49-F238E27FC236}">
                  <a16:creationId xmlns:a16="http://schemas.microsoft.com/office/drawing/2014/main" id="{3129D03F-DBBB-4024-A507-2CC36ADA5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91" name="Rectangle 25">
              <a:extLst>
                <a:ext uri="{FF2B5EF4-FFF2-40B4-BE49-F238E27FC236}">
                  <a16:creationId xmlns:a16="http://schemas.microsoft.com/office/drawing/2014/main" id="{CF80C27F-2D7C-4A17-A526-EABC69D83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92" name="Rectangle 26">
              <a:extLst>
                <a:ext uri="{FF2B5EF4-FFF2-40B4-BE49-F238E27FC236}">
                  <a16:creationId xmlns:a16="http://schemas.microsoft.com/office/drawing/2014/main" id="{AA0904DF-31F5-41D8-9C43-CCACEAE4B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93" name="Rectangle 27">
              <a:extLst>
                <a:ext uri="{FF2B5EF4-FFF2-40B4-BE49-F238E27FC236}">
                  <a16:creationId xmlns:a16="http://schemas.microsoft.com/office/drawing/2014/main" id="{B22B876B-220A-4A28-BBD1-CC5BD2DCB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94" name="Rectangle 28">
              <a:extLst>
                <a:ext uri="{FF2B5EF4-FFF2-40B4-BE49-F238E27FC236}">
                  <a16:creationId xmlns:a16="http://schemas.microsoft.com/office/drawing/2014/main" id="{440206C4-D056-4A60-8BAF-136E4A4A4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95" name="Rectangle 29">
              <a:extLst>
                <a:ext uri="{FF2B5EF4-FFF2-40B4-BE49-F238E27FC236}">
                  <a16:creationId xmlns:a16="http://schemas.microsoft.com/office/drawing/2014/main" id="{8D661406-DA37-4938-8817-E38090439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96" name="Rectangle 30">
              <a:extLst>
                <a:ext uri="{FF2B5EF4-FFF2-40B4-BE49-F238E27FC236}">
                  <a16:creationId xmlns:a16="http://schemas.microsoft.com/office/drawing/2014/main" id="{DFC4D6C4-8E0C-463D-86FB-BF8B75E3B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97" name="Rectangle 31">
              <a:extLst>
                <a:ext uri="{FF2B5EF4-FFF2-40B4-BE49-F238E27FC236}">
                  <a16:creationId xmlns:a16="http://schemas.microsoft.com/office/drawing/2014/main" id="{91D950A5-DA25-450A-802E-6F281FDDF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98" name="Rectangle 32">
              <a:extLst>
                <a:ext uri="{FF2B5EF4-FFF2-40B4-BE49-F238E27FC236}">
                  <a16:creationId xmlns:a16="http://schemas.microsoft.com/office/drawing/2014/main" id="{6F1B2C34-750D-48F0-906A-010426000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5999" name="Rectangle 33">
              <a:extLst>
                <a:ext uri="{FF2B5EF4-FFF2-40B4-BE49-F238E27FC236}">
                  <a16:creationId xmlns:a16="http://schemas.microsoft.com/office/drawing/2014/main" id="{F33DD51B-A699-4CA8-957F-7B3E3F2DE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00" name="Rectangle 34">
              <a:extLst>
                <a:ext uri="{FF2B5EF4-FFF2-40B4-BE49-F238E27FC236}">
                  <a16:creationId xmlns:a16="http://schemas.microsoft.com/office/drawing/2014/main" id="{8DCA48E4-4299-47FE-84C6-2FFD100A7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01" name="Rectangle 35">
              <a:extLst>
                <a:ext uri="{FF2B5EF4-FFF2-40B4-BE49-F238E27FC236}">
                  <a16:creationId xmlns:a16="http://schemas.microsoft.com/office/drawing/2014/main" id="{DCA6A64B-270D-4185-AAA5-19A379396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02" name="Rectangle 36">
              <a:extLst>
                <a:ext uri="{FF2B5EF4-FFF2-40B4-BE49-F238E27FC236}">
                  <a16:creationId xmlns:a16="http://schemas.microsoft.com/office/drawing/2014/main" id="{BBF480CF-8DE2-491C-B535-D76545771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03" name="Rectangle 37">
              <a:extLst>
                <a:ext uri="{FF2B5EF4-FFF2-40B4-BE49-F238E27FC236}">
                  <a16:creationId xmlns:a16="http://schemas.microsoft.com/office/drawing/2014/main" id="{950B085C-14F5-41BE-A496-B925690E0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04" name="Rectangle 38">
              <a:extLst>
                <a:ext uri="{FF2B5EF4-FFF2-40B4-BE49-F238E27FC236}">
                  <a16:creationId xmlns:a16="http://schemas.microsoft.com/office/drawing/2014/main" id="{9D24EF60-A338-47C4-8315-9D4D09E11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05" name="Rectangle 39">
              <a:extLst>
                <a:ext uri="{FF2B5EF4-FFF2-40B4-BE49-F238E27FC236}">
                  <a16:creationId xmlns:a16="http://schemas.microsoft.com/office/drawing/2014/main" id="{EF2D9052-B57A-4A0A-8423-F1811C8C1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06" name="Rectangle 40">
              <a:extLst>
                <a:ext uri="{FF2B5EF4-FFF2-40B4-BE49-F238E27FC236}">
                  <a16:creationId xmlns:a16="http://schemas.microsoft.com/office/drawing/2014/main" id="{F223BD6C-3E32-4D8F-AA3D-DE2552492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07" name="Rectangle 41">
              <a:extLst>
                <a:ext uri="{FF2B5EF4-FFF2-40B4-BE49-F238E27FC236}">
                  <a16:creationId xmlns:a16="http://schemas.microsoft.com/office/drawing/2014/main" id="{313F8453-2E61-4B6C-AECE-1724AA10F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08" name="Rectangle 42">
              <a:extLst>
                <a:ext uri="{FF2B5EF4-FFF2-40B4-BE49-F238E27FC236}">
                  <a16:creationId xmlns:a16="http://schemas.microsoft.com/office/drawing/2014/main" id="{37DC3510-1A54-4622-9FB6-EAF3E8A3A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09" name="Rectangle 43">
              <a:extLst>
                <a:ext uri="{FF2B5EF4-FFF2-40B4-BE49-F238E27FC236}">
                  <a16:creationId xmlns:a16="http://schemas.microsoft.com/office/drawing/2014/main" id="{A81A5D55-4B6C-415E-8102-8DC3AB078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10" name="Rectangle 44">
              <a:extLst>
                <a:ext uri="{FF2B5EF4-FFF2-40B4-BE49-F238E27FC236}">
                  <a16:creationId xmlns:a16="http://schemas.microsoft.com/office/drawing/2014/main" id="{70F16F1A-F25F-4741-89E6-C81537F62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11" name="Rectangle 45">
              <a:extLst>
                <a:ext uri="{FF2B5EF4-FFF2-40B4-BE49-F238E27FC236}">
                  <a16:creationId xmlns:a16="http://schemas.microsoft.com/office/drawing/2014/main" id="{23CFF070-2503-4A5E-BCB4-F8DEE6E7C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12" name="Rectangle 46">
              <a:extLst>
                <a:ext uri="{FF2B5EF4-FFF2-40B4-BE49-F238E27FC236}">
                  <a16:creationId xmlns:a16="http://schemas.microsoft.com/office/drawing/2014/main" id="{9DBE2E7C-50A5-41FE-BC08-7C6A06104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13" name="Rectangle 47">
              <a:extLst>
                <a:ext uri="{FF2B5EF4-FFF2-40B4-BE49-F238E27FC236}">
                  <a16:creationId xmlns:a16="http://schemas.microsoft.com/office/drawing/2014/main" id="{1284BB40-E2D4-41E9-9D2C-D58A5F0A8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14" name="Rectangle 48">
              <a:extLst>
                <a:ext uri="{FF2B5EF4-FFF2-40B4-BE49-F238E27FC236}">
                  <a16:creationId xmlns:a16="http://schemas.microsoft.com/office/drawing/2014/main" id="{58E3BE41-603B-4A90-9108-91CA22B30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15" name="Rectangle 49">
              <a:extLst>
                <a:ext uri="{FF2B5EF4-FFF2-40B4-BE49-F238E27FC236}">
                  <a16:creationId xmlns:a16="http://schemas.microsoft.com/office/drawing/2014/main" id="{8BA14CF8-2C37-40A4-95C3-99FDA1D2C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16" name="Rectangle 50">
              <a:extLst>
                <a:ext uri="{FF2B5EF4-FFF2-40B4-BE49-F238E27FC236}">
                  <a16:creationId xmlns:a16="http://schemas.microsoft.com/office/drawing/2014/main" id="{3399215B-7410-465A-8562-E05BF84CF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17" name="Rectangle 51">
              <a:extLst>
                <a:ext uri="{FF2B5EF4-FFF2-40B4-BE49-F238E27FC236}">
                  <a16:creationId xmlns:a16="http://schemas.microsoft.com/office/drawing/2014/main" id="{8A40E451-18D7-440A-B1BA-965E7AFA9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18" name="Rectangle 52">
              <a:extLst>
                <a:ext uri="{FF2B5EF4-FFF2-40B4-BE49-F238E27FC236}">
                  <a16:creationId xmlns:a16="http://schemas.microsoft.com/office/drawing/2014/main" id="{36CE3D1B-A4ED-4AD4-A5D8-6372B3675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19" name="Rectangle 53">
              <a:extLst>
                <a:ext uri="{FF2B5EF4-FFF2-40B4-BE49-F238E27FC236}">
                  <a16:creationId xmlns:a16="http://schemas.microsoft.com/office/drawing/2014/main" id="{59470079-F8CE-4EF2-A20D-40697F681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20" name="Rectangle 54">
              <a:extLst>
                <a:ext uri="{FF2B5EF4-FFF2-40B4-BE49-F238E27FC236}">
                  <a16:creationId xmlns:a16="http://schemas.microsoft.com/office/drawing/2014/main" id="{E3ABB646-13D6-4D11-982F-22F3FF466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21" name="Rectangle 55">
              <a:extLst>
                <a:ext uri="{FF2B5EF4-FFF2-40B4-BE49-F238E27FC236}">
                  <a16:creationId xmlns:a16="http://schemas.microsoft.com/office/drawing/2014/main" id="{0EFCB5FF-A0BF-45D4-A998-7A1F47509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22" name="Rectangle 56">
              <a:extLst>
                <a:ext uri="{FF2B5EF4-FFF2-40B4-BE49-F238E27FC236}">
                  <a16:creationId xmlns:a16="http://schemas.microsoft.com/office/drawing/2014/main" id="{2D8DA77E-5E97-4BA9-AB23-DF50F58B6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23" name="Rectangle 57">
              <a:extLst>
                <a:ext uri="{FF2B5EF4-FFF2-40B4-BE49-F238E27FC236}">
                  <a16:creationId xmlns:a16="http://schemas.microsoft.com/office/drawing/2014/main" id="{D1DBE509-A224-4712-A4B3-895B03655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24" name="Rectangle 58">
              <a:extLst>
                <a:ext uri="{FF2B5EF4-FFF2-40B4-BE49-F238E27FC236}">
                  <a16:creationId xmlns:a16="http://schemas.microsoft.com/office/drawing/2014/main" id="{2334BE46-A65C-4370-8D66-C36278181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25" name="Rectangle 59">
              <a:extLst>
                <a:ext uri="{FF2B5EF4-FFF2-40B4-BE49-F238E27FC236}">
                  <a16:creationId xmlns:a16="http://schemas.microsoft.com/office/drawing/2014/main" id="{DE86540B-0EAA-41B9-A48A-A9FD18D9A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26" name="Rectangle 60">
              <a:extLst>
                <a:ext uri="{FF2B5EF4-FFF2-40B4-BE49-F238E27FC236}">
                  <a16:creationId xmlns:a16="http://schemas.microsoft.com/office/drawing/2014/main" id="{5B0E8A0B-574E-4B5D-942B-667BEDB09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27" name="Rectangle 61">
              <a:extLst>
                <a:ext uri="{FF2B5EF4-FFF2-40B4-BE49-F238E27FC236}">
                  <a16:creationId xmlns:a16="http://schemas.microsoft.com/office/drawing/2014/main" id="{03231BA8-00B7-4536-B4E2-82BCFF9C9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28" name="Rectangle 62">
              <a:extLst>
                <a:ext uri="{FF2B5EF4-FFF2-40B4-BE49-F238E27FC236}">
                  <a16:creationId xmlns:a16="http://schemas.microsoft.com/office/drawing/2014/main" id="{81BE966A-0B17-45A7-A02B-B2ED27502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29" name="Rectangle 63">
              <a:extLst>
                <a:ext uri="{FF2B5EF4-FFF2-40B4-BE49-F238E27FC236}">
                  <a16:creationId xmlns:a16="http://schemas.microsoft.com/office/drawing/2014/main" id="{05F83FD4-7753-49BE-B829-4ADF0EECA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30" name="Rectangle 64">
              <a:extLst>
                <a:ext uri="{FF2B5EF4-FFF2-40B4-BE49-F238E27FC236}">
                  <a16:creationId xmlns:a16="http://schemas.microsoft.com/office/drawing/2014/main" id="{9FC5F26F-88A6-4A64-92E9-1BB9D27FD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31" name="Rectangle 65">
              <a:extLst>
                <a:ext uri="{FF2B5EF4-FFF2-40B4-BE49-F238E27FC236}">
                  <a16:creationId xmlns:a16="http://schemas.microsoft.com/office/drawing/2014/main" id="{DBAB2B18-86E2-4A19-9DE2-1F4F764DA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32" name="Rectangle 66">
              <a:extLst>
                <a:ext uri="{FF2B5EF4-FFF2-40B4-BE49-F238E27FC236}">
                  <a16:creationId xmlns:a16="http://schemas.microsoft.com/office/drawing/2014/main" id="{E16FAD02-B5E3-4C3E-8495-B37A9712A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33" name="Rectangle 67">
              <a:extLst>
                <a:ext uri="{FF2B5EF4-FFF2-40B4-BE49-F238E27FC236}">
                  <a16:creationId xmlns:a16="http://schemas.microsoft.com/office/drawing/2014/main" id="{69430F72-F5C6-4A69-90D7-C74C5C69F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34" name="Rectangle 68">
              <a:extLst>
                <a:ext uri="{FF2B5EF4-FFF2-40B4-BE49-F238E27FC236}">
                  <a16:creationId xmlns:a16="http://schemas.microsoft.com/office/drawing/2014/main" id="{872724C4-2DD0-4583-BC25-27EA33485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35" name="Rectangle 69">
              <a:extLst>
                <a:ext uri="{FF2B5EF4-FFF2-40B4-BE49-F238E27FC236}">
                  <a16:creationId xmlns:a16="http://schemas.microsoft.com/office/drawing/2014/main" id="{D4AAEA85-4A12-4E2B-9C21-D3FDD067B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36" name="Rectangle 70">
              <a:extLst>
                <a:ext uri="{FF2B5EF4-FFF2-40B4-BE49-F238E27FC236}">
                  <a16:creationId xmlns:a16="http://schemas.microsoft.com/office/drawing/2014/main" id="{170A53E8-81AE-4821-89D2-F16462F93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37" name="Rectangle 71">
              <a:extLst>
                <a:ext uri="{FF2B5EF4-FFF2-40B4-BE49-F238E27FC236}">
                  <a16:creationId xmlns:a16="http://schemas.microsoft.com/office/drawing/2014/main" id="{7B3E2FE9-42EA-4E57-B267-5DA70FA3C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38" name="Rectangle 72">
              <a:extLst>
                <a:ext uri="{FF2B5EF4-FFF2-40B4-BE49-F238E27FC236}">
                  <a16:creationId xmlns:a16="http://schemas.microsoft.com/office/drawing/2014/main" id="{65CC0222-3D61-499C-BF6B-88FC3F7C3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39" name="Rectangle 73">
              <a:extLst>
                <a:ext uri="{FF2B5EF4-FFF2-40B4-BE49-F238E27FC236}">
                  <a16:creationId xmlns:a16="http://schemas.microsoft.com/office/drawing/2014/main" id="{043576AA-26F3-465B-9CEF-76B5350E5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40" name="Rectangle 74">
              <a:extLst>
                <a:ext uri="{FF2B5EF4-FFF2-40B4-BE49-F238E27FC236}">
                  <a16:creationId xmlns:a16="http://schemas.microsoft.com/office/drawing/2014/main" id="{C1CB1D84-6F12-4150-99C6-247773C29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41" name="Rectangle 75">
              <a:extLst>
                <a:ext uri="{FF2B5EF4-FFF2-40B4-BE49-F238E27FC236}">
                  <a16:creationId xmlns:a16="http://schemas.microsoft.com/office/drawing/2014/main" id="{F6D3D5A3-0410-4A06-9DF6-A6E80A10C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42" name="Rectangle 76">
              <a:extLst>
                <a:ext uri="{FF2B5EF4-FFF2-40B4-BE49-F238E27FC236}">
                  <a16:creationId xmlns:a16="http://schemas.microsoft.com/office/drawing/2014/main" id="{6A2974DD-51B4-4C66-8849-C6BBB7E44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43" name="Rectangle 77">
              <a:extLst>
                <a:ext uri="{FF2B5EF4-FFF2-40B4-BE49-F238E27FC236}">
                  <a16:creationId xmlns:a16="http://schemas.microsoft.com/office/drawing/2014/main" id="{9D890273-B04C-473D-A26B-5F4BEC1B9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44" name="Rectangle 78">
              <a:extLst>
                <a:ext uri="{FF2B5EF4-FFF2-40B4-BE49-F238E27FC236}">
                  <a16:creationId xmlns:a16="http://schemas.microsoft.com/office/drawing/2014/main" id="{12D60C9D-5DB3-4D9D-92F0-E0B871A69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45" name="Rectangle 79">
              <a:extLst>
                <a:ext uri="{FF2B5EF4-FFF2-40B4-BE49-F238E27FC236}">
                  <a16:creationId xmlns:a16="http://schemas.microsoft.com/office/drawing/2014/main" id="{03666E2B-70EE-427C-9F32-BB8F5EA1A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46" name="Rectangle 80">
              <a:extLst>
                <a:ext uri="{FF2B5EF4-FFF2-40B4-BE49-F238E27FC236}">
                  <a16:creationId xmlns:a16="http://schemas.microsoft.com/office/drawing/2014/main" id="{C5987759-1836-4630-844E-21821B0D0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47" name="Rectangle 81">
              <a:extLst>
                <a:ext uri="{FF2B5EF4-FFF2-40B4-BE49-F238E27FC236}">
                  <a16:creationId xmlns:a16="http://schemas.microsoft.com/office/drawing/2014/main" id="{F38DA3C5-75A6-48B6-89AC-964834279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48" name="Rectangle 82">
              <a:extLst>
                <a:ext uri="{FF2B5EF4-FFF2-40B4-BE49-F238E27FC236}">
                  <a16:creationId xmlns:a16="http://schemas.microsoft.com/office/drawing/2014/main" id="{161B5C41-2EC0-447B-AABC-073A9E385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049" name="Rectangle 83">
              <a:extLst>
                <a:ext uri="{FF2B5EF4-FFF2-40B4-BE49-F238E27FC236}">
                  <a16:creationId xmlns:a16="http://schemas.microsoft.com/office/drawing/2014/main" id="{FA52989F-ABF5-45E5-BA04-2F513EA14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25955" name="Rectangle 2">
            <a:extLst>
              <a:ext uri="{FF2B5EF4-FFF2-40B4-BE49-F238E27FC236}">
                <a16:creationId xmlns:a16="http://schemas.microsoft.com/office/drawing/2014/main" id="{F641E8CE-2F46-4542-9DF2-9EAB5E0C95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25956" name="Rectangle 110">
            <a:extLst>
              <a:ext uri="{FF2B5EF4-FFF2-40B4-BE49-F238E27FC236}">
                <a16:creationId xmlns:a16="http://schemas.microsoft.com/office/drawing/2014/main" id="{51A18B16-9B9B-43AE-AA48-E1F4D93B35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5957" name="Rectangle 118">
            <a:extLst>
              <a:ext uri="{FF2B5EF4-FFF2-40B4-BE49-F238E27FC236}">
                <a16:creationId xmlns:a16="http://schemas.microsoft.com/office/drawing/2014/main" id="{817E8676-8826-4389-8AA1-299CAF3620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5958" name="Rectangle 126">
            <a:extLst>
              <a:ext uri="{FF2B5EF4-FFF2-40B4-BE49-F238E27FC236}">
                <a16:creationId xmlns:a16="http://schemas.microsoft.com/office/drawing/2014/main" id="{A4BC18F4-7189-4BE2-8D4C-62470F54F3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5959" name="Rectangle 134">
            <a:extLst>
              <a:ext uri="{FF2B5EF4-FFF2-40B4-BE49-F238E27FC236}">
                <a16:creationId xmlns:a16="http://schemas.microsoft.com/office/drawing/2014/main" id="{07E11580-5BD8-49DB-B1AA-1FA8D76D53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5960" name="Rectangle 116">
            <a:extLst>
              <a:ext uri="{FF2B5EF4-FFF2-40B4-BE49-F238E27FC236}">
                <a16:creationId xmlns:a16="http://schemas.microsoft.com/office/drawing/2014/main" id="{01EB4000-C6AB-4D50-B2FC-665BF4E4B7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28305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5961" name="Rectangle 124">
            <a:extLst>
              <a:ext uri="{FF2B5EF4-FFF2-40B4-BE49-F238E27FC236}">
                <a16:creationId xmlns:a16="http://schemas.microsoft.com/office/drawing/2014/main" id="{E42E37E5-2F63-4B09-B82B-598FB29038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03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5962" name="Rectangle 132">
            <a:extLst>
              <a:ext uri="{FF2B5EF4-FFF2-40B4-BE49-F238E27FC236}">
                <a16:creationId xmlns:a16="http://schemas.microsoft.com/office/drawing/2014/main" id="{2F36DA93-5E8F-47C1-A1D5-0DD13111B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3686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5963" name="Rectangle 140">
            <a:extLst>
              <a:ext uri="{FF2B5EF4-FFF2-40B4-BE49-F238E27FC236}">
                <a16:creationId xmlns:a16="http://schemas.microsoft.com/office/drawing/2014/main" id="{AB994140-EFDB-49CE-97D3-7D28BD265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63696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5964" name="Rectangle 158">
            <a:extLst>
              <a:ext uri="{FF2B5EF4-FFF2-40B4-BE49-F238E27FC236}">
                <a16:creationId xmlns:a16="http://schemas.microsoft.com/office/drawing/2014/main" id="{4310ED59-BF97-4313-9E76-9722F101BC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1200" y="30226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25965" name="Picture 2" descr="Screen shot 2013-10-21 at 1.42.50 PM.png">
            <a:extLst>
              <a:ext uri="{FF2B5EF4-FFF2-40B4-BE49-F238E27FC236}">
                <a16:creationId xmlns:a16="http://schemas.microsoft.com/office/drawing/2014/main" id="{1E130552-2E91-49F9-ADB9-14422F9CDFF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9263" y="4764088"/>
            <a:ext cx="2397125" cy="187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5966" name="Picture 164" descr="Screen shot 2013-12-06 at 11.55.56 AM.png">
            <a:extLst>
              <a:ext uri="{FF2B5EF4-FFF2-40B4-BE49-F238E27FC236}">
                <a16:creationId xmlns:a16="http://schemas.microsoft.com/office/drawing/2014/main" id="{7E03D699-38C3-4AC8-8F8F-4821BC7B7DF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75" y="4964113"/>
            <a:ext cx="1722438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5967" name="Rectangle 165">
            <a:extLst>
              <a:ext uri="{FF2B5EF4-FFF2-40B4-BE49-F238E27FC236}">
                <a16:creationId xmlns:a16="http://schemas.microsoft.com/office/drawing/2014/main" id="{FAC25D70-E9C1-4E5E-AF8F-65BEBC019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56007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5968" name="TextBox 1">
            <a:extLst>
              <a:ext uri="{FF2B5EF4-FFF2-40B4-BE49-F238E27FC236}">
                <a16:creationId xmlns:a16="http://schemas.microsoft.com/office/drawing/2014/main" id="{3F7E624E-CB1B-4DD6-941C-ACF962BB4A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0075" y="5562600"/>
            <a:ext cx="539750" cy="4000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0</a:t>
            </a:r>
          </a:p>
        </p:txBody>
      </p:sp>
      <p:sp>
        <p:nvSpPr>
          <p:cNvPr id="125969" name="Rectangle 166">
            <a:extLst>
              <a:ext uri="{FF2B5EF4-FFF2-40B4-BE49-F238E27FC236}">
                <a16:creationId xmlns:a16="http://schemas.microsoft.com/office/drawing/2014/main" id="{EA0773D9-D390-4644-AF5D-0799E3200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6575" y="5605463"/>
            <a:ext cx="625475" cy="330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977" name="Group 13">
            <a:extLst>
              <a:ext uri="{FF2B5EF4-FFF2-40B4-BE49-F238E27FC236}">
                <a16:creationId xmlns:a16="http://schemas.microsoft.com/office/drawing/2014/main" id="{470958A7-4F48-49B7-8998-C8A5A0D91D36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27076" name="Rectangle 85">
              <a:extLst>
                <a:ext uri="{FF2B5EF4-FFF2-40B4-BE49-F238E27FC236}">
                  <a16:creationId xmlns:a16="http://schemas.microsoft.com/office/drawing/2014/main" id="{41B8FEE8-B7FA-42A9-93B3-0EBB630AF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77" name="Rectangle 86">
              <a:extLst>
                <a:ext uri="{FF2B5EF4-FFF2-40B4-BE49-F238E27FC236}">
                  <a16:creationId xmlns:a16="http://schemas.microsoft.com/office/drawing/2014/main" id="{00F22CF2-7A97-4869-8E7A-699817653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78" name="Rectangle 88">
              <a:extLst>
                <a:ext uri="{FF2B5EF4-FFF2-40B4-BE49-F238E27FC236}">
                  <a16:creationId xmlns:a16="http://schemas.microsoft.com/office/drawing/2014/main" id="{56C57EC6-5985-4D08-8AD8-DF4ACFF4C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79" name="Rectangle 89">
              <a:extLst>
                <a:ext uri="{FF2B5EF4-FFF2-40B4-BE49-F238E27FC236}">
                  <a16:creationId xmlns:a16="http://schemas.microsoft.com/office/drawing/2014/main" id="{892E5EBE-A4D0-4980-BB54-603D8C352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80" name="Rectangle 90">
              <a:extLst>
                <a:ext uri="{FF2B5EF4-FFF2-40B4-BE49-F238E27FC236}">
                  <a16:creationId xmlns:a16="http://schemas.microsoft.com/office/drawing/2014/main" id="{FB7CE435-ECBF-43CF-8FEE-FB7498835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81" name="Rectangle 91">
              <a:extLst>
                <a:ext uri="{FF2B5EF4-FFF2-40B4-BE49-F238E27FC236}">
                  <a16:creationId xmlns:a16="http://schemas.microsoft.com/office/drawing/2014/main" id="{03D5D261-C012-405D-ADF9-509A6E41B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82" name="Rectangle 92">
              <a:extLst>
                <a:ext uri="{FF2B5EF4-FFF2-40B4-BE49-F238E27FC236}">
                  <a16:creationId xmlns:a16="http://schemas.microsoft.com/office/drawing/2014/main" id="{96B4D88A-318E-4B6E-ADD5-FDBA9CFA6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83" name="Rectangle 93">
              <a:extLst>
                <a:ext uri="{FF2B5EF4-FFF2-40B4-BE49-F238E27FC236}">
                  <a16:creationId xmlns:a16="http://schemas.microsoft.com/office/drawing/2014/main" id="{99612AB7-0758-4DF6-96BF-9404FD2F3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84" name="Rectangle 94">
              <a:extLst>
                <a:ext uri="{FF2B5EF4-FFF2-40B4-BE49-F238E27FC236}">
                  <a16:creationId xmlns:a16="http://schemas.microsoft.com/office/drawing/2014/main" id="{CA54E0FD-FE12-46A7-9082-5D58FF3D4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85" name="Rectangle 95">
              <a:extLst>
                <a:ext uri="{FF2B5EF4-FFF2-40B4-BE49-F238E27FC236}">
                  <a16:creationId xmlns:a16="http://schemas.microsoft.com/office/drawing/2014/main" id="{AEE84E4A-22A1-4760-A1EA-DDC43E197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86" name="Rectangle 96">
              <a:extLst>
                <a:ext uri="{FF2B5EF4-FFF2-40B4-BE49-F238E27FC236}">
                  <a16:creationId xmlns:a16="http://schemas.microsoft.com/office/drawing/2014/main" id="{D8D23DFF-A3D3-43C4-BF98-886F4BC40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87" name="Rectangle 97">
              <a:extLst>
                <a:ext uri="{FF2B5EF4-FFF2-40B4-BE49-F238E27FC236}">
                  <a16:creationId xmlns:a16="http://schemas.microsoft.com/office/drawing/2014/main" id="{6FA5DFDA-85AC-4FEC-9B23-2AD329BA6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88" name="Rectangle 98">
              <a:extLst>
                <a:ext uri="{FF2B5EF4-FFF2-40B4-BE49-F238E27FC236}">
                  <a16:creationId xmlns:a16="http://schemas.microsoft.com/office/drawing/2014/main" id="{D214D27D-9514-4C4F-97DC-30FEB22CE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89" name="Rectangle 99">
              <a:extLst>
                <a:ext uri="{FF2B5EF4-FFF2-40B4-BE49-F238E27FC236}">
                  <a16:creationId xmlns:a16="http://schemas.microsoft.com/office/drawing/2014/main" id="{392AEF31-3196-40A2-AD0E-9AD4155DC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90" name="Rectangle 100">
              <a:extLst>
                <a:ext uri="{FF2B5EF4-FFF2-40B4-BE49-F238E27FC236}">
                  <a16:creationId xmlns:a16="http://schemas.microsoft.com/office/drawing/2014/main" id="{FBDDFBB9-ED3B-47CB-92CD-8E01E7ED7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91" name="Rectangle 101">
              <a:extLst>
                <a:ext uri="{FF2B5EF4-FFF2-40B4-BE49-F238E27FC236}">
                  <a16:creationId xmlns:a16="http://schemas.microsoft.com/office/drawing/2014/main" id="{159C87B2-ABD6-45D0-91FF-1F11F67F6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92" name="Rectangle 102">
              <a:extLst>
                <a:ext uri="{FF2B5EF4-FFF2-40B4-BE49-F238E27FC236}">
                  <a16:creationId xmlns:a16="http://schemas.microsoft.com/office/drawing/2014/main" id="{681C72F0-B5F0-4772-A2D4-E08538E94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93" name="Rectangle 103">
              <a:extLst>
                <a:ext uri="{FF2B5EF4-FFF2-40B4-BE49-F238E27FC236}">
                  <a16:creationId xmlns:a16="http://schemas.microsoft.com/office/drawing/2014/main" id="{7E9A3EA1-1894-4025-99EE-3AC67A1B1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94" name="Rectangle 104">
              <a:extLst>
                <a:ext uri="{FF2B5EF4-FFF2-40B4-BE49-F238E27FC236}">
                  <a16:creationId xmlns:a16="http://schemas.microsoft.com/office/drawing/2014/main" id="{7F55C0F1-9B0F-4CD5-A4BE-35C07017C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95" name="Rectangle 105">
              <a:extLst>
                <a:ext uri="{FF2B5EF4-FFF2-40B4-BE49-F238E27FC236}">
                  <a16:creationId xmlns:a16="http://schemas.microsoft.com/office/drawing/2014/main" id="{048E456C-18ED-4B11-90C2-70FD84711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96" name="Rectangle 106">
              <a:extLst>
                <a:ext uri="{FF2B5EF4-FFF2-40B4-BE49-F238E27FC236}">
                  <a16:creationId xmlns:a16="http://schemas.microsoft.com/office/drawing/2014/main" id="{6E0A3756-E582-427D-AFFF-65CECC152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97" name="Rectangle 107">
              <a:extLst>
                <a:ext uri="{FF2B5EF4-FFF2-40B4-BE49-F238E27FC236}">
                  <a16:creationId xmlns:a16="http://schemas.microsoft.com/office/drawing/2014/main" id="{644FFD68-E141-4D0D-A451-9158B9B3B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98" name="Rectangle 108">
              <a:extLst>
                <a:ext uri="{FF2B5EF4-FFF2-40B4-BE49-F238E27FC236}">
                  <a16:creationId xmlns:a16="http://schemas.microsoft.com/office/drawing/2014/main" id="{540C0910-0A22-47E2-8BC6-543B2FD66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99" name="Rectangle 109">
              <a:extLst>
                <a:ext uri="{FF2B5EF4-FFF2-40B4-BE49-F238E27FC236}">
                  <a16:creationId xmlns:a16="http://schemas.microsoft.com/office/drawing/2014/main" id="{8C29BE92-448A-47F2-9FBA-2B5F4DACC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100" name="Rectangle 112">
              <a:extLst>
                <a:ext uri="{FF2B5EF4-FFF2-40B4-BE49-F238E27FC236}">
                  <a16:creationId xmlns:a16="http://schemas.microsoft.com/office/drawing/2014/main" id="{2FB511FA-9045-4131-AD32-7E312CF9A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101" name="Rectangle 114">
              <a:extLst>
                <a:ext uri="{FF2B5EF4-FFF2-40B4-BE49-F238E27FC236}">
                  <a16:creationId xmlns:a16="http://schemas.microsoft.com/office/drawing/2014/main" id="{FF0CBAF9-A2A3-4400-9435-AB8525814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102" name="Rectangle 115">
              <a:extLst>
                <a:ext uri="{FF2B5EF4-FFF2-40B4-BE49-F238E27FC236}">
                  <a16:creationId xmlns:a16="http://schemas.microsoft.com/office/drawing/2014/main" id="{C52ECD2F-1BFB-4319-A756-BA8DB61AF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103" name="Rectangle 117">
              <a:extLst>
                <a:ext uri="{FF2B5EF4-FFF2-40B4-BE49-F238E27FC236}">
                  <a16:creationId xmlns:a16="http://schemas.microsoft.com/office/drawing/2014/main" id="{7C25FA3C-4E57-4F9E-91A5-F218FF32A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104" name="Rectangle 120">
              <a:extLst>
                <a:ext uri="{FF2B5EF4-FFF2-40B4-BE49-F238E27FC236}">
                  <a16:creationId xmlns:a16="http://schemas.microsoft.com/office/drawing/2014/main" id="{0440D58B-0398-453E-AE26-538FB3BDE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105" name="Rectangle 122">
              <a:extLst>
                <a:ext uri="{FF2B5EF4-FFF2-40B4-BE49-F238E27FC236}">
                  <a16:creationId xmlns:a16="http://schemas.microsoft.com/office/drawing/2014/main" id="{BF9775E7-FEAF-4222-A697-BA2CE203B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106" name="Rectangle 123">
              <a:extLst>
                <a:ext uri="{FF2B5EF4-FFF2-40B4-BE49-F238E27FC236}">
                  <a16:creationId xmlns:a16="http://schemas.microsoft.com/office/drawing/2014/main" id="{C89414D2-BB7D-4953-B9B8-C7030C6B3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107" name="Rectangle 125">
              <a:extLst>
                <a:ext uri="{FF2B5EF4-FFF2-40B4-BE49-F238E27FC236}">
                  <a16:creationId xmlns:a16="http://schemas.microsoft.com/office/drawing/2014/main" id="{DC94F5F3-DB53-4884-93A0-0510FF099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108" name="Rectangle 128">
              <a:extLst>
                <a:ext uri="{FF2B5EF4-FFF2-40B4-BE49-F238E27FC236}">
                  <a16:creationId xmlns:a16="http://schemas.microsoft.com/office/drawing/2014/main" id="{ADF083AC-6027-4DC5-8A8E-5A9960B97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109" name="Rectangle 130">
              <a:extLst>
                <a:ext uri="{FF2B5EF4-FFF2-40B4-BE49-F238E27FC236}">
                  <a16:creationId xmlns:a16="http://schemas.microsoft.com/office/drawing/2014/main" id="{FD0826B0-CD78-4511-9E8B-66FCEAC33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110" name="Rectangle 131">
              <a:extLst>
                <a:ext uri="{FF2B5EF4-FFF2-40B4-BE49-F238E27FC236}">
                  <a16:creationId xmlns:a16="http://schemas.microsoft.com/office/drawing/2014/main" id="{479F6323-D949-4A3C-AAAA-616375BBE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111" name="Rectangle 133">
              <a:extLst>
                <a:ext uri="{FF2B5EF4-FFF2-40B4-BE49-F238E27FC236}">
                  <a16:creationId xmlns:a16="http://schemas.microsoft.com/office/drawing/2014/main" id="{21C30F5C-5E53-429E-B6C3-45F860D3E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112" name="Rectangle 136">
              <a:extLst>
                <a:ext uri="{FF2B5EF4-FFF2-40B4-BE49-F238E27FC236}">
                  <a16:creationId xmlns:a16="http://schemas.microsoft.com/office/drawing/2014/main" id="{0B61E94D-B171-4F3C-A290-42543A23E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113" name="Rectangle 138">
              <a:extLst>
                <a:ext uri="{FF2B5EF4-FFF2-40B4-BE49-F238E27FC236}">
                  <a16:creationId xmlns:a16="http://schemas.microsoft.com/office/drawing/2014/main" id="{BA9A08D0-4E20-48EE-9318-A3B36112E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114" name="Rectangle 139">
              <a:extLst>
                <a:ext uri="{FF2B5EF4-FFF2-40B4-BE49-F238E27FC236}">
                  <a16:creationId xmlns:a16="http://schemas.microsoft.com/office/drawing/2014/main" id="{6C715D06-AA0C-4CA7-9220-9024C4755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6978" name="Group 69">
            <a:extLst>
              <a:ext uri="{FF2B5EF4-FFF2-40B4-BE49-F238E27FC236}">
                <a16:creationId xmlns:a16="http://schemas.microsoft.com/office/drawing/2014/main" id="{A3E4617D-3473-4AF0-8D79-CA7498709914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26996" name="Rectangle 4">
              <a:extLst>
                <a:ext uri="{FF2B5EF4-FFF2-40B4-BE49-F238E27FC236}">
                  <a16:creationId xmlns:a16="http://schemas.microsoft.com/office/drawing/2014/main" id="{50D9FFCC-4D69-454F-9684-DB5E4CB8A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997" name="Rectangle 5">
              <a:extLst>
                <a:ext uri="{FF2B5EF4-FFF2-40B4-BE49-F238E27FC236}">
                  <a16:creationId xmlns:a16="http://schemas.microsoft.com/office/drawing/2014/main" id="{5EDC84E9-738D-416E-9BF3-883F12DAC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998" name="Rectangle 6">
              <a:extLst>
                <a:ext uri="{FF2B5EF4-FFF2-40B4-BE49-F238E27FC236}">
                  <a16:creationId xmlns:a16="http://schemas.microsoft.com/office/drawing/2014/main" id="{6652E178-AAE3-4AB0-9E58-5FA70962B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6999" name="Rectangle 7">
              <a:extLst>
                <a:ext uri="{FF2B5EF4-FFF2-40B4-BE49-F238E27FC236}">
                  <a16:creationId xmlns:a16="http://schemas.microsoft.com/office/drawing/2014/main" id="{5988457C-11F2-4AAB-835B-154E7DAB0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00" name="Rectangle 8">
              <a:extLst>
                <a:ext uri="{FF2B5EF4-FFF2-40B4-BE49-F238E27FC236}">
                  <a16:creationId xmlns:a16="http://schemas.microsoft.com/office/drawing/2014/main" id="{F3FC4DB1-2DAE-47F2-9BC9-5B743A763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01" name="Rectangle 9">
              <a:extLst>
                <a:ext uri="{FF2B5EF4-FFF2-40B4-BE49-F238E27FC236}">
                  <a16:creationId xmlns:a16="http://schemas.microsoft.com/office/drawing/2014/main" id="{25E76D68-AB11-4D29-9497-2DCF09DB9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02" name="Rectangle 10">
              <a:extLst>
                <a:ext uri="{FF2B5EF4-FFF2-40B4-BE49-F238E27FC236}">
                  <a16:creationId xmlns:a16="http://schemas.microsoft.com/office/drawing/2014/main" id="{CDDC5AB0-2081-41FC-B497-EC0D0713B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03" name="Rectangle 11">
              <a:extLst>
                <a:ext uri="{FF2B5EF4-FFF2-40B4-BE49-F238E27FC236}">
                  <a16:creationId xmlns:a16="http://schemas.microsoft.com/office/drawing/2014/main" id="{0524651E-DF6E-4DCE-AD73-3035D08D7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04" name="Rectangle 12">
              <a:extLst>
                <a:ext uri="{FF2B5EF4-FFF2-40B4-BE49-F238E27FC236}">
                  <a16:creationId xmlns:a16="http://schemas.microsoft.com/office/drawing/2014/main" id="{36E5A39E-948B-4D34-BF92-D3A1A7B9A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05" name="Rectangle 13">
              <a:extLst>
                <a:ext uri="{FF2B5EF4-FFF2-40B4-BE49-F238E27FC236}">
                  <a16:creationId xmlns:a16="http://schemas.microsoft.com/office/drawing/2014/main" id="{0E3B0FF3-A610-4E41-AA8F-9A20A576B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06" name="Rectangle 14">
              <a:extLst>
                <a:ext uri="{FF2B5EF4-FFF2-40B4-BE49-F238E27FC236}">
                  <a16:creationId xmlns:a16="http://schemas.microsoft.com/office/drawing/2014/main" id="{2E46AEA4-475A-40E2-A6D4-1B6EB8EC2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07" name="Rectangle 15">
              <a:extLst>
                <a:ext uri="{FF2B5EF4-FFF2-40B4-BE49-F238E27FC236}">
                  <a16:creationId xmlns:a16="http://schemas.microsoft.com/office/drawing/2014/main" id="{B229407C-52F2-453C-AE22-BC38BAE2A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08" name="Rectangle 16">
              <a:extLst>
                <a:ext uri="{FF2B5EF4-FFF2-40B4-BE49-F238E27FC236}">
                  <a16:creationId xmlns:a16="http://schemas.microsoft.com/office/drawing/2014/main" id="{13844A7C-0A52-4338-89BA-E914C3ABE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09" name="Rectangle 17">
              <a:extLst>
                <a:ext uri="{FF2B5EF4-FFF2-40B4-BE49-F238E27FC236}">
                  <a16:creationId xmlns:a16="http://schemas.microsoft.com/office/drawing/2014/main" id="{29192DA1-A588-4847-AFA1-A8163F864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10" name="Rectangle 18">
              <a:extLst>
                <a:ext uri="{FF2B5EF4-FFF2-40B4-BE49-F238E27FC236}">
                  <a16:creationId xmlns:a16="http://schemas.microsoft.com/office/drawing/2014/main" id="{475922A8-DA5B-4693-B24F-D2480A780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11" name="Rectangle 19">
              <a:extLst>
                <a:ext uri="{FF2B5EF4-FFF2-40B4-BE49-F238E27FC236}">
                  <a16:creationId xmlns:a16="http://schemas.microsoft.com/office/drawing/2014/main" id="{F71E7D69-E30A-4E8F-90AD-24339E908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12" name="Rectangle 20">
              <a:extLst>
                <a:ext uri="{FF2B5EF4-FFF2-40B4-BE49-F238E27FC236}">
                  <a16:creationId xmlns:a16="http://schemas.microsoft.com/office/drawing/2014/main" id="{FB9A911D-E082-4973-8BB0-3C3401637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13" name="Rectangle 21">
              <a:extLst>
                <a:ext uri="{FF2B5EF4-FFF2-40B4-BE49-F238E27FC236}">
                  <a16:creationId xmlns:a16="http://schemas.microsoft.com/office/drawing/2014/main" id="{B9167D02-74DA-4C1D-82B9-9F7D2BC0C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14" name="Rectangle 22">
              <a:extLst>
                <a:ext uri="{FF2B5EF4-FFF2-40B4-BE49-F238E27FC236}">
                  <a16:creationId xmlns:a16="http://schemas.microsoft.com/office/drawing/2014/main" id="{0126B5A1-7339-481B-94B5-A70B1EB25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15" name="Rectangle 23">
              <a:extLst>
                <a:ext uri="{FF2B5EF4-FFF2-40B4-BE49-F238E27FC236}">
                  <a16:creationId xmlns:a16="http://schemas.microsoft.com/office/drawing/2014/main" id="{F86233B9-BB5E-437F-BCD5-89E04946C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16" name="Rectangle 24">
              <a:extLst>
                <a:ext uri="{FF2B5EF4-FFF2-40B4-BE49-F238E27FC236}">
                  <a16:creationId xmlns:a16="http://schemas.microsoft.com/office/drawing/2014/main" id="{753F3E84-4BAD-42F5-9201-B22C0FAB1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17" name="Rectangle 25">
              <a:extLst>
                <a:ext uri="{FF2B5EF4-FFF2-40B4-BE49-F238E27FC236}">
                  <a16:creationId xmlns:a16="http://schemas.microsoft.com/office/drawing/2014/main" id="{C6BA219C-5192-4C72-80A8-4EBDBF02A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18" name="Rectangle 26">
              <a:extLst>
                <a:ext uri="{FF2B5EF4-FFF2-40B4-BE49-F238E27FC236}">
                  <a16:creationId xmlns:a16="http://schemas.microsoft.com/office/drawing/2014/main" id="{BF4965D9-00AD-40D6-97AE-87CA5E697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19" name="Rectangle 27">
              <a:extLst>
                <a:ext uri="{FF2B5EF4-FFF2-40B4-BE49-F238E27FC236}">
                  <a16:creationId xmlns:a16="http://schemas.microsoft.com/office/drawing/2014/main" id="{FFFBB0E1-3598-49BC-91EB-A129F7B10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20" name="Rectangle 28">
              <a:extLst>
                <a:ext uri="{FF2B5EF4-FFF2-40B4-BE49-F238E27FC236}">
                  <a16:creationId xmlns:a16="http://schemas.microsoft.com/office/drawing/2014/main" id="{FF41BEB3-B3B8-4FB6-831E-162E467DA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21" name="Rectangle 29">
              <a:extLst>
                <a:ext uri="{FF2B5EF4-FFF2-40B4-BE49-F238E27FC236}">
                  <a16:creationId xmlns:a16="http://schemas.microsoft.com/office/drawing/2014/main" id="{1C0D91BF-26BB-4A48-A89B-04545E6CB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22" name="Rectangle 30">
              <a:extLst>
                <a:ext uri="{FF2B5EF4-FFF2-40B4-BE49-F238E27FC236}">
                  <a16:creationId xmlns:a16="http://schemas.microsoft.com/office/drawing/2014/main" id="{857928E8-4D59-43BE-865C-07B18D74F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23" name="Rectangle 31">
              <a:extLst>
                <a:ext uri="{FF2B5EF4-FFF2-40B4-BE49-F238E27FC236}">
                  <a16:creationId xmlns:a16="http://schemas.microsoft.com/office/drawing/2014/main" id="{EE129EBE-0321-486B-84B7-4A101C058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24" name="Rectangle 32">
              <a:extLst>
                <a:ext uri="{FF2B5EF4-FFF2-40B4-BE49-F238E27FC236}">
                  <a16:creationId xmlns:a16="http://schemas.microsoft.com/office/drawing/2014/main" id="{4C1F62A0-B0AF-4735-8FA0-DA810A0E6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25" name="Rectangle 33">
              <a:extLst>
                <a:ext uri="{FF2B5EF4-FFF2-40B4-BE49-F238E27FC236}">
                  <a16:creationId xmlns:a16="http://schemas.microsoft.com/office/drawing/2014/main" id="{FFB3E239-5378-46E2-8A48-B13A192D5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26" name="Rectangle 34">
              <a:extLst>
                <a:ext uri="{FF2B5EF4-FFF2-40B4-BE49-F238E27FC236}">
                  <a16:creationId xmlns:a16="http://schemas.microsoft.com/office/drawing/2014/main" id="{D474A0E8-901E-4A92-A9CE-178120160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27" name="Rectangle 35">
              <a:extLst>
                <a:ext uri="{FF2B5EF4-FFF2-40B4-BE49-F238E27FC236}">
                  <a16:creationId xmlns:a16="http://schemas.microsoft.com/office/drawing/2014/main" id="{8BC4CFBC-1EAE-4690-8F55-31AF362F1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28" name="Rectangle 36">
              <a:extLst>
                <a:ext uri="{FF2B5EF4-FFF2-40B4-BE49-F238E27FC236}">
                  <a16:creationId xmlns:a16="http://schemas.microsoft.com/office/drawing/2014/main" id="{66E10069-C7FA-40DD-B9ED-C27963F16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29" name="Rectangle 37">
              <a:extLst>
                <a:ext uri="{FF2B5EF4-FFF2-40B4-BE49-F238E27FC236}">
                  <a16:creationId xmlns:a16="http://schemas.microsoft.com/office/drawing/2014/main" id="{DEB17FF0-E870-4ACA-9071-394836173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30" name="Rectangle 38">
              <a:extLst>
                <a:ext uri="{FF2B5EF4-FFF2-40B4-BE49-F238E27FC236}">
                  <a16:creationId xmlns:a16="http://schemas.microsoft.com/office/drawing/2014/main" id="{DE475338-AF25-463C-8D23-4FA1D6F3F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31" name="Rectangle 39">
              <a:extLst>
                <a:ext uri="{FF2B5EF4-FFF2-40B4-BE49-F238E27FC236}">
                  <a16:creationId xmlns:a16="http://schemas.microsoft.com/office/drawing/2014/main" id="{D2F4AE02-32E4-41C0-8505-722EDDBC2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32" name="Rectangle 40">
              <a:extLst>
                <a:ext uri="{FF2B5EF4-FFF2-40B4-BE49-F238E27FC236}">
                  <a16:creationId xmlns:a16="http://schemas.microsoft.com/office/drawing/2014/main" id="{D2CC36FB-9FF6-43EA-B45D-7ED603DDA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33" name="Rectangle 41">
              <a:extLst>
                <a:ext uri="{FF2B5EF4-FFF2-40B4-BE49-F238E27FC236}">
                  <a16:creationId xmlns:a16="http://schemas.microsoft.com/office/drawing/2014/main" id="{F6A03133-E46D-4132-9636-3145E87BD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34" name="Rectangle 42">
              <a:extLst>
                <a:ext uri="{FF2B5EF4-FFF2-40B4-BE49-F238E27FC236}">
                  <a16:creationId xmlns:a16="http://schemas.microsoft.com/office/drawing/2014/main" id="{3213A401-FDB4-4464-A60E-62E28C52F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35" name="Rectangle 43">
              <a:extLst>
                <a:ext uri="{FF2B5EF4-FFF2-40B4-BE49-F238E27FC236}">
                  <a16:creationId xmlns:a16="http://schemas.microsoft.com/office/drawing/2014/main" id="{F2D92EA3-995E-4622-A02F-053E51E30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36" name="Rectangle 44">
              <a:extLst>
                <a:ext uri="{FF2B5EF4-FFF2-40B4-BE49-F238E27FC236}">
                  <a16:creationId xmlns:a16="http://schemas.microsoft.com/office/drawing/2014/main" id="{01BAC063-65E2-4EF4-BCB3-D9021B8AA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37" name="Rectangle 45">
              <a:extLst>
                <a:ext uri="{FF2B5EF4-FFF2-40B4-BE49-F238E27FC236}">
                  <a16:creationId xmlns:a16="http://schemas.microsoft.com/office/drawing/2014/main" id="{1738ECCA-FD37-44E9-94FF-1E02E74CA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38" name="Rectangle 46">
              <a:extLst>
                <a:ext uri="{FF2B5EF4-FFF2-40B4-BE49-F238E27FC236}">
                  <a16:creationId xmlns:a16="http://schemas.microsoft.com/office/drawing/2014/main" id="{0058A044-03A6-4A2F-B42D-302A0EAEB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39" name="Rectangle 47">
              <a:extLst>
                <a:ext uri="{FF2B5EF4-FFF2-40B4-BE49-F238E27FC236}">
                  <a16:creationId xmlns:a16="http://schemas.microsoft.com/office/drawing/2014/main" id="{E7A373BB-D6C2-4D8D-950D-861649159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40" name="Rectangle 48">
              <a:extLst>
                <a:ext uri="{FF2B5EF4-FFF2-40B4-BE49-F238E27FC236}">
                  <a16:creationId xmlns:a16="http://schemas.microsoft.com/office/drawing/2014/main" id="{39CEF786-6CD7-4A0A-89C2-685B54683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41" name="Rectangle 49">
              <a:extLst>
                <a:ext uri="{FF2B5EF4-FFF2-40B4-BE49-F238E27FC236}">
                  <a16:creationId xmlns:a16="http://schemas.microsoft.com/office/drawing/2014/main" id="{298BEDC6-E829-4D71-82A6-DABEF31AF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42" name="Rectangle 50">
              <a:extLst>
                <a:ext uri="{FF2B5EF4-FFF2-40B4-BE49-F238E27FC236}">
                  <a16:creationId xmlns:a16="http://schemas.microsoft.com/office/drawing/2014/main" id="{BA523864-2AA8-4048-9B5E-867D5BB18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43" name="Rectangle 51">
              <a:extLst>
                <a:ext uri="{FF2B5EF4-FFF2-40B4-BE49-F238E27FC236}">
                  <a16:creationId xmlns:a16="http://schemas.microsoft.com/office/drawing/2014/main" id="{BFFE47B9-DB9C-4BD4-9412-006CA3A41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44" name="Rectangle 52">
              <a:extLst>
                <a:ext uri="{FF2B5EF4-FFF2-40B4-BE49-F238E27FC236}">
                  <a16:creationId xmlns:a16="http://schemas.microsoft.com/office/drawing/2014/main" id="{16B92C0F-3845-42C9-BE8F-233D4CE15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45" name="Rectangle 53">
              <a:extLst>
                <a:ext uri="{FF2B5EF4-FFF2-40B4-BE49-F238E27FC236}">
                  <a16:creationId xmlns:a16="http://schemas.microsoft.com/office/drawing/2014/main" id="{4BF70A39-7CA5-419C-AD3E-911C4C909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46" name="Rectangle 54">
              <a:extLst>
                <a:ext uri="{FF2B5EF4-FFF2-40B4-BE49-F238E27FC236}">
                  <a16:creationId xmlns:a16="http://schemas.microsoft.com/office/drawing/2014/main" id="{BD19A250-3889-4067-8D6A-5BDFCF5CD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47" name="Rectangle 55">
              <a:extLst>
                <a:ext uri="{FF2B5EF4-FFF2-40B4-BE49-F238E27FC236}">
                  <a16:creationId xmlns:a16="http://schemas.microsoft.com/office/drawing/2014/main" id="{BD5BEF1B-F5F7-4765-AD22-A7C75BA2E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48" name="Rectangle 56">
              <a:extLst>
                <a:ext uri="{FF2B5EF4-FFF2-40B4-BE49-F238E27FC236}">
                  <a16:creationId xmlns:a16="http://schemas.microsoft.com/office/drawing/2014/main" id="{48153252-FC8B-49F7-9792-7CCCEBBC1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49" name="Rectangle 57">
              <a:extLst>
                <a:ext uri="{FF2B5EF4-FFF2-40B4-BE49-F238E27FC236}">
                  <a16:creationId xmlns:a16="http://schemas.microsoft.com/office/drawing/2014/main" id="{3DA11AB6-FE87-41A3-AA23-59A7EAE68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50" name="Rectangle 58">
              <a:extLst>
                <a:ext uri="{FF2B5EF4-FFF2-40B4-BE49-F238E27FC236}">
                  <a16:creationId xmlns:a16="http://schemas.microsoft.com/office/drawing/2014/main" id="{03784820-D64D-4A76-8514-0507FD414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51" name="Rectangle 59">
              <a:extLst>
                <a:ext uri="{FF2B5EF4-FFF2-40B4-BE49-F238E27FC236}">
                  <a16:creationId xmlns:a16="http://schemas.microsoft.com/office/drawing/2014/main" id="{1E92E958-A146-45DB-B2DA-4B97D7A43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52" name="Rectangle 60">
              <a:extLst>
                <a:ext uri="{FF2B5EF4-FFF2-40B4-BE49-F238E27FC236}">
                  <a16:creationId xmlns:a16="http://schemas.microsoft.com/office/drawing/2014/main" id="{2DD4DB32-DD66-40CB-9873-BE0D43896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53" name="Rectangle 61">
              <a:extLst>
                <a:ext uri="{FF2B5EF4-FFF2-40B4-BE49-F238E27FC236}">
                  <a16:creationId xmlns:a16="http://schemas.microsoft.com/office/drawing/2014/main" id="{E6F78F9D-1764-431D-9BE7-E47BD5888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54" name="Rectangle 62">
              <a:extLst>
                <a:ext uri="{FF2B5EF4-FFF2-40B4-BE49-F238E27FC236}">
                  <a16:creationId xmlns:a16="http://schemas.microsoft.com/office/drawing/2014/main" id="{BC7FFFAB-4D30-4860-A600-FF64D547F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55" name="Rectangle 63">
              <a:extLst>
                <a:ext uri="{FF2B5EF4-FFF2-40B4-BE49-F238E27FC236}">
                  <a16:creationId xmlns:a16="http://schemas.microsoft.com/office/drawing/2014/main" id="{CB60FFC8-7798-47B0-8ED1-92F63AFE4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56" name="Rectangle 64">
              <a:extLst>
                <a:ext uri="{FF2B5EF4-FFF2-40B4-BE49-F238E27FC236}">
                  <a16:creationId xmlns:a16="http://schemas.microsoft.com/office/drawing/2014/main" id="{303B4874-5D04-4FD5-8490-BEFD7BE5A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57" name="Rectangle 65">
              <a:extLst>
                <a:ext uri="{FF2B5EF4-FFF2-40B4-BE49-F238E27FC236}">
                  <a16:creationId xmlns:a16="http://schemas.microsoft.com/office/drawing/2014/main" id="{BABAE4B5-E673-491B-B849-D02DD1518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58" name="Rectangle 66">
              <a:extLst>
                <a:ext uri="{FF2B5EF4-FFF2-40B4-BE49-F238E27FC236}">
                  <a16:creationId xmlns:a16="http://schemas.microsoft.com/office/drawing/2014/main" id="{BC7009B3-E949-439E-9E21-6C5096CD9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59" name="Rectangle 67">
              <a:extLst>
                <a:ext uri="{FF2B5EF4-FFF2-40B4-BE49-F238E27FC236}">
                  <a16:creationId xmlns:a16="http://schemas.microsoft.com/office/drawing/2014/main" id="{D7372C9E-F3D2-4AB6-9A1D-A2BCEFCE6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60" name="Rectangle 68">
              <a:extLst>
                <a:ext uri="{FF2B5EF4-FFF2-40B4-BE49-F238E27FC236}">
                  <a16:creationId xmlns:a16="http://schemas.microsoft.com/office/drawing/2014/main" id="{EBF4C98B-F61E-48A0-BA25-6E545C98D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61" name="Rectangle 69">
              <a:extLst>
                <a:ext uri="{FF2B5EF4-FFF2-40B4-BE49-F238E27FC236}">
                  <a16:creationId xmlns:a16="http://schemas.microsoft.com/office/drawing/2014/main" id="{9F9270F6-E750-4B18-B2B6-0A089FB91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62" name="Rectangle 70">
              <a:extLst>
                <a:ext uri="{FF2B5EF4-FFF2-40B4-BE49-F238E27FC236}">
                  <a16:creationId xmlns:a16="http://schemas.microsoft.com/office/drawing/2014/main" id="{F613129D-39EF-4015-9F11-D451E8EC2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63" name="Rectangle 71">
              <a:extLst>
                <a:ext uri="{FF2B5EF4-FFF2-40B4-BE49-F238E27FC236}">
                  <a16:creationId xmlns:a16="http://schemas.microsoft.com/office/drawing/2014/main" id="{D7F9D6F3-3C91-4BE7-9134-AA62342A8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64" name="Rectangle 72">
              <a:extLst>
                <a:ext uri="{FF2B5EF4-FFF2-40B4-BE49-F238E27FC236}">
                  <a16:creationId xmlns:a16="http://schemas.microsoft.com/office/drawing/2014/main" id="{D9144C5C-8B6F-41CC-8388-8991D97F0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65" name="Rectangle 73">
              <a:extLst>
                <a:ext uri="{FF2B5EF4-FFF2-40B4-BE49-F238E27FC236}">
                  <a16:creationId xmlns:a16="http://schemas.microsoft.com/office/drawing/2014/main" id="{AB42FEF2-5282-42C2-B951-C39EB7FC1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66" name="Rectangle 74">
              <a:extLst>
                <a:ext uri="{FF2B5EF4-FFF2-40B4-BE49-F238E27FC236}">
                  <a16:creationId xmlns:a16="http://schemas.microsoft.com/office/drawing/2014/main" id="{36F594F5-F0C8-46A8-B242-1E5C06B90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67" name="Rectangle 75">
              <a:extLst>
                <a:ext uri="{FF2B5EF4-FFF2-40B4-BE49-F238E27FC236}">
                  <a16:creationId xmlns:a16="http://schemas.microsoft.com/office/drawing/2014/main" id="{57BFC208-844D-4E0F-AC34-CE9CBB202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68" name="Rectangle 76">
              <a:extLst>
                <a:ext uri="{FF2B5EF4-FFF2-40B4-BE49-F238E27FC236}">
                  <a16:creationId xmlns:a16="http://schemas.microsoft.com/office/drawing/2014/main" id="{F129FCC7-E62C-4CDC-84D3-5DE6AEB46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69" name="Rectangle 77">
              <a:extLst>
                <a:ext uri="{FF2B5EF4-FFF2-40B4-BE49-F238E27FC236}">
                  <a16:creationId xmlns:a16="http://schemas.microsoft.com/office/drawing/2014/main" id="{6F36EE5A-F6DB-46DE-AC8A-03B1D7BBC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70" name="Rectangle 78">
              <a:extLst>
                <a:ext uri="{FF2B5EF4-FFF2-40B4-BE49-F238E27FC236}">
                  <a16:creationId xmlns:a16="http://schemas.microsoft.com/office/drawing/2014/main" id="{EC542754-0504-468E-978B-9C87744F3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71" name="Rectangle 79">
              <a:extLst>
                <a:ext uri="{FF2B5EF4-FFF2-40B4-BE49-F238E27FC236}">
                  <a16:creationId xmlns:a16="http://schemas.microsoft.com/office/drawing/2014/main" id="{66FE0EDF-CCB7-4EEB-B6E5-A92F19A69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72" name="Rectangle 80">
              <a:extLst>
                <a:ext uri="{FF2B5EF4-FFF2-40B4-BE49-F238E27FC236}">
                  <a16:creationId xmlns:a16="http://schemas.microsoft.com/office/drawing/2014/main" id="{79A0E5EB-86B8-441C-BCCF-548F67838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73" name="Rectangle 81">
              <a:extLst>
                <a:ext uri="{FF2B5EF4-FFF2-40B4-BE49-F238E27FC236}">
                  <a16:creationId xmlns:a16="http://schemas.microsoft.com/office/drawing/2014/main" id="{E8BD069B-A059-4861-BF6C-D6F06A2C4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74" name="Rectangle 82">
              <a:extLst>
                <a:ext uri="{FF2B5EF4-FFF2-40B4-BE49-F238E27FC236}">
                  <a16:creationId xmlns:a16="http://schemas.microsoft.com/office/drawing/2014/main" id="{BAAFD040-2FBC-4CCA-8F9F-7CFDE876A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7075" name="Rectangle 83">
              <a:extLst>
                <a:ext uri="{FF2B5EF4-FFF2-40B4-BE49-F238E27FC236}">
                  <a16:creationId xmlns:a16="http://schemas.microsoft.com/office/drawing/2014/main" id="{4F6573AF-6A5E-4B36-B729-67503A7E6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26979" name="Rectangle 2">
            <a:extLst>
              <a:ext uri="{FF2B5EF4-FFF2-40B4-BE49-F238E27FC236}">
                <a16:creationId xmlns:a16="http://schemas.microsoft.com/office/drawing/2014/main" id="{00806569-9916-4CBE-AE4D-5CEB3FCD46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26980" name="Rectangle 110">
            <a:extLst>
              <a:ext uri="{FF2B5EF4-FFF2-40B4-BE49-F238E27FC236}">
                <a16:creationId xmlns:a16="http://schemas.microsoft.com/office/drawing/2014/main" id="{B637FF83-E9B7-4EAF-99B4-2EE16D913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6981" name="Rectangle 118">
            <a:extLst>
              <a:ext uri="{FF2B5EF4-FFF2-40B4-BE49-F238E27FC236}">
                <a16:creationId xmlns:a16="http://schemas.microsoft.com/office/drawing/2014/main" id="{847B4AD3-8CCB-4A73-B23B-DC0AF6040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6982" name="Rectangle 126">
            <a:extLst>
              <a:ext uri="{FF2B5EF4-FFF2-40B4-BE49-F238E27FC236}">
                <a16:creationId xmlns:a16="http://schemas.microsoft.com/office/drawing/2014/main" id="{A0E76269-5964-4454-9A90-A9964DA94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6983" name="Rectangle 134">
            <a:extLst>
              <a:ext uri="{FF2B5EF4-FFF2-40B4-BE49-F238E27FC236}">
                <a16:creationId xmlns:a16="http://schemas.microsoft.com/office/drawing/2014/main" id="{88C8575F-102B-45D1-B7C4-1F7925C3C6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6984" name="Rectangle 116">
            <a:extLst>
              <a:ext uri="{FF2B5EF4-FFF2-40B4-BE49-F238E27FC236}">
                <a16:creationId xmlns:a16="http://schemas.microsoft.com/office/drawing/2014/main" id="{E840E6C2-587D-49BA-963D-6E9339C9C9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28305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6985" name="Rectangle 124">
            <a:extLst>
              <a:ext uri="{FF2B5EF4-FFF2-40B4-BE49-F238E27FC236}">
                <a16:creationId xmlns:a16="http://schemas.microsoft.com/office/drawing/2014/main" id="{55C457FB-D5F9-4F70-AA97-77225BD05E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03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6986" name="Rectangle 132">
            <a:extLst>
              <a:ext uri="{FF2B5EF4-FFF2-40B4-BE49-F238E27FC236}">
                <a16:creationId xmlns:a16="http://schemas.microsoft.com/office/drawing/2014/main" id="{886BBADA-9CE2-4452-86A6-C90D80E916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3686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6987" name="Rectangle 140">
            <a:extLst>
              <a:ext uri="{FF2B5EF4-FFF2-40B4-BE49-F238E27FC236}">
                <a16:creationId xmlns:a16="http://schemas.microsoft.com/office/drawing/2014/main" id="{FABC54F3-A44B-4E30-987A-16179CB8DD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63696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6988" name="Rectangle 158">
            <a:extLst>
              <a:ext uri="{FF2B5EF4-FFF2-40B4-BE49-F238E27FC236}">
                <a16:creationId xmlns:a16="http://schemas.microsoft.com/office/drawing/2014/main" id="{80316F88-7ED0-4ACB-A78D-2E9A28153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1200" y="30226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26989" name="Picture 2" descr="Screen shot 2013-10-21 at 1.42.50 PM.png">
            <a:extLst>
              <a:ext uri="{FF2B5EF4-FFF2-40B4-BE49-F238E27FC236}">
                <a16:creationId xmlns:a16="http://schemas.microsoft.com/office/drawing/2014/main" id="{7EECA545-A4A7-49C1-A61D-F8101A9C071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9263" y="4764088"/>
            <a:ext cx="2397125" cy="187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6990" name="Picture 164" descr="Screen shot 2013-12-06 at 11.55.56 AM.png">
            <a:extLst>
              <a:ext uri="{FF2B5EF4-FFF2-40B4-BE49-F238E27FC236}">
                <a16:creationId xmlns:a16="http://schemas.microsoft.com/office/drawing/2014/main" id="{4F2D361A-B4A7-46D7-8D32-94C41AE33DA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75" y="4964113"/>
            <a:ext cx="1722438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6991" name="Rectangle 165">
            <a:extLst>
              <a:ext uri="{FF2B5EF4-FFF2-40B4-BE49-F238E27FC236}">
                <a16:creationId xmlns:a16="http://schemas.microsoft.com/office/drawing/2014/main" id="{6A8469C0-AE62-4C3F-97AE-100164D78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56007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6992" name="TextBox 1">
            <a:extLst>
              <a:ext uri="{FF2B5EF4-FFF2-40B4-BE49-F238E27FC236}">
                <a16:creationId xmlns:a16="http://schemas.microsoft.com/office/drawing/2014/main" id="{2C8F741A-FCC2-4F5B-8593-BF0CF32365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0075" y="5562600"/>
            <a:ext cx="539750" cy="4000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0</a:t>
            </a:r>
          </a:p>
        </p:txBody>
      </p:sp>
      <p:sp>
        <p:nvSpPr>
          <p:cNvPr id="126993" name="Rectangle 166">
            <a:extLst>
              <a:ext uri="{FF2B5EF4-FFF2-40B4-BE49-F238E27FC236}">
                <a16:creationId xmlns:a16="http://schemas.microsoft.com/office/drawing/2014/main" id="{DFAE6DEB-6922-40D9-B071-E407ADE64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6575" y="5605463"/>
            <a:ext cx="625475" cy="330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6994" name="Rectangle 155">
            <a:extLst>
              <a:ext uri="{FF2B5EF4-FFF2-40B4-BE49-F238E27FC236}">
                <a16:creationId xmlns:a16="http://schemas.microsoft.com/office/drawing/2014/main" id="{08023AAD-A61F-4CC6-8CF9-30ED2E2CF1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3021013"/>
            <a:ext cx="233363" cy="330200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6995" name="Rectangle 157">
            <a:extLst>
              <a:ext uri="{FF2B5EF4-FFF2-40B4-BE49-F238E27FC236}">
                <a16:creationId xmlns:a16="http://schemas.microsoft.com/office/drawing/2014/main" id="{B5B2C6CE-5FB2-4A9C-8BC1-7482FF2FF9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1500" y="5588000"/>
            <a:ext cx="231775" cy="330200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001" name="Group 13">
            <a:extLst>
              <a:ext uri="{FF2B5EF4-FFF2-40B4-BE49-F238E27FC236}">
                <a16:creationId xmlns:a16="http://schemas.microsoft.com/office/drawing/2014/main" id="{EBBF3BDD-55BB-4A9D-84D2-648AB7E02B21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28101" name="Rectangle 85">
              <a:extLst>
                <a:ext uri="{FF2B5EF4-FFF2-40B4-BE49-F238E27FC236}">
                  <a16:creationId xmlns:a16="http://schemas.microsoft.com/office/drawing/2014/main" id="{2FA50816-613D-4126-BA7A-9EA555A3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02" name="Rectangle 86">
              <a:extLst>
                <a:ext uri="{FF2B5EF4-FFF2-40B4-BE49-F238E27FC236}">
                  <a16:creationId xmlns:a16="http://schemas.microsoft.com/office/drawing/2014/main" id="{E5B2C355-5527-41C1-81E5-8405C157E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03" name="Rectangle 88">
              <a:extLst>
                <a:ext uri="{FF2B5EF4-FFF2-40B4-BE49-F238E27FC236}">
                  <a16:creationId xmlns:a16="http://schemas.microsoft.com/office/drawing/2014/main" id="{FA3A233A-0667-47DF-8C49-651B37216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04" name="Rectangle 89">
              <a:extLst>
                <a:ext uri="{FF2B5EF4-FFF2-40B4-BE49-F238E27FC236}">
                  <a16:creationId xmlns:a16="http://schemas.microsoft.com/office/drawing/2014/main" id="{A8DADC0D-EB83-4F06-A19F-405E48EEB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05" name="Rectangle 90">
              <a:extLst>
                <a:ext uri="{FF2B5EF4-FFF2-40B4-BE49-F238E27FC236}">
                  <a16:creationId xmlns:a16="http://schemas.microsoft.com/office/drawing/2014/main" id="{B5732513-BF34-467F-839B-D76F5C555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06" name="Rectangle 91">
              <a:extLst>
                <a:ext uri="{FF2B5EF4-FFF2-40B4-BE49-F238E27FC236}">
                  <a16:creationId xmlns:a16="http://schemas.microsoft.com/office/drawing/2014/main" id="{38C2AA3B-FA9C-42C2-8E45-E22F39CA1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07" name="Rectangle 92">
              <a:extLst>
                <a:ext uri="{FF2B5EF4-FFF2-40B4-BE49-F238E27FC236}">
                  <a16:creationId xmlns:a16="http://schemas.microsoft.com/office/drawing/2014/main" id="{9149B8EC-571E-4EC2-AF68-D0665DC4F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08" name="Rectangle 93">
              <a:extLst>
                <a:ext uri="{FF2B5EF4-FFF2-40B4-BE49-F238E27FC236}">
                  <a16:creationId xmlns:a16="http://schemas.microsoft.com/office/drawing/2014/main" id="{304AE991-273F-441B-9E7D-48510E85F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09" name="Rectangle 94">
              <a:extLst>
                <a:ext uri="{FF2B5EF4-FFF2-40B4-BE49-F238E27FC236}">
                  <a16:creationId xmlns:a16="http://schemas.microsoft.com/office/drawing/2014/main" id="{3E983D62-EE50-45C9-86B7-8D90F8D76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10" name="Rectangle 95">
              <a:extLst>
                <a:ext uri="{FF2B5EF4-FFF2-40B4-BE49-F238E27FC236}">
                  <a16:creationId xmlns:a16="http://schemas.microsoft.com/office/drawing/2014/main" id="{5A8D9B38-2CFD-4602-9493-2758B465C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11" name="Rectangle 96">
              <a:extLst>
                <a:ext uri="{FF2B5EF4-FFF2-40B4-BE49-F238E27FC236}">
                  <a16:creationId xmlns:a16="http://schemas.microsoft.com/office/drawing/2014/main" id="{DB253B0D-F506-4E4C-A11A-A3F5D7CD3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12" name="Rectangle 97">
              <a:extLst>
                <a:ext uri="{FF2B5EF4-FFF2-40B4-BE49-F238E27FC236}">
                  <a16:creationId xmlns:a16="http://schemas.microsoft.com/office/drawing/2014/main" id="{8607A1A2-AFAC-44A7-B684-7D6EE02BE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13" name="Rectangle 98">
              <a:extLst>
                <a:ext uri="{FF2B5EF4-FFF2-40B4-BE49-F238E27FC236}">
                  <a16:creationId xmlns:a16="http://schemas.microsoft.com/office/drawing/2014/main" id="{2F4CA3B1-6A50-4C82-B43E-A1B615BDA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14" name="Rectangle 99">
              <a:extLst>
                <a:ext uri="{FF2B5EF4-FFF2-40B4-BE49-F238E27FC236}">
                  <a16:creationId xmlns:a16="http://schemas.microsoft.com/office/drawing/2014/main" id="{BAAC3760-D4C9-4EB6-97B6-4BF28E126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15" name="Rectangle 100">
              <a:extLst>
                <a:ext uri="{FF2B5EF4-FFF2-40B4-BE49-F238E27FC236}">
                  <a16:creationId xmlns:a16="http://schemas.microsoft.com/office/drawing/2014/main" id="{EAE2737C-953B-4BE2-8959-963AFD284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16" name="Rectangle 101">
              <a:extLst>
                <a:ext uri="{FF2B5EF4-FFF2-40B4-BE49-F238E27FC236}">
                  <a16:creationId xmlns:a16="http://schemas.microsoft.com/office/drawing/2014/main" id="{E452D01D-4974-4ED3-B458-D4005DEA9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17" name="Rectangle 102">
              <a:extLst>
                <a:ext uri="{FF2B5EF4-FFF2-40B4-BE49-F238E27FC236}">
                  <a16:creationId xmlns:a16="http://schemas.microsoft.com/office/drawing/2014/main" id="{7CD79F38-F4E3-48D4-B4B1-93527FFD1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18" name="Rectangle 103">
              <a:extLst>
                <a:ext uri="{FF2B5EF4-FFF2-40B4-BE49-F238E27FC236}">
                  <a16:creationId xmlns:a16="http://schemas.microsoft.com/office/drawing/2014/main" id="{3652D5EB-C0CA-4199-8421-A69B22C5F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19" name="Rectangle 104">
              <a:extLst>
                <a:ext uri="{FF2B5EF4-FFF2-40B4-BE49-F238E27FC236}">
                  <a16:creationId xmlns:a16="http://schemas.microsoft.com/office/drawing/2014/main" id="{7FC78F5B-F2B9-4B83-8DED-761F7C2D1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20" name="Rectangle 105">
              <a:extLst>
                <a:ext uri="{FF2B5EF4-FFF2-40B4-BE49-F238E27FC236}">
                  <a16:creationId xmlns:a16="http://schemas.microsoft.com/office/drawing/2014/main" id="{64BA7797-4459-464E-A2F4-7C0988DB8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21" name="Rectangle 106">
              <a:extLst>
                <a:ext uri="{FF2B5EF4-FFF2-40B4-BE49-F238E27FC236}">
                  <a16:creationId xmlns:a16="http://schemas.microsoft.com/office/drawing/2014/main" id="{5061291E-FC9F-4BE6-9743-779904A95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22" name="Rectangle 107">
              <a:extLst>
                <a:ext uri="{FF2B5EF4-FFF2-40B4-BE49-F238E27FC236}">
                  <a16:creationId xmlns:a16="http://schemas.microsoft.com/office/drawing/2014/main" id="{C36BCAE3-3124-4026-9762-F5E6908DC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23" name="Rectangle 108">
              <a:extLst>
                <a:ext uri="{FF2B5EF4-FFF2-40B4-BE49-F238E27FC236}">
                  <a16:creationId xmlns:a16="http://schemas.microsoft.com/office/drawing/2014/main" id="{E4C6F13B-138B-49D7-9C26-5C5836320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24" name="Rectangle 109">
              <a:extLst>
                <a:ext uri="{FF2B5EF4-FFF2-40B4-BE49-F238E27FC236}">
                  <a16:creationId xmlns:a16="http://schemas.microsoft.com/office/drawing/2014/main" id="{1A02885F-903E-428A-A187-D10745C6B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25" name="Rectangle 112">
              <a:extLst>
                <a:ext uri="{FF2B5EF4-FFF2-40B4-BE49-F238E27FC236}">
                  <a16:creationId xmlns:a16="http://schemas.microsoft.com/office/drawing/2014/main" id="{43A55C82-900C-4864-BCBD-9E6DF7C1C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26" name="Rectangle 114">
              <a:extLst>
                <a:ext uri="{FF2B5EF4-FFF2-40B4-BE49-F238E27FC236}">
                  <a16:creationId xmlns:a16="http://schemas.microsoft.com/office/drawing/2014/main" id="{F890398E-CB77-40C4-8F78-6BE41E792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27" name="Rectangle 115">
              <a:extLst>
                <a:ext uri="{FF2B5EF4-FFF2-40B4-BE49-F238E27FC236}">
                  <a16:creationId xmlns:a16="http://schemas.microsoft.com/office/drawing/2014/main" id="{3722D0EC-6A27-4231-A863-80046E465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28" name="Rectangle 117">
              <a:extLst>
                <a:ext uri="{FF2B5EF4-FFF2-40B4-BE49-F238E27FC236}">
                  <a16:creationId xmlns:a16="http://schemas.microsoft.com/office/drawing/2014/main" id="{22BC36F1-EB97-4B9F-B38D-018D7F21B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29" name="Rectangle 120">
              <a:extLst>
                <a:ext uri="{FF2B5EF4-FFF2-40B4-BE49-F238E27FC236}">
                  <a16:creationId xmlns:a16="http://schemas.microsoft.com/office/drawing/2014/main" id="{9E795AF5-78D5-4F17-94D8-6650738A7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30" name="Rectangle 122">
              <a:extLst>
                <a:ext uri="{FF2B5EF4-FFF2-40B4-BE49-F238E27FC236}">
                  <a16:creationId xmlns:a16="http://schemas.microsoft.com/office/drawing/2014/main" id="{B616776C-F21D-49ED-8F76-FBCA13B0B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31" name="Rectangle 123">
              <a:extLst>
                <a:ext uri="{FF2B5EF4-FFF2-40B4-BE49-F238E27FC236}">
                  <a16:creationId xmlns:a16="http://schemas.microsoft.com/office/drawing/2014/main" id="{568A58AD-48B9-4D90-8300-08D2139C7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32" name="Rectangle 125">
              <a:extLst>
                <a:ext uri="{FF2B5EF4-FFF2-40B4-BE49-F238E27FC236}">
                  <a16:creationId xmlns:a16="http://schemas.microsoft.com/office/drawing/2014/main" id="{0CE11CE0-8B43-4E4F-A62F-B26DC0701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33" name="Rectangle 128">
              <a:extLst>
                <a:ext uri="{FF2B5EF4-FFF2-40B4-BE49-F238E27FC236}">
                  <a16:creationId xmlns:a16="http://schemas.microsoft.com/office/drawing/2014/main" id="{9347E797-2C6B-4986-9C7D-11FEB15C8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34" name="Rectangle 130">
              <a:extLst>
                <a:ext uri="{FF2B5EF4-FFF2-40B4-BE49-F238E27FC236}">
                  <a16:creationId xmlns:a16="http://schemas.microsoft.com/office/drawing/2014/main" id="{76DB610C-1BFC-47DF-B3CF-850E1B7CB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35" name="Rectangle 131">
              <a:extLst>
                <a:ext uri="{FF2B5EF4-FFF2-40B4-BE49-F238E27FC236}">
                  <a16:creationId xmlns:a16="http://schemas.microsoft.com/office/drawing/2014/main" id="{928D1B7D-D250-4978-8E19-3FB4CF9E2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36" name="Rectangle 133">
              <a:extLst>
                <a:ext uri="{FF2B5EF4-FFF2-40B4-BE49-F238E27FC236}">
                  <a16:creationId xmlns:a16="http://schemas.microsoft.com/office/drawing/2014/main" id="{F7615EE9-E486-41B2-A395-2E9AE4AEC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37" name="Rectangle 136">
              <a:extLst>
                <a:ext uri="{FF2B5EF4-FFF2-40B4-BE49-F238E27FC236}">
                  <a16:creationId xmlns:a16="http://schemas.microsoft.com/office/drawing/2014/main" id="{AB4AA2D2-3B01-4A9D-B47B-20DFE20D8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38" name="Rectangle 138">
              <a:extLst>
                <a:ext uri="{FF2B5EF4-FFF2-40B4-BE49-F238E27FC236}">
                  <a16:creationId xmlns:a16="http://schemas.microsoft.com/office/drawing/2014/main" id="{93CBFF5C-71B5-48D8-BB35-0D8E71ABE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39" name="Rectangle 139">
              <a:extLst>
                <a:ext uri="{FF2B5EF4-FFF2-40B4-BE49-F238E27FC236}">
                  <a16:creationId xmlns:a16="http://schemas.microsoft.com/office/drawing/2014/main" id="{70D3F5C8-5B45-4483-8612-E33BC52E1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8002" name="Group 69">
            <a:extLst>
              <a:ext uri="{FF2B5EF4-FFF2-40B4-BE49-F238E27FC236}">
                <a16:creationId xmlns:a16="http://schemas.microsoft.com/office/drawing/2014/main" id="{760C6168-899A-48AA-85BE-30F28CEAA0C3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28021" name="Rectangle 4">
              <a:extLst>
                <a:ext uri="{FF2B5EF4-FFF2-40B4-BE49-F238E27FC236}">
                  <a16:creationId xmlns:a16="http://schemas.microsoft.com/office/drawing/2014/main" id="{67B71BBE-F05B-46D7-A203-BAC06BDAB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22" name="Rectangle 5">
              <a:extLst>
                <a:ext uri="{FF2B5EF4-FFF2-40B4-BE49-F238E27FC236}">
                  <a16:creationId xmlns:a16="http://schemas.microsoft.com/office/drawing/2014/main" id="{55887ED9-DBF4-4935-BD69-F6E7F29DB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23" name="Rectangle 6">
              <a:extLst>
                <a:ext uri="{FF2B5EF4-FFF2-40B4-BE49-F238E27FC236}">
                  <a16:creationId xmlns:a16="http://schemas.microsoft.com/office/drawing/2014/main" id="{2E155C0F-B76E-4FBC-907F-618C3C458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24" name="Rectangle 7">
              <a:extLst>
                <a:ext uri="{FF2B5EF4-FFF2-40B4-BE49-F238E27FC236}">
                  <a16:creationId xmlns:a16="http://schemas.microsoft.com/office/drawing/2014/main" id="{024D4D64-90B0-4FCD-A7CE-E0ADB12D8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25" name="Rectangle 8">
              <a:extLst>
                <a:ext uri="{FF2B5EF4-FFF2-40B4-BE49-F238E27FC236}">
                  <a16:creationId xmlns:a16="http://schemas.microsoft.com/office/drawing/2014/main" id="{E99FC5EB-63F4-4CF6-9156-60103AFB2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26" name="Rectangle 9">
              <a:extLst>
                <a:ext uri="{FF2B5EF4-FFF2-40B4-BE49-F238E27FC236}">
                  <a16:creationId xmlns:a16="http://schemas.microsoft.com/office/drawing/2014/main" id="{3322D5AA-AD69-48F8-8CC0-1BEC5CBCE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27" name="Rectangle 10">
              <a:extLst>
                <a:ext uri="{FF2B5EF4-FFF2-40B4-BE49-F238E27FC236}">
                  <a16:creationId xmlns:a16="http://schemas.microsoft.com/office/drawing/2014/main" id="{176EE0F8-DFF0-41E6-A6C1-54412EF54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28" name="Rectangle 11">
              <a:extLst>
                <a:ext uri="{FF2B5EF4-FFF2-40B4-BE49-F238E27FC236}">
                  <a16:creationId xmlns:a16="http://schemas.microsoft.com/office/drawing/2014/main" id="{914E885A-E22E-453C-A433-2F5738EF7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29" name="Rectangle 12">
              <a:extLst>
                <a:ext uri="{FF2B5EF4-FFF2-40B4-BE49-F238E27FC236}">
                  <a16:creationId xmlns:a16="http://schemas.microsoft.com/office/drawing/2014/main" id="{11614965-EE37-4E52-8DA0-A9B9DFE26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30" name="Rectangle 13">
              <a:extLst>
                <a:ext uri="{FF2B5EF4-FFF2-40B4-BE49-F238E27FC236}">
                  <a16:creationId xmlns:a16="http://schemas.microsoft.com/office/drawing/2014/main" id="{E86C9127-762F-4866-AF92-BCC189406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31" name="Rectangle 14">
              <a:extLst>
                <a:ext uri="{FF2B5EF4-FFF2-40B4-BE49-F238E27FC236}">
                  <a16:creationId xmlns:a16="http://schemas.microsoft.com/office/drawing/2014/main" id="{0D8DEA2B-EEFF-4D3E-A660-12C77F2A2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32" name="Rectangle 15">
              <a:extLst>
                <a:ext uri="{FF2B5EF4-FFF2-40B4-BE49-F238E27FC236}">
                  <a16:creationId xmlns:a16="http://schemas.microsoft.com/office/drawing/2014/main" id="{01CDA54D-1630-4E21-8316-C768E30BE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33" name="Rectangle 16">
              <a:extLst>
                <a:ext uri="{FF2B5EF4-FFF2-40B4-BE49-F238E27FC236}">
                  <a16:creationId xmlns:a16="http://schemas.microsoft.com/office/drawing/2014/main" id="{09763441-6467-4C88-8678-D1874EABD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34" name="Rectangle 17">
              <a:extLst>
                <a:ext uri="{FF2B5EF4-FFF2-40B4-BE49-F238E27FC236}">
                  <a16:creationId xmlns:a16="http://schemas.microsoft.com/office/drawing/2014/main" id="{E7944057-E9A1-4A53-B19F-34B42FB92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35" name="Rectangle 18">
              <a:extLst>
                <a:ext uri="{FF2B5EF4-FFF2-40B4-BE49-F238E27FC236}">
                  <a16:creationId xmlns:a16="http://schemas.microsoft.com/office/drawing/2014/main" id="{E7E09BA8-091A-4B8B-BB31-1F4B2208D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36" name="Rectangle 19">
              <a:extLst>
                <a:ext uri="{FF2B5EF4-FFF2-40B4-BE49-F238E27FC236}">
                  <a16:creationId xmlns:a16="http://schemas.microsoft.com/office/drawing/2014/main" id="{676F79EE-A580-4625-853D-D1E945237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37" name="Rectangle 20">
              <a:extLst>
                <a:ext uri="{FF2B5EF4-FFF2-40B4-BE49-F238E27FC236}">
                  <a16:creationId xmlns:a16="http://schemas.microsoft.com/office/drawing/2014/main" id="{7FAE8EF3-F200-402B-A7FE-7907701D3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38" name="Rectangle 21">
              <a:extLst>
                <a:ext uri="{FF2B5EF4-FFF2-40B4-BE49-F238E27FC236}">
                  <a16:creationId xmlns:a16="http://schemas.microsoft.com/office/drawing/2014/main" id="{27E28C7F-DD93-4F1A-A298-9FA5AB33C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39" name="Rectangle 22">
              <a:extLst>
                <a:ext uri="{FF2B5EF4-FFF2-40B4-BE49-F238E27FC236}">
                  <a16:creationId xmlns:a16="http://schemas.microsoft.com/office/drawing/2014/main" id="{CB600F69-1B6A-4DEA-B455-8AC4CC324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40" name="Rectangle 23">
              <a:extLst>
                <a:ext uri="{FF2B5EF4-FFF2-40B4-BE49-F238E27FC236}">
                  <a16:creationId xmlns:a16="http://schemas.microsoft.com/office/drawing/2014/main" id="{463843BA-8E7C-43CA-80FA-90BD21512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41" name="Rectangle 24">
              <a:extLst>
                <a:ext uri="{FF2B5EF4-FFF2-40B4-BE49-F238E27FC236}">
                  <a16:creationId xmlns:a16="http://schemas.microsoft.com/office/drawing/2014/main" id="{F0A871FE-035D-46E2-A581-499C104F5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42" name="Rectangle 25">
              <a:extLst>
                <a:ext uri="{FF2B5EF4-FFF2-40B4-BE49-F238E27FC236}">
                  <a16:creationId xmlns:a16="http://schemas.microsoft.com/office/drawing/2014/main" id="{ACB63CB1-1A2A-4E8C-B219-734388D09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43" name="Rectangle 26">
              <a:extLst>
                <a:ext uri="{FF2B5EF4-FFF2-40B4-BE49-F238E27FC236}">
                  <a16:creationId xmlns:a16="http://schemas.microsoft.com/office/drawing/2014/main" id="{E760C100-58A2-4BF0-B1D3-D4CEBA58F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44" name="Rectangle 27">
              <a:extLst>
                <a:ext uri="{FF2B5EF4-FFF2-40B4-BE49-F238E27FC236}">
                  <a16:creationId xmlns:a16="http://schemas.microsoft.com/office/drawing/2014/main" id="{781D15CA-BCFA-4AFE-8F8F-5F252E3C2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45" name="Rectangle 28">
              <a:extLst>
                <a:ext uri="{FF2B5EF4-FFF2-40B4-BE49-F238E27FC236}">
                  <a16:creationId xmlns:a16="http://schemas.microsoft.com/office/drawing/2014/main" id="{8B4B78DE-AE02-4411-8FF8-1A77AE760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46" name="Rectangle 29">
              <a:extLst>
                <a:ext uri="{FF2B5EF4-FFF2-40B4-BE49-F238E27FC236}">
                  <a16:creationId xmlns:a16="http://schemas.microsoft.com/office/drawing/2014/main" id="{848933FD-6DED-4CA2-BAFF-29F4B6503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47" name="Rectangle 30">
              <a:extLst>
                <a:ext uri="{FF2B5EF4-FFF2-40B4-BE49-F238E27FC236}">
                  <a16:creationId xmlns:a16="http://schemas.microsoft.com/office/drawing/2014/main" id="{F78ECB28-E73F-4C4B-A96D-7C3894A66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48" name="Rectangle 31">
              <a:extLst>
                <a:ext uri="{FF2B5EF4-FFF2-40B4-BE49-F238E27FC236}">
                  <a16:creationId xmlns:a16="http://schemas.microsoft.com/office/drawing/2014/main" id="{1B1D702F-85A9-4B6F-9804-66A942929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49" name="Rectangle 32">
              <a:extLst>
                <a:ext uri="{FF2B5EF4-FFF2-40B4-BE49-F238E27FC236}">
                  <a16:creationId xmlns:a16="http://schemas.microsoft.com/office/drawing/2014/main" id="{A3511AC4-11F6-4093-B187-5CA465CAF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50" name="Rectangle 33">
              <a:extLst>
                <a:ext uri="{FF2B5EF4-FFF2-40B4-BE49-F238E27FC236}">
                  <a16:creationId xmlns:a16="http://schemas.microsoft.com/office/drawing/2014/main" id="{65FABCA9-6BC9-49E5-9D05-AD16D4D48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51" name="Rectangle 34">
              <a:extLst>
                <a:ext uri="{FF2B5EF4-FFF2-40B4-BE49-F238E27FC236}">
                  <a16:creationId xmlns:a16="http://schemas.microsoft.com/office/drawing/2014/main" id="{787936AE-EEF7-4E54-A366-7B3687309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52" name="Rectangle 35">
              <a:extLst>
                <a:ext uri="{FF2B5EF4-FFF2-40B4-BE49-F238E27FC236}">
                  <a16:creationId xmlns:a16="http://schemas.microsoft.com/office/drawing/2014/main" id="{7A284592-1E0E-4EFA-9968-B9E28B1FE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53" name="Rectangle 36">
              <a:extLst>
                <a:ext uri="{FF2B5EF4-FFF2-40B4-BE49-F238E27FC236}">
                  <a16:creationId xmlns:a16="http://schemas.microsoft.com/office/drawing/2014/main" id="{4EE0ED8E-DE25-446A-AF09-0DFB1E8D6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54" name="Rectangle 37">
              <a:extLst>
                <a:ext uri="{FF2B5EF4-FFF2-40B4-BE49-F238E27FC236}">
                  <a16:creationId xmlns:a16="http://schemas.microsoft.com/office/drawing/2014/main" id="{60D32000-0D16-4BD3-A8A0-02495CD1A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55" name="Rectangle 38">
              <a:extLst>
                <a:ext uri="{FF2B5EF4-FFF2-40B4-BE49-F238E27FC236}">
                  <a16:creationId xmlns:a16="http://schemas.microsoft.com/office/drawing/2014/main" id="{4B3261B8-C867-4FF0-9519-D3987243D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56" name="Rectangle 39">
              <a:extLst>
                <a:ext uri="{FF2B5EF4-FFF2-40B4-BE49-F238E27FC236}">
                  <a16:creationId xmlns:a16="http://schemas.microsoft.com/office/drawing/2014/main" id="{7BDE3969-F842-4E48-8BB9-F496ECAE8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57" name="Rectangle 40">
              <a:extLst>
                <a:ext uri="{FF2B5EF4-FFF2-40B4-BE49-F238E27FC236}">
                  <a16:creationId xmlns:a16="http://schemas.microsoft.com/office/drawing/2014/main" id="{2206022C-5E04-451C-9F43-0F8884E21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58" name="Rectangle 41">
              <a:extLst>
                <a:ext uri="{FF2B5EF4-FFF2-40B4-BE49-F238E27FC236}">
                  <a16:creationId xmlns:a16="http://schemas.microsoft.com/office/drawing/2014/main" id="{F297DE58-0D86-4C87-8032-849636FC2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59" name="Rectangle 42">
              <a:extLst>
                <a:ext uri="{FF2B5EF4-FFF2-40B4-BE49-F238E27FC236}">
                  <a16:creationId xmlns:a16="http://schemas.microsoft.com/office/drawing/2014/main" id="{B3C68CD8-33F1-4898-8093-0F07B4FA3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60" name="Rectangle 43">
              <a:extLst>
                <a:ext uri="{FF2B5EF4-FFF2-40B4-BE49-F238E27FC236}">
                  <a16:creationId xmlns:a16="http://schemas.microsoft.com/office/drawing/2014/main" id="{48FD1A1F-1774-4732-B074-1DC5313AF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61" name="Rectangle 44">
              <a:extLst>
                <a:ext uri="{FF2B5EF4-FFF2-40B4-BE49-F238E27FC236}">
                  <a16:creationId xmlns:a16="http://schemas.microsoft.com/office/drawing/2014/main" id="{420E6FC7-6A19-4E14-A6A8-9C7837A8B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62" name="Rectangle 45">
              <a:extLst>
                <a:ext uri="{FF2B5EF4-FFF2-40B4-BE49-F238E27FC236}">
                  <a16:creationId xmlns:a16="http://schemas.microsoft.com/office/drawing/2014/main" id="{0A22C279-315C-405F-81FF-0B00173B8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63" name="Rectangle 46">
              <a:extLst>
                <a:ext uri="{FF2B5EF4-FFF2-40B4-BE49-F238E27FC236}">
                  <a16:creationId xmlns:a16="http://schemas.microsoft.com/office/drawing/2014/main" id="{464934E3-B38F-47FB-8475-14CF5529B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64" name="Rectangle 47">
              <a:extLst>
                <a:ext uri="{FF2B5EF4-FFF2-40B4-BE49-F238E27FC236}">
                  <a16:creationId xmlns:a16="http://schemas.microsoft.com/office/drawing/2014/main" id="{075D2113-5417-459C-B124-766ACDC8E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65" name="Rectangle 48">
              <a:extLst>
                <a:ext uri="{FF2B5EF4-FFF2-40B4-BE49-F238E27FC236}">
                  <a16:creationId xmlns:a16="http://schemas.microsoft.com/office/drawing/2014/main" id="{0A4F1083-497A-4BA7-AA63-A22D3BA58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66" name="Rectangle 49">
              <a:extLst>
                <a:ext uri="{FF2B5EF4-FFF2-40B4-BE49-F238E27FC236}">
                  <a16:creationId xmlns:a16="http://schemas.microsoft.com/office/drawing/2014/main" id="{D5DA3442-306C-414E-976E-11A8133E8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67" name="Rectangle 50">
              <a:extLst>
                <a:ext uri="{FF2B5EF4-FFF2-40B4-BE49-F238E27FC236}">
                  <a16:creationId xmlns:a16="http://schemas.microsoft.com/office/drawing/2014/main" id="{CA1D87CD-A680-4DC9-987C-3B7007E78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68" name="Rectangle 51">
              <a:extLst>
                <a:ext uri="{FF2B5EF4-FFF2-40B4-BE49-F238E27FC236}">
                  <a16:creationId xmlns:a16="http://schemas.microsoft.com/office/drawing/2014/main" id="{327F5542-E2E8-464B-8FB0-6381A93CC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69" name="Rectangle 52">
              <a:extLst>
                <a:ext uri="{FF2B5EF4-FFF2-40B4-BE49-F238E27FC236}">
                  <a16:creationId xmlns:a16="http://schemas.microsoft.com/office/drawing/2014/main" id="{0040B3A2-B49D-4B4F-87B4-3762F6896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70" name="Rectangle 53">
              <a:extLst>
                <a:ext uri="{FF2B5EF4-FFF2-40B4-BE49-F238E27FC236}">
                  <a16:creationId xmlns:a16="http://schemas.microsoft.com/office/drawing/2014/main" id="{B3CB2DC4-422C-4FE8-A43B-C91272666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71" name="Rectangle 54">
              <a:extLst>
                <a:ext uri="{FF2B5EF4-FFF2-40B4-BE49-F238E27FC236}">
                  <a16:creationId xmlns:a16="http://schemas.microsoft.com/office/drawing/2014/main" id="{927F7F76-F39F-43F0-87B5-6DE326F97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72" name="Rectangle 55">
              <a:extLst>
                <a:ext uri="{FF2B5EF4-FFF2-40B4-BE49-F238E27FC236}">
                  <a16:creationId xmlns:a16="http://schemas.microsoft.com/office/drawing/2014/main" id="{F1BD434F-7A1E-4B9A-8098-2A39522DE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73" name="Rectangle 56">
              <a:extLst>
                <a:ext uri="{FF2B5EF4-FFF2-40B4-BE49-F238E27FC236}">
                  <a16:creationId xmlns:a16="http://schemas.microsoft.com/office/drawing/2014/main" id="{D1795765-0BA9-4C99-A3B6-CB41ED445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74" name="Rectangle 57">
              <a:extLst>
                <a:ext uri="{FF2B5EF4-FFF2-40B4-BE49-F238E27FC236}">
                  <a16:creationId xmlns:a16="http://schemas.microsoft.com/office/drawing/2014/main" id="{EB2C9A0D-D401-4EAC-9851-80212B45E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75" name="Rectangle 58">
              <a:extLst>
                <a:ext uri="{FF2B5EF4-FFF2-40B4-BE49-F238E27FC236}">
                  <a16:creationId xmlns:a16="http://schemas.microsoft.com/office/drawing/2014/main" id="{8647FEAB-0173-4C86-A3D0-BD677843F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76" name="Rectangle 59">
              <a:extLst>
                <a:ext uri="{FF2B5EF4-FFF2-40B4-BE49-F238E27FC236}">
                  <a16:creationId xmlns:a16="http://schemas.microsoft.com/office/drawing/2014/main" id="{F5D518FD-2EEA-472D-9894-A6C6BA9D2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77" name="Rectangle 60">
              <a:extLst>
                <a:ext uri="{FF2B5EF4-FFF2-40B4-BE49-F238E27FC236}">
                  <a16:creationId xmlns:a16="http://schemas.microsoft.com/office/drawing/2014/main" id="{17ED7A7E-8143-44F3-BC95-A6DDB9E28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78" name="Rectangle 61">
              <a:extLst>
                <a:ext uri="{FF2B5EF4-FFF2-40B4-BE49-F238E27FC236}">
                  <a16:creationId xmlns:a16="http://schemas.microsoft.com/office/drawing/2014/main" id="{2C6A2034-5C46-44AF-82CC-31CD717C5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79" name="Rectangle 62">
              <a:extLst>
                <a:ext uri="{FF2B5EF4-FFF2-40B4-BE49-F238E27FC236}">
                  <a16:creationId xmlns:a16="http://schemas.microsoft.com/office/drawing/2014/main" id="{6524BCF9-88ED-40A7-9FB0-F0C2B4479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80" name="Rectangle 63">
              <a:extLst>
                <a:ext uri="{FF2B5EF4-FFF2-40B4-BE49-F238E27FC236}">
                  <a16:creationId xmlns:a16="http://schemas.microsoft.com/office/drawing/2014/main" id="{7656F420-2D44-4511-B64A-3A2967F9D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81" name="Rectangle 64">
              <a:extLst>
                <a:ext uri="{FF2B5EF4-FFF2-40B4-BE49-F238E27FC236}">
                  <a16:creationId xmlns:a16="http://schemas.microsoft.com/office/drawing/2014/main" id="{58BB4380-12AF-4562-8A0C-AC8CF92C1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82" name="Rectangle 65">
              <a:extLst>
                <a:ext uri="{FF2B5EF4-FFF2-40B4-BE49-F238E27FC236}">
                  <a16:creationId xmlns:a16="http://schemas.microsoft.com/office/drawing/2014/main" id="{5E50165B-BB07-46D8-A80E-60F08BC49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83" name="Rectangle 66">
              <a:extLst>
                <a:ext uri="{FF2B5EF4-FFF2-40B4-BE49-F238E27FC236}">
                  <a16:creationId xmlns:a16="http://schemas.microsoft.com/office/drawing/2014/main" id="{F1589585-1FFE-4C23-9408-3AD66A66B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84" name="Rectangle 67">
              <a:extLst>
                <a:ext uri="{FF2B5EF4-FFF2-40B4-BE49-F238E27FC236}">
                  <a16:creationId xmlns:a16="http://schemas.microsoft.com/office/drawing/2014/main" id="{1A69210F-4CF2-41AE-91F4-99E5E1BB4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85" name="Rectangle 68">
              <a:extLst>
                <a:ext uri="{FF2B5EF4-FFF2-40B4-BE49-F238E27FC236}">
                  <a16:creationId xmlns:a16="http://schemas.microsoft.com/office/drawing/2014/main" id="{D2F0A0A2-C3D9-46AE-843B-A20671229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86" name="Rectangle 69">
              <a:extLst>
                <a:ext uri="{FF2B5EF4-FFF2-40B4-BE49-F238E27FC236}">
                  <a16:creationId xmlns:a16="http://schemas.microsoft.com/office/drawing/2014/main" id="{E7FBC830-4943-4BC6-8395-A2C58D7FC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87" name="Rectangle 70">
              <a:extLst>
                <a:ext uri="{FF2B5EF4-FFF2-40B4-BE49-F238E27FC236}">
                  <a16:creationId xmlns:a16="http://schemas.microsoft.com/office/drawing/2014/main" id="{0191AAAA-6A1F-4F50-9A4D-D8D950015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88" name="Rectangle 71">
              <a:extLst>
                <a:ext uri="{FF2B5EF4-FFF2-40B4-BE49-F238E27FC236}">
                  <a16:creationId xmlns:a16="http://schemas.microsoft.com/office/drawing/2014/main" id="{FD36C573-1E0F-4CAD-834D-EB3283A9F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89" name="Rectangle 72">
              <a:extLst>
                <a:ext uri="{FF2B5EF4-FFF2-40B4-BE49-F238E27FC236}">
                  <a16:creationId xmlns:a16="http://schemas.microsoft.com/office/drawing/2014/main" id="{A88BDA65-570B-457A-BAEC-762F4BF9E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90" name="Rectangle 73">
              <a:extLst>
                <a:ext uri="{FF2B5EF4-FFF2-40B4-BE49-F238E27FC236}">
                  <a16:creationId xmlns:a16="http://schemas.microsoft.com/office/drawing/2014/main" id="{F3C8F5AF-3C45-42CC-82C6-F20A980F4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91" name="Rectangle 74">
              <a:extLst>
                <a:ext uri="{FF2B5EF4-FFF2-40B4-BE49-F238E27FC236}">
                  <a16:creationId xmlns:a16="http://schemas.microsoft.com/office/drawing/2014/main" id="{F4D903E9-DC85-4E3F-BCB6-87FDBFCF4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92" name="Rectangle 75">
              <a:extLst>
                <a:ext uri="{FF2B5EF4-FFF2-40B4-BE49-F238E27FC236}">
                  <a16:creationId xmlns:a16="http://schemas.microsoft.com/office/drawing/2014/main" id="{01260466-16BB-459E-B6E0-3A7CE53F7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93" name="Rectangle 76">
              <a:extLst>
                <a:ext uri="{FF2B5EF4-FFF2-40B4-BE49-F238E27FC236}">
                  <a16:creationId xmlns:a16="http://schemas.microsoft.com/office/drawing/2014/main" id="{7720DBBA-95EF-43C8-B2CA-2FD577435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94" name="Rectangle 77">
              <a:extLst>
                <a:ext uri="{FF2B5EF4-FFF2-40B4-BE49-F238E27FC236}">
                  <a16:creationId xmlns:a16="http://schemas.microsoft.com/office/drawing/2014/main" id="{5F3C3108-19B3-48EE-9BE6-783F98A42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95" name="Rectangle 78">
              <a:extLst>
                <a:ext uri="{FF2B5EF4-FFF2-40B4-BE49-F238E27FC236}">
                  <a16:creationId xmlns:a16="http://schemas.microsoft.com/office/drawing/2014/main" id="{3C37471F-5B2C-4AB7-8FEC-12FD260FE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96" name="Rectangle 79">
              <a:extLst>
                <a:ext uri="{FF2B5EF4-FFF2-40B4-BE49-F238E27FC236}">
                  <a16:creationId xmlns:a16="http://schemas.microsoft.com/office/drawing/2014/main" id="{5A694607-34A3-4875-AEC2-5C6F608E6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97" name="Rectangle 80">
              <a:extLst>
                <a:ext uri="{FF2B5EF4-FFF2-40B4-BE49-F238E27FC236}">
                  <a16:creationId xmlns:a16="http://schemas.microsoft.com/office/drawing/2014/main" id="{C4288C17-22EE-458A-8F71-55FB3718F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98" name="Rectangle 81">
              <a:extLst>
                <a:ext uri="{FF2B5EF4-FFF2-40B4-BE49-F238E27FC236}">
                  <a16:creationId xmlns:a16="http://schemas.microsoft.com/office/drawing/2014/main" id="{C9AA57B8-EF9F-4DAF-B0E4-9DA6C1FC3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099" name="Rectangle 82">
              <a:extLst>
                <a:ext uri="{FF2B5EF4-FFF2-40B4-BE49-F238E27FC236}">
                  <a16:creationId xmlns:a16="http://schemas.microsoft.com/office/drawing/2014/main" id="{CF924EF9-EE0B-465C-8A99-3060D14C9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100" name="Rectangle 83">
              <a:extLst>
                <a:ext uri="{FF2B5EF4-FFF2-40B4-BE49-F238E27FC236}">
                  <a16:creationId xmlns:a16="http://schemas.microsoft.com/office/drawing/2014/main" id="{7BEEE263-39C1-495D-8BB2-6139EB726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28003" name="Rectangle 2">
            <a:extLst>
              <a:ext uri="{FF2B5EF4-FFF2-40B4-BE49-F238E27FC236}">
                <a16:creationId xmlns:a16="http://schemas.microsoft.com/office/drawing/2014/main" id="{8EA9E40D-1BAE-49DE-80FD-67CD329848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28004" name="Rectangle 110">
            <a:extLst>
              <a:ext uri="{FF2B5EF4-FFF2-40B4-BE49-F238E27FC236}">
                <a16:creationId xmlns:a16="http://schemas.microsoft.com/office/drawing/2014/main" id="{8E6298F3-B698-4E58-B9B2-EDBD0F54D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8005" name="Rectangle 118">
            <a:extLst>
              <a:ext uri="{FF2B5EF4-FFF2-40B4-BE49-F238E27FC236}">
                <a16:creationId xmlns:a16="http://schemas.microsoft.com/office/drawing/2014/main" id="{A8DA597E-2078-4EA1-8A5D-8587AE061E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8006" name="Rectangle 126">
            <a:extLst>
              <a:ext uri="{FF2B5EF4-FFF2-40B4-BE49-F238E27FC236}">
                <a16:creationId xmlns:a16="http://schemas.microsoft.com/office/drawing/2014/main" id="{3FC549F7-98A7-40EA-90CE-FF83DE9573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8007" name="Rectangle 134">
            <a:extLst>
              <a:ext uri="{FF2B5EF4-FFF2-40B4-BE49-F238E27FC236}">
                <a16:creationId xmlns:a16="http://schemas.microsoft.com/office/drawing/2014/main" id="{C0458281-F3C7-4C2E-B5B3-4800C4C9C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8008" name="Rectangle 116">
            <a:extLst>
              <a:ext uri="{FF2B5EF4-FFF2-40B4-BE49-F238E27FC236}">
                <a16:creationId xmlns:a16="http://schemas.microsoft.com/office/drawing/2014/main" id="{65A6B799-9802-4C63-A318-F2AA4CB75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28305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8009" name="Rectangle 124">
            <a:extLst>
              <a:ext uri="{FF2B5EF4-FFF2-40B4-BE49-F238E27FC236}">
                <a16:creationId xmlns:a16="http://schemas.microsoft.com/office/drawing/2014/main" id="{9B413F0D-478E-4900-810A-D8F8A2F448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03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8010" name="Rectangle 132">
            <a:extLst>
              <a:ext uri="{FF2B5EF4-FFF2-40B4-BE49-F238E27FC236}">
                <a16:creationId xmlns:a16="http://schemas.microsoft.com/office/drawing/2014/main" id="{2DC26A16-99AA-470F-BBC8-16DD7D168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3686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8011" name="Rectangle 140">
            <a:extLst>
              <a:ext uri="{FF2B5EF4-FFF2-40B4-BE49-F238E27FC236}">
                <a16:creationId xmlns:a16="http://schemas.microsoft.com/office/drawing/2014/main" id="{823AB443-688C-40FA-9151-17951790A4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63696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8012" name="Rectangle 158">
            <a:extLst>
              <a:ext uri="{FF2B5EF4-FFF2-40B4-BE49-F238E27FC236}">
                <a16:creationId xmlns:a16="http://schemas.microsoft.com/office/drawing/2014/main" id="{E77D19FF-D6AA-4939-9888-786C798EE2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1200" y="30226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28013" name="Picture 2" descr="Screen shot 2013-10-21 at 1.42.50 PM.png">
            <a:extLst>
              <a:ext uri="{FF2B5EF4-FFF2-40B4-BE49-F238E27FC236}">
                <a16:creationId xmlns:a16="http://schemas.microsoft.com/office/drawing/2014/main" id="{10C15E88-6011-4F79-A68E-241961759F2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9263" y="4764088"/>
            <a:ext cx="2397125" cy="187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8014" name="Picture 164" descr="Screen shot 2013-12-06 at 11.55.56 AM.png">
            <a:extLst>
              <a:ext uri="{FF2B5EF4-FFF2-40B4-BE49-F238E27FC236}">
                <a16:creationId xmlns:a16="http://schemas.microsoft.com/office/drawing/2014/main" id="{4DDC6B58-BAC0-42DA-9BC3-3DF9EF31D44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75" y="4964113"/>
            <a:ext cx="1722438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8015" name="Rectangle 165">
            <a:extLst>
              <a:ext uri="{FF2B5EF4-FFF2-40B4-BE49-F238E27FC236}">
                <a16:creationId xmlns:a16="http://schemas.microsoft.com/office/drawing/2014/main" id="{BE8B2AC8-B19E-4BCA-B518-9557B9AC72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56007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8016" name="TextBox 1">
            <a:extLst>
              <a:ext uri="{FF2B5EF4-FFF2-40B4-BE49-F238E27FC236}">
                <a16:creationId xmlns:a16="http://schemas.microsoft.com/office/drawing/2014/main" id="{C92D1931-877A-4EBC-8E40-438511586F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0075" y="5562600"/>
            <a:ext cx="539750" cy="4000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0</a:t>
            </a:r>
          </a:p>
        </p:txBody>
      </p:sp>
      <p:sp>
        <p:nvSpPr>
          <p:cNvPr id="128017" name="Rectangle 166">
            <a:extLst>
              <a:ext uri="{FF2B5EF4-FFF2-40B4-BE49-F238E27FC236}">
                <a16:creationId xmlns:a16="http://schemas.microsoft.com/office/drawing/2014/main" id="{5C3CC87A-E8B6-4614-B689-0AD345790B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6575" y="5605463"/>
            <a:ext cx="625475" cy="330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8018" name="Rectangle 155">
            <a:extLst>
              <a:ext uri="{FF2B5EF4-FFF2-40B4-BE49-F238E27FC236}">
                <a16:creationId xmlns:a16="http://schemas.microsoft.com/office/drawing/2014/main" id="{71C38B6D-2E36-4977-BB69-2710EC0D7F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3021013"/>
            <a:ext cx="233363" cy="330200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8019" name="Rectangle 157">
            <a:extLst>
              <a:ext uri="{FF2B5EF4-FFF2-40B4-BE49-F238E27FC236}">
                <a16:creationId xmlns:a16="http://schemas.microsoft.com/office/drawing/2014/main" id="{6F1F757A-BB95-42D3-8F0F-3DBC5F358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1500" y="5588000"/>
            <a:ext cx="231775" cy="330200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8020" name="Rectangle 159">
            <a:extLst>
              <a:ext uri="{FF2B5EF4-FFF2-40B4-BE49-F238E27FC236}">
                <a16:creationId xmlns:a16="http://schemas.microsoft.com/office/drawing/2014/main" id="{95850913-3645-4989-B057-A0AB40A78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7950" y="5586413"/>
            <a:ext cx="231775" cy="330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025" name="Group 13">
            <a:extLst>
              <a:ext uri="{FF2B5EF4-FFF2-40B4-BE49-F238E27FC236}">
                <a16:creationId xmlns:a16="http://schemas.microsoft.com/office/drawing/2014/main" id="{0D6F6C5F-C8F5-463E-8FED-F79C36276DC7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29129" name="Rectangle 85">
              <a:extLst>
                <a:ext uri="{FF2B5EF4-FFF2-40B4-BE49-F238E27FC236}">
                  <a16:creationId xmlns:a16="http://schemas.microsoft.com/office/drawing/2014/main" id="{B8A67B87-CF3D-4A6F-AD7E-787D80AA4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30" name="Rectangle 86">
              <a:extLst>
                <a:ext uri="{FF2B5EF4-FFF2-40B4-BE49-F238E27FC236}">
                  <a16:creationId xmlns:a16="http://schemas.microsoft.com/office/drawing/2014/main" id="{C48B97F7-89BD-4965-B14E-FD734FD68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31" name="Rectangle 88">
              <a:extLst>
                <a:ext uri="{FF2B5EF4-FFF2-40B4-BE49-F238E27FC236}">
                  <a16:creationId xmlns:a16="http://schemas.microsoft.com/office/drawing/2014/main" id="{6970F75F-F359-4DF9-B482-DD7272C4A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32" name="Rectangle 89">
              <a:extLst>
                <a:ext uri="{FF2B5EF4-FFF2-40B4-BE49-F238E27FC236}">
                  <a16:creationId xmlns:a16="http://schemas.microsoft.com/office/drawing/2014/main" id="{A49B4EDE-7000-490C-83C3-3507756D2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33" name="Rectangle 90">
              <a:extLst>
                <a:ext uri="{FF2B5EF4-FFF2-40B4-BE49-F238E27FC236}">
                  <a16:creationId xmlns:a16="http://schemas.microsoft.com/office/drawing/2014/main" id="{95192F0A-2A11-42FA-9675-CF5DE9F0A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34" name="Rectangle 91">
              <a:extLst>
                <a:ext uri="{FF2B5EF4-FFF2-40B4-BE49-F238E27FC236}">
                  <a16:creationId xmlns:a16="http://schemas.microsoft.com/office/drawing/2014/main" id="{9D57F256-0CF4-423B-A502-0AF52B9B2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35" name="Rectangle 92">
              <a:extLst>
                <a:ext uri="{FF2B5EF4-FFF2-40B4-BE49-F238E27FC236}">
                  <a16:creationId xmlns:a16="http://schemas.microsoft.com/office/drawing/2014/main" id="{D35FF903-1C96-455B-8F2C-1039D7B19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36" name="Rectangle 93">
              <a:extLst>
                <a:ext uri="{FF2B5EF4-FFF2-40B4-BE49-F238E27FC236}">
                  <a16:creationId xmlns:a16="http://schemas.microsoft.com/office/drawing/2014/main" id="{B1CDA0D5-1283-4609-BB8B-1A4F573AA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37" name="Rectangle 94">
              <a:extLst>
                <a:ext uri="{FF2B5EF4-FFF2-40B4-BE49-F238E27FC236}">
                  <a16:creationId xmlns:a16="http://schemas.microsoft.com/office/drawing/2014/main" id="{BE9C514D-D7F2-4359-967F-AF763B264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38" name="Rectangle 95">
              <a:extLst>
                <a:ext uri="{FF2B5EF4-FFF2-40B4-BE49-F238E27FC236}">
                  <a16:creationId xmlns:a16="http://schemas.microsoft.com/office/drawing/2014/main" id="{47F15981-3E5D-4489-BBD2-BDBB6C4C9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39" name="Rectangle 96">
              <a:extLst>
                <a:ext uri="{FF2B5EF4-FFF2-40B4-BE49-F238E27FC236}">
                  <a16:creationId xmlns:a16="http://schemas.microsoft.com/office/drawing/2014/main" id="{FB44FE2E-A06E-41B6-9B58-FAB52BF31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40" name="Rectangle 97">
              <a:extLst>
                <a:ext uri="{FF2B5EF4-FFF2-40B4-BE49-F238E27FC236}">
                  <a16:creationId xmlns:a16="http://schemas.microsoft.com/office/drawing/2014/main" id="{084E7486-E9AA-41E5-8A02-2F1A7164A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41" name="Rectangle 98">
              <a:extLst>
                <a:ext uri="{FF2B5EF4-FFF2-40B4-BE49-F238E27FC236}">
                  <a16:creationId xmlns:a16="http://schemas.microsoft.com/office/drawing/2014/main" id="{5701E3D3-B6D4-471D-B1D0-6319F6606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42" name="Rectangle 99">
              <a:extLst>
                <a:ext uri="{FF2B5EF4-FFF2-40B4-BE49-F238E27FC236}">
                  <a16:creationId xmlns:a16="http://schemas.microsoft.com/office/drawing/2014/main" id="{31967B06-F15F-4B7A-BEA0-B18EA99A5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43" name="Rectangle 100">
              <a:extLst>
                <a:ext uri="{FF2B5EF4-FFF2-40B4-BE49-F238E27FC236}">
                  <a16:creationId xmlns:a16="http://schemas.microsoft.com/office/drawing/2014/main" id="{80E01DDC-5BF9-46C7-821F-8B829FB55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44" name="Rectangle 101">
              <a:extLst>
                <a:ext uri="{FF2B5EF4-FFF2-40B4-BE49-F238E27FC236}">
                  <a16:creationId xmlns:a16="http://schemas.microsoft.com/office/drawing/2014/main" id="{C715FB8C-51CA-4ECC-BDF1-5669E3388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45" name="Rectangle 102">
              <a:extLst>
                <a:ext uri="{FF2B5EF4-FFF2-40B4-BE49-F238E27FC236}">
                  <a16:creationId xmlns:a16="http://schemas.microsoft.com/office/drawing/2014/main" id="{BAB37954-E817-47B5-8A96-4505D718F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46" name="Rectangle 103">
              <a:extLst>
                <a:ext uri="{FF2B5EF4-FFF2-40B4-BE49-F238E27FC236}">
                  <a16:creationId xmlns:a16="http://schemas.microsoft.com/office/drawing/2014/main" id="{F4A7B640-7C83-404E-AEC6-F089593CD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47" name="Rectangle 104">
              <a:extLst>
                <a:ext uri="{FF2B5EF4-FFF2-40B4-BE49-F238E27FC236}">
                  <a16:creationId xmlns:a16="http://schemas.microsoft.com/office/drawing/2014/main" id="{AB103250-6B3E-4586-BB0A-32EEBD493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48" name="Rectangle 105">
              <a:extLst>
                <a:ext uri="{FF2B5EF4-FFF2-40B4-BE49-F238E27FC236}">
                  <a16:creationId xmlns:a16="http://schemas.microsoft.com/office/drawing/2014/main" id="{6825186C-96E6-4F94-8442-6573A0275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49" name="Rectangle 106">
              <a:extLst>
                <a:ext uri="{FF2B5EF4-FFF2-40B4-BE49-F238E27FC236}">
                  <a16:creationId xmlns:a16="http://schemas.microsoft.com/office/drawing/2014/main" id="{B67D1E94-1948-4A7C-9F58-258AADC72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50" name="Rectangle 107">
              <a:extLst>
                <a:ext uri="{FF2B5EF4-FFF2-40B4-BE49-F238E27FC236}">
                  <a16:creationId xmlns:a16="http://schemas.microsoft.com/office/drawing/2014/main" id="{C7713047-24EA-45A8-8767-169A207FC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51" name="Rectangle 108">
              <a:extLst>
                <a:ext uri="{FF2B5EF4-FFF2-40B4-BE49-F238E27FC236}">
                  <a16:creationId xmlns:a16="http://schemas.microsoft.com/office/drawing/2014/main" id="{5E3BA92B-4A7B-4F7A-AB82-248CEA904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52" name="Rectangle 109">
              <a:extLst>
                <a:ext uri="{FF2B5EF4-FFF2-40B4-BE49-F238E27FC236}">
                  <a16:creationId xmlns:a16="http://schemas.microsoft.com/office/drawing/2014/main" id="{628FD127-6A09-401A-ACF2-8A94C69A1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53" name="Rectangle 112">
              <a:extLst>
                <a:ext uri="{FF2B5EF4-FFF2-40B4-BE49-F238E27FC236}">
                  <a16:creationId xmlns:a16="http://schemas.microsoft.com/office/drawing/2014/main" id="{E783F7F0-A2A7-48F3-A00C-F81883AA5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54" name="Rectangle 114">
              <a:extLst>
                <a:ext uri="{FF2B5EF4-FFF2-40B4-BE49-F238E27FC236}">
                  <a16:creationId xmlns:a16="http://schemas.microsoft.com/office/drawing/2014/main" id="{9DB54787-42FD-4366-B401-5F2BCC9A2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55" name="Rectangle 115">
              <a:extLst>
                <a:ext uri="{FF2B5EF4-FFF2-40B4-BE49-F238E27FC236}">
                  <a16:creationId xmlns:a16="http://schemas.microsoft.com/office/drawing/2014/main" id="{7B9FCF58-AA35-4ABF-9003-3214CA36A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56" name="Rectangle 117">
              <a:extLst>
                <a:ext uri="{FF2B5EF4-FFF2-40B4-BE49-F238E27FC236}">
                  <a16:creationId xmlns:a16="http://schemas.microsoft.com/office/drawing/2014/main" id="{4771FE1C-4492-42DA-A44E-2CE7867FD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57" name="Rectangle 120">
              <a:extLst>
                <a:ext uri="{FF2B5EF4-FFF2-40B4-BE49-F238E27FC236}">
                  <a16:creationId xmlns:a16="http://schemas.microsoft.com/office/drawing/2014/main" id="{D781F0C3-2146-4BB7-86FE-07CB55D36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58" name="Rectangle 122">
              <a:extLst>
                <a:ext uri="{FF2B5EF4-FFF2-40B4-BE49-F238E27FC236}">
                  <a16:creationId xmlns:a16="http://schemas.microsoft.com/office/drawing/2014/main" id="{F4EDA0DB-2ADC-4846-9E40-886672BAE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59" name="Rectangle 123">
              <a:extLst>
                <a:ext uri="{FF2B5EF4-FFF2-40B4-BE49-F238E27FC236}">
                  <a16:creationId xmlns:a16="http://schemas.microsoft.com/office/drawing/2014/main" id="{E864BB95-C246-4181-8B0C-76A769760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60" name="Rectangle 125">
              <a:extLst>
                <a:ext uri="{FF2B5EF4-FFF2-40B4-BE49-F238E27FC236}">
                  <a16:creationId xmlns:a16="http://schemas.microsoft.com/office/drawing/2014/main" id="{36A9CA84-86AB-4C30-8A90-FDA709D7E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61" name="Rectangle 128">
              <a:extLst>
                <a:ext uri="{FF2B5EF4-FFF2-40B4-BE49-F238E27FC236}">
                  <a16:creationId xmlns:a16="http://schemas.microsoft.com/office/drawing/2014/main" id="{AF822465-9A90-4DA8-96DC-D9F8C3503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62" name="Rectangle 130">
              <a:extLst>
                <a:ext uri="{FF2B5EF4-FFF2-40B4-BE49-F238E27FC236}">
                  <a16:creationId xmlns:a16="http://schemas.microsoft.com/office/drawing/2014/main" id="{70640559-2D6E-4C32-BEA9-7096BF23F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63" name="Rectangle 131">
              <a:extLst>
                <a:ext uri="{FF2B5EF4-FFF2-40B4-BE49-F238E27FC236}">
                  <a16:creationId xmlns:a16="http://schemas.microsoft.com/office/drawing/2014/main" id="{32C712FB-DDD8-4EE4-90D7-FD0AFB20E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64" name="Rectangle 133">
              <a:extLst>
                <a:ext uri="{FF2B5EF4-FFF2-40B4-BE49-F238E27FC236}">
                  <a16:creationId xmlns:a16="http://schemas.microsoft.com/office/drawing/2014/main" id="{0FC95B9A-7C14-4F7B-B098-EA043D45E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65" name="Rectangle 136">
              <a:extLst>
                <a:ext uri="{FF2B5EF4-FFF2-40B4-BE49-F238E27FC236}">
                  <a16:creationId xmlns:a16="http://schemas.microsoft.com/office/drawing/2014/main" id="{A0ED0E65-0E85-46EA-AB9A-8FEBF6F4D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66" name="Rectangle 138">
              <a:extLst>
                <a:ext uri="{FF2B5EF4-FFF2-40B4-BE49-F238E27FC236}">
                  <a16:creationId xmlns:a16="http://schemas.microsoft.com/office/drawing/2014/main" id="{F49B16B5-4636-492D-B430-87B2E3BFD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67" name="Rectangle 139">
              <a:extLst>
                <a:ext uri="{FF2B5EF4-FFF2-40B4-BE49-F238E27FC236}">
                  <a16:creationId xmlns:a16="http://schemas.microsoft.com/office/drawing/2014/main" id="{B64703A1-17EF-4F1E-8FC3-C03C87E16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9026" name="Group 69">
            <a:extLst>
              <a:ext uri="{FF2B5EF4-FFF2-40B4-BE49-F238E27FC236}">
                <a16:creationId xmlns:a16="http://schemas.microsoft.com/office/drawing/2014/main" id="{5A03E580-779A-4F37-8824-3A16647E7675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29049" name="Rectangle 4">
              <a:extLst>
                <a:ext uri="{FF2B5EF4-FFF2-40B4-BE49-F238E27FC236}">
                  <a16:creationId xmlns:a16="http://schemas.microsoft.com/office/drawing/2014/main" id="{A2E33073-9D0E-41A8-993B-B8BC2BA80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50" name="Rectangle 5">
              <a:extLst>
                <a:ext uri="{FF2B5EF4-FFF2-40B4-BE49-F238E27FC236}">
                  <a16:creationId xmlns:a16="http://schemas.microsoft.com/office/drawing/2014/main" id="{3CB226E5-A535-4AA1-A659-6C43DC535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51" name="Rectangle 6">
              <a:extLst>
                <a:ext uri="{FF2B5EF4-FFF2-40B4-BE49-F238E27FC236}">
                  <a16:creationId xmlns:a16="http://schemas.microsoft.com/office/drawing/2014/main" id="{8CF1931F-AE49-4899-9183-54C42EB6C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52" name="Rectangle 7">
              <a:extLst>
                <a:ext uri="{FF2B5EF4-FFF2-40B4-BE49-F238E27FC236}">
                  <a16:creationId xmlns:a16="http://schemas.microsoft.com/office/drawing/2014/main" id="{E5CC33C8-4B03-411B-A6C8-184255062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53" name="Rectangle 8">
              <a:extLst>
                <a:ext uri="{FF2B5EF4-FFF2-40B4-BE49-F238E27FC236}">
                  <a16:creationId xmlns:a16="http://schemas.microsoft.com/office/drawing/2014/main" id="{EE67B73F-007A-4602-B135-63ED81CB3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54" name="Rectangle 9">
              <a:extLst>
                <a:ext uri="{FF2B5EF4-FFF2-40B4-BE49-F238E27FC236}">
                  <a16:creationId xmlns:a16="http://schemas.microsoft.com/office/drawing/2014/main" id="{3A6E7ABE-EDF8-4223-89BA-1C4D46C9F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55" name="Rectangle 10">
              <a:extLst>
                <a:ext uri="{FF2B5EF4-FFF2-40B4-BE49-F238E27FC236}">
                  <a16:creationId xmlns:a16="http://schemas.microsoft.com/office/drawing/2014/main" id="{6955A5FF-0BBD-48BC-A376-C03F36223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56" name="Rectangle 11">
              <a:extLst>
                <a:ext uri="{FF2B5EF4-FFF2-40B4-BE49-F238E27FC236}">
                  <a16:creationId xmlns:a16="http://schemas.microsoft.com/office/drawing/2014/main" id="{1CA06C63-A94E-4C37-BB45-785CF0837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57" name="Rectangle 12">
              <a:extLst>
                <a:ext uri="{FF2B5EF4-FFF2-40B4-BE49-F238E27FC236}">
                  <a16:creationId xmlns:a16="http://schemas.microsoft.com/office/drawing/2014/main" id="{70218345-A6BF-4D4A-B208-4D3F38E1A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58" name="Rectangle 13">
              <a:extLst>
                <a:ext uri="{FF2B5EF4-FFF2-40B4-BE49-F238E27FC236}">
                  <a16:creationId xmlns:a16="http://schemas.microsoft.com/office/drawing/2014/main" id="{36424217-43A4-42B9-9867-9C6F0944B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59" name="Rectangle 14">
              <a:extLst>
                <a:ext uri="{FF2B5EF4-FFF2-40B4-BE49-F238E27FC236}">
                  <a16:creationId xmlns:a16="http://schemas.microsoft.com/office/drawing/2014/main" id="{C380F51B-F03C-4D39-9F22-FD8C7F6F4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60" name="Rectangle 15">
              <a:extLst>
                <a:ext uri="{FF2B5EF4-FFF2-40B4-BE49-F238E27FC236}">
                  <a16:creationId xmlns:a16="http://schemas.microsoft.com/office/drawing/2014/main" id="{90EFEC76-B63B-4CA9-9213-5110E057A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61" name="Rectangle 16">
              <a:extLst>
                <a:ext uri="{FF2B5EF4-FFF2-40B4-BE49-F238E27FC236}">
                  <a16:creationId xmlns:a16="http://schemas.microsoft.com/office/drawing/2014/main" id="{3AE3ACB6-D4C9-4FF5-8047-FD1D1CCBD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62" name="Rectangle 17">
              <a:extLst>
                <a:ext uri="{FF2B5EF4-FFF2-40B4-BE49-F238E27FC236}">
                  <a16:creationId xmlns:a16="http://schemas.microsoft.com/office/drawing/2014/main" id="{7D8D438A-6E6F-4E14-B531-54DF75B62A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63" name="Rectangle 18">
              <a:extLst>
                <a:ext uri="{FF2B5EF4-FFF2-40B4-BE49-F238E27FC236}">
                  <a16:creationId xmlns:a16="http://schemas.microsoft.com/office/drawing/2014/main" id="{A5AD97CB-220E-4BC6-8CD5-72DD99AC0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64" name="Rectangle 19">
              <a:extLst>
                <a:ext uri="{FF2B5EF4-FFF2-40B4-BE49-F238E27FC236}">
                  <a16:creationId xmlns:a16="http://schemas.microsoft.com/office/drawing/2014/main" id="{5F7D8D8C-5667-414E-9E44-F903461B6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65" name="Rectangle 20">
              <a:extLst>
                <a:ext uri="{FF2B5EF4-FFF2-40B4-BE49-F238E27FC236}">
                  <a16:creationId xmlns:a16="http://schemas.microsoft.com/office/drawing/2014/main" id="{6CDCC0C1-1B8E-48F8-BA97-C19D8B9A9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66" name="Rectangle 21">
              <a:extLst>
                <a:ext uri="{FF2B5EF4-FFF2-40B4-BE49-F238E27FC236}">
                  <a16:creationId xmlns:a16="http://schemas.microsoft.com/office/drawing/2014/main" id="{1F36E817-A4B8-4DB5-9743-90D033DE0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67" name="Rectangle 22">
              <a:extLst>
                <a:ext uri="{FF2B5EF4-FFF2-40B4-BE49-F238E27FC236}">
                  <a16:creationId xmlns:a16="http://schemas.microsoft.com/office/drawing/2014/main" id="{1A99CE47-65BF-4D87-A1B8-2249D1CD9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68" name="Rectangle 23">
              <a:extLst>
                <a:ext uri="{FF2B5EF4-FFF2-40B4-BE49-F238E27FC236}">
                  <a16:creationId xmlns:a16="http://schemas.microsoft.com/office/drawing/2014/main" id="{58B9C75A-0822-4762-A9AE-8FB300EF3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69" name="Rectangle 24">
              <a:extLst>
                <a:ext uri="{FF2B5EF4-FFF2-40B4-BE49-F238E27FC236}">
                  <a16:creationId xmlns:a16="http://schemas.microsoft.com/office/drawing/2014/main" id="{D338920F-4594-4E79-B92C-BC557ABA2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70" name="Rectangle 25">
              <a:extLst>
                <a:ext uri="{FF2B5EF4-FFF2-40B4-BE49-F238E27FC236}">
                  <a16:creationId xmlns:a16="http://schemas.microsoft.com/office/drawing/2014/main" id="{4C3C71FA-0D5B-4E8E-917A-EE092C2FB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71" name="Rectangle 26">
              <a:extLst>
                <a:ext uri="{FF2B5EF4-FFF2-40B4-BE49-F238E27FC236}">
                  <a16:creationId xmlns:a16="http://schemas.microsoft.com/office/drawing/2014/main" id="{F8E9032F-445F-45D1-AEC5-71E200FCD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72" name="Rectangle 27">
              <a:extLst>
                <a:ext uri="{FF2B5EF4-FFF2-40B4-BE49-F238E27FC236}">
                  <a16:creationId xmlns:a16="http://schemas.microsoft.com/office/drawing/2014/main" id="{A3808BFD-7139-4603-971B-17B1F94BC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73" name="Rectangle 28">
              <a:extLst>
                <a:ext uri="{FF2B5EF4-FFF2-40B4-BE49-F238E27FC236}">
                  <a16:creationId xmlns:a16="http://schemas.microsoft.com/office/drawing/2014/main" id="{B098D861-0353-4F6B-8FBF-CC5672EF8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74" name="Rectangle 29">
              <a:extLst>
                <a:ext uri="{FF2B5EF4-FFF2-40B4-BE49-F238E27FC236}">
                  <a16:creationId xmlns:a16="http://schemas.microsoft.com/office/drawing/2014/main" id="{ECC158E4-7F81-4C86-AA7B-5025F107E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75" name="Rectangle 30">
              <a:extLst>
                <a:ext uri="{FF2B5EF4-FFF2-40B4-BE49-F238E27FC236}">
                  <a16:creationId xmlns:a16="http://schemas.microsoft.com/office/drawing/2014/main" id="{9E831D41-8B76-4B46-B48C-E811C8D97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76" name="Rectangle 31">
              <a:extLst>
                <a:ext uri="{FF2B5EF4-FFF2-40B4-BE49-F238E27FC236}">
                  <a16:creationId xmlns:a16="http://schemas.microsoft.com/office/drawing/2014/main" id="{52068E2A-A4CF-4DF9-B5DA-471E6ACD3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77" name="Rectangle 32">
              <a:extLst>
                <a:ext uri="{FF2B5EF4-FFF2-40B4-BE49-F238E27FC236}">
                  <a16:creationId xmlns:a16="http://schemas.microsoft.com/office/drawing/2014/main" id="{D6FDE55F-D670-4E38-AAB1-0F3FE3587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78" name="Rectangle 33">
              <a:extLst>
                <a:ext uri="{FF2B5EF4-FFF2-40B4-BE49-F238E27FC236}">
                  <a16:creationId xmlns:a16="http://schemas.microsoft.com/office/drawing/2014/main" id="{21F23374-82B5-4BDB-8C61-990792955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79" name="Rectangle 34">
              <a:extLst>
                <a:ext uri="{FF2B5EF4-FFF2-40B4-BE49-F238E27FC236}">
                  <a16:creationId xmlns:a16="http://schemas.microsoft.com/office/drawing/2014/main" id="{5FDCBE13-ABB1-448B-9FB7-33D1167AC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80" name="Rectangle 35">
              <a:extLst>
                <a:ext uri="{FF2B5EF4-FFF2-40B4-BE49-F238E27FC236}">
                  <a16:creationId xmlns:a16="http://schemas.microsoft.com/office/drawing/2014/main" id="{DC4C1654-AD56-4638-9BB7-58F0980F4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81" name="Rectangle 36">
              <a:extLst>
                <a:ext uri="{FF2B5EF4-FFF2-40B4-BE49-F238E27FC236}">
                  <a16:creationId xmlns:a16="http://schemas.microsoft.com/office/drawing/2014/main" id="{127787AE-87BE-4288-8B67-05E78ABAC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82" name="Rectangle 37">
              <a:extLst>
                <a:ext uri="{FF2B5EF4-FFF2-40B4-BE49-F238E27FC236}">
                  <a16:creationId xmlns:a16="http://schemas.microsoft.com/office/drawing/2014/main" id="{7A027033-C288-458A-B39F-D6E1570DD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83" name="Rectangle 38">
              <a:extLst>
                <a:ext uri="{FF2B5EF4-FFF2-40B4-BE49-F238E27FC236}">
                  <a16:creationId xmlns:a16="http://schemas.microsoft.com/office/drawing/2014/main" id="{9D08BBB6-7578-4F00-A0ED-07DFD4631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84" name="Rectangle 39">
              <a:extLst>
                <a:ext uri="{FF2B5EF4-FFF2-40B4-BE49-F238E27FC236}">
                  <a16:creationId xmlns:a16="http://schemas.microsoft.com/office/drawing/2014/main" id="{5289B9DD-0930-4B6C-9578-8D271C1DE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85" name="Rectangle 40">
              <a:extLst>
                <a:ext uri="{FF2B5EF4-FFF2-40B4-BE49-F238E27FC236}">
                  <a16:creationId xmlns:a16="http://schemas.microsoft.com/office/drawing/2014/main" id="{A49DB5D7-FAEB-4336-8957-05812D9E4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86" name="Rectangle 41">
              <a:extLst>
                <a:ext uri="{FF2B5EF4-FFF2-40B4-BE49-F238E27FC236}">
                  <a16:creationId xmlns:a16="http://schemas.microsoft.com/office/drawing/2014/main" id="{A0AD0DDA-1621-4D04-AD09-0B792D5B6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87" name="Rectangle 42">
              <a:extLst>
                <a:ext uri="{FF2B5EF4-FFF2-40B4-BE49-F238E27FC236}">
                  <a16:creationId xmlns:a16="http://schemas.microsoft.com/office/drawing/2014/main" id="{95185C3C-12ED-4BD0-96D1-B3BFDA5E1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88" name="Rectangle 43">
              <a:extLst>
                <a:ext uri="{FF2B5EF4-FFF2-40B4-BE49-F238E27FC236}">
                  <a16:creationId xmlns:a16="http://schemas.microsoft.com/office/drawing/2014/main" id="{06235D1A-3818-4BB1-821B-84F06508A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89" name="Rectangle 44">
              <a:extLst>
                <a:ext uri="{FF2B5EF4-FFF2-40B4-BE49-F238E27FC236}">
                  <a16:creationId xmlns:a16="http://schemas.microsoft.com/office/drawing/2014/main" id="{081FBDAA-9CFF-443E-A3F5-A208712E5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90" name="Rectangle 45">
              <a:extLst>
                <a:ext uri="{FF2B5EF4-FFF2-40B4-BE49-F238E27FC236}">
                  <a16:creationId xmlns:a16="http://schemas.microsoft.com/office/drawing/2014/main" id="{B4DEE71F-2636-4A81-A63F-567EB720A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91" name="Rectangle 46">
              <a:extLst>
                <a:ext uri="{FF2B5EF4-FFF2-40B4-BE49-F238E27FC236}">
                  <a16:creationId xmlns:a16="http://schemas.microsoft.com/office/drawing/2014/main" id="{01605620-48E4-4674-9D0C-68292874A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92" name="Rectangle 47">
              <a:extLst>
                <a:ext uri="{FF2B5EF4-FFF2-40B4-BE49-F238E27FC236}">
                  <a16:creationId xmlns:a16="http://schemas.microsoft.com/office/drawing/2014/main" id="{756D5D2F-9305-42FB-8202-75A52F56B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93" name="Rectangle 48">
              <a:extLst>
                <a:ext uri="{FF2B5EF4-FFF2-40B4-BE49-F238E27FC236}">
                  <a16:creationId xmlns:a16="http://schemas.microsoft.com/office/drawing/2014/main" id="{381DC1EF-E503-451A-84A7-36BAD9506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94" name="Rectangle 49">
              <a:extLst>
                <a:ext uri="{FF2B5EF4-FFF2-40B4-BE49-F238E27FC236}">
                  <a16:creationId xmlns:a16="http://schemas.microsoft.com/office/drawing/2014/main" id="{C1E5B57B-4B53-48A7-A093-66EC2018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95" name="Rectangle 50">
              <a:extLst>
                <a:ext uri="{FF2B5EF4-FFF2-40B4-BE49-F238E27FC236}">
                  <a16:creationId xmlns:a16="http://schemas.microsoft.com/office/drawing/2014/main" id="{B38D5956-DCD7-4609-9035-A5AABACE7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96" name="Rectangle 51">
              <a:extLst>
                <a:ext uri="{FF2B5EF4-FFF2-40B4-BE49-F238E27FC236}">
                  <a16:creationId xmlns:a16="http://schemas.microsoft.com/office/drawing/2014/main" id="{8A1FEE71-8851-4414-9E24-541C83341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97" name="Rectangle 52">
              <a:extLst>
                <a:ext uri="{FF2B5EF4-FFF2-40B4-BE49-F238E27FC236}">
                  <a16:creationId xmlns:a16="http://schemas.microsoft.com/office/drawing/2014/main" id="{A2A67A06-F1A3-4D82-9527-659939525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98" name="Rectangle 53">
              <a:extLst>
                <a:ext uri="{FF2B5EF4-FFF2-40B4-BE49-F238E27FC236}">
                  <a16:creationId xmlns:a16="http://schemas.microsoft.com/office/drawing/2014/main" id="{13D8B55E-AF9F-4682-B800-DF30B7B93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099" name="Rectangle 54">
              <a:extLst>
                <a:ext uri="{FF2B5EF4-FFF2-40B4-BE49-F238E27FC236}">
                  <a16:creationId xmlns:a16="http://schemas.microsoft.com/office/drawing/2014/main" id="{CB447E36-DDD4-4C81-9708-2BC1061EE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00" name="Rectangle 55">
              <a:extLst>
                <a:ext uri="{FF2B5EF4-FFF2-40B4-BE49-F238E27FC236}">
                  <a16:creationId xmlns:a16="http://schemas.microsoft.com/office/drawing/2014/main" id="{8AD6D269-9EEA-43F1-A1A3-718045B37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01" name="Rectangle 56">
              <a:extLst>
                <a:ext uri="{FF2B5EF4-FFF2-40B4-BE49-F238E27FC236}">
                  <a16:creationId xmlns:a16="http://schemas.microsoft.com/office/drawing/2014/main" id="{A3DC5FD8-BC32-4E9F-BCF2-A2320F912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02" name="Rectangle 57">
              <a:extLst>
                <a:ext uri="{FF2B5EF4-FFF2-40B4-BE49-F238E27FC236}">
                  <a16:creationId xmlns:a16="http://schemas.microsoft.com/office/drawing/2014/main" id="{52602D71-4F10-4794-B8F5-CF8D0C40E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03" name="Rectangle 58">
              <a:extLst>
                <a:ext uri="{FF2B5EF4-FFF2-40B4-BE49-F238E27FC236}">
                  <a16:creationId xmlns:a16="http://schemas.microsoft.com/office/drawing/2014/main" id="{74AD4A13-AA47-42E9-8235-0173F19CF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04" name="Rectangle 59">
              <a:extLst>
                <a:ext uri="{FF2B5EF4-FFF2-40B4-BE49-F238E27FC236}">
                  <a16:creationId xmlns:a16="http://schemas.microsoft.com/office/drawing/2014/main" id="{21F88552-80D3-4EBB-A45D-6E58D3E19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05" name="Rectangle 60">
              <a:extLst>
                <a:ext uri="{FF2B5EF4-FFF2-40B4-BE49-F238E27FC236}">
                  <a16:creationId xmlns:a16="http://schemas.microsoft.com/office/drawing/2014/main" id="{16CFCC94-9F27-4884-9834-AE2F6D035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06" name="Rectangle 61">
              <a:extLst>
                <a:ext uri="{FF2B5EF4-FFF2-40B4-BE49-F238E27FC236}">
                  <a16:creationId xmlns:a16="http://schemas.microsoft.com/office/drawing/2014/main" id="{670963D6-286F-45FF-A160-4CCA745D2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07" name="Rectangle 62">
              <a:extLst>
                <a:ext uri="{FF2B5EF4-FFF2-40B4-BE49-F238E27FC236}">
                  <a16:creationId xmlns:a16="http://schemas.microsoft.com/office/drawing/2014/main" id="{10437DF9-FB09-48F7-89E3-FF02548A4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08" name="Rectangle 63">
              <a:extLst>
                <a:ext uri="{FF2B5EF4-FFF2-40B4-BE49-F238E27FC236}">
                  <a16:creationId xmlns:a16="http://schemas.microsoft.com/office/drawing/2014/main" id="{E9A97A19-7080-4A1B-9FDE-0E3A45268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09" name="Rectangle 64">
              <a:extLst>
                <a:ext uri="{FF2B5EF4-FFF2-40B4-BE49-F238E27FC236}">
                  <a16:creationId xmlns:a16="http://schemas.microsoft.com/office/drawing/2014/main" id="{ACA55569-7E3B-41B7-9D11-860F1AF0C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10" name="Rectangle 65">
              <a:extLst>
                <a:ext uri="{FF2B5EF4-FFF2-40B4-BE49-F238E27FC236}">
                  <a16:creationId xmlns:a16="http://schemas.microsoft.com/office/drawing/2014/main" id="{9AD60562-CB86-4610-9F97-5F5D19E2C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11" name="Rectangle 66">
              <a:extLst>
                <a:ext uri="{FF2B5EF4-FFF2-40B4-BE49-F238E27FC236}">
                  <a16:creationId xmlns:a16="http://schemas.microsoft.com/office/drawing/2014/main" id="{ED670DF3-09C5-42B0-A697-52D7F2D3E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12" name="Rectangle 67">
              <a:extLst>
                <a:ext uri="{FF2B5EF4-FFF2-40B4-BE49-F238E27FC236}">
                  <a16:creationId xmlns:a16="http://schemas.microsoft.com/office/drawing/2014/main" id="{09AFB892-B0A7-4C8B-A7B4-D9C740273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13" name="Rectangle 68">
              <a:extLst>
                <a:ext uri="{FF2B5EF4-FFF2-40B4-BE49-F238E27FC236}">
                  <a16:creationId xmlns:a16="http://schemas.microsoft.com/office/drawing/2014/main" id="{4BF7061F-3E3A-4C69-8B51-F44F45E2A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14" name="Rectangle 69">
              <a:extLst>
                <a:ext uri="{FF2B5EF4-FFF2-40B4-BE49-F238E27FC236}">
                  <a16:creationId xmlns:a16="http://schemas.microsoft.com/office/drawing/2014/main" id="{3B89A542-EB4F-446B-8A52-E6DAF9EB4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15" name="Rectangle 70">
              <a:extLst>
                <a:ext uri="{FF2B5EF4-FFF2-40B4-BE49-F238E27FC236}">
                  <a16:creationId xmlns:a16="http://schemas.microsoft.com/office/drawing/2014/main" id="{AAC14991-4325-49EB-AB4A-C1AA4D94E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16" name="Rectangle 71">
              <a:extLst>
                <a:ext uri="{FF2B5EF4-FFF2-40B4-BE49-F238E27FC236}">
                  <a16:creationId xmlns:a16="http://schemas.microsoft.com/office/drawing/2014/main" id="{27CF7179-6648-45D7-9FD9-2DA079BD9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17" name="Rectangle 72">
              <a:extLst>
                <a:ext uri="{FF2B5EF4-FFF2-40B4-BE49-F238E27FC236}">
                  <a16:creationId xmlns:a16="http://schemas.microsoft.com/office/drawing/2014/main" id="{92BD3A14-011B-471F-A629-1DC6D65C3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18" name="Rectangle 73">
              <a:extLst>
                <a:ext uri="{FF2B5EF4-FFF2-40B4-BE49-F238E27FC236}">
                  <a16:creationId xmlns:a16="http://schemas.microsoft.com/office/drawing/2014/main" id="{55E47DDE-7052-4036-B637-81D86E92F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19" name="Rectangle 74">
              <a:extLst>
                <a:ext uri="{FF2B5EF4-FFF2-40B4-BE49-F238E27FC236}">
                  <a16:creationId xmlns:a16="http://schemas.microsoft.com/office/drawing/2014/main" id="{77F820B8-135C-4646-B59A-0E8097579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20" name="Rectangle 75">
              <a:extLst>
                <a:ext uri="{FF2B5EF4-FFF2-40B4-BE49-F238E27FC236}">
                  <a16:creationId xmlns:a16="http://schemas.microsoft.com/office/drawing/2014/main" id="{5DC0023B-54F3-49ED-A35D-FA6197C48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21" name="Rectangle 76">
              <a:extLst>
                <a:ext uri="{FF2B5EF4-FFF2-40B4-BE49-F238E27FC236}">
                  <a16:creationId xmlns:a16="http://schemas.microsoft.com/office/drawing/2014/main" id="{CC14AF6C-6F71-4164-9880-08351012F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22" name="Rectangle 77">
              <a:extLst>
                <a:ext uri="{FF2B5EF4-FFF2-40B4-BE49-F238E27FC236}">
                  <a16:creationId xmlns:a16="http://schemas.microsoft.com/office/drawing/2014/main" id="{A3479846-97E6-43FE-8FF7-F4F72E26E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23" name="Rectangle 78">
              <a:extLst>
                <a:ext uri="{FF2B5EF4-FFF2-40B4-BE49-F238E27FC236}">
                  <a16:creationId xmlns:a16="http://schemas.microsoft.com/office/drawing/2014/main" id="{C4C334F0-46EA-4236-A0E5-9E1AEF7A3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24" name="Rectangle 79">
              <a:extLst>
                <a:ext uri="{FF2B5EF4-FFF2-40B4-BE49-F238E27FC236}">
                  <a16:creationId xmlns:a16="http://schemas.microsoft.com/office/drawing/2014/main" id="{3471C998-2E9B-417B-9565-03D40E539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25" name="Rectangle 80">
              <a:extLst>
                <a:ext uri="{FF2B5EF4-FFF2-40B4-BE49-F238E27FC236}">
                  <a16:creationId xmlns:a16="http://schemas.microsoft.com/office/drawing/2014/main" id="{9D0A9725-3D6F-47A1-B1CA-F13CEC11C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26" name="Rectangle 81">
              <a:extLst>
                <a:ext uri="{FF2B5EF4-FFF2-40B4-BE49-F238E27FC236}">
                  <a16:creationId xmlns:a16="http://schemas.microsoft.com/office/drawing/2014/main" id="{1CB76470-753B-4EA7-8D09-F716C5241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27" name="Rectangle 82">
              <a:extLst>
                <a:ext uri="{FF2B5EF4-FFF2-40B4-BE49-F238E27FC236}">
                  <a16:creationId xmlns:a16="http://schemas.microsoft.com/office/drawing/2014/main" id="{2F6DF305-74C3-4C07-A53D-60C27C835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128" name="Rectangle 83">
              <a:extLst>
                <a:ext uri="{FF2B5EF4-FFF2-40B4-BE49-F238E27FC236}">
                  <a16:creationId xmlns:a16="http://schemas.microsoft.com/office/drawing/2014/main" id="{A2381A03-2A1A-4A4A-B3ED-D06FF9176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29027" name="Rectangle 2">
            <a:extLst>
              <a:ext uri="{FF2B5EF4-FFF2-40B4-BE49-F238E27FC236}">
                <a16:creationId xmlns:a16="http://schemas.microsoft.com/office/drawing/2014/main" id="{7746AC93-4FCA-455A-9B75-3A71759E5C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29028" name="Rectangle 110">
            <a:extLst>
              <a:ext uri="{FF2B5EF4-FFF2-40B4-BE49-F238E27FC236}">
                <a16:creationId xmlns:a16="http://schemas.microsoft.com/office/drawing/2014/main" id="{1968DC4F-5478-42D2-B834-99239D1A5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9029" name="Rectangle 118">
            <a:extLst>
              <a:ext uri="{FF2B5EF4-FFF2-40B4-BE49-F238E27FC236}">
                <a16:creationId xmlns:a16="http://schemas.microsoft.com/office/drawing/2014/main" id="{C984EBB4-D5D7-4078-A25D-58D70D0D0A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9030" name="Rectangle 126">
            <a:extLst>
              <a:ext uri="{FF2B5EF4-FFF2-40B4-BE49-F238E27FC236}">
                <a16:creationId xmlns:a16="http://schemas.microsoft.com/office/drawing/2014/main" id="{0478F8B7-DDB8-4882-BC28-74E4F92E0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9031" name="Rectangle 134">
            <a:extLst>
              <a:ext uri="{FF2B5EF4-FFF2-40B4-BE49-F238E27FC236}">
                <a16:creationId xmlns:a16="http://schemas.microsoft.com/office/drawing/2014/main" id="{C7C26430-C379-4BAF-A086-D429F84AB0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9032" name="Rectangle 116">
            <a:extLst>
              <a:ext uri="{FF2B5EF4-FFF2-40B4-BE49-F238E27FC236}">
                <a16:creationId xmlns:a16="http://schemas.microsoft.com/office/drawing/2014/main" id="{23FDB116-6ADD-4F8A-B219-68C5625DD2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28305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9033" name="Rectangle 124">
            <a:extLst>
              <a:ext uri="{FF2B5EF4-FFF2-40B4-BE49-F238E27FC236}">
                <a16:creationId xmlns:a16="http://schemas.microsoft.com/office/drawing/2014/main" id="{C76A1A8F-3414-41E0-916E-059B43BA4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03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9034" name="Rectangle 132">
            <a:extLst>
              <a:ext uri="{FF2B5EF4-FFF2-40B4-BE49-F238E27FC236}">
                <a16:creationId xmlns:a16="http://schemas.microsoft.com/office/drawing/2014/main" id="{4672BF72-2D1B-4E49-B224-4615D062C3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3686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9035" name="Rectangle 140">
            <a:extLst>
              <a:ext uri="{FF2B5EF4-FFF2-40B4-BE49-F238E27FC236}">
                <a16:creationId xmlns:a16="http://schemas.microsoft.com/office/drawing/2014/main" id="{86A42BFC-A197-43B7-AE70-1D04E22AA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63696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9036" name="Rectangle 158">
            <a:extLst>
              <a:ext uri="{FF2B5EF4-FFF2-40B4-BE49-F238E27FC236}">
                <a16:creationId xmlns:a16="http://schemas.microsoft.com/office/drawing/2014/main" id="{30D5D5CB-BC11-413A-9E8B-73694A843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1200" y="30226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29037" name="Picture 2" descr="Screen shot 2013-10-21 at 1.42.50 PM.png">
            <a:extLst>
              <a:ext uri="{FF2B5EF4-FFF2-40B4-BE49-F238E27FC236}">
                <a16:creationId xmlns:a16="http://schemas.microsoft.com/office/drawing/2014/main" id="{E00EF321-107A-480A-8FFF-447F266E84D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9263" y="4764088"/>
            <a:ext cx="2397125" cy="187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9038" name="Picture 164" descr="Screen shot 2013-12-06 at 11.55.56 AM.png">
            <a:extLst>
              <a:ext uri="{FF2B5EF4-FFF2-40B4-BE49-F238E27FC236}">
                <a16:creationId xmlns:a16="http://schemas.microsoft.com/office/drawing/2014/main" id="{28105A0C-5D8C-43B2-9D5D-53402860B02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75" y="4964113"/>
            <a:ext cx="1722438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9039" name="Rectangle 165">
            <a:extLst>
              <a:ext uri="{FF2B5EF4-FFF2-40B4-BE49-F238E27FC236}">
                <a16:creationId xmlns:a16="http://schemas.microsoft.com/office/drawing/2014/main" id="{346A3C65-3B37-4C09-B0FE-5271744D60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56007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9040" name="TextBox 1">
            <a:extLst>
              <a:ext uri="{FF2B5EF4-FFF2-40B4-BE49-F238E27FC236}">
                <a16:creationId xmlns:a16="http://schemas.microsoft.com/office/drawing/2014/main" id="{6BC94EE9-C277-45B2-89E5-B293332C57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0075" y="5562600"/>
            <a:ext cx="539750" cy="4000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0</a:t>
            </a:r>
          </a:p>
        </p:txBody>
      </p:sp>
      <p:sp>
        <p:nvSpPr>
          <p:cNvPr id="129041" name="Rectangle 166">
            <a:extLst>
              <a:ext uri="{FF2B5EF4-FFF2-40B4-BE49-F238E27FC236}">
                <a16:creationId xmlns:a16="http://schemas.microsoft.com/office/drawing/2014/main" id="{6A22E4EB-A6A5-407E-97D2-0105EC8528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6575" y="5605463"/>
            <a:ext cx="625475" cy="330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9042" name="Rectangle 155">
            <a:extLst>
              <a:ext uri="{FF2B5EF4-FFF2-40B4-BE49-F238E27FC236}">
                <a16:creationId xmlns:a16="http://schemas.microsoft.com/office/drawing/2014/main" id="{6422E3D6-607F-4F80-8342-0FA84FE9D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3021013"/>
            <a:ext cx="233363" cy="330200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9043" name="Rectangle 157">
            <a:extLst>
              <a:ext uri="{FF2B5EF4-FFF2-40B4-BE49-F238E27FC236}">
                <a16:creationId xmlns:a16="http://schemas.microsoft.com/office/drawing/2014/main" id="{13F87303-C124-41CA-A082-363531F77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1500" y="5588000"/>
            <a:ext cx="231775" cy="330200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9044" name="Rectangle 159">
            <a:extLst>
              <a:ext uri="{FF2B5EF4-FFF2-40B4-BE49-F238E27FC236}">
                <a16:creationId xmlns:a16="http://schemas.microsoft.com/office/drawing/2014/main" id="{009D5DE9-865A-4297-91F3-BCF606DE63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7950" y="5586413"/>
            <a:ext cx="231775" cy="330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9045" name="Rectangle 111">
            <a:extLst>
              <a:ext uri="{FF2B5EF4-FFF2-40B4-BE49-F238E27FC236}">
                <a16:creationId xmlns:a16="http://schemas.microsoft.com/office/drawing/2014/main" id="{105FEC5F-BC13-442D-82CA-820679B003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4638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129046" name="Straight Arrow Connector 168">
            <a:extLst>
              <a:ext uri="{FF2B5EF4-FFF2-40B4-BE49-F238E27FC236}">
                <a16:creationId xmlns:a16="http://schemas.microsoft.com/office/drawing/2014/main" id="{8259A8F1-BF23-43F5-A654-4B69796774D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1752600" y="3124200"/>
            <a:ext cx="4140200" cy="2476500"/>
          </a:xfrm>
          <a:prstGeom prst="straightConnector1">
            <a:avLst/>
          </a:prstGeom>
          <a:noFill/>
          <a:ln w="25400">
            <a:solidFill>
              <a:srgbClr val="008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9047" name="Straight Arrow Connector 169">
            <a:extLst>
              <a:ext uri="{FF2B5EF4-FFF2-40B4-BE49-F238E27FC236}">
                <a16:creationId xmlns:a16="http://schemas.microsoft.com/office/drawing/2014/main" id="{A573B633-038E-4E4D-A226-D7AD3D689857}"/>
              </a:ext>
            </a:extLst>
          </p:cNvPr>
          <p:cNvCxnSpPr>
            <a:cxnSpLocks noChangeShapeType="1"/>
            <a:endCxn id="129045" idx="3"/>
          </p:cNvCxnSpPr>
          <p:nvPr/>
        </p:nvCxnSpPr>
        <p:spPr bwMode="auto">
          <a:xfrm flipH="1" flipV="1">
            <a:off x="1754188" y="2959100"/>
            <a:ext cx="5961062" cy="2614613"/>
          </a:xfrm>
          <a:prstGeom prst="straightConnector1">
            <a:avLst/>
          </a:prstGeom>
          <a:noFill/>
          <a:ln w="25400">
            <a:solidFill>
              <a:srgbClr val="008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9048" name="TextBox 170">
            <a:extLst>
              <a:ext uri="{FF2B5EF4-FFF2-40B4-BE49-F238E27FC236}">
                <a16:creationId xmlns:a16="http://schemas.microsoft.com/office/drawing/2014/main" id="{8D8536A2-CC3F-44D3-8EFB-C7F910EB34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8" y="4921250"/>
            <a:ext cx="18351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Note that A = 00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049" name="Group 13">
            <a:extLst>
              <a:ext uri="{FF2B5EF4-FFF2-40B4-BE49-F238E27FC236}">
                <a16:creationId xmlns:a16="http://schemas.microsoft.com/office/drawing/2014/main" id="{1AADC4EF-23CD-44D4-9422-F677E1D7ECC9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30148" name="Rectangle 85">
              <a:extLst>
                <a:ext uri="{FF2B5EF4-FFF2-40B4-BE49-F238E27FC236}">
                  <a16:creationId xmlns:a16="http://schemas.microsoft.com/office/drawing/2014/main" id="{4F9F7C1E-1EC9-465D-A356-D698234CD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49" name="Rectangle 86">
              <a:extLst>
                <a:ext uri="{FF2B5EF4-FFF2-40B4-BE49-F238E27FC236}">
                  <a16:creationId xmlns:a16="http://schemas.microsoft.com/office/drawing/2014/main" id="{D6BB5015-28E4-4DA2-A93D-734D8EA38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50" name="Rectangle 88">
              <a:extLst>
                <a:ext uri="{FF2B5EF4-FFF2-40B4-BE49-F238E27FC236}">
                  <a16:creationId xmlns:a16="http://schemas.microsoft.com/office/drawing/2014/main" id="{427BE94F-BA3B-45C0-AA2F-BBC7268B7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51" name="Rectangle 89">
              <a:extLst>
                <a:ext uri="{FF2B5EF4-FFF2-40B4-BE49-F238E27FC236}">
                  <a16:creationId xmlns:a16="http://schemas.microsoft.com/office/drawing/2014/main" id="{2C580DE1-73D1-47EE-87A3-10FE35F17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52" name="Rectangle 90">
              <a:extLst>
                <a:ext uri="{FF2B5EF4-FFF2-40B4-BE49-F238E27FC236}">
                  <a16:creationId xmlns:a16="http://schemas.microsoft.com/office/drawing/2014/main" id="{B8BA46C6-2B8B-43BE-ADC0-059001711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53" name="Rectangle 91">
              <a:extLst>
                <a:ext uri="{FF2B5EF4-FFF2-40B4-BE49-F238E27FC236}">
                  <a16:creationId xmlns:a16="http://schemas.microsoft.com/office/drawing/2014/main" id="{79319757-237E-4944-9FF5-302E00170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54" name="Rectangle 92">
              <a:extLst>
                <a:ext uri="{FF2B5EF4-FFF2-40B4-BE49-F238E27FC236}">
                  <a16:creationId xmlns:a16="http://schemas.microsoft.com/office/drawing/2014/main" id="{8B99C727-9D55-4A56-A321-41811BEFC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55" name="Rectangle 93">
              <a:extLst>
                <a:ext uri="{FF2B5EF4-FFF2-40B4-BE49-F238E27FC236}">
                  <a16:creationId xmlns:a16="http://schemas.microsoft.com/office/drawing/2014/main" id="{9F512A70-3E43-49A1-B656-832149540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56" name="Rectangle 94">
              <a:extLst>
                <a:ext uri="{FF2B5EF4-FFF2-40B4-BE49-F238E27FC236}">
                  <a16:creationId xmlns:a16="http://schemas.microsoft.com/office/drawing/2014/main" id="{0A450F40-2116-45ED-931B-8E6F90F88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57" name="Rectangle 95">
              <a:extLst>
                <a:ext uri="{FF2B5EF4-FFF2-40B4-BE49-F238E27FC236}">
                  <a16:creationId xmlns:a16="http://schemas.microsoft.com/office/drawing/2014/main" id="{6CCCC2FD-5AD1-4FCA-BE89-2E95F4296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58" name="Rectangle 96">
              <a:extLst>
                <a:ext uri="{FF2B5EF4-FFF2-40B4-BE49-F238E27FC236}">
                  <a16:creationId xmlns:a16="http://schemas.microsoft.com/office/drawing/2014/main" id="{EE98A224-7C95-4EF4-88D8-D43AABCD0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59" name="Rectangle 97">
              <a:extLst>
                <a:ext uri="{FF2B5EF4-FFF2-40B4-BE49-F238E27FC236}">
                  <a16:creationId xmlns:a16="http://schemas.microsoft.com/office/drawing/2014/main" id="{3DCD0C11-8C94-4646-8A9A-74BAFDE39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60" name="Rectangle 98">
              <a:extLst>
                <a:ext uri="{FF2B5EF4-FFF2-40B4-BE49-F238E27FC236}">
                  <a16:creationId xmlns:a16="http://schemas.microsoft.com/office/drawing/2014/main" id="{2B1AE4A4-8937-4570-A44D-B4E163E4D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61" name="Rectangle 99">
              <a:extLst>
                <a:ext uri="{FF2B5EF4-FFF2-40B4-BE49-F238E27FC236}">
                  <a16:creationId xmlns:a16="http://schemas.microsoft.com/office/drawing/2014/main" id="{40B4BAD1-168B-47BC-B2F5-60B7548AD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62" name="Rectangle 100">
              <a:extLst>
                <a:ext uri="{FF2B5EF4-FFF2-40B4-BE49-F238E27FC236}">
                  <a16:creationId xmlns:a16="http://schemas.microsoft.com/office/drawing/2014/main" id="{24F39FC6-5895-4073-B81E-7D9F06E2B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63" name="Rectangle 101">
              <a:extLst>
                <a:ext uri="{FF2B5EF4-FFF2-40B4-BE49-F238E27FC236}">
                  <a16:creationId xmlns:a16="http://schemas.microsoft.com/office/drawing/2014/main" id="{54BE11A2-0255-49E6-B631-8AAE2DF13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64" name="Rectangle 102">
              <a:extLst>
                <a:ext uri="{FF2B5EF4-FFF2-40B4-BE49-F238E27FC236}">
                  <a16:creationId xmlns:a16="http://schemas.microsoft.com/office/drawing/2014/main" id="{0AD7B835-FA97-43A0-A2BD-F7F306A69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65" name="Rectangle 103">
              <a:extLst>
                <a:ext uri="{FF2B5EF4-FFF2-40B4-BE49-F238E27FC236}">
                  <a16:creationId xmlns:a16="http://schemas.microsoft.com/office/drawing/2014/main" id="{873BC2B1-91EB-4D46-90F8-1CA1B572F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66" name="Rectangle 104">
              <a:extLst>
                <a:ext uri="{FF2B5EF4-FFF2-40B4-BE49-F238E27FC236}">
                  <a16:creationId xmlns:a16="http://schemas.microsoft.com/office/drawing/2014/main" id="{0858C8E6-86F3-486E-BC0C-14D3365D0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67" name="Rectangle 105">
              <a:extLst>
                <a:ext uri="{FF2B5EF4-FFF2-40B4-BE49-F238E27FC236}">
                  <a16:creationId xmlns:a16="http://schemas.microsoft.com/office/drawing/2014/main" id="{D39EF708-E9C6-4CC4-A256-0F53569B4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68" name="Rectangle 106">
              <a:extLst>
                <a:ext uri="{FF2B5EF4-FFF2-40B4-BE49-F238E27FC236}">
                  <a16:creationId xmlns:a16="http://schemas.microsoft.com/office/drawing/2014/main" id="{EEE6E4D3-8713-4D62-9C18-CAC353A42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69" name="Rectangle 107">
              <a:extLst>
                <a:ext uri="{FF2B5EF4-FFF2-40B4-BE49-F238E27FC236}">
                  <a16:creationId xmlns:a16="http://schemas.microsoft.com/office/drawing/2014/main" id="{CCCF5D2C-F969-424A-9C8B-30DD009D0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70" name="Rectangle 108">
              <a:extLst>
                <a:ext uri="{FF2B5EF4-FFF2-40B4-BE49-F238E27FC236}">
                  <a16:creationId xmlns:a16="http://schemas.microsoft.com/office/drawing/2014/main" id="{67F4B2AD-E030-4249-939C-578E017CA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71" name="Rectangle 109">
              <a:extLst>
                <a:ext uri="{FF2B5EF4-FFF2-40B4-BE49-F238E27FC236}">
                  <a16:creationId xmlns:a16="http://schemas.microsoft.com/office/drawing/2014/main" id="{DDD451E9-E98D-4487-8A25-A71C9A5AA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72" name="Rectangle 112">
              <a:extLst>
                <a:ext uri="{FF2B5EF4-FFF2-40B4-BE49-F238E27FC236}">
                  <a16:creationId xmlns:a16="http://schemas.microsoft.com/office/drawing/2014/main" id="{C2D8CAA3-BA92-4C84-B1DD-196BADA76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73" name="Rectangle 114">
              <a:extLst>
                <a:ext uri="{FF2B5EF4-FFF2-40B4-BE49-F238E27FC236}">
                  <a16:creationId xmlns:a16="http://schemas.microsoft.com/office/drawing/2014/main" id="{ABD6287F-AC18-4B52-98B1-38E72901E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74" name="Rectangle 115">
              <a:extLst>
                <a:ext uri="{FF2B5EF4-FFF2-40B4-BE49-F238E27FC236}">
                  <a16:creationId xmlns:a16="http://schemas.microsoft.com/office/drawing/2014/main" id="{9C51E8BF-8705-44B7-A635-0C6D7227E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75" name="Rectangle 117">
              <a:extLst>
                <a:ext uri="{FF2B5EF4-FFF2-40B4-BE49-F238E27FC236}">
                  <a16:creationId xmlns:a16="http://schemas.microsoft.com/office/drawing/2014/main" id="{6DD83B07-D72E-4657-B826-A3BB57FBB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76" name="Rectangle 120">
              <a:extLst>
                <a:ext uri="{FF2B5EF4-FFF2-40B4-BE49-F238E27FC236}">
                  <a16:creationId xmlns:a16="http://schemas.microsoft.com/office/drawing/2014/main" id="{FE8BD165-6F90-4508-BBC5-159FE0768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77" name="Rectangle 122">
              <a:extLst>
                <a:ext uri="{FF2B5EF4-FFF2-40B4-BE49-F238E27FC236}">
                  <a16:creationId xmlns:a16="http://schemas.microsoft.com/office/drawing/2014/main" id="{C4B24F50-EC53-457D-B7FC-AD3D6A75C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78" name="Rectangle 123">
              <a:extLst>
                <a:ext uri="{FF2B5EF4-FFF2-40B4-BE49-F238E27FC236}">
                  <a16:creationId xmlns:a16="http://schemas.microsoft.com/office/drawing/2014/main" id="{583BA110-E27C-45CE-8285-8CE58FC68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79" name="Rectangle 125">
              <a:extLst>
                <a:ext uri="{FF2B5EF4-FFF2-40B4-BE49-F238E27FC236}">
                  <a16:creationId xmlns:a16="http://schemas.microsoft.com/office/drawing/2014/main" id="{FC985065-17EB-42B5-B6F2-9117F8BAD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80" name="Rectangle 128">
              <a:extLst>
                <a:ext uri="{FF2B5EF4-FFF2-40B4-BE49-F238E27FC236}">
                  <a16:creationId xmlns:a16="http://schemas.microsoft.com/office/drawing/2014/main" id="{B4BA08AF-46F9-479F-8523-8ACDE9AB4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81" name="Rectangle 130">
              <a:extLst>
                <a:ext uri="{FF2B5EF4-FFF2-40B4-BE49-F238E27FC236}">
                  <a16:creationId xmlns:a16="http://schemas.microsoft.com/office/drawing/2014/main" id="{C59A92FC-7BDB-42F3-824D-0144A7EF2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82" name="Rectangle 131">
              <a:extLst>
                <a:ext uri="{FF2B5EF4-FFF2-40B4-BE49-F238E27FC236}">
                  <a16:creationId xmlns:a16="http://schemas.microsoft.com/office/drawing/2014/main" id="{04728965-C605-4F71-B7A6-C3F727BFF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83" name="Rectangle 133">
              <a:extLst>
                <a:ext uri="{FF2B5EF4-FFF2-40B4-BE49-F238E27FC236}">
                  <a16:creationId xmlns:a16="http://schemas.microsoft.com/office/drawing/2014/main" id="{C212CA97-5D1C-4624-876A-DCD0651FC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84" name="Rectangle 136">
              <a:extLst>
                <a:ext uri="{FF2B5EF4-FFF2-40B4-BE49-F238E27FC236}">
                  <a16:creationId xmlns:a16="http://schemas.microsoft.com/office/drawing/2014/main" id="{691874C6-CDD6-49A8-BA58-7B74C3E6A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85" name="Rectangle 138">
              <a:extLst>
                <a:ext uri="{FF2B5EF4-FFF2-40B4-BE49-F238E27FC236}">
                  <a16:creationId xmlns:a16="http://schemas.microsoft.com/office/drawing/2014/main" id="{BA15297F-C71F-4568-908E-04C558DDA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86" name="Rectangle 139">
              <a:extLst>
                <a:ext uri="{FF2B5EF4-FFF2-40B4-BE49-F238E27FC236}">
                  <a16:creationId xmlns:a16="http://schemas.microsoft.com/office/drawing/2014/main" id="{FBE5443D-95C5-443E-A18E-19E270F63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30050" name="Group 69">
            <a:extLst>
              <a:ext uri="{FF2B5EF4-FFF2-40B4-BE49-F238E27FC236}">
                <a16:creationId xmlns:a16="http://schemas.microsoft.com/office/drawing/2014/main" id="{80C039E4-17AF-4EEB-AF57-345D076B71BB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30068" name="Rectangle 4">
              <a:extLst>
                <a:ext uri="{FF2B5EF4-FFF2-40B4-BE49-F238E27FC236}">
                  <a16:creationId xmlns:a16="http://schemas.microsoft.com/office/drawing/2014/main" id="{6041E602-27A8-4FC4-A01F-05832A07F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69" name="Rectangle 5">
              <a:extLst>
                <a:ext uri="{FF2B5EF4-FFF2-40B4-BE49-F238E27FC236}">
                  <a16:creationId xmlns:a16="http://schemas.microsoft.com/office/drawing/2014/main" id="{DE987E3C-8DE3-4D70-B74A-44A8FE1DD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70" name="Rectangle 6">
              <a:extLst>
                <a:ext uri="{FF2B5EF4-FFF2-40B4-BE49-F238E27FC236}">
                  <a16:creationId xmlns:a16="http://schemas.microsoft.com/office/drawing/2014/main" id="{59D06CB1-1B6F-4D00-AC32-5C106FF91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71" name="Rectangle 7">
              <a:extLst>
                <a:ext uri="{FF2B5EF4-FFF2-40B4-BE49-F238E27FC236}">
                  <a16:creationId xmlns:a16="http://schemas.microsoft.com/office/drawing/2014/main" id="{FC4C3596-AB43-4ED3-A650-ED190B612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72" name="Rectangle 8">
              <a:extLst>
                <a:ext uri="{FF2B5EF4-FFF2-40B4-BE49-F238E27FC236}">
                  <a16:creationId xmlns:a16="http://schemas.microsoft.com/office/drawing/2014/main" id="{4B849A8F-68AB-4E5F-82A5-C3C7488EA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73" name="Rectangle 9">
              <a:extLst>
                <a:ext uri="{FF2B5EF4-FFF2-40B4-BE49-F238E27FC236}">
                  <a16:creationId xmlns:a16="http://schemas.microsoft.com/office/drawing/2014/main" id="{A6B25C40-181D-4D08-B4E6-872A9250F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74" name="Rectangle 10">
              <a:extLst>
                <a:ext uri="{FF2B5EF4-FFF2-40B4-BE49-F238E27FC236}">
                  <a16:creationId xmlns:a16="http://schemas.microsoft.com/office/drawing/2014/main" id="{714FAD32-07E5-40F5-98EB-0D75B71F0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75" name="Rectangle 11">
              <a:extLst>
                <a:ext uri="{FF2B5EF4-FFF2-40B4-BE49-F238E27FC236}">
                  <a16:creationId xmlns:a16="http://schemas.microsoft.com/office/drawing/2014/main" id="{8E46F87D-0C90-4756-B444-8AA4192D2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76" name="Rectangle 12">
              <a:extLst>
                <a:ext uri="{FF2B5EF4-FFF2-40B4-BE49-F238E27FC236}">
                  <a16:creationId xmlns:a16="http://schemas.microsoft.com/office/drawing/2014/main" id="{B3E1F87F-93C2-4917-A02E-676C59043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77" name="Rectangle 13">
              <a:extLst>
                <a:ext uri="{FF2B5EF4-FFF2-40B4-BE49-F238E27FC236}">
                  <a16:creationId xmlns:a16="http://schemas.microsoft.com/office/drawing/2014/main" id="{69DB1330-A370-40DF-B873-5BE23F869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78" name="Rectangle 14">
              <a:extLst>
                <a:ext uri="{FF2B5EF4-FFF2-40B4-BE49-F238E27FC236}">
                  <a16:creationId xmlns:a16="http://schemas.microsoft.com/office/drawing/2014/main" id="{51DCB4BF-E889-430B-A6D1-90C8D5F71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79" name="Rectangle 15">
              <a:extLst>
                <a:ext uri="{FF2B5EF4-FFF2-40B4-BE49-F238E27FC236}">
                  <a16:creationId xmlns:a16="http://schemas.microsoft.com/office/drawing/2014/main" id="{955C889B-DFD7-43ED-8B32-89335EBDB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80" name="Rectangle 16">
              <a:extLst>
                <a:ext uri="{FF2B5EF4-FFF2-40B4-BE49-F238E27FC236}">
                  <a16:creationId xmlns:a16="http://schemas.microsoft.com/office/drawing/2014/main" id="{F0A960F0-0B11-4ED4-9859-CBCB994C2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81" name="Rectangle 17">
              <a:extLst>
                <a:ext uri="{FF2B5EF4-FFF2-40B4-BE49-F238E27FC236}">
                  <a16:creationId xmlns:a16="http://schemas.microsoft.com/office/drawing/2014/main" id="{0A2C7321-890F-4544-BF5A-E1FD107F6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82" name="Rectangle 18">
              <a:extLst>
                <a:ext uri="{FF2B5EF4-FFF2-40B4-BE49-F238E27FC236}">
                  <a16:creationId xmlns:a16="http://schemas.microsoft.com/office/drawing/2014/main" id="{2A0ADF71-2ABE-46C4-AC63-90B871247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83" name="Rectangle 19">
              <a:extLst>
                <a:ext uri="{FF2B5EF4-FFF2-40B4-BE49-F238E27FC236}">
                  <a16:creationId xmlns:a16="http://schemas.microsoft.com/office/drawing/2014/main" id="{B71E257B-F668-4658-9669-6967C18A3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84" name="Rectangle 20">
              <a:extLst>
                <a:ext uri="{FF2B5EF4-FFF2-40B4-BE49-F238E27FC236}">
                  <a16:creationId xmlns:a16="http://schemas.microsoft.com/office/drawing/2014/main" id="{B06C8CBF-FA6A-41B9-88BB-AAA48E53C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85" name="Rectangle 21">
              <a:extLst>
                <a:ext uri="{FF2B5EF4-FFF2-40B4-BE49-F238E27FC236}">
                  <a16:creationId xmlns:a16="http://schemas.microsoft.com/office/drawing/2014/main" id="{EC97EC60-AE07-4A4F-8A04-B6ABEA443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86" name="Rectangle 22">
              <a:extLst>
                <a:ext uri="{FF2B5EF4-FFF2-40B4-BE49-F238E27FC236}">
                  <a16:creationId xmlns:a16="http://schemas.microsoft.com/office/drawing/2014/main" id="{51D6D56A-A6F9-4194-B504-C299721FF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87" name="Rectangle 23">
              <a:extLst>
                <a:ext uri="{FF2B5EF4-FFF2-40B4-BE49-F238E27FC236}">
                  <a16:creationId xmlns:a16="http://schemas.microsoft.com/office/drawing/2014/main" id="{1EB536B8-CBC5-4D96-86C3-8A8737365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88" name="Rectangle 24">
              <a:extLst>
                <a:ext uri="{FF2B5EF4-FFF2-40B4-BE49-F238E27FC236}">
                  <a16:creationId xmlns:a16="http://schemas.microsoft.com/office/drawing/2014/main" id="{6F0B936D-039B-453B-B554-D63AE196D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89" name="Rectangle 25">
              <a:extLst>
                <a:ext uri="{FF2B5EF4-FFF2-40B4-BE49-F238E27FC236}">
                  <a16:creationId xmlns:a16="http://schemas.microsoft.com/office/drawing/2014/main" id="{761BB091-1477-4101-9786-AA5433CE8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90" name="Rectangle 26">
              <a:extLst>
                <a:ext uri="{FF2B5EF4-FFF2-40B4-BE49-F238E27FC236}">
                  <a16:creationId xmlns:a16="http://schemas.microsoft.com/office/drawing/2014/main" id="{B7F647FD-CCA5-4019-8661-A444E8AC3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91" name="Rectangle 27">
              <a:extLst>
                <a:ext uri="{FF2B5EF4-FFF2-40B4-BE49-F238E27FC236}">
                  <a16:creationId xmlns:a16="http://schemas.microsoft.com/office/drawing/2014/main" id="{B5A67747-7426-4F80-8662-A0A267E52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92" name="Rectangle 28">
              <a:extLst>
                <a:ext uri="{FF2B5EF4-FFF2-40B4-BE49-F238E27FC236}">
                  <a16:creationId xmlns:a16="http://schemas.microsoft.com/office/drawing/2014/main" id="{6AF678D6-1D7A-461D-8C7B-A2F348D3F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93" name="Rectangle 29">
              <a:extLst>
                <a:ext uri="{FF2B5EF4-FFF2-40B4-BE49-F238E27FC236}">
                  <a16:creationId xmlns:a16="http://schemas.microsoft.com/office/drawing/2014/main" id="{318E2BE5-AE61-4C7D-B1A6-A1A45CA3E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94" name="Rectangle 30">
              <a:extLst>
                <a:ext uri="{FF2B5EF4-FFF2-40B4-BE49-F238E27FC236}">
                  <a16:creationId xmlns:a16="http://schemas.microsoft.com/office/drawing/2014/main" id="{C5676C87-78FA-4C44-BE38-5C25A6441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95" name="Rectangle 31">
              <a:extLst>
                <a:ext uri="{FF2B5EF4-FFF2-40B4-BE49-F238E27FC236}">
                  <a16:creationId xmlns:a16="http://schemas.microsoft.com/office/drawing/2014/main" id="{1C70BBBB-EAC4-4C76-B7D5-145245D69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96" name="Rectangle 32">
              <a:extLst>
                <a:ext uri="{FF2B5EF4-FFF2-40B4-BE49-F238E27FC236}">
                  <a16:creationId xmlns:a16="http://schemas.microsoft.com/office/drawing/2014/main" id="{ECE2451A-66DB-4DBB-B790-C427273E3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97" name="Rectangle 33">
              <a:extLst>
                <a:ext uri="{FF2B5EF4-FFF2-40B4-BE49-F238E27FC236}">
                  <a16:creationId xmlns:a16="http://schemas.microsoft.com/office/drawing/2014/main" id="{19EF36BB-8AD9-417C-BAA8-BA486AF6D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98" name="Rectangle 34">
              <a:extLst>
                <a:ext uri="{FF2B5EF4-FFF2-40B4-BE49-F238E27FC236}">
                  <a16:creationId xmlns:a16="http://schemas.microsoft.com/office/drawing/2014/main" id="{80720032-3EAB-4CF0-9E43-B92DDA604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099" name="Rectangle 35">
              <a:extLst>
                <a:ext uri="{FF2B5EF4-FFF2-40B4-BE49-F238E27FC236}">
                  <a16:creationId xmlns:a16="http://schemas.microsoft.com/office/drawing/2014/main" id="{FE0910FB-BBB6-4786-B392-DA3027DF9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00" name="Rectangle 36">
              <a:extLst>
                <a:ext uri="{FF2B5EF4-FFF2-40B4-BE49-F238E27FC236}">
                  <a16:creationId xmlns:a16="http://schemas.microsoft.com/office/drawing/2014/main" id="{071F0245-0B24-4B68-89FE-3239B98CA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01" name="Rectangle 37">
              <a:extLst>
                <a:ext uri="{FF2B5EF4-FFF2-40B4-BE49-F238E27FC236}">
                  <a16:creationId xmlns:a16="http://schemas.microsoft.com/office/drawing/2014/main" id="{4B60FAD8-47AB-4C1B-AC2A-634985384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02" name="Rectangle 38">
              <a:extLst>
                <a:ext uri="{FF2B5EF4-FFF2-40B4-BE49-F238E27FC236}">
                  <a16:creationId xmlns:a16="http://schemas.microsoft.com/office/drawing/2014/main" id="{359B4B46-E78A-40D5-A85C-C396A8AAC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03" name="Rectangle 39">
              <a:extLst>
                <a:ext uri="{FF2B5EF4-FFF2-40B4-BE49-F238E27FC236}">
                  <a16:creationId xmlns:a16="http://schemas.microsoft.com/office/drawing/2014/main" id="{5832B324-D811-4F88-BB9F-8176208E9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04" name="Rectangle 40">
              <a:extLst>
                <a:ext uri="{FF2B5EF4-FFF2-40B4-BE49-F238E27FC236}">
                  <a16:creationId xmlns:a16="http://schemas.microsoft.com/office/drawing/2014/main" id="{9EAA48EE-3261-4DA1-B00D-EBCD872DD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05" name="Rectangle 41">
              <a:extLst>
                <a:ext uri="{FF2B5EF4-FFF2-40B4-BE49-F238E27FC236}">
                  <a16:creationId xmlns:a16="http://schemas.microsoft.com/office/drawing/2014/main" id="{5FD6DE55-98E8-449A-89FE-B3455F726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06" name="Rectangle 42">
              <a:extLst>
                <a:ext uri="{FF2B5EF4-FFF2-40B4-BE49-F238E27FC236}">
                  <a16:creationId xmlns:a16="http://schemas.microsoft.com/office/drawing/2014/main" id="{37B9FD67-279D-44CB-A039-05ECCE78D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07" name="Rectangle 43">
              <a:extLst>
                <a:ext uri="{FF2B5EF4-FFF2-40B4-BE49-F238E27FC236}">
                  <a16:creationId xmlns:a16="http://schemas.microsoft.com/office/drawing/2014/main" id="{4D890278-2BEB-4D45-BDB4-0D918854F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08" name="Rectangle 44">
              <a:extLst>
                <a:ext uri="{FF2B5EF4-FFF2-40B4-BE49-F238E27FC236}">
                  <a16:creationId xmlns:a16="http://schemas.microsoft.com/office/drawing/2014/main" id="{878DF0D6-389A-4152-B977-9BB2F186E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09" name="Rectangle 45">
              <a:extLst>
                <a:ext uri="{FF2B5EF4-FFF2-40B4-BE49-F238E27FC236}">
                  <a16:creationId xmlns:a16="http://schemas.microsoft.com/office/drawing/2014/main" id="{1C058124-5D40-4F41-83C7-8A6E88DD7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10" name="Rectangle 46">
              <a:extLst>
                <a:ext uri="{FF2B5EF4-FFF2-40B4-BE49-F238E27FC236}">
                  <a16:creationId xmlns:a16="http://schemas.microsoft.com/office/drawing/2014/main" id="{A760D27B-651C-4B76-8AFF-4DA23B893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11" name="Rectangle 47">
              <a:extLst>
                <a:ext uri="{FF2B5EF4-FFF2-40B4-BE49-F238E27FC236}">
                  <a16:creationId xmlns:a16="http://schemas.microsoft.com/office/drawing/2014/main" id="{5E52B74F-9892-4595-B529-0AB8F51AA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12" name="Rectangle 48">
              <a:extLst>
                <a:ext uri="{FF2B5EF4-FFF2-40B4-BE49-F238E27FC236}">
                  <a16:creationId xmlns:a16="http://schemas.microsoft.com/office/drawing/2014/main" id="{D5A64AB2-93DC-4F8C-B542-92E621387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13" name="Rectangle 49">
              <a:extLst>
                <a:ext uri="{FF2B5EF4-FFF2-40B4-BE49-F238E27FC236}">
                  <a16:creationId xmlns:a16="http://schemas.microsoft.com/office/drawing/2014/main" id="{622D0FAF-26E9-4503-8E42-4BDC6A664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14" name="Rectangle 50">
              <a:extLst>
                <a:ext uri="{FF2B5EF4-FFF2-40B4-BE49-F238E27FC236}">
                  <a16:creationId xmlns:a16="http://schemas.microsoft.com/office/drawing/2014/main" id="{B68AADCA-BDC1-4D1A-B98B-1323639DB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15" name="Rectangle 51">
              <a:extLst>
                <a:ext uri="{FF2B5EF4-FFF2-40B4-BE49-F238E27FC236}">
                  <a16:creationId xmlns:a16="http://schemas.microsoft.com/office/drawing/2014/main" id="{C9C188A7-C679-462D-8346-98BE0DBC8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16" name="Rectangle 52">
              <a:extLst>
                <a:ext uri="{FF2B5EF4-FFF2-40B4-BE49-F238E27FC236}">
                  <a16:creationId xmlns:a16="http://schemas.microsoft.com/office/drawing/2014/main" id="{839B7056-E42D-4657-98E8-25E138414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17" name="Rectangle 53">
              <a:extLst>
                <a:ext uri="{FF2B5EF4-FFF2-40B4-BE49-F238E27FC236}">
                  <a16:creationId xmlns:a16="http://schemas.microsoft.com/office/drawing/2014/main" id="{5243365C-890A-4A33-BF6E-CF4093B2F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18" name="Rectangle 54">
              <a:extLst>
                <a:ext uri="{FF2B5EF4-FFF2-40B4-BE49-F238E27FC236}">
                  <a16:creationId xmlns:a16="http://schemas.microsoft.com/office/drawing/2014/main" id="{2AF31AFF-8ACB-4807-9D9E-6401D4A0E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19" name="Rectangle 55">
              <a:extLst>
                <a:ext uri="{FF2B5EF4-FFF2-40B4-BE49-F238E27FC236}">
                  <a16:creationId xmlns:a16="http://schemas.microsoft.com/office/drawing/2014/main" id="{7DE9E360-4A50-4892-9BD7-80C5033DF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20" name="Rectangle 56">
              <a:extLst>
                <a:ext uri="{FF2B5EF4-FFF2-40B4-BE49-F238E27FC236}">
                  <a16:creationId xmlns:a16="http://schemas.microsoft.com/office/drawing/2014/main" id="{B26DE85A-B5B5-42CD-8C80-960E8CAF2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21" name="Rectangle 57">
              <a:extLst>
                <a:ext uri="{FF2B5EF4-FFF2-40B4-BE49-F238E27FC236}">
                  <a16:creationId xmlns:a16="http://schemas.microsoft.com/office/drawing/2014/main" id="{CD5F47B7-A7A9-4988-8B06-7AEEC76CD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22" name="Rectangle 58">
              <a:extLst>
                <a:ext uri="{FF2B5EF4-FFF2-40B4-BE49-F238E27FC236}">
                  <a16:creationId xmlns:a16="http://schemas.microsoft.com/office/drawing/2014/main" id="{716DBDA2-0936-4CBF-94A2-08EA7825D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23" name="Rectangle 59">
              <a:extLst>
                <a:ext uri="{FF2B5EF4-FFF2-40B4-BE49-F238E27FC236}">
                  <a16:creationId xmlns:a16="http://schemas.microsoft.com/office/drawing/2014/main" id="{242E3EFD-B814-43EF-9538-0C356E0D4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24" name="Rectangle 60">
              <a:extLst>
                <a:ext uri="{FF2B5EF4-FFF2-40B4-BE49-F238E27FC236}">
                  <a16:creationId xmlns:a16="http://schemas.microsoft.com/office/drawing/2014/main" id="{7A9A02EE-3B31-43A6-9F41-984AAB000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25" name="Rectangle 61">
              <a:extLst>
                <a:ext uri="{FF2B5EF4-FFF2-40B4-BE49-F238E27FC236}">
                  <a16:creationId xmlns:a16="http://schemas.microsoft.com/office/drawing/2014/main" id="{90400320-5428-47B2-BD0F-9E6B42D38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26" name="Rectangle 62">
              <a:extLst>
                <a:ext uri="{FF2B5EF4-FFF2-40B4-BE49-F238E27FC236}">
                  <a16:creationId xmlns:a16="http://schemas.microsoft.com/office/drawing/2014/main" id="{0245CB4A-9201-417A-BB16-06F29CEFB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27" name="Rectangle 63">
              <a:extLst>
                <a:ext uri="{FF2B5EF4-FFF2-40B4-BE49-F238E27FC236}">
                  <a16:creationId xmlns:a16="http://schemas.microsoft.com/office/drawing/2014/main" id="{A56A1424-6C88-4076-89F8-78A9B69CF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28" name="Rectangle 64">
              <a:extLst>
                <a:ext uri="{FF2B5EF4-FFF2-40B4-BE49-F238E27FC236}">
                  <a16:creationId xmlns:a16="http://schemas.microsoft.com/office/drawing/2014/main" id="{356E8E64-9241-4E9A-83F0-001722679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29" name="Rectangle 65">
              <a:extLst>
                <a:ext uri="{FF2B5EF4-FFF2-40B4-BE49-F238E27FC236}">
                  <a16:creationId xmlns:a16="http://schemas.microsoft.com/office/drawing/2014/main" id="{3E7A5960-8ED6-4F91-9BEE-01A93ECE2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30" name="Rectangle 66">
              <a:extLst>
                <a:ext uri="{FF2B5EF4-FFF2-40B4-BE49-F238E27FC236}">
                  <a16:creationId xmlns:a16="http://schemas.microsoft.com/office/drawing/2014/main" id="{8D7023A2-E6BD-4634-B540-FF8295ADE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31" name="Rectangle 67">
              <a:extLst>
                <a:ext uri="{FF2B5EF4-FFF2-40B4-BE49-F238E27FC236}">
                  <a16:creationId xmlns:a16="http://schemas.microsoft.com/office/drawing/2014/main" id="{7EB72086-7859-4926-9B36-79FA7D991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32" name="Rectangle 68">
              <a:extLst>
                <a:ext uri="{FF2B5EF4-FFF2-40B4-BE49-F238E27FC236}">
                  <a16:creationId xmlns:a16="http://schemas.microsoft.com/office/drawing/2014/main" id="{921BAB7D-061C-4D79-A889-B397361DC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33" name="Rectangle 69">
              <a:extLst>
                <a:ext uri="{FF2B5EF4-FFF2-40B4-BE49-F238E27FC236}">
                  <a16:creationId xmlns:a16="http://schemas.microsoft.com/office/drawing/2014/main" id="{70B20ADA-C791-47AA-B473-46E233573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34" name="Rectangle 70">
              <a:extLst>
                <a:ext uri="{FF2B5EF4-FFF2-40B4-BE49-F238E27FC236}">
                  <a16:creationId xmlns:a16="http://schemas.microsoft.com/office/drawing/2014/main" id="{8B0D340A-07A6-47A7-82B7-C7150B696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35" name="Rectangle 71">
              <a:extLst>
                <a:ext uri="{FF2B5EF4-FFF2-40B4-BE49-F238E27FC236}">
                  <a16:creationId xmlns:a16="http://schemas.microsoft.com/office/drawing/2014/main" id="{6A5EA742-8151-487A-9369-233F2A1C3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36" name="Rectangle 72">
              <a:extLst>
                <a:ext uri="{FF2B5EF4-FFF2-40B4-BE49-F238E27FC236}">
                  <a16:creationId xmlns:a16="http://schemas.microsoft.com/office/drawing/2014/main" id="{D37BA99E-1E8F-45C1-A885-926FFB58A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37" name="Rectangle 73">
              <a:extLst>
                <a:ext uri="{FF2B5EF4-FFF2-40B4-BE49-F238E27FC236}">
                  <a16:creationId xmlns:a16="http://schemas.microsoft.com/office/drawing/2014/main" id="{5ED4A451-8A9A-4677-A93F-B0CC5217F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38" name="Rectangle 74">
              <a:extLst>
                <a:ext uri="{FF2B5EF4-FFF2-40B4-BE49-F238E27FC236}">
                  <a16:creationId xmlns:a16="http://schemas.microsoft.com/office/drawing/2014/main" id="{9E31E880-3480-4422-980D-4CB6DD298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39" name="Rectangle 75">
              <a:extLst>
                <a:ext uri="{FF2B5EF4-FFF2-40B4-BE49-F238E27FC236}">
                  <a16:creationId xmlns:a16="http://schemas.microsoft.com/office/drawing/2014/main" id="{62C6A897-E66B-4BFE-B643-DD56D18C8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40" name="Rectangle 76">
              <a:extLst>
                <a:ext uri="{FF2B5EF4-FFF2-40B4-BE49-F238E27FC236}">
                  <a16:creationId xmlns:a16="http://schemas.microsoft.com/office/drawing/2014/main" id="{A1370217-4691-4B59-8DAF-FA2E24883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41" name="Rectangle 77">
              <a:extLst>
                <a:ext uri="{FF2B5EF4-FFF2-40B4-BE49-F238E27FC236}">
                  <a16:creationId xmlns:a16="http://schemas.microsoft.com/office/drawing/2014/main" id="{C4FE9935-E9F8-4A29-B91B-B45C2D03C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42" name="Rectangle 78">
              <a:extLst>
                <a:ext uri="{FF2B5EF4-FFF2-40B4-BE49-F238E27FC236}">
                  <a16:creationId xmlns:a16="http://schemas.microsoft.com/office/drawing/2014/main" id="{7F0A3E54-D966-4444-A9E7-A66C1D2C5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43" name="Rectangle 79">
              <a:extLst>
                <a:ext uri="{FF2B5EF4-FFF2-40B4-BE49-F238E27FC236}">
                  <a16:creationId xmlns:a16="http://schemas.microsoft.com/office/drawing/2014/main" id="{B55B752E-BE44-421E-8D1C-5B84BE38A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44" name="Rectangle 80">
              <a:extLst>
                <a:ext uri="{FF2B5EF4-FFF2-40B4-BE49-F238E27FC236}">
                  <a16:creationId xmlns:a16="http://schemas.microsoft.com/office/drawing/2014/main" id="{94734432-716D-402F-8EB4-0FEEBD654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45" name="Rectangle 81">
              <a:extLst>
                <a:ext uri="{FF2B5EF4-FFF2-40B4-BE49-F238E27FC236}">
                  <a16:creationId xmlns:a16="http://schemas.microsoft.com/office/drawing/2014/main" id="{B70FBFE7-097A-4280-9DE5-96DD1381A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46" name="Rectangle 82">
              <a:extLst>
                <a:ext uri="{FF2B5EF4-FFF2-40B4-BE49-F238E27FC236}">
                  <a16:creationId xmlns:a16="http://schemas.microsoft.com/office/drawing/2014/main" id="{4E2BBF91-1871-440F-A2CE-A42C14924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147" name="Rectangle 83">
              <a:extLst>
                <a:ext uri="{FF2B5EF4-FFF2-40B4-BE49-F238E27FC236}">
                  <a16:creationId xmlns:a16="http://schemas.microsoft.com/office/drawing/2014/main" id="{97F2A7CF-881B-4BED-9548-699C2CC8A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30051" name="Rectangle 2">
            <a:extLst>
              <a:ext uri="{FF2B5EF4-FFF2-40B4-BE49-F238E27FC236}">
                <a16:creationId xmlns:a16="http://schemas.microsoft.com/office/drawing/2014/main" id="{C96C2BB6-87AA-4877-9994-DA724FDE85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30052" name="Rectangle 110">
            <a:extLst>
              <a:ext uri="{FF2B5EF4-FFF2-40B4-BE49-F238E27FC236}">
                <a16:creationId xmlns:a16="http://schemas.microsoft.com/office/drawing/2014/main" id="{9CC25BD9-6366-4AD2-AE9A-E5B2DFB74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0053" name="Rectangle 118">
            <a:extLst>
              <a:ext uri="{FF2B5EF4-FFF2-40B4-BE49-F238E27FC236}">
                <a16:creationId xmlns:a16="http://schemas.microsoft.com/office/drawing/2014/main" id="{36E82652-34C3-4323-976C-284B01FC4E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0054" name="Rectangle 126">
            <a:extLst>
              <a:ext uri="{FF2B5EF4-FFF2-40B4-BE49-F238E27FC236}">
                <a16:creationId xmlns:a16="http://schemas.microsoft.com/office/drawing/2014/main" id="{EC36CC32-399B-45CD-9819-A85741A34E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0055" name="Rectangle 134">
            <a:extLst>
              <a:ext uri="{FF2B5EF4-FFF2-40B4-BE49-F238E27FC236}">
                <a16:creationId xmlns:a16="http://schemas.microsoft.com/office/drawing/2014/main" id="{B84D8DAC-EE64-4AFA-94C5-6483E412A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0056" name="TextBox 155">
            <a:extLst>
              <a:ext uri="{FF2B5EF4-FFF2-40B4-BE49-F238E27FC236}">
                <a16:creationId xmlns:a16="http://schemas.microsoft.com/office/drawing/2014/main" id="{95D94C5F-BB83-427E-BAF4-8E2341FAF2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8213" y="4964113"/>
            <a:ext cx="28019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What should we do here?</a:t>
            </a:r>
          </a:p>
        </p:txBody>
      </p:sp>
      <p:sp>
        <p:nvSpPr>
          <p:cNvPr id="130057" name="Rectangle 116">
            <a:extLst>
              <a:ext uri="{FF2B5EF4-FFF2-40B4-BE49-F238E27FC236}">
                <a16:creationId xmlns:a16="http://schemas.microsoft.com/office/drawing/2014/main" id="{D5CD0C68-51FA-49A1-A496-EB88B2A3AA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28305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0058" name="Rectangle 124">
            <a:extLst>
              <a:ext uri="{FF2B5EF4-FFF2-40B4-BE49-F238E27FC236}">
                <a16:creationId xmlns:a16="http://schemas.microsoft.com/office/drawing/2014/main" id="{CC5F822F-63F8-47FE-B295-3BCEF65423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03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0059" name="Rectangle 132">
            <a:extLst>
              <a:ext uri="{FF2B5EF4-FFF2-40B4-BE49-F238E27FC236}">
                <a16:creationId xmlns:a16="http://schemas.microsoft.com/office/drawing/2014/main" id="{9D653A9D-21C0-4A3F-93CA-861BBFE310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3686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0060" name="Rectangle 140">
            <a:extLst>
              <a:ext uri="{FF2B5EF4-FFF2-40B4-BE49-F238E27FC236}">
                <a16:creationId xmlns:a16="http://schemas.microsoft.com/office/drawing/2014/main" id="{EA290574-D5A8-4EEA-86C2-50899C4F1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63696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130061" name="Straight Arrow Connector 157">
            <a:extLst>
              <a:ext uri="{FF2B5EF4-FFF2-40B4-BE49-F238E27FC236}">
                <a16:creationId xmlns:a16="http://schemas.microsoft.com/office/drawing/2014/main" id="{8766F7A5-5AF9-4DEE-BA05-0D8BCCB2F08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2762250" y="3570288"/>
            <a:ext cx="3860800" cy="241300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0062" name="TextBox 2">
            <a:extLst>
              <a:ext uri="{FF2B5EF4-FFF2-40B4-BE49-F238E27FC236}">
                <a16:creationId xmlns:a16="http://schemas.microsoft.com/office/drawing/2014/main" id="{9AC58E3E-5348-4B8F-B141-17CC4AB4BA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1563" y="3325813"/>
            <a:ext cx="3556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?</a:t>
            </a:r>
          </a:p>
        </p:txBody>
      </p:sp>
      <p:sp>
        <p:nvSpPr>
          <p:cNvPr id="130063" name="Rectangle 158">
            <a:extLst>
              <a:ext uri="{FF2B5EF4-FFF2-40B4-BE49-F238E27FC236}">
                <a16:creationId xmlns:a16="http://schemas.microsoft.com/office/drawing/2014/main" id="{EDA55BFB-1104-4DA8-9820-6FFEE7010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7338" y="3665538"/>
            <a:ext cx="633412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0064" name="Rectangle 159">
            <a:extLst>
              <a:ext uri="{FF2B5EF4-FFF2-40B4-BE49-F238E27FC236}">
                <a16:creationId xmlns:a16="http://schemas.microsoft.com/office/drawing/2014/main" id="{87A409B6-F80D-4A0B-B654-2C889A0781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4100" y="3416300"/>
            <a:ext cx="393700" cy="307975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30065" name="Picture 2" descr="Screen shot 2013-10-21 at 1.42.50 PM.png">
            <a:extLst>
              <a:ext uri="{FF2B5EF4-FFF2-40B4-BE49-F238E27FC236}">
                <a16:creationId xmlns:a16="http://schemas.microsoft.com/office/drawing/2014/main" id="{4E5C9B1F-BF8F-436A-BA77-03E92570DFB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9263" y="4764088"/>
            <a:ext cx="2397125" cy="187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0066" name="Picture 164" descr="Screen shot 2013-12-06 at 11.55.56 AM.png">
            <a:extLst>
              <a:ext uri="{FF2B5EF4-FFF2-40B4-BE49-F238E27FC236}">
                <a16:creationId xmlns:a16="http://schemas.microsoft.com/office/drawing/2014/main" id="{30614CA8-2CE0-4641-9E8C-893260DA369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75" y="4964113"/>
            <a:ext cx="1722438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0067" name="Rectangle 111">
            <a:extLst>
              <a:ext uri="{FF2B5EF4-FFF2-40B4-BE49-F238E27FC236}">
                <a16:creationId xmlns:a16="http://schemas.microsoft.com/office/drawing/2014/main" id="{707D70F1-4494-474A-8FAD-A44110122D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4638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073" name="Group 13">
            <a:extLst>
              <a:ext uri="{FF2B5EF4-FFF2-40B4-BE49-F238E27FC236}">
                <a16:creationId xmlns:a16="http://schemas.microsoft.com/office/drawing/2014/main" id="{083A234F-C478-4063-8718-C79D91FA3920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31169" name="Rectangle 85">
              <a:extLst>
                <a:ext uri="{FF2B5EF4-FFF2-40B4-BE49-F238E27FC236}">
                  <a16:creationId xmlns:a16="http://schemas.microsoft.com/office/drawing/2014/main" id="{C1F087DC-E53E-4999-BD66-92A9C72AF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70" name="Rectangle 86">
              <a:extLst>
                <a:ext uri="{FF2B5EF4-FFF2-40B4-BE49-F238E27FC236}">
                  <a16:creationId xmlns:a16="http://schemas.microsoft.com/office/drawing/2014/main" id="{C2301BEB-5419-4450-B147-255C2FCAC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71" name="Rectangle 88">
              <a:extLst>
                <a:ext uri="{FF2B5EF4-FFF2-40B4-BE49-F238E27FC236}">
                  <a16:creationId xmlns:a16="http://schemas.microsoft.com/office/drawing/2014/main" id="{F3856DF6-1555-4BE0-8E0A-B57C9784F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72" name="Rectangle 89">
              <a:extLst>
                <a:ext uri="{FF2B5EF4-FFF2-40B4-BE49-F238E27FC236}">
                  <a16:creationId xmlns:a16="http://schemas.microsoft.com/office/drawing/2014/main" id="{C5298E38-B12E-4290-9E0E-7ADB5B622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73" name="Rectangle 90">
              <a:extLst>
                <a:ext uri="{FF2B5EF4-FFF2-40B4-BE49-F238E27FC236}">
                  <a16:creationId xmlns:a16="http://schemas.microsoft.com/office/drawing/2014/main" id="{179929AD-7508-4D12-9F6D-4A76525F3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74" name="Rectangle 91">
              <a:extLst>
                <a:ext uri="{FF2B5EF4-FFF2-40B4-BE49-F238E27FC236}">
                  <a16:creationId xmlns:a16="http://schemas.microsoft.com/office/drawing/2014/main" id="{D807C5FC-D0BC-41AC-9DF9-56F4E85F9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75" name="Rectangle 92">
              <a:extLst>
                <a:ext uri="{FF2B5EF4-FFF2-40B4-BE49-F238E27FC236}">
                  <a16:creationId xmlns:a16="http://schemas.microsoft.com/office/drawing/2014/main" id="{B3C64DEC-2120-4CC9-B1D6-3E64E391C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76" name="Rectangle 93">
              <a:extLst>
                <a:ext uri="{FF2B5EF4-FFF2-40B4-BE49-F238E27FC236}">
                  <a16:creationId xmlns:a16="http://schemas.microsoft.com/office/drawing/2014/main" id="{0A584579-2C93-4D5C-A0EE-65BF0A9F8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77" name="Rectangle 94">
              <a:extLst>
                <a:ext uri="{FF2B5EF4-FFF2-40B4-BE49-F238E27FC236}">
                  <a16:creationId xmlns:a16="http://schemas.microsoft.com/office/drawing/2014/main" id="{E4812070-7512-4323-B432-CFB411230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78" name="Rectangle 95">
              <a:extLst>
                <a:ext uri="{FF2B5EF4-FFF2-40B4-BE49-F238E27FC236}">
                  <a16:creationId xmlns:a16="http://schemas.microsoft.com/office/drawing/2014/main" id="{30543C74-3827-45BF-BF46-9F6E93E6C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79" name="Rectangle 96">
              <a:extLst>
                <a:ext uri="{FF2B5EF4-FFF2-40B4-BE49-F238E27FC236}">
                  <a16:creationId xmlns:a16="http://schemas.microsoft.com/office/drawing/2014/main" id="{7C2FB067-60FD-4136-9750-2F2BF353E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80" name="Rectangle 97">
              <a:extLst>
                <a:ext uri="{FF2B5EF4-FFF2-40B4-BE49-F238E27FC236}">
                  <a16:creationId xmlns:a16="http://schemas.microsoft.com/office/drawing/2014/main" id="{63286E23-896C-44E9-94A9-F33B3F365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81" name="Rectangle 98">
              <a:extLst>
                <a:ext uri="{FF2B5EF4-FFF2-40B4-BE49-F238E27FC236}">
                  <a16:creationId xmlns:a16="http://schemas.microsoft.com/office/drawing/2014/main" id="{84DA1658-1511-4784-BD1C-6F723C8A8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82" name="Rectangle 99">
              <a:extLst>
                <a:ext uri="{FF2B5EF4-FFF2-40B4-BE49-F238E27FC236}">
                  <a16:creationId xmlns:a16="http://schemas.microsoft.com/office/drawing/2014/main" id="{7EE1B36D-7156-4944-8271-93C6BB2E6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83" name="Rectangle 100">
              <a:extLst>
                <a:ext uri="{FF2B5EF4-FFF2-40B4-BE49-F238E27FC236}">
                  <a16:creationId xmlns:a16="http://schemas.microsoft.com/office/drawing/2014/main" id="{1B7CCB98-7AD3-4250-BE90-7E3DE0C2F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84" name="Rectangle 101">
              <a:extLst>
                <a:ext uri="{FF2B5EF4-FFF2-40B4-BE49-F238E27FC236}">
                  <a16:creationId xmlns:a16="http://schemas.microsoft.com/office/drawing/2014/main" id="{F7240229-EACE-4657-A82B-86DD3BFC8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85" name="Rectangle 102">
              <a:extLst>
                <a:ext uri="{FF2B5EF4-FFF2-40B4-BE49-F238E27FC236}">
                  <a16:creationId xmlns:a16="http://schemas.microsoft.com/office/drawing/2014/main" id="{97409743-F316-402E-80F0-0C9C5D190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86" name="Rectangle 103">
              <a:extLst>
                <a:ext uri="{FF2B5EF4-FFF2-40B4-BE49-F238E27FC236}">
                  <a16:creationId xmlns:a16="http://schemas.microsoft.com/office/drawing/2014/main" id="{D12AA515-1856-41B6-8577-885F89660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87" name="Rectangle 104">
              <a:extLst>
                <a:ext uri="{FF2B5EF4-FFF2-40B4-BE49-F238E27FC236}">
                  <a16:creationId xmlns:a16="http://schemas.microsoft.com/office/drawing/2014/main" id="{30B6962D-9835-4D29-B133-87F9372DE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88" name="Rectangle 105">
              <a:extLst>
                <a:ext uri="{FF2B5EF4-FFF2-40B4-BE49-F238E27FC236}">
                  <a16:creationId xmlns:a16="http://schemas.microsoft.com/office/drawing/2014/main" id="{84268D88-E3B6-4D13-9923-D312A0B3B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89" name="Rectangle 106">
              <a:extLst>
                <a:ext uri="{FF2B5EF4-FFF2-40B4-BE49-F238E27FC236}">
                  <a16:creationId xmlns:a16="http://schemas.microsoft.com/office/drawing/2014/main" id="{123F156B-F8E7-4AA8-9049-7EC315810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90" name="Rectangle 107">
              <a:extLst>
                <a:ext uri="{FF2B5EF4-FFF2-40B4-BE49-F238E27FC236}">
                  <a16:creationId xmlns:a16="http://schemas.microsoft.com/office/drawing/2014/main" id="{1678F4B7-2852-448E-8E75-B1E9F0D96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91" name="Rectangle 108">
              <a:extLst>
                <a:ext uri="{FF2B5EF4-FFF2-40B4-BE49-F238E27FC236}">
                  <a16:creationId xmlns:a16="http://schemas.microsoft.com/office/drawing/2014/main" id="{30343AB2-9575-4393-BF1F-F8F533BFD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92" name="Rectangle 109">
              <a:extLst>
                <a:ext uri="{FF2B5EF4-FFF2-40B4-BE49-F238E27FC236}">
                  <a16:creationId xmlns:a16="http://schemas.microsoft.com/office/drawing/2014/main" id="{44532A62-D68F-4F6A-A816-109A8AEB4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93" name="Rectangle 112">
              <a:extLst>
                <a:ext uri="{FF2B5EF4-FFF2-40B4-BE49-F238E27FC236}">
                  <a16:creationId xmlns:a16="http://schemas.microsoft.com/office/drawing/2014/main" id="{F0C1F072-806A-4570-B178-02830F029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94" name="Rectangle 114">
              <a:extLst>
                <a:ext uri="{FF2B5EF4-FFF2-40B4-BE49-F238E27FC236}">
                  <a16:creationId xmlns:a16="http://schemas.microsoft.com/office/drawing/2014/main" id="{31D71AB0-AE16-4C0A-BECF-653A08007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95" name="Rectangle 115">
              <a:extLst>
                <a:ext uri="{FF2B5EF4-FFF2-40B4-BE49-F238E27FC236}">
                  <a16:creationId xmlns:a16="http://schemas.microsoft.com/office/drawing/2014/main" id="{11B7ADEA-C682-437F-9F4F-0CCF37178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96" name="Rectangle 117">
              <a:extLst>
                <a:ext uri="{FF2B5EF4-FFF2-40B4-BE49-F238E27FC236}">
                  <a16:creationId xmlns:a16="http://schemas.microsoft.com/office/drawing/2014/main" id="{3649D22D-613D-4D1A-A2FD-72A7D0201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97" name="Rectangle 120">
              <a:extLst>
                <a:ext uri="{FF2B5EF4-FFF2-40B4-BE49-F238E27FC236}">
                  <a16:creationId xmlns:a16="http://schemas.microsoft.com/office/drawing/2014/main" id="{2E3ADBED-EB9D-48A0-9AD5-460CFFD3B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98" name="Rectangle 122">
              <a:extLst>
                <a:ext uri="{FF2B5EF4-FFF2-40B4-BE49-F238E27FC236}">
                  <a16:creationId xmlns:a16="http://schemas.microsoft.com/office/drawing/2014/main" id="{7C9540B1-EFA3-453E-B26D-DF109A26F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99" name="Rectangle 123">
              <a:extLst>
                <a:ext uri="{FF2B5EF4-FFF2-40B4-BE49-F238E27FC236}">
                  <a16:creationId xmlns:a16="http://schemas.microsoft.com/office/drawing/2014/main" id="{3E047D4F-5251-4C9D-9381-1EC7E342A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200" name="Rectangle 125">
              <a:extLst>
                <a:ext uri="{FF2B5EF4-FFF2-40B4-BE49-F238E27FC236}">
                  <a16:creationId xmlns:a16="http://schemas.microsoft.com/office/drawing/2014/main" id="{7A2708E6-2015-43CB-8CF5-B4CFCB7B1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201" name="Rectangle 128">
              <a:extLst>
                <a:ext uri="{FF2B5EF4-FFF2-40B4-BE49-F238E27FC236}">
                  <a16:creationId xmlns:a16="http://schemas.microsoft.com/office/drawing/2014/main" id="{222B9AD8-5A82-4424-8660-62133BA17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202" name="Rectangle 130">
              <a:extLst>
                <a:ext uri="{FF2B5EF4-FFF2-40B4-BE49-F238E27FC236}">
                  <a16:creationId xmlns:a16="http://schemas.microsoft.com/office/drawing/2014/main" id="{55A164CB-D147-4998-9F1E-02486C96D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203" name="Rectangle 131">
              <a:extLst>
                <a:ext uri="{FF2B5EF4-FFF2-40B4-BE49-F238E27FC236}">
                  <a16:creationId xmlns:a16="http://schemas.microsoft.com/office/drawing/2014/main" id="{02E15ECC-B99F-4A0A-9974-8F809D42B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204" name="Rectangle 133">
              <a:extLst>
                <a:ext uri="{FF2B5EF4-FFF2-40B4-BE49-F238E27FC236}">
                  <a16:creationId xmlns:a16="http://schemas.microsoft.com/office/drawing/2014/main" id="{2BCB1C75-D602-48FE-B16E-7E524C3E0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205" name="Rectangle 136">
              <a:extLst>
                <a:ext uri="{FF2B5EF4-FFF2-40B4-BE49-F238E27FC236}">
                  <a16:creationId xmlns:a16="http://schemas.microsoft.com/office/drawing/2014/main" id="{C478B2B6-582E-4AD4-9C6C-7EE5E1756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206" name="Rectangle 138">
              <a:extLst>
                <a:ext uri="{FF2B5EF4-FFF2-40B4-BE49-F238E27FC236}">
                  <a16:creationId xmlns:a16="http://schemas.microsoft.com/office/drawing/2014/main" id="{3080C390-DE3B-4F0D-8315-391EC40AA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207" name="Rectangle 139">
              <a:extLst>
                <a:ext uri="{FF2B5EF4-FFF2-40B4-BE49-F238E27FC236}">
                  <a16:creationId xmlns:a16="http://schemas.microsoft.com/office/drawing/2014/main" id="{FB66336A-3D24-474D-A622-BECD2F455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31074" name="Group 69">
            <a:extLst>
              <a:ext uri="{FF2B5EF4-FFF2-40B4-BE49-F238E27FC236}">
                <a16:creationId xmlns:a16="http://schemas.microsoft.com/office/drawing/2014/main" id="{CEFAEE2B-23FB-4721-B74C-95124BC8D7E4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31089" name="Rectangle 4">
              <a:extLst>
                <a:ext uri="{FF2B5EF4-FFF2-40B4-BE49-F238E27FC236}">
                  <a16:creationId xmlns:a16="http://schemas.microsoft.com/office/drawing/2014/main" id="{5E85A810-7AC2-46BB-B25A-3577170C7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090" name="Rectangle 5">
              <a:extLst>
                <a:ext uri="{FF2B5EF4-FFF2-40B4-BE49-F238E27FC236}">
                  <a16:creationId xmlns:a16="http://schemas.microsoft.com/office/drawing/2014/main" id="{8FE433D8-340F-4F69-B37F-80CAAD612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091" name="Rectangle 6">
              <a:extLst>
                <a:ext uri="{FF2B5EF4-FFF2-40B4-BE49-F238E27FC236}">
                  <a16:creationId xmlns:a16="http://schemas.microsoft.com/office/drawing/2014/main" id="{D3617E50-723F-4162-84A1-B744822DC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092" name="Rectangle 7">
              <a:extLst>
                <a:ext uri="{FF2B5EF4-FFF2-40B4-BE49-F238E27FC236}">
                  <a16:creationId xmlns:a16="http://schemas.microsoft.com/office/drawing/2014/main" id="{18F1D4DE-B9D6-4B71-B1D3-D51C99D1B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093" name="Rectangle 8">
              <a:extLst>
                <a:ext uri="{FF2B5EF4-FFF2-40B4-BE49-F238E27FC236}">
                  <a16:creationId xmlns:a16="http://schemas.microsoft.com/office/drawing/2014/main" id="{792D4FE6-C63D-4FF9-B910-D132A6009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094" name="Rectangle 9">
              <a:extLst>
                <a:ext uri="{FF2B5EF4-FFF2-40B4-BE49-F238E27FC236}">
                  <a16:creationId xmlns:a16="http://schemas.microsoft.com/office/drawing/2014/main" id="{08660F11-FDB1-455B-A5CD-5841BDB2D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095" name="Rectangle 10">
              <a:extLst>
                <a:ext uri="{FF2B5EF4-FFF2-40B4-BE49-F238E27FC236}">
                  <a16:creationId xmlns:a16="http://schemas.microsoft.com/office/drawing/2014/main" id="{5BFBE2F1-EA3C-4A32-B861-3FD0DF174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096" name="Rectangle 11">
              <a:extLst>
                <a:ext uri="{FF2B5EF4-FFF2-40B4-BE49-F238E27FC236}">
                  <a16:creationId xmlns:a16="http://schemas.microsoft.com/office/drawing/2014/main" id="{5F0D28FD-F480-432E-8929-83615E46F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097" name="Rectangle 12">
              <a:extLst>
                <a:ext uri="{FF2B5EF4-FFF2-40B4-BE49-F238E27FC236}">
                  <a16:creationId xmlns:a16="http://schemas.microsoft.com/office/drawing/2014/main" id="{FA1EF7D3-7BC6-4B37-A2E0-3AD54775F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098" name="Rectangle 13">
              <a:extLst>
                <a:ext uri="{FF2B5EF4-FFF2-40B4-BE49-F238E27FC236}">
                  <a16:creationId xmlns:a16="http://schemas.microsoft.com/office/drawing/2014/main" id="{9473AE6B-DBF1-4B2D-BF30-2AC9AF82F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099" name="Rectangle 14">
              <a:extLst>
                <a:ext uri="{FF2B5EF4-FFF2-40B4-BE49-F238E27FC236}">
                  <a16:creationId xmlns:a16="http://schemas.microsoft.com/office/drawing/2014/main" id="{C4120B4B-8D67-40DF-A71D-F833B93A9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00" name="Rectangle 15">
              <a:extLst>
                <a:ext uri="{FF2B5EF4-FFF2-40B4-BE49-F238E27FC236}">
                  <a16:creationId xmlns:a16="http://schemas.microsoft.com/office/drawing/2014/main" id="{E6668DD0-AA9A-4DFF-A544-123774554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01" name="Rectangle 16">
              <a:extLst>
                <a:ext uri="{FF2B5EF4-FFF2-40B4-BE49-F238E27FC236}">
                  <a16:creationId xmlns:a16="http://schemas.microsoft.com/office/drawing/2014/main" id="{6E41B486-F36E-40FA-9602-9EF36EC17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02" name="Rectangle 17">
              <a:extLst>
                <a:ext uri="{FF2B5EF4-FFF2-40B4-BE49-F238E27FC236}">
                  <a16:creationId xmlns:a16="http://schemas.microsoft.com/office/drawing/2014/main" id="{4C694350-3E22-41BA-BBE9-6BA5354C9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03" name="Rectangle 18">
              <a:extLst>
                <a:ext uri="{FF2B5EF4-FFF2-40B4-BE49-F238E27FC236}">
                  <a16:creationId xmlns:a16="http://schemas.microsoft.com/office/drawing/2014/main" id="{4A619FBA-C941-40B4-8572-D1707CC84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04" name="Rectangle 19">
              <a:extLst>
                <a:ext uri="{FF2B5EF4-FFF2-40B4-BE49-F238E27FC236}">
                  <a16:creationId xmlns:a16="http://schemas.microsoft.com/office/drawing/2014/main" id="{84D8A419-098F-41E9-A333-C2E2DF1CB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05" name="Rectangle 20">
              <a:extLst>
                <a:ext uri="{FF2B5EF4-FFF2-40B4-BE49-F238E27FC236}">
                  <a16:creationId xmlns:a16="http://schemas.microsoft.com/office/drawing/2014/main" id="{7591B5B0-C198-4033-8982-4F53B9D9E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06" name="Rectangle 21">
              <a:extLst>
                <a:ext uri="{FF2B5EF4-FFF2-40B4-BE49-F238E27FC236}">
                  <a16:creationId xmlns:a16="http://schemas.microsoft.com/office/drawing/2014/main" id="{FC8A78F7-D873-4B25-BC97-76550F86B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07" name="Rectangle 22">
              <a:extLst>
                <a:ext uri="{FF2B5EF4-FFF2-40B4-BE49-F238E27FC236}">
                  <a16:creationId xmlns:a16="http://schemas.microsoft.com/office/drawing/2014/main" id="{5E839210-218E-44E6-B364-20A5A94ED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08" name="Rectangle 23">
              <a:extLst>
                <a:ext uri="{FF2B5EF4-FFF2-40B4-BE49-F238E27FC236}">
                  <a16:creationId xmlns:a16="http://schemas.microsoft.com/office/drawing/2014/main" id="{02561180-4A80-410F-9392-8DD13A577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09" name="Rectangle 24">
              <a:extLst>
                <a:ext uri="{FF2B5EF4-FFF2-40B4-BE49-F238E27FC236}">
                  <a16:creationId xmlns:a16="http://schemas.microsoft.com/office/drawing/2014/main" id="{47C9AEFD-E2E5-4C94-BD25-FC5F390C8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10" name="Rectangle 25">
              <a:extLst>
                <a:ext uri="{FF2B5EF4-FFF2-40B4-BE49-F238E27FC236}">
                  <a16:creationId xmlns:a16="http://schemas.microsoft.com/office/drawing/2014/main" id="{1397A610-8059-4DF9-B976-4A6301FF5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11" name="Rectangle 26">
              <a:extLst>
                <a:ext uri="{FF2B5EF4-FFF2-40B4-BE49-F238E27FC236}">
                  <a16:creationId xmlns:a16="http://schemas.microsoft.com/office/drawing/2014/main" id="{DA4C2206-82D4-4723-9D6D-4C30FCC56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12" name="Rectangle 27">
              <a:extLst>
                <a:ext uri="{FF2B5EF4-FFF2-40B4-BE49-F238E27FC236}">
                  <a16:creationId xmlns:a16="http://schemas.microsoft.com/office/drawing/2014/main" id="{23B57398-F99F-44AA-A751-979D708C0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13" name="Rectangle 28">
              <a:extLst>
                <a:ext uri="{FF2B5EF4-FFF2-40B4-BE49-F238E27FC236}">
                  <a16:creationId xmlns:a16="http://schemas.microsoft.com/office/drawing/2014/main" id="{14F26DFF-1B92-40B7-91C8-694F71627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14" name="Rectangle 29">
              <a:extLst>
                <a:ext uri="{FF2B5EF4-FFF2-40B4-BE49-F238E27FC236}">
                  <a16:creationId xmlns:a16="http://schemas.microsoft.com/office/drawing/2014/main" id="{4DF7437B-5BA1-47EE-B25C-FDE179ADD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15" name="Rectangle 30">
              <a:extLst>
                <a:ext uri="{FF2B5EF4-FFF2-40B4-BE49-F238E27FC236}">
                  <a16:creationId xmlns:a16="http://schemas.microsoft.com/office/drawing/2014/main" id="{AEE2F414-09F2-4F0F-86AF-F5F6E3673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16" name="Rectangle 31">
              <a:extLst>
                <a:ext uri="{FF2B5EF4-FFF2-40B4-BE49-F238E27FC236}">
                  <a16:creationId xmlns:a16="http://schemas.microsoft.com/office/drawing/2014/main" id="{0E490493-D10E-4355-8176-05AEAE381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17" name="Rectangle 32">
              <a:extLst>
                <a:ext uri="{FF2B5EF4-FFF2-40B4-BE49-F238E27FC236}">
                  <a16:creationId xmlns:a16="http://schemas.microsoft.com/office/drawing/2014/main" id="{E0915A4A-50A7-408E-A2ED-95778F199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18" name="Rectangle 33">
              <a:extLst>
                <a:ext uri="{FF2B5EF4-FFF2-40B4-BE49-F238E27FC236}">
                  <a16:creationId xmlns:a16="http://schemas.microsoft.com/office/drawing/2014/main" id="{035CFCBD-E48F-492E-971D-86CE4FAE7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19" name="Rectangle 34">
              <a:extLst>
                <a:ext uri="{FF2B5EF4-FFF2-40B4-BE49-F238E27FC236}">
                  <a16:creationId xmlns:a16="http://schemas.microsoft.com/office/drawing/2014/main" id="{DE613B1B-B251-4623-AF21-1551D5F9C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20" name="Rectangle 35">
              <a:extLst>
                <a:ext uri="{FF2B5EF4-FFF2-40B4-BE49-F238E27FC236}">
                  <a16:creationId xmlns:a16="http://schemas.microsoft.com/office/drawing/2014/main" id="{3A62961D-F963-403E-9DF1-A806D03E8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21" name="Rectangle 36">
              <a:extLst>
                <a:ext uri="{FF2B5EF4-FFF2-40B4-BE49-F238E27FC236}">
                  <a16:creationId xmlns:a16="http://schemas.microsoft.com/office/drawing/2014/main" id="{AE21B26B-5489-4273-8D1E-C270DF9D1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22" name="Rectangle 37">
              <a:extLst>
                <a:ext uri="{FF2B5EF4-FFF2-40B4-BE49-F238E27FC236}">
                  <a16:creationId xmlns:a16="http://schemas.microsoft.com/office/drawing/2014/main" id="{32EBDAA4-FB2E-42A7-B4EC-BF7DF00FA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23" name="Rectangle 38">
              <a:extLst>
                <a:ext uri="{FF2B5EF4-FFF2-40B4-BE49-F238E27FC236}">
                  <a16:creationId xmlns:a16="http://schemas.microsoft.com/office/drawing/2014/main" id="{DD3CD6E0-779B-4755-B533-D9C08F686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24" name="Rectangle 39">
              <a:extLst>
                <a:ext uri="{FF2B5EF4-FFF2-40B4-BE49-F238E27FC236}">
                  <a16:creationId xmlns:a16="http://schemas.microsoft.com/office/drawing/2014/main" id="{5BE3B32A-87A5-4578-8FBA-553A10172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25" name="Rectangle 40">
              <a:extLst>
                <a:ext uri="{FF2B5EF4-FFF2-40B4-BE49-F238E27FC236}">
                  <a16:creationId xmlns:a16="http://schemas.microsoft.com/office/drawing/2014/main" id="{8AEBA7CA-B4F1-4C98-98C1-29E74B550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26" name="Rectangle 41">
              <a:extLst>
                <a:ext uri="{FF2B5EF4-FFF2-40B4-BE49-F238E27FC236}">
                  <a16:creationId xmlns:a16="http://schemas.microsoft.com/office/drawing/2014/main" id="{483D3E1E-FAA9-4212-B63B-B129F4859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27" name="Rectangle 42">
              <a:extLst>
                <a:ext uri="{FF2B5EF4-FFF2-40B4-BE49-F238E27FC236}">
                  <a16:creationId xmlns:a16="http://schemas.microsoft.com/office/drawing/2014/main" id="{80DBF126-2D27-4E0E-99DC-4B745EFE7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28" name="Rectangle 43">
              <a:extLst>
                <a:ext uri="{FF2B5EF4-FFF2-40B4-BE49-F238E27FC236}">
                  <a16:creationId xmlns:a16="http://schemas.microsoft.com/office/drawing/2014/main" id="{986469BC-E48A-4A10-AA64-5EEDEAF4B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29" name="Rectangle 44">
              <a:extLst>
                <a:ext uri="{FF2B5EF4-FFF2-40B4-BE49-F238E27FC236}">
                  <a16:creationId xmlns:a16="http://schemas.microsoft.com/office/drawing/2014/main" id="{9C2BAFE7-9476-4129-9491-5E20A56BC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30" name="Rectangle 45">
              <a:extLst>
                <a:ext uri="{FF2B5EF4-FFF2-40B4-BE49-F238E27FC236}">
                  <a16:creationId xmlns:a16="http://schemas.microsoft.com/office/drawing/2014/main" id="{972A9FF9-35E4-4EB2-96A2-FA88593AD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31" name="Rectangle 46">
              <a:extLst>
                <a:ext uri="{FF2B5EF4-FFF2-40B4-BE49-F238E27FC236}">
                  <a16:creationId xmlns:a16="http://schemas.microsoft.com/office/drawing/2014/main" id="{BEBEC663-3476-4AE2-84C0-63867F293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32" name="Rectangle 47">
              <a:extLst>
                <a:ext uri="{FF2B5EF4-FFF2-40B4-BE49-F238E27FC236}">
                  <a16:creationId xmlns:a16="http://schemas.microsoft.com/office/drawing/2014/main" id="{688305FE-4275-4AF0-82B1-E33877BD9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33" name="Rectangle 48">
              <a:extLst>
                <a:ext uri="{FF2B5EF4-FFF2-40B4-BE49-F238E27FC236}">
                  <a16:creationId xmlns:a16="http://schemas.microsoft.com/office/drawing/2014/main" id="{1CCE0263-89BF-45F4-8005-D5DB17ACC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34" name="Rectangle 49">
              <a:extLst>
                <a:ext uri="{FF2B5EF4-FFF2-40B4-BE49-F238E27FC236}">
                  <a16:creationId xmlns:a16="http://schemas.microsoft.com/office/drawing/2014/main" id="{EA391D31-66BB-4946-B7F4-F09E5C59C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35" name="Rectangle 50">
              <a:extLst>
                <a:ext uri="{FF2B5EF4-FFF2-40B4-BE49-F238E27FC236}">
                  <a16:creationId xmlns:a16="http://schemas.microsoft.com/office/drawing/2014/main" id="{8192D665-5217-45E7-A058-1DD1AE7BD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36" name="Rectangle 51">
              <a:extLst>
                <a:ext uri="{FF2B5EF4-FFF2-40B4-BE49-F238E27FC236}">
                  <a16:creationId xmlns:a16="http://schemas.microsoft.com/office/drawing/2014/main" id="{C1597FCC-5AF4-49DA-96CC-5DAB5450D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37" name="Rectangle 52">
              <a:extLst>
                <a:ext uri="{FF2B5EF4-FFF2-40B4-BE49-F238E27FC236}">
                  <a16:creationId xmlns:a16="http://schemas.microsoft.com/office/drawing/2014/main" id="{B0E9CDB1-6B1F-4123-98C5-176C1EBEE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38" name="Rectangle 53">
              <a:extLst>
                <a:ext uri="{FF2B5EF4-FFF2-40B4-BE49-F238E27FC236}">
                  <a16:creationId xmlns:a16="http://schemas.microsoft.com/office/drawing/2014/main" id="{BB0C36D9-E297-476F-828E-877B038F7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39" name="Rectangle 54">
              <a:extLst>
                <a:ext uri="{FF2B5EF4-FFF2-40B4-BE49-F238E27FC236}">
                  <a16:creationId xmlns:a16="http://schemas.microsoft.com/office/drawing/2014/main" id="{4D692526-AE54-45FD-AF1B-EBAC3A17F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40" name="Rectangle 55">
              <a:extLst>
                <a:ext uri="{FF2B5EF4-FFF2-40B4-BE49-F238E27FC236}">
                  <a16:creationId xmlns:a16="http://schemas.microsoft.com/office/drawing/2014/main" id="{AC20DC70-3B31-40C2-9E0C-35001AFEA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41" name="Rectangle 56">
              <a:extLst>
                <a:ext uri="{FF2B5EF4-FFF2-40B4-BE49-F238E27FC236}">
                  <a16:creationId xmlns:a16="http://schemas.microsoft.com/office/drawing/2014/main" id="{354D5BF5-1612-4464-AC12-0B80A9DFD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42" name="Rectangle 57">
              <a:extLst>
                <a:ext uri="{FF2B5EF4-FFF2-40B4-BE49-F238E27FC236}">
                  <a16:creationId xmlns:a16="http://schemas.microsoft.com/office/drawing/2014/main" id="{33D6FB9B-893C-4F1B-B8AE-C163239A1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43" name="Rectangle 58">
              <a:extLst>
                <a:ext uri="{FF2B5EF4-FFF2-40B4-BE49-F238E27FC236}">
                  <a16:creationId xmlns:a16="http://schemas.microsoft.com/office/drawing/2014/main" id="{90D69E2E-D8E6-4682-B1D5-E2FE3365A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44" name="Rectangle 59">
              <a:extLst>
                <a:ext uri="{FF2B5EF4-FFF2-40B4-BE49-F238E27FC236}">
                  <a16:creationId xmlns:a16="http://schemas.microsoft.com/office/drawing/2014/main" id="{075AD45A-2C1D-4F36-AA6D-A5263D5F7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45" name="Rectangle 60">
              <a:extLst>
                <a:ext uri="{FF2B5EF4-FFF2-40B4-BE49-F238E27FC236}">
                  <a16:creationId xmlns:a16="http://schemas.microsoft.com/office/drawing/2014/main" id="{BC5939EA-C389-443A-9601-1E296FD79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46" name="Rectangle 61">
              <a:extLst>
                <a:ext uri="{FF2B5EF4-FFF2-40B4-BE49-F238E27FC236}">
                  <a16:creationId xmlns:a16="http://schemas.microsoft.com/office/drawing/2014/main" id="{BDAE27CC-2BDF-4E8B-9C62-64C36FBF5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47" name="Rectangle 62">
              <a:extLst>
                <a:ext uri="{FF2B5EF4-FFF2-40B4-BE49-F238E27FC236}">
                  <a16:creationId xmlns:a16="http://schemas.microsoft.com/office/drawing/2014/main" id="{46235529-AE9E-47A5-8275-C467BD37E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48" name="Rectangle 63">
              <a:extLst>
                <a:ext uri="{FF2B5EF4-FFF2-40B4-BE49-F238E27FC236}">
                  <a16:creationId xmlns:a16="http://schemas.microsoft.com/office/drawing/2014/main" id="{7B07332C-2828-422C-9884-78E856855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49" name="Rectangle 64">
              <a:extLst>
                <a:ext uri="{FF2B5EF4-FFF2-40B4-BE49-F238E27FC236}">
                  <a16:creationId xmlns:a16="http://schemas.microsoft.com/office/drawing/2014/main" id="{1C60661D-9F71-4F54-9ED3-D6A9B04D4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50" name="Rectangle 65">
              <a:extLst>
                <a:ext uri="{FF2B5EF4-FFF2-40B4-BE49-F238E27FC236}">
                  <a16:creationId xmlns:a16="http://schemas.microsoft.com/office/drawing/2014/main" id="{183E37EA-F1F2-429E-AF5C-8597F1FFC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51" name="Rectangle 66">
              <a:extLst>
                <a:ext uri="{FF2B5EF4-FFF2-40B4-BE49-F238E27FC236}">
                  <a16:creationId xmlns:a16="http://schemas.microsoft.com/office/drawing/2014/main" id="{F71D3724-3E1A-4008-96B5-D0834D310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52" name="Rectangle 67">
              <a:extLst>
                <a:ext uri="{FF2B5EF4-FFF2-40B4-BE49-F238E27FC236}">
                  <a16:creationId xmlns:a16="http://schemas.microsoft.com/office/drawing/2014/main" id="{6C7CA0BA-4556-4B41-8E8D-499AAB2A4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53" name="Rectangle 68">
              <a:extLst>
                <a:ext uri="{FF2B5EF4-FFF2-40B4-BE49-F238E27FC236}">
                  <a16:creationId xmlns:a16="http://schemas.microsoft.com/office/drawing/2014/main" id="{B7C8A926-A16A-4134-ACCF-AB10D0349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54" name="Rectangle 69">
              <a:extLst>
                <a:ext uri="{FF2B5EF4-FFF2-40B4-BE49-F238E27FC236}">
                  <a16:creationId xmlns:a16="http://schemas.microsoft.com/office/drawing/2014/main" id="{61631CAD-1F06-41ED-9FB0-F6575843A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55" name="Rectangle 70">
              <a:extLst>
                <a:ext uri="{FF2B5EF4-FFF2-40B4-BE49-F238E27FC236}">
                  <a16:creationId xmlns:a16="http://schemas.microsoft.com/office/drawing/2014/main" id="{7552311B-F813-4AE1-81BB-FADE8437F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56" name="Rectangle 71">
              <a:extLst>
                <a:ext uri="{FF2B5EF4-FFF2-40B4-BE49-F238E27FC236}">
                  <a16:creationId xmlns:a16="http://schemas.microsoft.com/office/drawing/2014/main" id="{ABA2369D-804A-4905-AAB0-C3BE950BE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57" name="Rectangle 72">
              <a:extLst>
                <a:ext uri="{FF2B5EF4-FFF2-40B4-BE49-F238E27FC236}">
                  <a16:creationId xmlns:a16="http://schemas.microsoft.com/office/drawing/2014/main" id="{945E23C1-FDF8-4C72-94F7-714798950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58" name="Rectangle 73">
              <a:extLst>
                <a:ext uri="{FF2B5EF4-FFF2-40B4-BE49-F238E27FC236}">
                  <a16:creationId xmlns:a16="http://schemas.microsoft.com/office/drawing/2014/main" id="{748A1F70-8DC8-45DA-862E-3E6B710C3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59" name="Rectangle 74">
              <a:extLst>
                <a:ext uri="{FF2B5EF4-FFF2-40B4-BE49-F238E27FC236}">
                  <a16:creationId xmlns:a16="http://schemas.microsoft.com/office/drawing/2014/main" id="{C275DEF7-B23E-4764-8D4C-30E744F1D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60" name="Rectangle 75">
              <a:extLst>
                <a:ext uri="{FF2B5EF4-FFF2-40B4-BE49-F238E27FC236}">
                  <a16:creationId xmlns:a16="http://schemas.microsoft.com/office/drawing/2014/main" id="{E5725D4D-2840-44F3-ADFF-06590A66B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61" name="Rectangle 76">
              <a:extLst>
                <a:ext uri="{FF2B5EF4-FFF2-40B4-BE49-F238E27FC236}">
                  <a16:creationId xmlns:a16="http://schemas.microsoft.com/office/drawing/2014/main" id="{0C2D6F25-C1AC-438B-8D37-23439DCC6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62" name="Rectangle 77">
              <a:extLst>
                <a:ext uri="{FF2B5EF4-FFF2-40B4-BE49-F238E27FC236}">
                  <a16:creationId xmlns:a16="http://schemas.microsoft.com/office/drawing/2014/main" id="{C16DD025-BCE7-41FF-B8BB-32DB887A1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63" name="Rectangle 78">
              <a:extLst>
                <a:ext uri="{FF2B5EF4-FFF2-40B4-BE49-F238E27FC236}">
                  <a16:creationId xmlns:a16="http://schemas.microsoft.com/office/drawing/2014/main" id="{8E9FE235-D1AE-48B6-A0AD-D6E67D7FD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64" name="Rectangle 79">
              <a:extLst>
                <a:ext uri="{FF2B5EF4-FFF2-40B4-BE49-F238E27FC236}">
                  <a16:creationId xmlns:a16="http://schemas.microsoft.com/office/drawing/2014/main" id="{5C7E697A-3FD7-4FAC-8ACA-13F39BFE9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65" name="Rectangle 80">
              <a:extLst>
                <a:ext uri="{FF2B5EF4-FFF2-40B4-BE49-F238E27FC236}">
                  <a16:creationId xmlns:a16="http://schemas.microsoft.com/office/drawing/2014/main" id="{0DF6FEB6-56D4-47FB-8BD7-7C49A248D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66" name="Rectangle 81">
              <a:extLst>
                <a:ext uri="{FF2B5EF4-FFF2-40B4-BE49-F238E27FC236}">
                  <a16:creationId xmlns:a16="http://schemas.microsoft.com/office/drawing/2014/main" id="{C28429DA-A289-478D-B916-FEDC86CFF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67" name="Rectangle 82">
              <a:extLst>
                <a:ext uri="{FF2B5EF4-FFF2-40B4-BE49-F238E27FC236}">
                  <a16:creationId xmlns:a16="http://schemas.microsoft.com/office/drawing/2014/main" id="{C7BBE05C-2003-4C6E-903B-1DDAD0A9C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168" name="Rectangle 83">
              <a:extLst>
                <a:ext uri="{FF2B5EF4-FFF2-40B4-BE49-F238E27FC236}">
                  <a16:creationId xmlns:a16="http://schemas.microsoft.com/office/drawing/2014/main" id="{4EA199C4-8F28-451A-B12E-4D51AE849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31075" name="Rectangle 2">
            <a:extLst>
              <a:ext uri="{FF2B5EF4-FFF2-40B4-BE49-F238E27FC236}">
                <a16:creationId xmlns:a16="http://schemas.microsoft.com/office/drawing/2014/main" id="{B7831E34-5C1B-4305-B555-5C9627DE78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31076" name="Rectangle 110">
            <a:extLst>
              <a:ext uri="{FF2B5EF4-FFF2-40B4-BE49-F238E27FC236}">
                <a16:creationId xmlns:a16="http://schemas.microsoft.com/office/drawing/2014/main" id="{126823CF-7E8A-4AC4-B049-00138B79D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1077" name="Rectangle 118">
            <a:extLst>
              <a:ext uri="{FF2B5EF4-FFF2-40B4-BE49-F238E27FC236}">
                <a16:creationId xmlns:a16="http://schemas.microsoft.com/office/drawing/2014/main" id="{D5208EF6-A813-40AE-B5EE-09E2973FC6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1078" name="Rectangle 126">
            <a:extLst>
              <a:ext uri="{FF2B5EF4-FFF2-40B4-BE49-F238E27FC236}">
                <a16:creationId xmlns:a16="http://schemas.microsoft.com/office/drawing/2014/main" id="{5D3E6CC4-179B-442B-A077-0C81386ED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1079" name="Rectangle 134">
            <a:extLst>
              <a:ext uri="{FF2B5EF4-FFF2-40B4-BE49-F238E27FC236}">
                <a16:creationId xmlns:a16="http://schemas.microsoft.com/office/drawing/2014/main" id="{DE300431-737D-4212-9A0A-90546090EA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1080" name="Rectangle 116">
            <a:extLst>
              <a:ext uri="{FF2B5EF4-FFF2-40B4-BE49-F238E27FC236}">
                <a16:creationId xmlns:a16="http://schemas.microsoft.com/office/drawing/2014/main" id="{18ECC847-E259-4F97-A533-8BFDBBC51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28305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1081" name="Rectangle 124">
            <a:extLst>
              <a:ext uri="{FF2B5EF4-FFF2-40B4-BE49-F238E27FC236}">
                <a16:creationId xmlns:a16="http://schemas.microsoft.com/office/drawing/2014/main" id="{A3D38892-41D8-4A25-A998-8F16388CE0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03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1082" name="Rectangle 132">
            <a:extLst>
              <a:ext uri="{FF2B5EF4-FFF2-40B4-BE49-F238E27FC236}">
                <a16:creationId xmlns:a16="http://schemas.microsoft.com/office/drawing/2014/main" id="{E973E108-BF73-4EB6-990D-EE89875964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3686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1083" name="Rectangle 140">
            <a:extLst>
              <a:ext uri="{FF2B5EF4-FFF2-40B4-BE49-F238E27FC236}">
                <a16:creationId xmlns:a16="http://schemas.microsoft.com/office/drawing/2014/main" id="{36014B6E-C311-45FE-872A-06F6037A18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63696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31084" name="Picture 2" descr="Screen shot 2013-10-21 at 1.42.50 PM.png">
            <a:extLst>
              <a:ext uri="{FF2B5EF4-FFF2-40B4-BE49-F238E27FC236}">
                <a16:creationId xmlns:a16="http://schemas.microsoft.com/office/drawing/2014/main" id="{02EE9B84-DA25-47CB-B48E-EAA09584B8A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9263" y="4764088"/>
            <a:ext cx="2397125" cy="187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1085" name="Picture 164" descr="Screen shot 2013-12-06 at 11.55.56 AM.png">
            <a:extLst>
              <a:ext uri="{FF2B5EF4-FFF2-40B4-BE49-F238E27FC236}">
                <a16:creationId xmlns:a16="http://schemas.microsoft.com/office/drawing/2014/main" id="{AB22A14D-541C-4F46-987F-B6D402461AE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75" y="4964113"/>
            <a:ext cx="1722438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1086" name="Rectangle 165">
            <a:extLst>
              <a:ext uri="{FF2B5EF4-FFF2-40B4-BE49-F238E27FC236}">
                <a16:creationId xmlns:a16="http://schemas.microsoft.com/office/drawing/2014/main" id="{BD2EF8A2-E290-4F94-9882-D700B408C7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3225" y="367665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1087" name="Rectangle 166">
            <a:extLst>
              <a:ext uri="{FF2B5EF4-FFF2-40B4-BE49-F238E27FC236}">
                <a16:creationId xmlns:a16="http://schemas.microsoft.com/office/drawing/2014/main" id="{764ADDD4-F818-4B98-AE4B-AFA4135DC0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56007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1088" name="Rectangle 111">
            <a:extLst>
              <a:ext uri="{FF2B5EF4-FFF2-40B4-BE49-F238E27FC236}">
                <a16:creationId xmlns:a16="http://schemas.microsoft.com/office/drawing/2014/main" id="{DCB02EAA-C39E-4716-926D-B4339E78C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4638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97" name="Group 13">
            <a:extLst>
              <a:ext uri="{FF2B5EF4-FFF2-40B4-BE49-F238E27FC236}">
                <a16:creationId xmlns:a16="http://schemas.microsoft.com/office/drawing/2014/main" id="{982909CA-9BE7-4F4C-B487-A27EBAAEAB57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32194" name="Rectangle 85">
              <a:extLst>
                <a:ext uri="{FF2B5EF4-FFF2-40B4-BE49-F238E27FC236}">
                  <a16:creationId xmlns:a16="http://schemas.microsoft.com/office/drawing/2014/main" id="{E0C3CF87-43BB-4315-96E3-F6A3269DD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95" name="Rectangle 86">
              <a:extLst>
                <a:ext uri="{FF2B5EF4-FFF2-40B4-BE49-F238E27FC236}">
                  <a16:creationId xmlns:a16="http://schemas.microsoft.com/office/drawing/2014/main" id="{FDD28156-0808-4026-83D9-8A1891925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96" name="Rectangle 88">
              <a:extLst>
                <a:ext uri="{FF2B5EF4-FFF2-40B4-BE49-F238E27FC236}">
                  <a16:creationId xmlns:a16="http://schemas.microsoft.com/office/drawing/2014/main" id="{3FB68846-4BEC-421A-8887-148A78676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97" name="Rectangle 89">
              <a:extLst>
                <a:ext uri="{FF2B5EF4-FFF2-40B4-BE49-F238E27FC236}">
                  <a16:creationId xmlns:a16="http://schemas.microsoft.com/office/drawing/2014/main" id="{6B38E6B2-A984-47BF-B3F7-2073ACD17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98" name="Rectangle 90">
              <a:extLst>
                <a:ext uri="{FF2B5EF4-FFF2-40B4-BE49-F238E27FC236}">
                  <a16:creationId xmlns:a16="http://schemas.microsoft.com/office/drawing/2014/main" id="{88DE2BA9-9D46-4DA8-AFD5-35B762D3D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99" name="Rectangle 91">
              <a:extLst>
                <a:ext uri="{FF2B5EF4-FFF2-40B4-BE49-F238E27FC236}">
                  <a16:creationId xmlns:a16="http://schemas.microsoft.com/office/drawing/2014/main" id="{351DCB80-8B7A-40E0-A11D-129E7D26E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00" name="Rectangle 92">
              <a:extLst>
                <a:ext uri="{FF2B5EF4-FFF2-40B4-BE49-F238E27FC236}">
                  <a16:creationId xmlns:a16="http://schemas.microsoft.com/office/drawing/2014/main" id="{9CD096F1-822D-4C7A-9C9D-F8861AAD6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01" name="Rectangle 93">
              <a:extLst>
                <a:ext uri="{FF2B5EF4-FFF2-40B4-BE49-F238E27FC236}">
                  <a16:creationId xmlns:a16="http://schemas.microsoft.com/office/drawing/2014/main" id="{A6A1B702-1F29-495C-BCC6-5F72F1353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02" name="Rectangle 94">
              <a:extLst>
                <a:ext uri="{FF2B5EF4-FFF2-40B4-BE49-F238E27FC236}">
                  <a16:creationId xmlns:a16="http://schemas.microsoft.com/office/drawing/2014/main" id="{BF849CF8-6714-45B6-97ED-C0E9680DB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03" name="Rectangle 95">
              <a:extLst>
                <a:ext uri="{FF2B5EF4-FFF2-40B4-BE49-F238E27FC236}">
                  <a16:creationId xmlns:a16="http://schemas.microsoft.com/office/drawing/2014/main" id="{F3A18554-DC70-4FF9-8F3E-C27EB44FE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04" name="Rectangle 96">
              <a:extLst>
                <a:ext uri="{FF2B5EF4-FFF2-40B4-BE49-F238E27FC236}">
                  <a16:creationId xmlns:a16="http://schemas.microsoft.com/office/drawing/2014/main" id="{BBB6A9B9-B97F-47B9-88B5-AF0FDA781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05" name="Rectangle 97">
              <a:extLst>
                <a:ext uri="{FF2B5EF4-FFF2-40B4-BE49-F238E27FC236}">
                  <a16:creationId xmlns:a16="http://schemas.microsoft.com/office/drawing/2014/main" id="{2BAA6324-3BD5-473F-9C16-3FB6D9119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06" name="Rectangle 98">
              <a:extLst>
                <a:ext uri="{FF2B5EF4-FFF2-40B4-BE49-F238E27FC236}">
                  <a16:creationId xmlns:a16="http://schemas.microsoft.com/office/drawing/2014/main" id="{035FFC15-4370-4EFB-AB7D-EEBD20B1C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07" name="Rectangle 99">
              <a:extLst>
                <a:ext uri="{FF2B5EF4-FFF2-40B4-BE49-F238E27FC236}">
                  <a16:creationId xmlns:a16="http://schemas.microsoft.com/office/drawing/2014/main" id="{785A193F-8FC2-4096-84C8-27C92B32F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08" name="Rectangle 100">
              <a:extLst>
                <a:ext uri="{FF2B5EF4-FFF2-40B4-BE49-F238E27FC236}">
                  <a16:creationId xmlns:a16="http://schemas.microsoft.com/office/drawing/2014/main" id="{57431E8A-A50F-4B82-BCCD-8D50A2B18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09" name="Rectangle 101">
              <a:extLst>
                <a:ext uri="{FF2B5EF4-FFF2-40B4-BE49-F238E27FC236}">
                  <a16:creationId xmlns:a16="http://schemas.microsoft.com/office/drawing/2014/main" id="{8E7621C6-B6AD-4B61-92FC-421756EF3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10" name="Rectangle 102">
              <a:extLst>
                <a:ext uri="{FF2B5EF4-FFF2-40B4-BE49-F238E27FC236}">
                  <a16:creationId xmlns:a16="http://schemas.microsoft.com/office/drawing/2014/main" id="{F0886675-3989-4237-BF3E-6E471D1BE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11" name="Rectangle 103">
              <a:extLst>
                <a:ext uri="{FF2B5EF4-FFF2-40B4-BE49-F238E27FC236}">
                  <a16:creationId xmlns:a16="http://schemas.microsoft.com/office/drawing/2014/main" id="{80F6979C-6525-4EEB-B7D5-8A2A5D037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12" name="Rectangle 104">
              <a:extLst>
                <a:ext uri="{FF2B5EF4-FFF2-40B4-BE49-F238E27FC236}">
                  <a16:creationId xmlns:a16="http://schemas.microsoft.com/office/drawing/2014/main" id="{09CC93B2-B045-402C-8A9B-2F50D1E6B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13" name="Rectangle 105">
              <a:extLst>
                <a:ext uri="{FF2B5EF4-FFF2-40B4-BE49-F238E27FC236}">
                  <a16:creationId xmlns:a16="http://schemas.microsoft.com/office/drawing/2014/main" id="{79A70D48-BB2E-48D4-98B9-A5C4ED2BE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14" name="Rectangle 106">
              <a:extLst>
                <a:ext uri="{FF2B5EF4-FFF2-40B4-BE49-F238E27FC236}">
                  <a16:creationId xmlns:a16="http://schemas.microsoft.com/office/drawing/2014/main" id="{E1E7477B-1718-4060-8984-187C24FBF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15" name="Rectangle 107">
              <a:extLst>
                <a:ext uri="{FF2B5EF4-FFF2-40B4-BE49-F238E27FC236}">
                  <a16:creationId xmlns:a16="http://schemas.microsoft.com/office/drawing/2014/main" id="{98D3A7E0-3F7F-47CE-A3EB-A577C4734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16" name="Rectangle 108">
              <a:extLst>
                <a:ext uri="{FF2B5EF4-FFF2-40B4-BE49-F238E27FC236}">
                  <a16:creationId xmlns:a16="http://schemas.microsoft.com/office/drawing/2014/main" id="{349A0F16-680B-4734-A499-CD65DA953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17" name="Rectangle 109">
              <a:extLst>
                <a:ext uri="{FF2B5EF4-FFF2-40B4-BE49-F238E27FC236}">
                  <a16:creationId xmlns:a16="http://schemas.microsoft.com/office/drawing/2014/main" id="{B3031155-4EC8-495B-B59C-72F7711D4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18" name="Rectangle 112">
              <a:extLst>
                <a:ext uri="{FF2B5EF4-FFF2-40B4-BE49-F238E27FC236}">
                  <a16:creationId xmlns:a16="http://schemas.microsoft.com/office/drawing/2014/main" id="{7C5A3A80-8960-4F04-A5EB-CC21459A0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19" name="Rectangle 114">
              <a:extLst>
                <a:ext uri="{FF2B5EF4-FFF2-40B4-BE49-F238E27FC236}">
                  <a16:creationId xmlns:a16="http://schemas.microsoft.com/office/drawing/2014/main" id="{911D6D62-9399-46EC-BDA2-CAAED8E9F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20" name="Rectangle 115">
              <a:extLst>
                <a:ext uri="{FF2B5EF4-FFF2-40B4-BE49-F238E27FC236}">
                  <a16:creationId xmlns:a16="http://schemas.microsoft.com/office/drawing/2014/main" id="{8BC35354-188C-4C1A-9600-2882C2730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21" name="Rectangle 117">
              <a:extLst>
                <a:ext uri="{FF2B5EF4-FFF2-40B4-BE49-F238E27FC236}">
                  <a16:creationId xmlns:a16="http://schemas.microsoft.com/office/drawing/2014/main" id="{C433281E-0D0D-42AC-B066-DAE1FD5F4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22" name="Rectangle 120">
              <a:extLst>
                <a:ext uri="{FF2B5EF4-FFF2-40B4-BE49-F238E27FC236}">
                  <a16:creationId xmlns:a16="http://schemas.microsoft.com/office/drawing/2014/main" id="{3FCE110B-F22A-4806-8976-75C5930A9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23" name="Rectangle 122">
              <a:extLst>
                <a:ext uri="{FF2B5EF4-FFF2-40B4-BE49-F238E27FC236}">
                  <a16:creationId xmlns:a16="http://schemas.microsoft.com/office/drawing/2014/main" id="{0EE96AFD-55EC-4B9A-87E7-7214DC420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24" name="Rectangle 123">
              <a:extLst>
                <a:ext uri="{FF2B5EF4-FFF2-40B4-BE49-F238E27FC236}">
                  <a16:creationId xmlns:a16="http://schemas.microsoft.com/office/drawing/2014/main" id="{6C51437D-49EC-4C50-99C4-426B9A2EB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25" name="Rectangle 125">
              <a:extLst>
                <a:ext uri="{FF2B5EF4-FFF2-40B4-BE49-F238E27FC236}">
                  <a16:creationId xmlns:a16="http://schemas.microsoft.com/office/drawing/2014/main" id="{0F45DE90-4BBC-428E-A74F-D4507B344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26" name="Rectangle 128">
              <a:extLst>
                <a:ext uri="{FF2B5EF4-FFF2-40B4-BE49-F238E27FC236}">
                  <a16:creationId xmlns:a16="http://schemas.microsoft.com/office/drawing/2014/main" id="{83DDF0BB-77C6-4536-BE22-C7A38D9B7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27" name="Rectangle 130">
              <a:extLst>
                <a:ext uri="{FF2B5EF4-FFF2-40B4-BE49-F238E27FC236}">
                  <a16:creationId xmlns:a16="http://schemas.microsoft.com/office/drawing/2014/main" id="{53BF76F4-ED41-4B9D-92E5-3B97F1C01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28" name="Rectangle 131">
              <a:extLst>
                <a:ext uri="{FF2B5EF4-FFF2-40B4-BE49-F238E27FC236}">
                  <a16:creationId xmlns:a16="http://schemas.microsoft.com/office/drawing/2014/main" id="{A3324325-F48A-4DAE-8071-4E8A011B0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29" name="Rectangle 133">
              <a:extLst>
                <a:ext uri="{FF2B5EF4-FFF2-40B4-BE49-F238E27FC236}">
                  <a16:creationId xmlns:a16="http://schemas.microsoft.com/office/drawing/2014/main" id="{ABF95710-9385-4F08-A2DF-91E3B7311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30" name="Rectangle 136">
              <a:extLst>
                <a:ext uri="{FF2B5EF4-FFF2-40B4-BE49-F238E27FC236}">
                  <a16:creationId xmlns:a16="http://schemas.microsoft.com/office/drawing/2014/main" id="{031C31CE-3E6C-4350-91B8-6F5F518D2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31" name="Rectangle 138">
              <a:extLst>
                <a:ext uri="{FF2B5EF4-FFF2-40B4-BE49-F238E27FC236}">
                  <a16:creationId xmlns:a16="http://schemas.microsoft.com/office/drawing/2014/main" id="{A457BF8D-EF83-4C09-8601-BCEC9077E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232" name="Rectangle 139">
              <a:extLst>
                <a:ext uri="{FF2B5EF4-FFF2-40B4-BE49-F238E27FC236}">
                  <a16:creationId xmlns:a16="http://schemas.microsoft.com/office/drawing/2014/main" id="{EB1C6D86-F2C6-4A51-9416-B911B04ED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32098" name="Group 69">
            <a:extLst>
              <a:ext uri="{FF2B5EF4-FFF2-40B4-BE49-F238E27FC236}">
                <a16:creationId xmlns:a16="http://schemas.microsoft.com/office/drawing/2014/main" id="{BDAB5EB3-919E-45C9-9B0C-DF8A1D6B868D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32114" name="Rectangle 4">
              <a:extLst>
                <a:ext uri="{FF2B5EF4-FFF2-40B4-BE49-F238E27FC236}">
                  <a16:creationId xmlns:a16="http://schemas.microsoft.com/office/drawing/2014/main" id="{6FB923FE-CB07-437E-8128-01D4F1FD1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15" name="Rectangle 5">
              <a:extLst>
                <a:ext uri="{FF2B5EF4-FFF2-40B4-BE49-F238E27FC236}">
                  <a16:creationId xmlns:a16="http://schemas.microsoft.com/office/drawing/2014/main" id="{ADD1622F-E5D5-4C74-B8CF-807FFD952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16" name="Rectangle 6">
              <a:extLst>
                <a:ext uri="{FF2B5EF4-FFF2-40B4-BE49-F238E27FC236}">
                  <a16:creationId xmlns:a16="http://schemas.microsoft.com/office/drawing/2014/main" id="{167E5609-1F82-4E6B-8608-A46BE9602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17" name="Rectangle 7">
              <a:extLst>
                <a:ext uri="{FF2B5EF4-FFF2-40B4-BE49-F238E27FC236}">
                  <a16:creationId xmlns:a16="http://schemas.microsoft.com/office/drawing/2014/main" id="{805C5E27-659B-4841-B37B-05730A0D6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18" name="Rectangle 8">
              <a:extLst>
                <a:ext uri="{FF2B5EF4-FFF2-40B4-BE49-F238E27FC236}">
                  <a16:creationId xmlns:a16="http://schemas.microsoft.com/office/drawing/2014/main" id="{8B099A1C-FA86-40E5-9267-B3C1F332B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19" name="Rectangle 9">
              <a:extLst>
                <a:ext uri="{FF2B5EF4-FFF2-40B4-BE49-F238E27FC236}">
                  <a16:creationId xmlns:a16="http://schemas.microsoft.com/office/drawing/2014/main" id="{2770D412-9083-44F5-835D-632B5689B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20" name="Rectangle 10">
              <a:extLst>
                <a:ext uri="{FF2B5EF4-FFF2-40B4-BE49-F238E27FC236}">
                  <a16:creationId xmlns:a16="http://schemas.microsoft.com/office/drawing/2014/main" id="{81D6AA92-F14F-4EF8-A8D1-F088B8326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21" name="Rectangle 11">
              <a:extLst>
                <a:ext uri="{FF2B5EF4-FFF2-40B4-BE49-F238E27FC236}">
                  <a16:creationId xmlns:a16="http://schemas.microsoft.com/office/drawing/2014/main" id="{EE09727F-0C0D-4A5C-A87D-DD62F4EC2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22" name="Rectangle 12">
              <a:extLst>
                <a:ext uri="{FF2B5EF4-FFF2-40B4-BE49-F238E27FC236}">
                  <a16:creationId xmlns:a16="http://schemas.microsoft.com/office/drawing/2014/main" id="{04A9038A-E4F3-4956-BAF9-1395B165E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23" name="Rectangle 13">
              <a:extLst>
                <a:ext uri="{FF2B5EF4-FFF2-40B4-BE49-F238E27FC236}">
                  <a16:creationId xmlns:a16="http://schemas.microsoft.com/office/drawing/2014/main" id="{B267B165-6378-4C72-AFB5-5565CBFA0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24" name="Rectangle 14">
              <a:extLst>
                <a:ext uri="{FF2B5EF4-FFF2-40B4-BE49-F238E27FC236}">
                  <a16:creationId xmlns:a16="http://schemas.microsoft.com/office/drawing/2014/main" id="{DAF76039-B19C-4B26-94E0-9EA0DAFEC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25" name="Rectangle 15">
              <a:extLst>
                <a:ext uri="{FF2B5EF4-FFF2-40B4-BE49-F238E27FC236}">
                  <a16:creationId xmlns:a16="http://schemas.microsoft.com/office/drawing/2014/main" id="{DA51D0B8-CE16-46CA-A415-40932B39F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26" name="Rectangle 16">
              <a:extLst>
                <a:ext uri="{FF2B5EF4-FFF2-40B4-BE49-F238E27FC236}">
                  <a16:creationId xmlns:a16="http://schemas.microsoft.com/office/drawing/2014/main" id="{1BEEB651-09C9-4028-ACA2-50AF5D1BB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27" name="Rectangle 17">
              <a:extLst>
                <a:ext uri="{FF2B5EF4-FFF2-40B4-BE49-F238E27FC236}">
                  <a16:creationId xmlns:a16="http://schemas.microsoft.com/office/drawing/2014/main" id="{0A95DCCF-8404-4A7E-BDFB-8F6AF7F7F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28" name="Rectangle 18">
              <a:extLst>
                <a:ext uri="{FF2B5EF4-FFF2-40B4-BE49-F238E27FC236}">
                  <a16:creationId xmlns:a16="http://schemas.microsoft.com/office/drawing/2014/main" id="{EE90716E-D579-4C77-A3F0-62AB557DF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29" name="Rectangle 19">
              <a:extLst>
                <a:ext uri="{FF2B5EF4-FFF2-40B4-BE49-F238E27FC236}">
                  <a16:creationId xmlns:a16="http://schemas.microsoft.com/office/drawing/2014/main" id="{D707D948-7C54-4918-BE11-D21491A14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30" name="Rectangle 20">
              <a:extLst>
                <a:ext uri="{FF2B5EF4-FFF2-40B4-BE49-F238E27FC236}">
                  <a16:creationId xmlns:a16="http://schemas.microsoft.com/office/drawing/2014/main" id="{98072D74-8A32-40D8-8963-825FA9776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31" name="Rectangle 21">
              <a:extLst>
                <a:ext uri="{FF2B5EF4-FFF2-40B4-BE49-F238E27FC236}">
                  <a16:creationId xmlns:a16="http://schemas.microsoft.com/office/drawing/2014/main" id="{6841299F-55B2-41B5-8023-A9FBACE99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32" name="Rectangle 22">
              <a:extLst>
                <a:ext uri="{FF2B5EF4-FFF2-40B4-BE49-F238E27FC236}">
                  <a16:creationId xmlns:a16="http://schemas.microsoft.com/office/drawing/2014/main" id="{BE6E88FC-8B2D-4A16-AC23-73337AE65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33" name="Rectangle 23">
              <a:extLst>
                <a:ext uri="{FF2B5EF4-FFF2-40B4-BE49-F238E27FC236}">
                  <a16:creationId xmlns:a16="http://schemas.microsoft.com/office/drawing/2014/main" id="{E5A1D61B-DF0E-48A6-AFEF-30AEFA904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34" name="Rectangle 24">
              <a:extLst>
                <a:ext uri="{FF2B5EF4-FFF2-40B4-BE49-F238E27FC236}">
                  <a16:creationId xmlns:a16="http://schemas.microsoft.com/office/drawing/2014/main" id="{3E1FDC40-8FEE-47B8-9DBE-D849372E4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35" name="Rectangle 25">
              <a:extLst>
                <a:ext uri="{FF2B5EF4-FFF2-40B4-BE49-F238E27FC236}">
                  <a16:creationId xmlns:a16="http://schemas.microsoft.com/office/drawing/2014/main" id="{9948ADB5-BBD5-45A5-BE9F-1F39C4A7D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36" name="Rectangle 26">
              <a:extLst>
                <a:ext uri="{FF2B5EF4-FFF2-40B4-BE49-F238E27FC236}">
                  <a16:creationId xmlns:a16="http://schemas.microsoft.com/office/drawing/2014/main" id="{F173A3C8-A6AC-4FB3-885B-3A80A9597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37" name="Rectangle 27">
              <a:extLst>
                <a:ext uri="{FF2B5EF4-FFF2-40B4-BE49-F238E27FC236}">
                  <a16:creationId xmlns:a16="http://schemas.microsoft.com/office/drawing/2014/main" id="{29C44392-696F-414C-91DE-44EDAAFF9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38" name="Rectangle 28">
              <a:extLst>
                <a:ext uri="{FF2B5EF4-FFF2-40B4-BE49-F238E27FC236}">
                  <a16:creationId xmlns:a16="http://schemas.microsoft.com/office/drawing/2014/main" id="{0F2798E2-8509-430D-B388-97F3B2187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39" name="Rectangle 29">
              <a:extLst>
                <a:ext uri="{FF2B5EF4-FFF2-40B4-BE49-F238E27FC236}">
                  <a16:creationId xmlns:a16="http://schemas.microsoft.com/office/drawing/2014/main" id="{C539FB12-3E76-4881-BD39-85EAF6353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40" name="Rectangle 30">
              <a:extLst>
                <a:ext uri="{FF2B5EF4-FFF2-40B4-BE49-F238E27FC236}">
                  <a16:creationId xmlns:a16="http://schemas.microsoft.com/office/drawing/2014/main" id="{F045B1D4-4DA3-49C1-AEC6-C653DCA82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41" name="Rectangle 31">
              <a:extLst>
                <a:ext uri="{FF2B5EF4-FFF2-40B4-BE49-F238E27FC236}">
                  <a16:creationId xmlns:a16="http://schemas.microsoft.com/office/drawing/2014/main" id="{3088366E-F2FE-4587-862F-145C78897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42" name="Rectangle 32">
              <a:extLst>
                <a:ext uri="{FF2B5EF4-FFF2-40B4-BE49-F238E27FC236}">
                  <a16:creationId xmlns:a16="http://schemas.microsoft.com/office/drawing/2014/main" id="{F2A95AC9-BF3E-489E-A75C-D9A5619FC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43" name="Rectangle 33">
              <a:extLst>
                <a:ext uri="{FF2B5EF4-FFF2-40B4-BE49-F238E27FC236}">
                  <a16:creationId xmlns:a16="http://schemas.microsoft.com/office/drawing/2014/main" id="{4D9EEC75-ED24-4AEF-A31B-058CBDC6B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44" name="Rectangle 34">
              <a:extLst>
                <a:ext uri="{FF2B5EF4-FFF2-40B4-BE49-F238E27FC236}">
                  <a16:creationId xmlns:a16="http://schemas.microsoft.com/office/drawing/2014/main" id="{59370C48-C693-4373-B25E-0098BA8B2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45" name="Rectangle 35">
              <a:extLst>
                <a:ext uri="{FF2B5EF4-FFF2-40B4-BE49-F238E27FC236}">
                  <a16:creationId xmlns:a16="http://schemas.microsoft.com/office/drawing/2014/main" id="{3E3BF525-1238-49C1-8924-9B1287CC1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46" name="Rectangle 36">
              <a:extLst>
                <a:ext uri="{FF2B5EF4-FFF2-40B4-BE49-F238E27FC236}">
                  <a16:creationId xmlns:a16="http://schemas.microsoft.com/office/drawing/2014/main" id="{9E4BD97A-500D-429C-BA6C-52EF1B8DD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47" name="Rectangle 37">
              <a:extLst>
                <a:ext uri="{FF2B5EF4-FFF2-40B4-BE49-F238E27FC236}">
                  <a16:creationId xmlns:a16="http://schemas.microsoft.com/office/drawing/2014/main" id="{F66F9105-6C9A-4780-B7BC-F286C8FDA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48" name="Rectangle 38">
              <a:extLst>
                <a:ext uri="{FF2B5EF4-FFF2-40B4-BE49-F238E27FC236}">
                  <a16:creationId xmlns:a16="http://schemas.microsoft.com/office/drawing/2014/main" id="{7426B017-DC96-491F-B34D-A1F7F848C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49" name="Rectangle 39">
              <a:extLst>
                <a:ext uri="{FF2B5EF4-FFF2-40B4-BE49-F238E27FC236}">
                  <a16:creationId xmlns:a16="http://schemas.microsoft.com/office/drawing/2014/main" id="{429D94BB-754B-42C2-8283-E8B56432D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50" name="Rectangle 40">
              <a:extLst>
                <a:ext uri="{FF2B5EF4-FFF2-40B4-BE49-F238E27FC236}">
                  <a16:creationId xmlns:a16="http://schemas.microsoft.com/office/drawing/2014/main" id="{B6AEAC34-F71B-4F3F-9014-3D74A0DC1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51" name="Rectangle 41">
              <a:extLst>
                <a:ext uri="{FF2B5EF4-FFF2-40B4-BE49-F238E27FC236}">
                  <a16:creationId xmlns:a16="http://schemas.microsoft.com/office/drawing/2014/main" id="{6159A6BA-F5BA-4380-8DFB-805B37E6D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52" name="Rectangle 42">
              <a:extLst>
                <a:ext uri="{FF2B5EF4-FFF2-40B4-BE49-F238E27FC236}">
                  <a16:creationId xmlns:a16="http://schemas.microsoft.com/office/drawing/2014/main" id="{D3BB6CC0-8C14-458A-864A-42EC7BD76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53" name="Rectangle 43">
              <a:extLst>
                <a:ext uri="{FF2B5EF4-FFF2-40B4-BE49-F238E27FC236}">
                  <a16:creationId xmlns:a16="http://schemas.microsoft.com/office/drawing/2014/main" id="{6847F755-875A-437E-9719-88CC1B339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54" name="Rectangle 44">
              <a:extLst>
                <a:ext uri="{FF2B5EF4-FFF2-40B4-BE49-F238E27FC236}">
                  <a16:creationId xmlns:a16="http://schemas.microsoft.com/office/drawing/2014/main" id="{1B07FF9D-C91F-49A0-91DB-50B9BC571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55" name="Rectangle 45">
              <a:extLst>
                <a:ext uri="{FF2B5EF4-FFF2-40B4-BE49-F238E27FC236}">
                  <a16:creationId xmlns:a16="http://schemas.microsoft.com/office/drawing/2014/main" id="{F13A8876-1A94-4EF7-86AD-E80BB2F37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56" name="Rectangle 46">
              <a:extLst>
                <a:ext uri="{FF2B5EF4-FFF2-40B4-BE49-F238E27FC236}">
                  <a16:creationId xmlns:a16="http://schemas.microsoft.com/office/drawing/2014/main" id="{B8F44CD8-0A07-4516-A722-DF13E5E38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57" name="Rectangle 47">
              <a:extLst>
                <a:ext uri="{FF2B5EF4-FFF2-40B4-BE49-F238E27FC236}">
                  <a16:creationId xmlns:a16="http://schemas.microsoft.com/office/drawing/2014/main" id="{B1F61DDA-9518-41F7-A1E9-EF75047AE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58" name="Rectangle 48">
              <a:extLst>
                <a:ext uri="{FF2B5EF4-FFF2-40B4-BE49-F238E27FC236}">
                  <a16:creationId xmlns:a16="http://schemas.microsoft.com/office/drawing/2014/main" id="{81B19757-49C2-4370-85F2-5C8651069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59" name="Rectangle 49">
              <a:extLst>
                <a:ext uri="{FF2B5EF4-FFF2-40B4-BE49-F238E27FC236}">
                  <a16:creationId xmlns:a16="http://schemas.microsoft.com/office/drawing/2014/main" id="{7FF4F23F-191E-41B1-8BA8-576C955B7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60" name="Rectangle 50">
              <a:extLst>
                <a:ext uri="{FF2B5EF4-FFF2-40B4-BE49-F238E27FC236}">
                  <a16:creationId xmlns:a16="http://schemas.microsoft.com/office/drawing/2014/main" id="{AB514C48-4842-44DE-B589-74EE22572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61" name="Rectangle 51">
              <a:extLst>
                <a:ext uri="{FF2B5EF4-FFF2-40B4-BE49-F238E27FC236}">
                  <a16:creationId xmlns:a16="http://schemas.microsoft.com/office/drawing/2014/main" id="{7C7864F8-05DA-43AC-89EA-98E78AF95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62" name="Rectangle 52">
              <a:extLst>
                <a:ext uri="{FF2B5EF4-FFF2-40B4-BE49-F238E27FC236}">
                  <a16:creationId xmlns:a16="http://schemas.microsoft.com/office/drawing/2014/main" id="{01E6B1E5-CF80-4256-9654-BA4D2BB5C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63" name="Rectangle 53">
              <a:extLst>
                <a:ext uri="{FF2B5EF4-FFF2-40B4-BE49-F238E27FC236}">
                  <a16:creationId xmlns:a16="http://schemas.microsoft.com/office/drawing/2014/main" id="{B6598FBE-BE7D-40DC-AA2E-5E8B73409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64" name="Rectangle 54">
              <a:extLst>
                <a:ext uri="{FF2B5EF4-FFF2-40B4-BE49-F238E27FC236}">
                  <a16:creationId xmlns:a16="http://schemas.microsoft.com/office/drawing/2014/main" id="{A0A1563C-BA48-43BA-84F9-A0720C446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65" name="Rectangle 55">
              <a:extLst>
                <a:ext uri="{FF2B5EF4-FFF2-40B4-BE49-F238E27FC236}">
                  <a16:creationId xmlns:a16="http://schemas.microsoft.com/office/drawing/2014/main" id="{6FF17560-9B64-4628-93EE-0AA945F01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66" name="Rectangle 56">
              <a:extLst>
                <a:ext uri="{FF2B5EF4-FFF2-40B4-BE49-F238E27FC236}">
                  <a16:creationId xmlns:a16="http://schemas.microsoft.com/office/drawing/2014/main" id="{0EFA8811-B07F-415F-826A-9AF9061B3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67" name="Rectangle 57">
              <a:extLst>
                <a:ext uri="{FF2B5EF4-FFF2-40B4-BE49-F238E27FC236}">
                  <a16:creationId xmlns:a16="http://schemas.microsoft.com/office/drawing/2014/main" id="{1DEBC616-F4AD-4E9B-8A4D-A5A74C3BC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68" name="Rectangle 58">
              <a:extLst>
                <a:ext uri="{FF2B5EF4-FFF2-40B4-BE49-F238E27FC236}">
                  <a16:creationId xmlns:a16="http://schemas.microsoft.com/office/drawing/2014/main" id="{2BA37493-811B-4500-8F52-E1DD4C76C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69" name="Rectangle 59">
              <a:extLst>
                <a:ext uri="{FF2B5EF4-FFF2-40B4-BE49-F238E27FC236}">
                  <a16:creationId xmlns:a16="http://schemas.microsoft.com/office/drawing/2014/main" id="{8F4DB945-8D90-4345-9087-4F1F798BF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70" name="Rectangle 60">
              <a:extLst>
                <a:ext uri="{FF2B5EF4-FFF2-40B4-BE49-F238E27FC236}">
                  <a16:creationId xmlns:a16="http://schemas.microsoft.com/office/drawing/2014/main" id="{CE3353FA-3940-431F-BABF-BE02B7495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71" name="Rectangle 61">
              <a:extLst>
                <a:ext uri="{FF2B5EF4-FFF2-40B4-BE49-F238E27FC236}">
                  <a16:creationId xmlns:a16="http://schemas.microsoft.com/office/drawing/2014/main" id="{106E91D3-08C9-438E-B221-5CE91022F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72" name="Rectangle 62">
              <a:extLst>
                <a:ext uri="{FF2B5EF4-FFF2-40B4-BE49-F238E27FC236}">
                  <a16:creationId xmlns:a16="http://schemas.microsoft.com/office/drawing/2014/main" id="{53060D25-9E0C-43C7-9774-9AA515710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73" name="Rectangle 63">
              <a:extLst>
                <a:ext uri="{FF2B5EF4-FFF2-40B4-BE49-F238E27FC236}">
                  <a16:creationId xmlns:a16="http://schemas.microsoft.com/office/drawing/2014/main" id="{905FC70B-EB36-42D4-8391-458CB4C8B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74" name="Rectangle 64">
              <a:extLst>
                <a:ext uri="{FF2B5EF4-FFF2-40B4-BE49-F238E27FC236}">
                  <a16:creationId xmlns:a16="http://schemas.microsoft.com/office/drawing/2014/main" id="{60F9B9C6-EB5C-4547-8F20-8858FEB3A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75" name="Rectangle 65">
              <a:extLst>
                <a:ext uri="{FF2B5EF4-FFF2-40B4-BE49-F238E27FC236}">
                  <a16:creationId xmlns:a16="http://schemas.microsoft.com/office/drawing/2014/main" id="{F32F23BE-A83C-48E9-ABEF-65BF7411A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76" name="Rectangle 66">
              <a:extLst>
                <a:ext uri="{FF2B5EF4-FFF2-40B4-BE49-F238E27FC236}">
                  <a16:creationId xmlns:a16="http://schemas.microsoft.com/office/drawing/2014/main" id="{17E8F2FA-98DA-41CE-A97C-1F0730FDF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77" name="Rectangle 67">
              <a:extLst>
                <a:ext uri="{FF2B5EF4-FFF2-40B4-BE49-F238E27FC236}">
                  <a16:creationId xmlns:a16="http://schemas.microsoft.com/office/drawing/2014/main" id="{42F6D5A3-9BA5-4241-95B5-605E95B10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78" name="Rectangle 68">
              <a:extLst>
                <a:ext uri="{FF2B5EF4-FFF2-40B4-BE49-F238E27FC236}">
                  <a16:creationId xmlns:a16="http://schemas.microsoft.com/office/drawing/2014/main" id="{A461A984-8FDA-4099-95B6-E99B13EA1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79" name="Rectangle 69">
              <a:extLst>
                <a:ext uri="{FF2B5EF4-FFF2-40B4-BE49-F238E27FC236}">
                  <a16:creationId xmlns:a16="http://schemas.microsoft.com/office/drawing/2014/main" id="{2267BD13-F67D-404A-B133-33CF2BA7F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80" name="Rectangle 70">
              <a:extLst>
                <a:ext uri="{FF2B5EF4-FFF2-40B4-BE49-F238E27FC236}">
                  <a16:creationId xmlns:a16="http://schemas.microsoft.com/office/drawing/2014/main" id="{F6599697-52EE-40CA-A541-2B9A05B5D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81" name="Rectangle 71">
              <a:extLst>
                <a:ext uri="{FF2B5EF4-FFF2-40B4-BE49-F238E27FC236}">
                  <a16:creationId xmlns:a16="http://schemas.microsoft.com/office/drawing/2014/main" id="{F833BB4D-D55B-4602-BC76-8ABA2DC5E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82" name="Rectangle 72">
              <a:extLst>
                <a:ext uri="{FF2B5EF4-FFF2-40B4-BE49-F238E27FC236}">
                  <a16:creationId xmlns:a16="http://schemas.microsoft.com/office/drawing/2014/main" id="{E628A4A4-605B-4E89-B397-55FC964AD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83" name="Rectangle 73">
              <a:extLst>
                <a:ext uri="{FF2B5EF4-FFF2-40B4-BE49-F238E27FC236}">
                  <a16:creationId xmlns:a16="http://schemas.microsoft.com/office/drawing/2014/main" id="{DF6542C2-1CCC-44CD-A81A-FA7BDFDD9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84" name="Rectangle 74">
              <a:extLst>
                <a:ext uri="{FF2B5EF4-FFF2-40B4-BE49-F238E27FC236}">
                  <a16:creationId xmlns:a16="http://schemas.microsoft.com/office/drawing/2014/main" id="{7FA144F4-AB7D-419A-81F9-E4A4DC285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85" name="Rectangle 75">
              <a:extLst>
                <a:ext uri="{FF2B5EF4-FFF2-40B4-BE49-F238E27FC236}">
                  <a16:creationId xmlns:a16="http://schemas.microsoft.com/office/drawing/2014/main" id="{532ECC2F-C531-4A57-8EEF-C4E691D69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86" name="Rectangle 76">
              <a:extLst>
                <a:ext uri="{FF2B5EF4-FFF2-40B4-BE49-F238E27FC236}">
                  <a16:creationId xmlns:a16="http://schemas.microsoft.com/office/drawing/2014/main" id="{DE4B4E4C-93E1-491F-9628-CD11799A5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87" name="Rectangle 77">
              <a:extLst>
                <a:ext uri="{FF2B5EF4-FFF2-40B4-BE49-F238E27FC236}">
                  <a16:creationId xmlns:a16="http://schemas.microsoft.com/office/drawing/2014/main" id="{7872D660-2772-4270-80C6-A4807B9C1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88" name="Rectangle 78">
              <a:extLst>
                <a:ext uri="{FF2B5EF4-FFF2-40B4-BE49-F238E27FC236}">
                  <a16:creationId xmlns:a16="http://schemas.microsoft.com/office/drawing/2014/main" id="{02F541F6-2E90-4E84-8CBF-B56650A42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89" name="Rectangle 79">
              <a:extLst>
                <a:ext uri="{FF2B5EF4-FFF2-40B4-BE49-F238E27FC236}">
                  <a16:creationId xmlns:a16="http://schemas.microsoft.com/office/drawing/2014/main" id="{D015745B-36BE-4932-A2AC-9293419EC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90" name="Rectangle 80">
              <a:extLst>
                <a:ext uri="{FF2B5EF4-FFF2-40B4-BE49-F238E27FC236}">
                  <a16:creationId xmlns:a16="http://schemas.microsoft.com/office/drawing/2014/main" id="{E81C9A2B-B597-4B32-9BA8-5EF43F940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91" name="Rectangle 81">
              <a:extLst>
                <a:ext uri="{FF2B5EF4-FFF2-40B4-BE49-F238E27FC236}">
                  <a16:creationId xmlns:a16="http://schemas.microsoft.com/office/drawing/2014/main" id="{7CA24C79-00AE-4E32-9E66-0346E4E48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92" name="Rectangle 82">
              <a:extLst>
                <a:ext uri="{FF2B5EF4-FFF2-40B4-BE49-F238E27FC236}">
                  <a16:creationId xmlns:a16="http://schemas.microsoft.com/office/drawing/2014/main" id="{6738A635-3B20-418A-A486-CE5F9EF5E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193" name="Rectangle 83">
              <a:extLst>
                <a:ext uri="{FF2B5EF4-FFF2-40B4-BE49-F238E27FC236}">
                  <a16:creationId xmlns:a16="http://schemas.microsoft.com/office/drawing/2014/main" id="{BA5F4437-4F65-49DD-81C9-261F2A961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32099" name="Rectangle 2">
            <a:extLst>
              <a:ext uri="{FF2B5EF4-FFF2-40B4-BE49-F238E27FC236}">
                <a16:creationId xmlns:a16="http://schemas.microsoft.com/office/drawing/2014/main" id="{03C0409F-EF05-4FC4-907E-B71D79DE85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32100" name="Rectangle 110">
            <a:extLst>
              <a:ext uri="{FF2B5EF4-FFF2-40B4-BE49-F238E27FC236}">
                <a16:creationId xmlns:a16="http://schemas.microsoft.com/office/drawing/2014/main" id="{CE9904B1-0143-4771-A719-D498618BDF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2101" name="Rectangle 118">
            <a:extLst>
              <a:ext uri="{FF2B5EF4-FFF2-40B4-BE49-F238E27FC236}">
                <a16:creationId xmlns:a16="http://schemas.microsoft.com/office/drawing/2014/main" id="{C48D6E90-3DCC-44D6-B899-C541B67687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2102" name="Rectangle 126">
            <a:extLst>
              <a:ext uri="{FF2B5EF4-FFF2-40B4-BE49-F238E27FC236}">
                <a16:creationId xmlns:a16="http://schemas.microsoft.com/office/drawing/2014/main" id="{96F6EDB8-F4C5-4BA9-9059-9067A6E5BC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2103" name="Rectangle 134">
            <a:extLst>
              <a:ext uri="{FF2B5EF4-FFF2-40B4-BE49-F238E27FC236}">
                <a16:creationId xmlns:a16="http://schemas.microsoft.com/office/drawing/2014/main" id="{95293DFD-C338-4D6D-8930-3AFE045BA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2104" name="Rectangle 116">
            <a:extLst>
              <a:ext uri="{FF2B5EF4-FFF2-40B4-BE49-F238E27FC236}">
                <a16:creationId xmlns:a16="http://schemas.microsoft.com/office/drawing/2014/main" id="{01ADC6FF-3B2A-487F-B68D-9172E53360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28305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2105" name="Rectangle 124">
            <a:extLst>
              <a:ext uri="{FF2B5EF4-FFF2-40B4-BE49-F238E27FC236}">
                <a16:creationId xmlns:a16="http://schemas.microsoft.com/office/drawing/2014/main" id="{857BE407-5CA1-4BB7-A6AA-7CDAA0C1B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03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2106" name="Rectangle 132">
            <a:extLst>
              <a:ext uri="{FF2B5EF4-FFF2-40B4-BE49-F238E27FC236}">
                <a16:creationId xmlns:a16="http://schemas.microsoft.com/office/drawing/2014/main" id="{3B885ACF-EB0F-4966-B9F3-0F3102748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3686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2107" name="Rectangle 140">
            <a:extLst>
              <a:ext uri="{FF2B5EF4-FFF2-40B4-BE49-F238E27FC236}">
                <a16:creationId xmlns:a16="http://schemas.microsoft.com/office/drawing/2014/main" id="{5F7F28B7-A58C-4B15-A4E7-23BFE77974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63696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32108" name="Picture 2" descr="Screen shot 2013-10-21 at 1.42.50 PM.png">
            <a:extLst>
              <a:ext uri="{FF2B5EF4-FFF2-40B4-BE49-F238E27FC236}">
                <a16:creationId xmlns:a16="http://schemas.microsoft.com/office/drawing/2014/main" id="{41C27BF6-2300-49D3-89D8-DE450B5CF10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9263" y="4764088"/>
            <a:ext cx="2397125" cy="187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2109" name="Picture 164" descr="Screen shot 2013-12-06 at 11.55.56 AM.png">
            <a:extLst>
              <a:ext uri="{FF2B5EF4-FFF2-40B4-BE49-F238E27FC236}">
                <a16:creationId xmlns:a16="http://schemas.microsoft.com/office/drawing/2014/main" id="{DE4D1B08-BA4D-42AE-9DD0-138BE817AD5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75" y="4964113"/>
            <a:ext cx="1722438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2110" name="Rectangle 165">
            <a:extLst>
              <a:ext uri="{FF2B5EF4-FFF2-40B4-BE49-F238E27FC236}">
                <a16:creationId xmlns:a16="http://schemas.microsoft.com/office/drawing/2014/main" id="{18D39C02-A3A7-4CCA-8A8E-03C30499FB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3225" y="367665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2111" name="Rectangle 166">
            <a:extLst>
              <a:ext uri="{FF2B5EF4-FFF2-40B4-BE49-F238E27FC236}">
                <a16:creationId xmlns:a16="http://schemas.microsoft.com/office/drawing/2014/main" id="{6413C030-FA1B-4EB6-B22A-66D3AB9BFB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56007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2112" name="Rectangle 155">
            <a:extLst>
              <a:ext uri="{FF2B5EF4-FFF2-40B4-BE49-F238E27FC236}">
                <a16:creationId xmlns:a16="http://schemas.microsoft.com/office/drawing/2014/main" id="{C9BBC4E6-747A-443D-AE62-482C805FE4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6575" y="5605463"/>
            <a:ext cx="625475" cy="330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2113" name="Rectangle 111">
            <a:extLst>
              <a:ext uri="{FF2B5EF4-FFF2-40B4-BE49-F238E27FC236}">
                <a16:creationId xmlns:a16="http://schemas.microsoft.com/office/drawing/2014/main" id="{D9AE9EAB-980A-4A8B-B865-14A6705021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4638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21" name="Group 13">
            <a:extLst>
              <a:ext uri="{FF2B5EF4-FFF2-40B4-BE49-F238E27FC236}">
                <a16:creationId xmlns:a16="http://schemas.microsoft.com/office/drawing/2014/main" id="{5DF77BFB-8939-43D3-A630-425DBD65462F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33220" name="Rectangle 85">
              <a:extLst>
                <a:ext uri="{FF2B5EF4-FFF2-40B4-BE49-F238E27FC236}">
                  <a16:creationId xmlns:a16="http://schemas.microsoft.com/office/drawing/2014/main" id="{79DD4E7D-9EEC-4ECE-84F5-665E53CDE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21" name="Rectangle 86">
              <a:extLst>
                <a:ext uri="{FF2B5EF4-FFF2-40B4-BE49-F238E27FC236}">
                  <a16:creationId xmlns:a16="http://schemas.microsoft.com/office/drawing/2014/main" id="{C84FB86A-3368-4022-94E3-10CC1438D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22" name="Rectangle 88">
              <a:extLst>
                <a:ext uri="{FF2B5EF4-FFF2-40B4-BE49-F238E27FC236}">
                  <a16:creationId xmlns:a16="http://schemas.microsoft.com/office/drawing/2014/main" id="{8195A825-5170-4ACE-9E51-FCE7551A9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23" name="Rectangle 89">
              <a:extLst>
                <a:ext uri="{FF2B5EF4-FFF2-40B4-BE49-F238E27FC236}">
                  <a16:creationId xmlns:a16="http://schemas.microsoft.com/office/drawing/2014/main" id="{5518D8F9-6A42-470F-ABD7-AC2F96572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24" name="Rectangle 90">
              <a:extLst>
                <a:ext uri="{FF2B5EF4-FFF2-40B4-BE49-F238E27FC236}">
                  <a16:creationId xmlns:a16="http://schemas.microsoft.com/office/drawing/2014/main" id="{FF7790A5-5D10-4C2C-9187-E5A40A7C5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25" name="Rectangle 91">
              <a:extLst>
                <a:ext uri="{FF2B5EF4-FFF2-40B4-BE49-F238E27FC236}">
                  <a16:creationId xmlns:a16="http://schemas.microsoft.com/office/drawing/2014/main" id="{4F794592-7A0D-47A5-B0E8-2338B4F23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26" name="Rectangle 92">
              <a:extLst>
                <a:ext uri="{FF2B5EF4-FFF2-40B4-BE49-F238E27FC236}">
                  <a16:creationId xmlns:a16="http://schemas.microsoft.com/office/drawing/2014/main" id="{6F6C6735-B02E-4B59-89AF-6B4CC9AAD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27" name="Rectangle 93">
              <a:extLst>
                <a:ext uri="{FF2B5EF4-FFF2-40B4-BE49-F238E27FC236}">
                  <a16:creationId xmlns:a16="http://schemas.microsoft.com/office/drawing/2014/main" id="{D14D32C3-07A0-4D6C-BD3A-6C04684F4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28" name="Rectangle 94">
              <a:extLst>
                <a:ext uri="{FF2B5EF4-FFF2-40B4-BE49-F238E27FC236}">
                  <a16:creationId xmlns:a16="http://schemas.microsoft.com/office/drawing/2014/main" id="{1398EB67-DCBB-4CB7-BF4F-DFC6DF451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29" name="Rectangle 95">
              <a:extLst>
                <a:ext uri="{FF2B5EF4-FFF2-40B4-BE49-F238E27FC236}">
                  <a16:creationId xmlns:a16="http://schemas.microsoft.com/office/drawing/2014/main" id="{1A93C506-54E0-4539-8BC3-B71B83205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30" name="Rectangle 96">
              <a:extLst>
                <a:ext uri="{FF2B5EF4-FFF2-40B4-BE49-F238E27FC236}">
                  <a16:creationId xmlns:a16="http://schemas.microsoft.com/office/drawing/2014/main" id="{CF482284-CB13-4585-B8EB-3D7FCC2D2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31" name="Rectangle 97">
              <a:extLst>
                <a:ext uri="{FF2B5EF4-FFF2-40B4-BE49-F238E27FC236}">
                  <a16:creationId xmlns:a16="http://schemas.microsoft.com/office/drawing/2014/main" id="{A4B791F4-F13B-421E-9B3C-09E4ED141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32" name="Rectangle 98">
              <a:extLst>
                <a:ext uri="{FF2B5EF4-FFF2-40B4-BE49-F238E27FC236}">
                  <a16:creationId xmlns:a16="http://schemas.microsoft.com/office/drawing/2014/main" id="{92295B93-35B6-4AA1-9AEF-0D28630C8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33" name="Rectangle 99">
              <a:extLst>
                <a:ext uri="{FF2B5EF4-FFF2-40B4-BE49-F238E27FC236}">
                  <a16:creationId xmlns:a16="http://schemas.microsoft.com/office/drawing/2014/main" id="{9F1705E1-D999-4219-BB42-9A0856401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34" name="Rectangle 100">
              <a:extLst>
                <a:ext uri="{FF2B5EF4-FFF2-40B4-BE49-F238E27FC236}">
                  <a16:creationId xmlns:a16="http://schemas.microsoft.com/office/drawing/2014/main" id="{58F01DA6-0AFF-47A5-B46E-417E416A7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35" name="Rectangle 101">
              <a:extLst>
                <a:ext uri="{FF2B5EF4-FFF2-40B4-BE49-F238E27FC236}">
                  <a16:creationId xmlns:a16="http://schemas.microsoft.com/office/drawing/2014/main" id="{98C2CB84-F2BC-4420-B6B7-CF85D0505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36" name="Rectangle 102">
              <a:extLst>
                <a:ext uri="{FF2B5EF4-FFF2-40B4-BE49-F238E27FC236}">
                  <a16:creationId xmlns:a16="http://schemas.microsoft.com/office/drawing/2014/main" id="{BF0B8E4E-5069-4FEE-886D-6C27E1B2D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37" name="Rectangle 103">
              <a:extLst>
                <a:ext uri="{FF2B5EF4-FFF2-40B4-BE49-F238E27FC236}">
                  <a16:creationId xmlns:a16="http://schemas.microsoft.com/office/drawing/2014/main" id="{964EBFD4-EFD0-4EDF-AAAF-6F0A71F19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38" name="Rectangle 104">
              <a:extLst>
                <a:ext uri="{FF2B5EF4-FFF2-40B4-BE49-F238E27FC236}">
                  <a16:creationId xmlns:a16="http://schemas.microsoft.com/office/drawing/2014/main" id="{FE7AA569-FE25-4231-8896-5D48BD34E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39" name="Rectangle 105">
              <a:extLst>
                <a:ext uri="{FF2B5EF4-FFF2-40B4-BE49-F238E27FC236}">
                  <a16:creationId xmlns:a16="http://schemas.microsoft.com/office/drawing/2014/main" id="{3696176A-2826-40BA-B7F8-A9FFA96AA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40" name="Rectangle 106">
              <a:extLst>
                <a:ext uri="{FF2B5EF4-FFF2-40B4-BE49-F238E27FC236}">
                  <a16:creationId xmlns:a16="http://schemas.microsoft.com/office/drawing/2014/main" id="{FF0EB01E-70DA-4235-8E39-DB0AE60A3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41" name="Rectangle 107">
              <a:extLst>
                <a:ext uri="{FF2B5EF4-FFF2-40B4-BE49-F238E27FC236}">
                  <a16:creationId xmlns:a16="http://schemas.microsoft.com/office/drawing/2014/main" id="{79736EC1-6B7E-4C7D-957B-FA8CD1E11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42" name="Rectangle 108">
              <a:extLst>
                <a:ext uri="{FF2B5EF4-FFF2-40B4-BE49-F238E27FC236}">
                  <a16:creationId xmlns:a16="http://schemas.microsoft.com/office/drawing/2014/main" id="{3364D230-98AC-4617-9963-21BC575DA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43" name="Rectangle 109">
              <a:extLst>
                <a:ext uri="{FF2B5EF4-FFF2-40B4-BE49-F238E27FC236}">
                  <a16:creationId xmlns:a16="http://schemas.microsoft.com/office/drawing/2014/main" id="{DDFB5E05-2653-4231-BF51-7A0DF9988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44" name="Rectangle 112">
              <a:extLst>
                <a:ext uri="{FF2B5EF4-FFF2-40B4-BE49-F238E27FC236}">
                  <a16:creationId xmlns:a16="http://schemas.microsoft.com/office/drawing/2014/main" id="{F0DC0150-F40C-480B-9803-86831A6F0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45" name="Rectangle 114">
              <a:extLst>
                <a:ext uri="{FF2B5EF4-FFF2-40B4-BE49-F238E27FC236}">
                  <a16:creationId xmlns:a16="http://schemas.microsoft.com/office/drawing/2014/main" id="{93A2BC25-CEEE-4379-B8F8-D3344837E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46" name="Rectangle 115">
              <a:extLst>
                <a:ext uri="{FF2B5EF4-FFF2-40B4-BE49-F238E27FC236}">
                  <a16:creationId xmlns:a16="http://schemas.microsoft.com/office/drawing/2014/main" id="{60750D9D-9C95-4046-B179-EB6AC496B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47" name="Rectangle 117">
              <a:extLst>
                <a:ext uri="{FF2B5EF4-FFF2-40B4-BE49-F238E27FC236}">
                  <a16:creationId xmlns:a16="http://schemas.microsoft.com/office/drawing/2014/main" id="{41DB3A7B-6482-47B7-A106-545CC8C71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48" name="Rectangle 120">
              <a:extLst>
                <a:ext uri="{FF2B5EF4-FFF2-40B4-BE49-F238E27FC236}">
                  <a16:creationId xmlns:a16="http://schemas.microsoft.com/office/drawing/2014/main" id="{123E2073-9323-4663-B216-BAF5BF5D6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49" name="Rectangle 122">
              <a:extLst>
                <a:ext uri="{FF2B5EF4-FFF2-40B4-BE49-F238E27FC236}">
                  <a16:creationId xmlns:a16="http://schemas.microsoft.com/office/drawing/2014/main" id="{778DDBA0-3CCB-41A0-B5B2-01DC13E9F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50" name="Rectangle 123">
              <a:extLst>
                <a:ext uri="{FF2B5EF4-FFF2-40B4-BE49-F238E27FC236}">
                  <a16:creationId xmlns:a16="http://schemas.microsoft.com/office/drawing/2014/main" id="{67BCDE30-D983-4DD3-A970-8A61DC9F9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51" name="Rectangle 125">
              <a:extLst>
                <a:ext uri="{FF2B5EF4-FFF2-40B4-BE49-F238E27FC236}">
                  <a16:creationId xmlns:a16="http://schemas.microsoft.com/office/drawing/2014/main" id="{4B195FF8-EF35-499D-8DA5-36CCE8942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52" name="Rectangle 128">
              <a:extLst>
                <a:ext uri="{FF2B5EF4-FFF2-40B4-BE49-F238E27FC236}">
                  <a16:creationId xmlns:a16="http://schemas.microsoft.com/office/drawing/2014/main" id="{BBDA55DF-FE6B-4F86-837B-7B42DF34B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53" name="Rectangle 130">
              <a:extLst>
                <a:ext uri="{FF2B5EF4-FFF2-40B4-BE49-F238E27FC236}">
                  <a16:creationId xmlns:a16="http://schemas.microsoft.com/office/drawing/2014/main" id="{E4029FCB-0DD4-4944-872F-DA5BEC23A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54" name="Rectangle 131">
              <a:extLst>
                <a:ext uri="{FF2B5EF4-FFF2-40B4-BE49-F238E27FC236}">
                  <a16:creationId xmlns:a16="http://schemas.microsoft.com/office/drawing/2014/main" id="{0ADF8683-092B-4324-B277-DEBB7D78D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55" name="Rectangle 133">
              <a:extLst>
                <a:ext uri="{FF2B5EF4-FFF2-40B4-BE49-F238E27FC236}">
                  <a16:creationId xmlns:a16="http://schemas.microsoft.com/office/drawing/2014/main" id="{74D5C0E9-24C7-4B46-8E95-382B8AB2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56" name="Rectangle 136">
              <a:extLst>
                <a:ext uri="{FF2B5EF4-FFF2-40B4-BE49-F238E27FC236}">
                  <a16:creationId xmlns:a16="http://schemas.microsoft.com/office/drawing/2014/main" id="{D38415C2-535F-43F2-BA35-ACA613C58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57" name="Rectangle 138">
              <a:extLst>
                <a:ext uri="{FF2B5EF4-FFF2-40B4-BE49-F238E27FC236}">
                  <a16:creationId xmlns:a16="http://schemas.microsoft.com/office/drawing/2014/main" id="{ADCBA554-FA81-41AA-92BF-79418574F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58" name="Rectangle 139">
              <a:extLst>
                <a:ext uri="{FF2B5EF4-FFF2-40B4-BE49-F238E27FC236}">
                  <a16:creationId xmlns:a16="http://schemas.microsoft.com/office/drawing/2014/main" id="{ED0536BE-4DE0-4F2C-94E9-1B5E2740C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33122" name="Group 69">
            <a:extLst>
              <a:ext uri="{FF2B5EF4-FFF2-40B4-BE49-F238E27FC236}">
                <a16:creationId xmlns:a16="http://schemas.microsoft.com/office/drawing/2014/main" id="{6941FF31-C0B1-4EE5-8DB9-0FC0A6C15D29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33140" name="Rectangle 4">
              <a:extLst>
                <a:ext uri="{FF2B5EF4-FFF2-40B4-BE49-F238E27FC236}">
                  <a16:creationId xmlns:a16="http://schemas.microsoft.com/office/drawing/2014/main" id="{6DB0BC56-12A3-4ED3-9271-BB1795FA9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41" name="Rectangle 5">
              <a:extLst>
                <a:ext uri="{FF2B5EF4-FFF2-40B4-BE49-F238E27FC236}">
                  <a16:creationId xmlns:a16="http://schemas.microsoft.com/office/drawing/2014/main" id="{E516CB76-FA00-49E5-8B6B-8EF940C9D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42" name="Rectangle 6">
              <a:extLst>
                <a:ext uri="{FF2B5EF4-FFF2-40B4-BE49-F238E27FC236}">
                  <a16:creationId xmlns:a16="http://schemas.microsoft.com/office/drawing/2014/main" id="{3A731F9C-364B-477D-B31E-ECBC3160C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43" name="Rectangle 7">
              <a:extLst>
                <a:ext uri="{FF2B5EF4-FFF2-40B4-BE49-F238E27FC236}">
                  <a16:creationId xmlns:a16="http://schemas.microsoft.com/office/drawing/2014/main" id="{009C930D-E7F5-4262-99D0-636D54192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44" name="Rectangle 8">
              <a:extLst>
                <a:ext uri="{FF2B5EF4-FFF2-40B4-BE49-F238E27FC236}">
                  <a16:creationId xmlns:a16="http://schemas.microsoft.com/office/drawing/2014/main" id="{859346D8-877F-46E0-97A5-58A6F69F5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45" name="Rectangle 9">
              <a:extLst>
                <a:ext uri="{FF2B5EF4-FFF2-40B4-BE49-F238E27FC236}">
                  <a16:creationId xmlns:a16="http://schemas.microsoft.com/office/drawing/2014/main" id="{CC4AA99D-D9B1-4C9D-B091-63593CACD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46" name="Rectangle 10">
              <a:extLst>
                <a:ext uri="{FF2B5EF4-FFF2-40B4-BE49-F238E27FC236}">
                  <a16:creationId xmlns:a16="http://schemas.microsoft.com/office/drawing/2014/main" id="{1FE5A95D-1021-405D-B0CF-A2E6A2564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47" name="Rectangle 11">
              <a:extLst>
                <a:ext uri="{FF2B5EF4-FFF2-40B4-BE49-F238E27FC236}">
                  <a16:creationId xmlns:a16="http://schemas.microsoft.com/office/drawing/2014/main" id="{1E1D04A6-D720-408F-804F-DA3AF5CEE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48" name="Rectangle 12">
              <a:extLst>
                <a:ext uri="{FF2B5EF4-FFF2-40B4-BE49-F238E27FC236}">
                  <a16:creationId xmlns:a16="http://schemas.microsoft.com/office/drawing/2014/main" id="{3FF35BF4-BD4C-4127-A8CB-09D0BFE07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49" name="Rectangle 13">
              <a:extLst>
                <a:ext uri="{FF2B5EF4-FFF2-40B4-BE49-F238E27FC236}">
                  <a16:creationId xmlns:a16="http://schemas.microsoft.com/office/drawing/2014/main" id="{00F34FC2-35DB-470B-B674-BED1A0A8B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50" name="Rectangle 14">
              <a:extLst>
                <a:ext uri="{FF2B5EF4-FFF2-40B4-BE49-F238E27FC236}">
                  <a16:creationId xmlns:a16="http://schemas.microsoft.com/office/drawing/2014/main" id="{FCDA5673-0C26-4A78-B3FF-4D93A5D54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51" name="Rectangle 15">
              <a:extLst>
                <a:ext uri="{FF2B5EF4-FFF2-40B4-BE49-F238E27FC236}">
                  <a16:creationId xmlns:a16="http://schemas.microsoft.com/office/drawing/2014/main" id="{27918272-58D3-4C0A-B1E9-2ED248739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52" name="Rectangle 16">
              <a:extLst>
                <a:ext uri="{FF2B5EF4-FFF2-40B4-BE49-F238E27FC236}">
                  <a16:creationId xmlns:a16="http://schemas.microsoft.com/office/drawing/2014/main" id="{3F676AC5-7786-4477-A722-7B5F3BE5D9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53" name="Rectangle 17">
              <a:extLst>
                <a:ext uri="{FF2B5EF4-FFF2-40B4-BE49-F238E27FC236}">
                  <a16:creationId xmlns:a16="http://schemas.microsoft.com/office/drawing/2014/main" id="{984E7A0E-D399-4C51-AB78-9583C9DF0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54" name="Rectangle 18">
              <a:extLst>
                <a:ext uri="{FF2B5EF4-FFF2-40B4-BE49-F238E27FC236}">
                  <a16:creationId xmlns:a16="http://schemas.microsoft.com/office/drawing/2014/main" id="{F5E0CC98-3D21-4981-80BD-C30599266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55" name="Rectangle 19">
              <a:extLst>
                <a:ext uri="{FF2B5EF4-FFF2-40B4-BE49-F238E27FC236}">
                  <a16:creationId xmlns:a16="http://schemas.microsoft.com/office/drawing/2014/main" id="{CA843C6E-7EA1-422A-BC2D-0AC28F301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56" name="Rectangle 20">
              <a:extLst>
                <a:ext uri="{FF2B5EF4-FFF2-40B4-BE49-F238E27FC236}">
                  <a16:creationId xmlns:a16="http://schemas.microsoft.com/office/drawing/2014/main" id="{AE9C275D-9B82-4F85-8629-510D5E25A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57" name="Rectangle 21">
              <a:extLst>
                <a:ext uri="{FF2B5EF4-FFF2-40B4-BE49-F238E27FC236}">
                  <a16:creationId xmlns:a16="http://schemas.microsoft.com/office/drawing/2014/main" id="{53157DC4-31DD-48B1-A77D-1B832282C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58" name="Rectangle 22">
              <a:extLst>
                <a:ext uri="{FF2B5EF4-FFF2-40B4-BE49-F238E27FC236}">
                  <a16:creationId xmlns:a16="http://schemas.microsoft.com/office/drawing/2014/main" id="{A8913084-CCB6-4285-8386-2B972161E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59" name="Rectangle 23">
              <a:extLst>
                <a:ext uri="{FF2B5EF4-FFF2-40B4-BE49-F238E27FC236}">
                  <a16:creationId xmlns:a16="http://schemas.microsoft.com/office/drawing/2014/main" id="{7F8968E8-C07A-4703-A372-272F27564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60" name="Rectangle 24">
              <a:extLst>
                <a:ext uri="{FF2B5EF4-FFF2-40B4-BE49-F238E27FC236}">
                  <a16:creationId xmlns:a16="http://schemas.microsoft.com/office/drawing/2014/main" id="{5A72DE4F-0246-40A3-A4A0-D250574BA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61" name="Rectangle 25">
              <a:extLst>
                <a:ext uri="{FF2B5EF4-FFF2-40B4-BE49-F238E27FC236}">
                  <a16:creationId xmlns:a16="http://schemas.microsoft.com/office/drawing/2014/main" id="{C1357738-B2C9-41FD-A082-95402A833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62" name="Rectangle 26">
              <a:extLst>
                <a:ext uri="{FF2B5EF4-FFF2-40B4-BE49-F238E27FC236}">
                  <a16:creationId xmlns:a16="http://schemas.microsoft.com/office/drawing/2014/main" id="{79AEEC6B-7F75-4924-893E-5F3A46BF0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63" name="Rectangle 27">
              <a:extLst>
                <a:ext uri="{FF2B5EF4-FFF2-40B4-BE49-F238E27FC236}">
                  <a16:creationId xmlns:a16="http://schemas.microsoft.com/office/drawing/2014/main" id="{27648660-1F04-4467-B913-436C69CD2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64" name="Rectangle 28">
              <a:extLst>
                <a:ext uri="{FF2B5EF4-FFF2-40B4-BE49-F238E27FC236}">
                  <a16:creationId xmlns:a16="http://schemas.microsoft.com/office/drawing/2014/main" id="{C0C13421-D704-477F-8B20-07714EAB7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65" name="Rectangle 29">
              <a:extLst>
                <a:ext uri="{FF2B5EF4-FFF2-40B4-BE49-F238E27FC236}">
                  <a16:creationId xmlns:a16="http://schemas.microsoft.com/office/drawing/2014/main" id="{4F53C667-AE04-4363-B288-177E018E4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66" name="Rectangle 30">
              <a:extLst>
                <a:ext uri="{FF2B5EF4-FFF2-40B4-BE49-F238E27FC236}">
                  <a16:creationId xmlns:a16="http://schemas.microsoft.com/office/drawing/2014/main" id="{DF8F947F-4AA6-4656-96E5-689DEAB2B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67" name="Rectangle 31">
              <a:extLst>
                <a:ext uri="{FF2B5EF4-FFF2-40B4-BE49-F238E27FC236}">
                  <a16:creationId xmlns:a16="http://schemas.microsoft.com/office/drawing/2014/main" id="{C0F0F4A0-199C-435D-AE6A-87C44ACE8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68" name="Rectangle 32">
              <a:extLst>
                <a:ext uri="{FF2B5EF4-FFF2-40B4-BE49-F238E27FC236}">
                  <a16:creationId xmlns:a16="http://schemas.microsoft.com/office/drawing/2014/main" id="{B5600A9C-3693-4D5A-85F0-2EF7DF561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69" name="Rectangle 33">
              <a:extLst>
                <a:ext uri="{FF2B5EF4-FFF2-40B4-BE49-F238E27FC236}">
                  <a16:creationId xmlns:a16="http://schemas.microsoft.com/office/drawing/2014/main" id="{F22DA45C-2717-4CF0-A95A-0DA268E41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70" name="Rectangle 34">
              <a:extLst>
                <a:ext uri="{FF2B5EF4-FFF2-40B4-BE49-F238E27FC236}">
                  <a16:creationId xmlns:a16="http://schemas.microsoft.com/office/drawing/2014/main" id="{DE3BA778-CCC2-4F4C-B89E-8B9D5CBE9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71" name="Rectangle 35">
              <a:extLst>
                <a:ext uri="{FF2B5EF4-FFF2-40B4-BE49-F238E27FC236}">
                  <a16:creationId xmlns:a16="http://schemas.microsoft.com/office/drawing/2014/main" id="{5855A5B5-4F36-4E90-98A5-92DD0F512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72" name="Rectangle 36">
              <a:extLst>
                <a:ext uri="{FF2B5EF4-FFF2-40B4-BE49-F238E27FC236}">
                  <a16:creationId xmlns:a16="http://schemas.microsoft.com/office/drawing/2014/main" id="{7755FAB2-F628-4247-8762-01F85A6F8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73" name="Rectangle 37">
              <a:extLst>
                <a:ext uri="{FF2B5EF4-FFF2-40B4-BE49-F238E27FC236}">
                  <a16:creationId xmlns:a16="http://schemas.microsoft.com/office/drawing/2014/main" id="{0C349F11-B947-4945-AD68-780F07008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74" name="Rectangle 38">
              <a:extLst>
                <a:ext uri="{FF2B5EF4-FFF2-40B4-BE49-F238E27FC236}">
                  <a16:creationId xmlns:a16="http://schemas.microsoft.com/office/drawing/2014/main" id="{CCA57EF2-4B19-4552-880F-4522F34DE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75" name="Rectangle 39">
              <a:extLst>
                <a:ext uri="{FF2B5EF4-FFF2-40B4-BE49-F238E27FC236}">
                  <a16:creationId xmlns:a16="http://schemas.microsoft.com/office/drawing/2014/main" id="{E6FD9FBC-4F3E-4ECA-B65C-29399C8EE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76" name="Rectangle 40">
              <a:extLst>
                <a:ext uri="{FF2B5EF4-FFF2-40B4-BE49-F238E27FC236}">
                  <a16:creationId xmlns:a16="http://schemas.microsoft.com/office/drawing/2014/main" id="{344AC958-5F69-4DDC-A05A-210194D31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77" name="Rectangle 41">
              <a:extLst>
                <a:ext uri="{FF2B5EF4-FFF2-40B4-BE49-F238E27FC236}">
                  <a16:creationId xmlns:a16="http://schemas.microsoft.com/office/drawing/2014/main" id="{C1E1AB8F-D5FA-4869-A627-4CD0E18E7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78" name="Rectangle 42">
              <a:extLst>
                <a:ext uri="{FF2B5EF4-FFF2-40B4-BE49-F238E27FC236}">
                  <a16:creationId xmlns:a16="http://schemas.microsoft.com/office/drawing/2014/main" id="{ED4B36E2-7808-4D3D-923C-B5FB1C17F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79" name="Rectangle 43">
              <a:extLst>
                <a:ext uri="{FF2B5EF4-FFF2-40B4-BE49-F238E27FC236}">
                  <a16:creationId xmlns:a16="http://schemas.microsoft.com/office/drawing/2014/main" id="{455E88FE-16F9-4F9F-AE92-FE25D4001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80" name="Rectangle 44">
              <a:extLst>
                <a:ext uri="{FF2B5EF4-FFF2-40B4-BE49-F238E27FC236}">
                  <a16:creationId xmlns:a16="http://schemas.microsoft.com/office/drawing/2014/main" id="{1D65CF04-3E7E-46F7-8140-77680497B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81" name="Rectangle 45">
              <a:extLst>
                <a:ext uri="{FF2B5EF4-FFF2-40B4-BE49-F238E27FC236}">
                  <a16:creationId xmlns:a16="http://schemas.microsoft.com/office/drawing/2014/main" id="{7A9DE437-D435-4F3D-ACEB-2FF4F301E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82" name="Rectangle 46">
              <a:extLst>
                <a:ext uri="{FF2B5EF4-FFF2-40B4-BE49-F238E27FC236}">
                  <a16:creationId xmlns:a16="http://schemas.microsoft.com/office/drawing/2014/main" id="{791A7229-759A-4CC8-A0EA-38F17D391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83" name="Rectangle 47">
              <a:extLst>
                <a:ext uri="{FF2B5EF4-FFF2-40B4-BE49-F238E27FC236}">
                  <a16:creationId xmlns:a16="http://schemas.microsoft.com/office/drawing/2014/main" id="{52153414-C21E-45F6-A212-4C2F7F3AF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84" name="Rectangle 48">
              <a:extLst>
                <a:ext uri="{FF2B5EF4-FFF2-40B4-BE49-F238E27FC236}">
                  <a16:creationId xmlns:a16="http://schemas.microsoft.com/office/drawing/2014/main" id="{7C37F17B-EF3F-4853-A33F-515E6C31D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85" name="Rectangle 49">
              <a:extLst>
                <a:ext uri="{FF2B5EF4-FFF2-40B4-BE49-F238E27FC236}">
                  <a16:creationId xmlns:a16="http://schemas.microsoft.com/office/drawing/2014/main" id="{EA63D2FD-2920-4E07-B4E9-337186934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86" name="Rectangle 50">
              <a:extLst>
                <a:ext uri="{FF2B5EF4-FFF2-40B4-BE49-F238E27FC236}">
                  <a16:creationId xmlns:a16="http://schemas.microsoft.com/office/drawing/2014/main" id="{D0AB51F7-7F89-421A-982A-37318ACF5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87" name="Rectangle 51">
              <a:extLst>
                <a:ext uri="{FF2B5EF4-FFF2-40B4-BE49-F238E27FC236}">
                  <a16:creationId xmlns:a16="http://schemas.microsoft.com/office/drawing/2014/main" id="{43B40548-2E6E-4492-8DD9-2033E2EA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88" name="Rectangle 52">
              <a:extLst>
                <a:ext uri="{FF2B5EF4-FFF2-40B4-BE49-F238E27FC236}">
                  <a16:creationId xmlns:a16="http://schemas.microsoft.com/office/drawing/2014/main" id="{9341BE81-C222-4F9D-B21B-661864069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89" name="Rectangle 53">
              <a:extLst>
                <a:ext uri="{FF2B5EF4-FFF2-40B4-BE49-F238E27FC236}">
                  <a16:creationId xmlns:a16="http://schemas.microsoft.com/office/drawing/2014/main" id="{B90A929A-A47D-45A1-8F95-7FC9A1370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90" name="Rectangle 54">
              <a:extLst>
                <a:ext uri="{FF2B5EF4-FFF2-40B4-BE49-F238E27FC236}">
                  <a16:creationId xmlns:a16="http://schemas.microsoft.com/office/drawing/2014/main" id="{3D743946-7A59-4C7B-BE61-894E51053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91" name="Rectangle 55">
              <a:extLst>
                <a:ext uri="{FF2B5EF4-FFF2-40B4-BE49-F238E27FC236}">
                  <a16:creationId xmlns:a16="http://schemas.microsoft.com/office/drawing/2014/main" id="{0A972B88-9DCE-49D5-A2CD-4B7050EF4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92" name="Rectangle 56">
              <a:extLst>
                <a:ext uri="{FF2B5EF4-FFF2-40B4-BE49-F238E27FC236}">
                  <a16:creationId xmlns:a16="http://schemas.microsoft.com/office/drawing/2014/main" id="{A6B378E6-6C5E-4498-9ADD-B45AA8431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93" name="Rectangle 57">
              <a:extLst>
                <a:ext uri="{FF2B5EF4-FFF2-40B4-BE49-F238E27FC236}">
                  <a16:creationId xmlns:a16="http://schemas.microsoft.com/office/drawing/2014/main" id="{10589955-D2C6-4BD7-BB9F-EBAD221DA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94" name="Rectangle 58">
              <a:extLst>
                <a:ext uri="{FF2B5EF4-FFF2-40B4-BE49-F238E27FC236}">
                  <a16:creationId xmlns:a16="http://schemas.microsoft.com/office/drawing/2014/main" id="{E7835CD8-0727-45A3-923A-15D2D9DB4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95" name="Rectangle 59">
              <a:extLst>
                <a:ext uri="{FF2B5EF4-FFF2-40B4-BE49-F238E27FC236}">
                  <a16:creationId xmlns:a16="http://schemas.microsoft.com/office/drawing/2014/main" id="{5336FB2E-4208-412D-B571-0D1186AF2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96" name="Rectangle 60">
              <a:extLst>
                <a:ext uri="{FF2B5EF4-FFF2-40B4-BE49-F238E27FC236}">
                  <a16:creationId xmlns:a16="http://schemas.microsoft.com/office/drawing/2014/main" id="{6EEC35F1-B155-4CBC-84BA-1148CAA14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97" name="Rectangle 61">
              <a:extLst>
                <a:ext uri="{FF2B5EF4-FFF2-40B4-BE49-F238E27FC236}">
                  <a16:creationId xmlns:a16="http://schemas.microsoft.com/office/drawing/2014/main" id="{A458CA92-E809-4899-823C-A0594DD52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98" name="Rectangle 62">
              <a:extLst>
                <a:ext uri="{FF2B5EF4-FFF2-40B4-BE49-F238E27FC236}">
                  <a16:creationId xmlns:a16="http://schemas.microsoft.com/office/drawing/2014/main" id="{B2F2AD68-2FA9-43CB-A322-D0D9F42BC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199" name="Rectangle 63">
              <a:extLst>
                <a:ext uri="{FF2B5EF4-FFF2-40B4-BE49-F238E27FC236}">
                  <a16:creationId xmlns:a16="http://schemas.microsoft.com/office/drawing/2014/main" id="{3BAAB7A5-0988-4465-81FA-2E098F1A4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00" name="Rectangle 64">
              <a:extLst>
                <a:ext uri="{FF2B5EF4-FFF2-40B4-BE49-F238E27FC236}">
                  <a16:creationId xmlns:a16="http://schemas.microsoft.com/office/drawing/2014/main" id="{C5E0AF70-14C0-4DAA-A369-00D597171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01" name="Rectangle 65">
              <a:extLst>
                <a:ext uri="{FF2B5EF4-FFF2-40B4-BE49-F238E27FC236}">
                  <a16:creationId xmlns:a16="http://schemas.microsoft.com/office/drawing/2014/main" id="{9C754BDE-1093-4A03-8760-689E2D62F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02" name="Rectangle 66">
              <a:extLst>
                <a:ext uri="{FF2B5EF4-FFF2-40B4-BE49-F238E27FC236}">
                  <a16:creationId xmlns:a16="http://schemas.microsoft.com/office/drawing/2014/main" id="{C6AB7E3D-1DF0-4D08-8E04-3142E8131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03" name="Rectangle 67">
              <a:extLst>
                <a:ext uri="{FF2B5EF4-FFF2-40B4-BE49-F238E27FC236}">
                  <a16:creationId xmlns:a16="http://schemas.microsoft.com/office/drawing/2014/main" id="{7512C73E-8F3F-412F-B352-7AAA3F37B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04" name="Rectangle 68">
              <a:extLst>
                <a:ext uri="{FF2B5EF4-FFF2-40B4-BE49-F238E27FC236}">
                  <a16:creationId xmlns:a16="http://schemas.microsoft.com/office/drawing/2014/main" id="{3193B1A6-9AB9-4DCB-8EC7-667A8D946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05" name="Rectangle 69">
              <a:extLst>
                <a:ext uri="{FF2B5EF4-FFF2-40B4-BE49-F238E27FC236}">
                  <a16:creationId xmlns:a16="http://schemas.microsoft.com/office/drawing/2014/main" id="{9F0C6518-12DB-4F56-B427-E0FB600CC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06" name="Rectangle 70">
              <a:extLst>
                <a:ext uri="{FF2B5EF4-FFF2-40B4-BE49-F238E27FC236}">
                  <a16:creationId xmlns:a16="http://schemas.microsoft.com/office/drawing/2014/main" id="{8D0B53CE-4BA0-4C27-BB7F-CC6BCE4A8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07" name="Rectangle 71">
              <a:extLst>
                <a:ext uri="{FF2B5EF4-FFF2-40B4-BE49-F238E27FC236}">
                  <a16:creationId xmlns:a16="http://schemas.microsoft.com/office/drawing/2014/main" id="{09986A64-58BF-4B9D-811D-B3140F9DE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08" name="Rectangle 72">
              <a:extLst>
                <a:ext uri="{FF2B5EF4-FFF2-40B4-BE49-F238E27FC236}">
                  <a16:creationId xmlns:a16="http://schemas.microsoft.com/office/drawing/2014/main" id="{8B651FB4-F58E-4215-AB21-9D3A1E921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09" name="Rectangle 73">
              <a:extLst>
                <a:ext uri="{FF2B5EF4-FFF2-40B4-BE49-F238E27FC236}">
                  <a16:creationId xmlns:a16="http://schemas.microsoft.com/office/drawing/2014/main" id="{9FCE3E68-E0A0-4990-BC86-B33C41530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10" name="Rectangle 74">
              <a:extLst>
                <a:ext uri="{FF2B5EF4-FFF2-40B4-BE49-F238E27FC236}">
                  <a16:creationId xmlns:a16="http://schemas.microsoft.com/office/drawing/2014/main" id="{83C0BB08-F069-4E0F-A94F-C6FDF2B37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11" name="Rectangle 75">
              <a:extLst>
                <a:ext uri="{FF2B5EF4-FFF2-40B4-BE49-F238E27FC236}">
                  <a16:creationId xmlns:a16="http://schemas.microsoft.com/office/drawing/2014/main" id="{E7B845FC-5DD7-4F18-9C82-04BA7142F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12" name="Rectangle 76">
              <a:extLst>
                <a:ext uri="{FF2B5EF4-FFF2-40B4-BE49-F238E27FC236}">
                  <a16:creationId xmlns:a16="http://schemas.microsoft.com/office/drawing/2014/main" id="{F2C618F7-E87D-4619-A6CE-F3CFADA1D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13" name="Rectangle 77">
              <a:extLst>
                <a:ext uri="{FF2B5EF4-FFF2-40B4-BE49-F238E27FC236}">
                  <a16:creationId xmlns:a16="http://schemas.microsoft.com/office/drawing/2014/main" id="{F3658D2F-5511-478D-AB47-48C4255FA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14" name="Rectangle 78">
              <a:extLst>
                <a:ext uri="{FF2B5EF4-FFF2-40B4-BE49-F238E27FC236}">
                  <a16:creationId xmlns:a16="http://schemas.microsoft.com/office/drawing/2014/main" id="{3566AE10-E586-472B-9782-75145A4AD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15" name="Rectangle 79">
              <a:extLst>
                <a:ext uri="{FF2B5EF4-FFF2-40B4-BE49-F238E27FC236}">
                  <a16:creationId xmlns:a16="http://schemas.microsoft.com/office/drawing/2014/main" id="{C0025CA6-1B2A-435B-B846-0D9158DBF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16" name="Rectangle 80">
              <a:extLst>
                <a:ext uri="{FF2B5EF4-FFF2-40B4-BE49-F238E27FC236}">
                  <a16:creationId xmlns:a16="http://schemas.microsoft.com/office/drawing/2014/main" id="{6C9AA96A-AF8E-4F3C-B068-E79F42171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17" name="Rectangle 81">
              <a:extLst>
                <a:ext uri="{FF2B5EF4-FFF2-40B4-BE49-F238E27FC236}">
                  <a16:creationId xmlns:a16="http://schemas.microsoft.com/office/drawing/2014/main" id="{5E5B6D03-3D14-4F5A-984E-5465AB0F4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18" name="Rectangle 82">
              <a:extLst>
                <a:ext uri="{FF2B5EF4-FFF2-40B4-BE49-F238E27FC236}">
                  <a16:creationId xmlns:a16="http://schemas.microsoft.com/office/drawing/2014/main" id="{6612A8B3-CADA-4F6B-AADB-82F5E9D4A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219" name="Rectangle 83">
              <a:extLst>
                <a:ext uri="{FF2B5EF4-FFF2-40B4-BE49-F238E27FC236}">
                  <a16:creationId xmlns:a16="http://schemas.microsoft.com/office/drawing/2014/main" id="{AC3F5D7C-EF3F-428E-BB89-97F82583D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33123" name="Rectangle 2">
            <a:extLst>
              <a:ext uri="{FF2B5EF4-FFF2-40B4-BE49-F238E27FC236}">
                <a16:creationId xmlns:a16="http://schemas.microsoft.com/office/drawing/2014/main" id="{17484167-1603-4D64-8A69-F02EEBEB6F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33124" name="Rectangle 110">
            <a:extLst>
              <a:ext uri="{FF2B5EF4-FFF2-40B4-BE49-F238E27FC236}">
                <a16:creationId xmlns:a16="http://schemas.microsoft.com/office/drawing/2014/main" id="{A2F3D086-4023-4D28-8046-7E03B1915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3125" name="Rectangle 118">
            <a:extLst>
              <a:ext uri="{FF2B5EF4-FFF2-40B4-BE49-F238E27FC236}">
                <a16:creationId xmlns:a16="http://schemas.microsoft.com/office/drawing/2014/main" id="{66ED8D6E-EF8A-4AF8-A392-362D6E468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3126" name="Rectangle 126">
            <a:extLst>
              <a:ext uri="{FF2B5EF4-FFF2-40B4-BE49-F238E27FC236}">
                <a16:creationId xmlns:a16="http://schemas.microsoft.com/office/drawing/2014/main" id="{333C3ADA-6208-4DC3-A1F2-D761E62E8C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3127" name="Rectangle 134">
            <a:extLst>
              <a:ext uri="{FF2B5EF4-FFF2-40B4-BE49-F238E27FC236}">
                <a16:creationId xmlns:a16="http://schemas.microsoft.com/office/drawing/2014/main" id="{6226B2BD-F7FE-452B-B3DD-02692D0DE9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3128" name="Rectangle 116">
            <a:extLst>
              <a:ext uri="{FF2B5EF4-FFF2-40B4-BE49-F238E27FC236}">
                <a16:creationId xmlns:a16="http://schemas.microsoft.com/office/drawing/2014/main" id="{2D4A7852-9527-4DDF-A975-C2CF2BB80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28305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3129" name="Rectangle 124">
            <a:extLst>
              <a:ext uri="{FF2B5EF4-FFF2-40B4-BE49-F238E27FC236}">
                <a16:creationId xmlns:a16="http://schemas.microsoft.com/office/drawing/2014/main" id="{E7F986B6-994C-44B0-BEC8-A4F44F9E1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03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3130" name="Rectangle 132">
            <a:extLst>
              <a:ext uri="{FF2B5EF4-FFF2-40B4-BE49-F238E27FC236}">
                <a16:creationId xmlns:a16="http://schemas.microsoft.com/office/drawing/2014/main" id="{B3209DCC-DCCC-492A-A876-82227DD68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3686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3131" name="Rectangle 140">
            <a:extLst>
              <a:ext uri="{FF2B5EF4-FFF2-40B4-BE49-F238E27FC236}">
                <a16:creationId xmlns:a16="http://schemas.microsoft.com/office/drawing/2014/main" id="{C479828C-B5FD-425D-9D76-FAA5854C3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63696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33132" name="Picture 2" descr="Screen shot 2013-10-21 at 1.42.50 PM.png">
            <a:extLst>
              <a:ext uri="{FF2B5EF4-FFF2-40B4-BE49-F238E27FC236}">
                <a16:creationId xmlns:a16="http://schemas.microsoft.com/office/drawing/2014/main" id="{9BFA8D71-287D-44E8-B46A-503016A698F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9263" y="4764088"/>
            <a:ext cx="2397125" cy="187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33" name="Picture 164" descr="Screen shot 2013-12-06 at 11.55.56 AM.png">
            <a:extLst>
              <a:ext uri="{FF2B5EF4-FFF2-40B4-BE49-F238E27FC236}">
                <a16:creationId xmlns:a16="http://schemas.microsoft.com/office/drawing/2014/main" id="{2401EE24-7974-47F4-876F-833D1C11AA5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75" y="4964113"/>
            <a:ext cx="1722438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34" name="Rectangle 165">
            <a:extLst>
              <a:ext uri="{FF2B5EF4-FFF2-40B4-BE49-F238E27FC236}">
                <a16:creationId xmlns:a16="http://schemas.microsoft.com/office/drawing/2014/main" id="{5EB8C11A-313E-4034-BD30-748ADE9D4F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3225" y="367665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3135" name="Rectangle 166">
            <a:extLst>
              <a:ext uri="{FF2B5EF4-FFF2-40B4-BE49-F238E27FC236}">
                <a16:creationId xmlns:a16="http://schemas.microsoft.com/office/drawing/2014/main" id="{3B92904A-A74D-461C-BA0B-33DA4267A1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56007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3136" name="Rectangle 155">
            <a:extLst>
              <a:ext uri="{FF2B5EF4-FFF2-40B4-BE49-F238E27FC236}">
                <a16:creationId xmlns:a16="http://schemas.microsoft.com/office/drawing/2014/main" id="{B17D8B70-56A8-4A0B-A969-56622A88EE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6575" y="5605463"/>
            <a:ext cx="625475" cy="330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3137" name="Rectangle 157">
            <a:extLst>
              <a:ext uri="{FF2B5EF4-FFF2-40B4-BE49-F238E27FC236}">
                <a16:creationId xmlns:a16="http://schemas.microsoft.com/office/drawing/2014/main" id="{CEC2BF0A-FAB1-46C8-A785-FF45A67D72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366395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133138" name="Straight Arrow Connector 158">
            <a:extLst>
              <a:ext uri="{FF2B5EF4-FFF2-40B4-BE49-F238E27FC236}">
                <a16:creationId xmlns:a16="http://schemas.microsoft.com/office/drawing/2014/main" id="{0EDA14C6-981D-4FF2-8883-EF4E38E03AA4}"/>
              </a:ext>
            </a:extLst>
          </p:cNvPr>
          <p:cNvCxnSpPr>
            <a:cxnSpLocks noChangeShapeType="1"/>
            <a:stCxn id="133137" idx="2"/>
          </p:cNvCxnSpPr>
          <p:nvPr/>
        </p:nvCxnSpPr>
        <p:spPr bwMode="auto">
          <a:xfrm>
            <a:off x="4916488" y="3994150"/>
            <a:ext cx="1042987" cy="1606550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3139" name="Rectangle 111">
            <a:extLst>
              <a:ext uri="{FF2B5EF4-FFF2-40B4-BE49-F238E27FC236}">
                <a16:creationId xmlns:a16="http://schemas.microsoft.com/office/drawing/2014/main" id="{05E50C3C-C928-43BA-8FBA-8CF8133D0F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4638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145" name="Group 13">
            <a:extLst>
              <a:ext uri="{FF2B5EF4-FFF2-40B4-BE49-F238E27FC236}">
                <a16:creationId xmlns:a16="http://schemas.microsoft.com/office/drawing/2014/main" id="{75116DBD-1FE6-4AF3-A330-A565DBFAE823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34245" name="Rectangle 85">
              <a:extLst>
                <a:ext uri="{FF2B5EF4-FFF2-40B4-BE49-F238E27FC236}">
                  <a16:creationId xmlns:a16="http://schemas.microsoft.com/office/drawing/2014/main" id="{62F652F8-90A6-469E-BFD4-0E281CAC0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46" name="Rectangle 86">
              <a:extLst>
                <a:ext uri="{FF2B5EF4-FFF2-40B4-BE49-F238E27FC236}">
                  <a16:creationId xmlns:a16="http://schemas.microsoft.com/office/drawing/2014/main" id="{065C64FB-996A-417E-96BA-14D8ECBB9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47" name="Rectangle 88">
              <a:extLst>
                <a:ext uri="{FF2B5EF4-FFF2-40B4-BE49-F238E27FC236}">
                  <a16:creationId xmlns:a16="http://schemas.microsoft.com/office/drawing/2014/main" id="{2F89CC1D-1E4C-48F3-9E03-0234EA94E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48" name="Rectangle 89">
              <a:extLst>
                <a:ext uri="{FF2B5EF4-FFF2-40B4-BE49-F238E27FC236}">
                  <a16:creationId xmlns:a16="http://schemas.microsoft.com/office/drawing/2014/main" id="{59FB5F65-3933-4526-862A-BBDE05A24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49" name="Rectangle 90">
              <a:extLst>
                <a:ext uri="{FF2B5EF4-FFF2-40B4-BE49-F238E27FC236}">
                  <a16:creationId xmlns:a16="http://schemas.microsoft.com/office/drawing/2014/main" id="{36AF3DF6-46FB-49CE-BE54-4AD776661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50" name="Rectangle 91">
              <a:extLst>
                <a:ext uri="{FF2B5EF4-FFF2-40B4-BE49-F238E27FC236}">
                  <a16:creationId xmlns:a16="http://schemas.microsoft.com/office/drawing/2014/main" id="{51A89EC8-86C0-4BA6-8F34-58A76B5A7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51" name="Rectangle 92">
              <a:extLst>
                <a:ext uri="{FF2B5EF4-FFF2-40B4-BE49-F238E27FC236}">
                  <a16:creationId xmlns:a16="http://schemas.microsoft.com/office/drawing/2014/main" id="{2E759AC7-8BDD-483A-8D73-30C4C0038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52" name="Rectangle 93">
              <a:extLst>
                <a:ext uri="{FF2B5EF4-FFF2-40B4-BE49-F238E27FC236}">
                  <a16:creationId xmlns:a16="http://schemas.microsoft.com/office/drawing/2014/main" id="{D4CBD562-8D7B-4F21-A905-D51FB2F29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53" name="Rectangle 94">
              <a:extLst>
                <a:ext uri="{FF2B5EF4-FFF2-40B4-BE49-F238E27FC236}">
                  <a16:creationId xmlns:a16="http://schemas.microsoft.com/office/drawing/2014/main" id="{E1563D35-BCEA-4B1D-BE3B-BB1B9369B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54" name="Rectangle 95">
              <a:extLst>
                <a:ext uri="{FF2B5EF4-FFF2-40B4-BE49-F238E27FC236}">
                  <a16:creationId xmlns:a16="http://schemas.microsoft.com/office/drawing/2014/main" id="{7341AE44-3B73-4884-A365-0448A068C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55" name="Rectangle 96">
              <a:extLst>
                <a:ext uri="{FF2B5EF4-FFF2-40B4-BE49-F238E27FC236}">
                  <a16:creationId xmlns:a16="http://schemas.microsoft.com/office/drawing/2014/main" id="{61AD23AE-3DF3-423A-8228-156562BA5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56" name="Rectangle 97">
              <a:extLst>
                <a:ext uri="{FF2B5EF4-FFF2-40B4-BE49-F238E27FC236}">
                  <a16:creationId xmlns:a16="http://schemas.microsoft.com/office/drawing/2014/main" id="{533A69A5-C9E5-4A46-A2E1-E0F531517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57" name="Rectangle 98">
              <a:extLst>
                <a:ext uri="{FF2B5EF4-FFF2-40B4-BE49-F238E27FC236}">
                  <a16:creationId xmlns:a16="http://schemas.microsoft.com/office/drawing/2014/main" id="{1C95E2D0-0C22-4BE0-9C62-06EDB8EE6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58" name="Rectangle 99">
              <a:extLst>
                <a:ext uri="{FF2B5EF4-FFF2-40B4-BE49-F238E27FC236}">
                  <a16:creationId xmlns:a16="http://schemas.microsoft.com/office/drawing/2014/main" id="{F77643EA-E634-4816-93B9-C759DCCE7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59" name="Rectangle 100">
              <a:extLst>
                <a:ext uri="{FF2B5EF4-FFF2-40B4-BE49-F238E27FC236}">
                  <a16:creationId xmlns:a16="http://schemas.microsoft.com/office/drawing/2014/main" id="{3A93FA00-6C89-439D-8ACB-B9B3CC6B8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60" name="Rectangle 101">
              <a:extLst>
                <a:ext uri="{FF2B5EF4-FFF2-40B4-BE49-F238E27FC236}">
                  <a16:creationId xmlns:a16="http://schemas.microsoft.com/office/drawing/2014/main" id="{90876D0B-471C-4E0F-BBB8-FA8FC8D23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61" name="Rectangle 102">
              <a:extLst>
                <a:ext uri="{FF2B5EF4-FFF2-40B4-BE49-F238E27FC236}">
                  <a16:creationId xmlns:a16="http://schemas.microsoft.com/office/drawing/2014/main" id="{C49B5AC1-6611-4B9A-B9F1-999FBE29F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62" name="Rectangle 103">
              <a:extLst>
                <a:ext uri="{FF2B5EF4-FFF2-40B4-BE49-F238E27FC236}">
                  <a16:creationId xmlns:a16="http://schemas.microsoft.com/office/drawing/2014/main" id="{44B4D0F1-92EE-425A-BFF8-376DB55B1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63" name="Rectangle 104">
              <a:extLst>
                <a:ext uri="{FF2B5EF4-FFF2-40B4-BE49-F238E27FC236}">
                  <a16:creationId xmlns:a16="http://schemas.microsoft.com/office/drawing/2014/main" id="{0CA0FC62-23EC-4191-9A3F-5E6440355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64" name="Rectangle 105">
              <a:extLst>
                <a:ext uri="{FF2B5EF4-FFF2-40B4-BE49-F238E27FC236}">
                  <a16:creationId xmlns:a16="http://schemas.microsoft.com/office/drawing/2014/main" id="{1C6D76C6-E834-4AAA-8A70-E95F99343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65" name="Rectangle 106">
              <a:extLst>
                <a:ext uri="{FF2B5EF4-FFF2-40B4-BE49-F238E27FC236}">
                  <a16:creationId xmlns:a16="http://schemas.microsoft.com/office/drawing/2014/main" id="{054D1A09-10D7-44D2-95BB-93F823CBD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66" name="Rectangle 107">
              <a:extLst>
                <a:ext uri="{FF2B5EF4-FFF2-40B4-BE49-F238E27FC236}">
                  <a16:creationId xmlns:a16="http://schemas.microsoft.com/office/drawing/2014/main" id="{7CA2D1C9-298F-48E9-AAA2-619832B15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67" name="Rectangle 108">
              <a:extLst>
                <a:ext uri="{FF2B5EF4-FFF2-40B4-BE49-F238E27FC236}">
                  <a16:creationId xmlns:a16="http://schemas.microsoft.com/office/drawing/2014/main" id="{575179A0-082E-4370-9E18-9565B9E7A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68" name="Rectangle 109">
              <a:extLst>
                <a:ext uri="{FF2B5EF4-FFF2-40B4-BE49-F238E27FC236}">
                  <a16:creationId xmlns:a16="http://schemas.microsoft.com/office/drawing/2014/main" id="{799F4C5D-45E4-4BC4-A4D6-B942F7F8F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69" name="Rectangle 112">
              <a:extLst>
                <a:ext uri="{FF2B5EF4-FFF2-40B4-BE49-F238E27FC236}">
                  <a16:creationId xmlns:a16="http://schemas.microsoft.com/office/drawing/2014/main" id="{6DA997A2-E1B2-4BFA-B4D3-229149D54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70" name="Rectangle 114">
              <a:extLst>
                <a:ext uri="{FF2B5EF4-FFF2-40B4-BE49-F238E27FC236}">
                  <a16:creationId xmlns:a16="http://schemas.microsoft.com/office/drawing/2014/main" id="{89758556-EDEC-4DC5-A9C1-691B4A07F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71" name="Rectangle 115">
              <a:extLst>
                <a:ext uri="{FF2B5EF4-FFF2-40B4-BE49-F238E27FC236}">
                  <a16:creationId xmlns:a16="http://schemas.microsoft.com/office/drawing/2014/main" id="{39DA0663-0D8A-4A56-AA5E-A89422C80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72" name="Rectangle 117">
              <a:extLst>
                <a:ext uri="{FF2B5EF4-FFF2-40B4-BE49-F238E27FC236}">
                  <a16:creationId xmlns:a16="http://schemas.microsoft.com/office/drawing/2014/main" id="{5B9FA7C8-A6B3-488D-9BCA-2683C4ADC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73" name="Rectangle 120">
              <a:extLst>
                <a:ext uri="{FF2B5EF4-FFF2-40B4-BE49-F238E27FC236}">
                  <a16:creationId xmlns:a16="http://schemas.microsoft.com/office/drawing/2014/main" id="{AC97994A-C43A-4395-B390-A35AA55BE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74" name="Rectangle 122">
              <a:extLst>
                <a:ext uri="{FF2B5EF4-FFF2-40B4-BE49-F238E27FC236}">
                  <a16:creationId xmlns:a16="http://schemas.microsoft.com/office/drawing/2014/main" id="{56E802D6-626A-4CA7-AAAF-EA6B3D106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75" name="Rectangle 123">
              <a:extLst>
                <a:ext uri="{FF2B5EF4-FFF2-40B4-BE49-F238E27FC236}">
                  <a16:creationId xmlns:a16="http://schemas.microsoft.com/office/drawing/2014/main" id="{E78C45C6-064A-449E-821A-6412E06F7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76" name="Rectangle 125">
              <a:extLst>
                <a:ext uri="{FF2B5EF4-FFF2-40B4-BE49-F238E27FC236}">
                  <a16:creationId xmlns:a16="http://schemas.microsoft.com/office/drawing/2014/main" id="{F76F42AB-EAB8-476E-928E-DFC62D9D4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77" name="Rectangle 128">
              <a:extLst>
                <a:ext uri="{FF2B5EF4-FFF2-40B4-BE49-F238E27FC236}">
                  <a16:creationId xmlns:a16="http://schemas.microsoft.com/office/drawing/2014/main" id="{BBDE13DF-B966-4BE3-95AB-C795838F4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78" name="Rectangle 130">
              <a:extLst>
                <a:ext uri="{FF2B5EF4-FFF2-40B4-BE49-F238E27FC236}">
                  <a16:creationId xmlns:a16="http://schemas.microsoft.com/office/drawing/2014/main" id="{BB6AABA5-3FC0-4E56-AADC-016C94843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79" name="Rectangle 131">
              <a:extLst>
                <a:ext uri="{FF2B5EF4-FFF2-40B4-BE49-F238E27FC236}">
                  <a16:creationId xmlns:a16="http://schemas.microsoft.com/office/drawing/2014/main" id="{F47D3037-BB66-4AF1-9FA2-4A6C4BC65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80" name="Rectangle 133">
              <a:extLst>
                <a:ext uri="{FF2B5EF4-FFF2-40B4-BE49-F238E27FC236}">
                  <a16:creationId xmlns:a16="http://schemas.microsoft.com/office/drawing/2014/main" id="{48A86B4C-F186-48E6-928F-C89186EDB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81" name="Rectangle 136">
              <a:extLst>
                <a:ext uri="{FF2B5EF4-FFF2-40B4-BE49-F238E27FC236}">
                  <a16:creationId xmlns:a16="http://schemas.microsoft.com/office/drawing/2014/main" id="{597A75A7-D1EF-4842-97AF-034FCD8F3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82" name="Rectangle 138">
              <a:extLst>
                <a:ext uri="{FF2B5EF4-FFF2-40B4-BE49-F238E27FC236}">
                  <a16:creationId xmlns:a16="http://schemas.microsoft.com/office/drawing/2014/main" id="{8EA823C6-0B1C-4E02-AA3E-60C789B9E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83" name="Rectangle 139">
              <a:extLst>
                <a:ext uri="{FF2B5EF4-FFF2-40B4-BE49-F238E27FC236}">
                  <a16:creationId xmlns:a16="http://schemas.microsoft.com/office/drawing/2014/main" id="{D7EEF72A-E81F-43A3-803D-FD4D63027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34146" name="Group 69">
            <a:extLst>
              <a:ext uri="{FF2B5EF4-FFF2-40B4-BE49-F238E27FC236}">
                <a16:creationId xmlns:a16="http://schemas.microsoft.com/office/drawing/2014/main" id="{9935B79B-83D3-49D3-962E-ABCC25FA61DA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34165" name="Rectangle 4">
              <a:extLst>
                <a:ext uri="{FF2B5EF4-FFF2-40B4-BE49-F238E27FC236}">
                  <a16:creationId xmlns:a16="http://schemas.microsoft.com/office/drawing/2014/main" id="{61A9C5C3-2673-4DB4-AFCA-8A5842C1D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66" name="Rectangle 5">
              <a:extLst>
                <a:ext uri="{FF2B5EF4-FFF2-40B4-BE49-F238E27FC236}">
                  <a16:creationId xmlns:a16="http://schemas.microsoft.com/office/drawing/2014/main" id="{DB0FD584-BA17-43A5-9144-862D14C20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67" name="Rectangle 6">
              <a:extLst>
                <a:ext uri="{FF2B5EF4-FFF2-40B4-BE49-F238E27FC236}">
                  <a16:creationId xmlns:a16="http://schemas.microsoft.com/office/drawing/2014/main" id="{AB3387B7-CD75-47F4-A5EF-9EA76EB48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68" name="Rectangle 7">
              <a:extLst>
                <a:ext uri="{FF2B5EF4-FFF2-40B4-BE49-F238E27FC236}">
                  <a16:creationId xmlns:a16="http://schemas.microsoft.com/office/drawing/2014/main" id="{1E51538C-8269-4EB7-9A61-E71AA35EE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69" name="Rectangle 8">
              <a:extLst>
                <a:ext uri="{FF2B5EF4-FFF2-40B4-BE49-F238E27FC236}">
                  <a16:creationId xmlns:a16="http://schemas.microsoft.com/office/drawing/2014/main" id="{8655DF6B-279A-4EC3-8EF5-C319D3552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70" name="Rectangle 9">
              <a:extLst>
                <a:ext uri="{FF2B5EF4-FFF2-40B4-BE49-F238E27FC236}">
                  <a16:creationId xmlns:a16="http://schemas.microsoft.com/office/drawing/2014/main" id="{682950DC-2622-4096-86E2-1D940EE6B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71" name="Rectangle 10">
              <a:extLst>
                <a:ext uri="{FF2B5EF4-FFF2-40B4-BE49-F238E27FC236}">
                  <a16:creationId xmlns:a16="http://schemas.microsoft.com/office/drawing/2014/main" id="{25DBC7DE-468A-4177-BA3C-F83BCD96D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72" name="Rectangle 11">
              <a:extLst>
                <a:ext uri="{FF2B5EF4-FFF2-40B4-BE49-F238E27FC236}">
                  <a16:creationId xmlns:a16="http://schemas.microsoft.com/office/drawing/2014/main" id="{88F87245-95CC-43AA-9469-1F16CC77F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73" name="Rectangle 12">
              <a:extLst>
                <a:ext uri="{FF2B5EF4-FFF2-40B4-BE49-F238E27FC236}">
                  <a16:creationId xmlns:a16="http://schemas.microsoft.com/office/drawing/2014/main" id="{2B6DE943-7FED-4057-B4F1-C8A09C8A3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74" name="Rectangle 13">
              <a:extLst>
                <a:ext uri="{FF2B5EF4-FFF2-40B4-BE49-F238E27FC236}">
                  <a16:creationId xmlns:a16="http://schemas.microsoft.com/office/drawing/2014/main" id="{5B916534-2B9E-4C93-8951-0EC9D0586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75" name="Rectangle 14">
              <a:extLst>
                <a:ext uri="{FF2B5EF4-FFF2-40B4-BE49-F238E27FC236}">
                  <a16:creationId xmlns:a16="http://schemas.microsoft.com/office/drawing/2014/main" id="{D270C0F2-794C-4A92-B274-7631147EA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76" name="Rectangle 15">
              <a:extLst>
                <a:ext uri="{FF2B5EF4-FFF2-40B4-BE49-F238E27FC236}">
                  <a16:creationId xmlns:a16="http://schemas.microsoft.com/office/drawing/2014/main" id="{3BC06145-3BAA-448C-84BF-5BB7EFD6D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77" name="Rectangle 16">
              <a:extLst>
                <a:ext uri="{FF2B5EF4-FFF2-40B4-BE49-F238E27FC236}">
                  <a16:creationId xmlns:a16="http://schemas.microsoft.com/office/drawing/2014/main" id="{F25F8CC6-C5F1-4AEB-9D3B-41BE965D9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78" name="Rectangle 17">
              <a:extLst>
                <a:ext uri="{FF2B5EF4-FFF2-40B4-BE49-F238E27FC236}">
                  <a16:creationId xmlns:a16="http://schemas.microsoft.com/office/drawing/2014/main" id="{467E3957-7965-464A-A771-24DC67CBE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79" name="Rectangle 18">
              <a:extLst>
                <a:ext uri="{FF2B5EF4-FFF2-40B4-BE49-F238E27FC236}">
                  <a16:creationId xmlns:a16="http://schemas.microsoft.com/office/drawing/2014/main" id="{11324BBE-9325-4372-93DE-44BFB948F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80" name="Rectangle 19">
              <a:extLst>
                <a:ext uri="{FF2B5EF4-FFF2-40B4-BE49-F238E27FC236}">
                  <a16:creationId xmlns:a16="http://schemas.microsoft.com/office/drawing/2014/main" id="{7D37B3D7-C7CC-439C-837B-BFACC5D24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81" name="Rectangle 20">
              <a:extLst>
                <a:ext uri="{FF2B5EF4-FFF2-40B4-BE49-F238E27FC236}">
                  <a16:creationId xmlns:a16="http://schemas.microsoft.com/office/drawing/2014/main" id="{AE3BCDA7-8824-436C-BF0F-82C9CEFDC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82" name="Rectangle 21">
              <a:extLst>
                <a:ext uri="{FF2B5EF4-FFF2-40B4-BE49-F238E27FC236}">
                  <a16:creationId xmlns:a16="http://schemas.microsoft.com/office/drawing/2014/main" id="{A0E28A08-AF16-4DE9-AAFC-E69602950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83" name="Rectangle 22">
              <a:extLst>
                <a:ext uri="{FF2B5EF4-FFF2-40B4-BE49-F238E27FC236}">
                  <a16:creationId xmlns:a16="http://schemas.microsoft.com/office/drawing/2014/main" id="{6C12EB45-1973-4D35-828B-EBB81C895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84" name="Rectangle 23">
              <a:extLst>
                <a:ext uri="{FF2B5EF4-FFF2-40B4-BE49-F238E27FC236}">
                  <a16:creationId xmlns:a16="http://schemas.microsoft.com/office/drawing/2014/main" id="{BD6B48A5-E678-46BC-BE93-51D662430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85" name="Rectangle 24">
              <a:extLst>
                <a:ext uri="{FF2B5EF4-FFF2-40B4-BE49-F238E27FC236}">
                  <a16:creationId xmlns:a16="http://schemas.microsoft.com/office/drawing/2014/main" id="{9ABCBAC2-7878-46BB-B8FB-F5614A7CD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86" name="Rectangle 25">
              <a:extLst>
                <a:ext uri="{FF2B5EF4-FFF2-40B4-BE49-F238E27FC236}">
                  <a16:creationId xmlns:a16="http://schemas.microsoft.com/office/drawing/2014/main" id="{ED8BAF9C-8621-4DE6-BCA4-E8438BD33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87" name="Rectangle 26">
              <a:extLst>
                <a:ext uri="{FF2B5EF4-FFF2-40B4-BE49-F238E27FC236}">
                  <a16:creationId xmlns:a16="http://schemas.microsoft.com/office/drawing/2014/main" id="{299F91CB-98FD-42FC-A06C-8E185CE64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88" name="Rectangle 27">
              <a:extLst>
                <a:ext uri="{FF2B5EF4-FFF2-40B4-BE49-F238E27FC236}">
                  <a16:creationId xmlns:a16="http://schemas.microsoft.com/office/drawing/2014/main" id="{2357EDF8-F8E7-4BAF-875C-69CD7E0B8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89" name="Rectangle 28">
              <a:extLst>
                <a:ext uri="{FF2B5EF4-FFF2-40B4-BE49-F238E27FC236}">
                  <a16:creationId xmlns:a16="http://schemas.microsoft.com/office/drawing/2014/main" id="{F7FF25C3-684E-439D-A026-6C4ABF84E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90" name="Rectangle 29">
              <a:extLst>
                <a:ext uri="{FF2B5EF4-FFF2-40B4-BE49-F238E27FC236}">
                  <a16:creationId xmlns:a16="http://schemas.microsoft.com/office/drawing/2014/main" id="{1595B6CC-E589-4C70-9053-D38591E1B2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91" name="Rectangle 30">
              <a:extLst>
                <a:ext uri="{FF2B5EF4-FFF2-40B4-BE49-F238E27FC236}">
                  <a16:creationId xmlns:a16="http://schemas.microsoft.com/office/drawing/2014/main" id="{3AA7C56B-DBD9-4EF0-ADEB-DE141CD11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92" name="Rectangle 31">
              <a:extLst>
                <a:ext uri="{FF2B5EF4-FFF2-40B4-BE49-F238E27FC236}">
                  <a16:creationId xmlns:a16="http://schemas.microsoft.com/office/drawing/2014/main" id="{9972A037-58B2-4692-A6DA-558C91750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93" name="Rectangle 32">
              <a:extLst>
                <a:ext uri="{FF2B5EF4-FFF2-40B4-BE49-F238E27FC236}">
                  <a16:creationId xmlns:a16="http://schemas.microsoft.com/office/drawing/2014/main" id="{6BE7719E-91AA-4834-A926-CD79CD915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94" name="Rectangle 33">
              <a:extLst>
                <a:ext uri="{FF2B5EF4-FFF2-40B4-BE49-F238E27FC236}">
                  <a16:creationId xmlns:a16="http://schemas.microsoft.com/office/drawing/2014/main" id="{DC49E379-FFB5-4E0D-B431-8CA06FE0B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95" name="Rectangle 34">
              <a:extLst>
                <a:ext uri="{FF2B5EF4-FFF2-40B4-BE49-F238E27FC236}">
                  <a16:creationId xmlns:a16="http://schemas.microsoft.com/office/drawing/2014/main" id="{320CFA56-6FF8-48DE-B99E-8A76AC646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96" name="Rectangle 35">
              <a:extLst>
                <a:ext uri="{FF2B5EF4-FFF2-40B4-BE49-F238E27FC236}">
                  <a16:creationId xmlns:a16="http://schemas.microsoft.com/office/drawing/2014/main" id="{AE48E7EC-25EE-4A83-95E9-C108DE9FF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97" name="Rectangle 36">
              <a:extLst>
                <a:ext uri="{FF2B5EF4-FFF2-40B4-BE49-F238E27FC236}">
                  <a16:creationId xmlns:a16="http://schemas.microsoft.com/office/drawing/2014/main" id="{A483C3E0-F340-4146-B775-1AD22B7D7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98" name="Rectangle 37">
              <a:extLst>
                <a:ext uri="{FF2B5EF4-FFF2-40B4-BE49-F238E27FC236}">
                  <a16:creationId xmlns:a16="http://schemas.microsoft.com/office/drawing/2014/main" id="{0B1DE8BC-3C99-4F20-B557-A92396AD0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199" name="Rectangle 38">
              <a:extLst>
                <a:ext uri="{FF2B5EF4-FFF2-40B4-BE49-F238E27FC236}">
                  <a16:creationId xmlns:a16="http://schemas.microsoft.com/office/drawing/2014/main" id="{DEDCA3D5-60B1-4288-88AA-5AEE01EE5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00" name="Rectangle 39">
              <a:extLst>
                <a:ext uri="{FF2B5EF4-FFF2-40B4-BE49-F238E27FC236}">
                  <a16:creationId xmlns:a16="http://schemas.microsoft.com/office/drawing/2014/main" id="{07AD0D6F-CEE9-4C03-AAA7-E05EF48E3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01" name="Rectangle 40">
              <a:extLst>
                <a:ext uri="{FF2B5EF4-FFF2-40B4-BE49-F238E27FC236}">
                  <a16:creationId xmlns:a16="http://schemas.microsoft.com/office/drawing/2014/main" id="{2CCE48D0-75AA-4A23-BD25-F36BEA6A5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02" name="Rectangle 41">
              <a:extLst>
                <a:ext uri="{FF2B5EF4-FFF2-40B4-BE49-F238E27FC236}">
                  <a16:creationId xmlns:a16="http://schemas.microsoft.com/office/drawing/2014/main" id="{69C005CF-5753-4C4A-8D4D-FFA5CB6A9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03" name="Rectangle 42">
              <a:extLst>
                <a:ext uri="{FF2B5EF4-FFF2-40B4-BE49-F238E27FC236}">
                  <a16:creationId xmlns:a16="http://schemas.microsoft.com/office/drawing/2014/main" id="{D8F11A70-690A-4C2E-86F8-D9CFC0488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04" name="Rectangle 43">
              <a:extLst>
                <a:ext uri="{FF2B5EF4-FFF2-40B4-BE49-F238E27FC236}">
                  <a16:creationId xmlns:a16="http://schemas.microsoft.com/office/drawing/2014/main" id="{C943CDA3-0ADF-4DF9-9118-4D7D5DEE2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05" name="Rectangle 44">
              <a:extLst>
                <a:ext uri="{FF2B5EF4-FFF2-40B4-BE49-F238E27FC236}">
                  <a16:creationId xmlns:a16="http://schemas.microsoft.com/office/drawing/2014/main" id="{99764087-0E0B-4C88-B711-AB211D6BB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06" name="Rectangle 45">
              <a:extLst>
                <a:ext uri="{FF2B5EF4-FFF2-40B4-BE49-F238E27FC236}">
                  <a16:creationId xmlns:a16="http://schemas.microsoft.com/office/drawing/2014/main" id="{71A4ED25-532B-486B-ADD6-9813ABF15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07" name="Rectangle 46">
              <a:extLst>
                <a:ext uri="{FF2B5EF4-FFF2-40B4-BE49-F238E27FC236}">
                  <a16:creationId xmlns:a16="http://schemas.microsoft.com/office/drawing/2014/main" id="{4A6FF08F-F771-4720-A272-914F6EABC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08" name="Rectangle 47">
              <a:extLst>
                <a:ext uri="{FF2B5EF4-FFF2-40B4-BE49-F238E27FC236}">
                  <a16:creationId xmlns:a16="http://schemas.microsoft.com/office/drawing/2014/main" id="{81E54B54-85DC-48C0-8DC5-A07B58B14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09" name="Rectangle 48">
              <a:extLst>
                <a:ext uri="{FF2B5EF4-FFF2-40B4-BE49-F238E27FC236}">
                  <a16:creationId xmlns:a16="http://schemas.microsoft.com/office/drawing/2014/main" id="{1364B731-074C-424E-928A-CF59BC060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10" name="Rectangle 49">
              <a:extLst>
                <a:ext uri="{FF2B5EF4-FFF2-40B4-BE49-F238E27FC236}">
                  <a16:creationId xmlns:a16="http://schemas.microsoft.com/office/drawing/2014/main" id="{2FC043D7-646D-45DC-A891-660B7AAA6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11" name="Rectangle 50">
              <a:extLst>
                <a:ext uri="{FF2B5EF4-FFF2-40B4-BE49-F238E27FC236}">
                  <a16:creationId xmlns:a16="http://schemas.microsoft.com/office/drawing/2014/main" id="{0DABFFE2-14C5-455F-B83B-02EF415C4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12" name="Rectangle 51">
              <a:extLst>
                <a:ext uri="{FF2B5EF4-FFF2-40B4-BE49-F238E27FC236}">
                  <a16:creationId xmlns:a16="http://schemas.microsoft.com/office/drawing/2014/main" id="{F826E60D-C19A-4B70-9BB1-51385C216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13" name="Rectangle 52">
              <a:extLst>
                <a:ext uri="{FF2B5EF4-FFF2-40B4-BE49-F238E27FC236}">
                  <a16:creationId xmlns:a16="http://schemas.microsoft.com/office/drawing/2014/main" id="{A12EB7DA-A46C-45CB-A873-B215225A1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14" name="Rectangle 53">
              <a:extLst>
                <a:ext uri="{FF2B5EF4-FFF2-40B4-BE49-F238E27FC236}">
                  <a16:creationId xmlns:a16="http://schemas.microsoft.com/office/drawing/2014/main" id="{A13E55FF-B081-437F-A070-D4C55884F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15" name="Rectangle 54">
              <a:extLst>
                <a:ext uri="{FF2B5EF4-FFF2-40B4-BE49-F238E27FC236}">
                  <a16:creationId xmlns:a16="http://schemas.microsoft.com/office/drawing/2014/main" id="{F45D6E20-4245-49A0-8915-C43880736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16" name="Rectangle 55">
              <a:extLst>
                <a:ext uri="{FF2B5EF4-FFF2-40B4-BE49-F238E27FC236}">
                  <a16:creationId xmlns:a16="http://schemas.microsoft.com/office/drawing/2014/main" id="{180AD97E-179C-4409-A0F9-891ED13E4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17" name="Rectangle 56">
              <a:extLst>
                <a:ext uri="{FF2B5EF4-FFF2-40B4-BE49-F238E27FC236}">
                  <a16:creationId xmlns:a16="http://schemas.microsoft.com/office/drawing/2014/main" id="{0052199A-B86C-4257-B93E-2763ADD56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18" name="Rectangle 57">
              <a:extLst>
                <a:ext uri="{FF2B5EF4-FFF2-40B4-BE49-F238E27FC236}">
                  <a16:creationId xmlns:a16="http://schemas.microsoft.com/office/drawing/2014/main" id="{3FE265FF-DB2E-41E0-AB31-13DBEE25A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19" name="Rectangle 58">
              <a:extLst>
                <a:ext uri="{FF2B5EF4-FFF2-40B4-BE49-F238E27FC236}">
                  <a16:creationId xmlns:a16="http://schemas.microsoft.com/office/drawing/2014/main" id="{23F7F7D1-4219-4510-8180-59C0FF367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20" name="Rectangle 59">
              <a:extLst>
                <a:ext uri="{FF2B5EF4-FFF2-40B4-BE49-F238E27FC236}">
                  <a16:creationId xmlns:a16="http://schemas.microsoft.com/office/drawing/2014/main" id="{C7AB61BE-F768-406A-AB21-1261AE9BB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21" name="Rectangle 60">
              <a:extLst>
                <a:ext uri="{FF2B5EF4-FFF2-40B4-BE49-F238E27FC236}">
                  <a16:creationId xmlns:a16="http://schemas.microsoft.com/office/drawing/2014/main" id="{A583537D-600F-4B30-AC22-8917E56BD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22" name="Rectangle 61">
              <a:extLst>
                <a:ext uri="{FF2B5EF4-FFF2-40B4-BE49-F238E27FC236}">
                  <a16:creationId xmlns:a16="http://schemas.microsoft.com/office/drawing/2014/main" id="{F4774001-FA08-4E41-99FE-17A30DDDB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23" name="Rectangle 62">
              <a:extLst>
                <a:ext uri="{FF2B5EF4-FFF2-40B4-BE49-F238E27FC236}">
                  <a16:creationId xmlns:a16="http://schemas.microsoft.com/office/drawing/2014/main" id="{CD9B714B-697C-49EB-833D-2E4C8BAA2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24" name="Rectangle 63">
              <a:extLst>
                <a:ext uri="{FF2B5EF4-FFF2-40B4-BE49-F238E27FC236}">
                  <a16:creationId xmlns:a16="http://schemas.microsoft.com/office/drawing/2014/main" id="{F8FBA760-0502-4A42-9CF6-A0591E0E8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25" name="Rectangle 64">
              <a:extLst>
                <a:ext uri="{FF2B5EF4-FFF2-40B4-BE49-F238E27FC236}">
                  <a16:creationId xmlns:a16="http://schemas.microsoft.com/office/drawing/2014/main" id="{CFE7D800-EC94-4491-82DD-CE3299C0D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26" name="Rectangle 65">
              <a:extLst>
                <a:ext uri="{FF2B5EF4-FFF2-40B4-BE49-F238E27FC236}">
                  <a16:creationId xmlns:a16="http://schemas.microsoft.com/office/drawing/2014/main" id="{C0EAE7DE-2004-41FC-A535-45AAD1ED1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27" name="Rectangle 66">
              <a:extLst>
                <a:ext uri="{FF2B5EF4-FFF2-40B4-BE49-F238E27FC236}">
                  <a16:creationId xmlns:a16="http://schemas.microsoft.com/office/drawing/2014/main" id="{76B93793-24FF-4BEA-954E-676E46082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28" name="Rectangle 67">
              <a:extLst>
                <a:ext uri="{FF2B5EF4-FFF2-40B4-BE49-F238E27FC236}">
                  <a16:creationId xmlns:a16="http://schemas.microsoft.com/office/drawing/2014/main" id="{4D5DB9D7-7569-4097-BFC3-70939EB17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29" name="Rectangle 68">
              <a:extLst>
                <a:ext uri="{FF2B5EF4-FFF2-40B4-BE49-F238E27FC236}">
                  <a16:creationId xmlns:a16="http://schemas.microsoft.com/office/drawing/2014/main" id="{0D02EABB-B9C7-4BF1-BE88-0EC98F36F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30" name="Rectangle 69">
              <a:extLst>
                <a:ext uri="{FF2B5EF4-FFF2-40B4-BE49-F238E27FC236}">
                  <a16:creationId xmlns:a16="http://schemas.microsoft.com/office/drawing/2014/main" id="{955BABC1-E146-48B2-8616-A3E6CE5CD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31" name="Rectangle 70">
              <a:extLst>
                <a:ext uri="{FF2B5EF4-FFF2-40B4-BE49-F238E27FC236}">
                  <a16:creationId xmlns:a16="http://schemas.microsoft.com/office/drawing/2014/main" id="{77B2B8C1-BBDC-42FB-A264-1914B19D6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32" name="Rectangle 71">
              <a:extLst>
                <a:ext uri="{FF2B5EF4-FFF2-40B4-BE49-F238E27FC236}">
                  <a16:creationId xmlns:a16="http://schemas.microsoft.com/office/drawing/2014/main" id="{9FDEBC73-6E5F-4E96-A361-354796168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33" name="Rectangle 72">
              <a:extLst>
                <a:ext uri="{FF2B5EF4-FFF2-40B4-BE49-F238E27FC236}">
                  <a16:creationId xmlns:a16="http://schemas.microsoft.com/office/drawing/2014/main" id="{1A65428B-7449-45FB-BDC0-4A92B717F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34" name="Rectangle 73">
              <a:extLst>
                <a:ext uri="{FF2B5EF4-FFF2-40B4-BE49-F238E27FC236}">
                  <a16:creationId xmlns:a16="http://schemas.microsoft.com/office/drawing/2014/main" id="{ACC01994-B51F-42E4-BE17-BC5E90F21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35" name="Rectangle 74">
              <a:extLst>
                <a:ext uri="{FF2B5EF4-FFF2-40B4-BE49-F238E27FC236}">
                  <a16:creationId xmlns:a16="http://schemas.microsoft.com/office/drawing/2014/main" id="{78FBD94D-5739-4E5F-AFE1-80C67253C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36" name="Rectangle 75">
              <a:extLst>
                <a:ext uri="{FF2B5EF4-FFF2-40B4-BE49-F238E27FC236}">
                  <a16:creationId xmlns:a16="http://schemas.microsoft.com/office/drawing/2014/main" id="{B0AF83C2-A5D6-4DFC-A641-02712068B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37" name="Rectangle 76">
              <a:extLst>
                <a:ext uri="{FF2B5EF4-FFF2-40B4-BE49-F238E27FC236}">
                  <a16:creationId xmlns:a16="http://schemas.microsoft.com/office/drawing/2014/main" id="{ACBCE3DC-7A5D-40A9-8DE2-1E8E20444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38" name="Rectangle 77">
              <a:extLst>
                <a:ext uri="{FF2B5EF4-FFF2-40B4-BE49-F238E27FC236}">
                  <a16:creationId xmlns:a16="http://schemas.microsoft.com/office/drawing/2014/main" id="{4B86D054-8631-4C40-B679-910EA3625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39" name="Rectangle 78">
              <a:extLst>
                <a:ext uri="{FF2B5EF4-FFF2-40B4-BE49-F238E27FC236}">
                  <a16:creationId xmlns:a16="http://schemas.microsoft.com/office/drawing/2014/main" id="{5A089CBF-44B4-4D51-90B7-9FCFDED2E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40" name="Rectangle 79">
              <a:extLst>
                <a:ext uri="{FF2B5EF4-FFF2-40B4-BE49-F238E27FC236}">
                  <a16:creationId xmlns:a16="http://schemas.microsoft.com/office/drawing/2014/main" id="{502E0C6B-EC5D-4051-8CCB-B2A59DB0D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41" name="Rectangle 80">
              <a:extLst>
                <a:ext uri="{FF2B5EF4-FFF2-40B4-BE49-F238E27FC236}">
                  <a16:creationId xmlns:a16="http://schemas.microsoft.com/office/drawing/2014/main" id="{C9830DE9-5FA1-42D6-9E24-ED1570B53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42" name="Rectangle 81">
              <a:extLst>
                <a:ext uri="{FF2B5EF4-FFF2-40B4-BE49-F238E27FC236}">
                  <a16:creationId xmlns:a16="http://schemas.microsoft.com/office/drawing/2014/main" id="{AD887CA2-6A73-4CBA-842B-1C58714C9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43" name="Rectangle 82">
              <a:extLst>
                <a:ext uri="{FF2B5EF4-FFF2-40B4-BE49-F238E27FC236}">
                  <a16:creationId xmlns:a16="http://schemas.microsoft.com/office/drawing/2014/main" id="{41F0D2CD-3B36-48D2-BE1A-CBADAFE6C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4244" name="Rectangle 83">
              <a:extLst>
                <a:ext uri="{FF2B5EF4-FFF2-40B4-BE49-F238E27FC236}">
                  <a16:creationId xmlns:a16="http://schemas.microsoft.com/office/drawing/2014/main" id="{A82B1481-51B1-4D9E-81A6-1F6D0BA0A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34147" name="Rectangle 2">
            <a:extLst>
              <a:ext uri="{FF2B5EF4-FFF2-40B4-BE49-F238E27FC236}">
                <a16:creationId xmlns:a16="http://schemas.microsoft.com/office/drawing/2014/main" id="{37486F23-5AB0-48B5-9FB1-1FCCB64D5F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34148" name="Rectangle 110">
            <a:extLst>
              <a:ext uri="{FF2B5EF4-FFF2-40B4-BE49-F238E27FC236}">
                <a16:creationId xmlns:a16="http://schemas.microsoft.com/office/drawing/2014/main" id="{2AFA2E62-6241-4375-B1AC-3243D9739D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149" name="Rectangle 118">
            <a:extLst>
              <a:ext uri="{FF2B5EF4-FFF2-40B4-BE49-F238E27FC236}">
                <a16:creationId xmlns:a16="http://schemas.microsoft.com/office/drawing/2014/main" id="{01FB6A39-3C34-405A-9D31-E4F49711F5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150" name="Rectangle 126">
            <a:extLst>
              <a:ext uri="{FF2B5EF4-FFF2-40B4-BE49-F238E27FC236}">
                <a16:creationId xmlns:a16="http://schemas.microsoft.com/office/drawing/2014/main" id="{856C49F0-7D03-41AD-A813-BAB1D6DE6C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151" name="Rectangle 134">
            <a:extLst>
              <a:ext uri="{FF2B5EF4-FFF2-40B4-BE49-F238E27FC236}">
                <a16:creationId xmlns:a16="http://schemas.microsoft.com/office/drawing/2014/main" id="{1E5B0FE3-4B21-4640-9B85-48F6B16B95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152" name="Rectangle 116">
            <a:extLst>
              <a:ext uri="{FF2B5EF4-FFF2-40B4-BE49-F238E27FC236}">
                <a16:creationId xmlns:a16="http://schemas.microsoft.com/office/drawing/2014/main" id="{95C1A862-8AEB-4682-81C7-30865F528E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28305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153" name="Rectangle 124">
            <a:extLst>
              <a:ext uri="{FF2B5EF4-FFF2-40B4-BE49-F238E27FC236}">
                <a16:creationId xmlns:a16="http://schemas.microsoft.com/office/drawing/2014/main" id="{DAD01F8E-C157-4152-A7FE-6322AA2A2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03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154" name="Rectangle 132">
            <a:extLst>
              <a:ext uri="{FF2B5EF4-FFF2-40B4-BE49-F238E27FC236}">
                <a16:creationId xmlns:a16="http://schemas.microsoft.com/office/drawing/2014/main" id="{93E4A1B3-1478-44C1-AE99-51C8D1E540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3686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155" name="Rectangle 140">
            <a:extLst>
              <a:ext uri="{FF2B5EF4-FFF2-40B4-BE49-F238E27FC236}">
                <a16:creationId xmlns:a16="http://schemas.microsoft.com/office/drawing/2014/main" id="{8F785B56-4A29-47BB-BE66-0523862152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63696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34156" name="Picture 2" descr="Screen shot 2013-10-21 at 1.42.50 PM.png">
            <a:extLst>
              <a:ext uri="{FF2B5EF4-FFF2-40B4-BE49-F238E27FC236}">
                <a16:creationId xmlns:a16="http://schemas.microsoft.com/office/drawing/2014/main" id="{3E956634-43C8-409E-B8B8-E74AF887781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9263" y="4764088"/>
            <a:ext cx="2397125" cy="187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4157" name="Picture 164" descr="Screen shot 2013-12-06 at 11.55.56 AM.png">
            <a:extLst>
              <a:ext uri="{FF2B5EF4-FFF2-40B4-BE49-F238E27FC236}">
                <a16:creationId xmlns:a16="http://schemas.microsoft.com/office/drawing/2014/main" id="{FBD06C17-F52C-48B8-8BA0-F010A34A1AF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75" y="4964113"/>
            <a:ext cx="1722438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4158" name="Rectangle 165">
            <a:extLst>
              <a:ext uri="{FF2B5EF4-FFF2-40B4-BE49-F238E27FC236}">
                <a16:creationId xmlns:a16="http://schemas.microsoft.com/office/drawing/2014/main" id="{D78A9828-FE46-4943-9D58-05A0A412D0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3225" y="367665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159" name="Rectangle 166">
            <a:extLst>
              <a:ext uri="{FF2B5EF4-FFF2-40B4-BE49-F238E27FC236}">
                <a16:creationId xmlns:a16="http://schemas.microsoft.com/office/drawing/2014/main" id="{93064490-F2F3-4F37-84FF-C50FB2FBD9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56007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160" name="Rectangle 157">
            <a:extLst>
              <a:ext uri="{FF2B5EF4-FFF2-40B4-BE49-F238E27FC236}">
                <a16:creationId xmlns:a16="http://schemas.microsoft.com/office/drawing/2014/main" id="{F535ED1C-65F5-4813-8737-67AB115B8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366395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134161" name="Straight Arrow Connector 158">
            <a:extLst>
              <a:ext uri="{FF2B5EF4-FFF2-40B4-BE49-F238E27FC236}">
                <a16:creationId xmlns:a16="http://schemas.microsoft.com/office/drawing/2014/main" id="{E0CA32FB-2E23-40E5-A8D8-C2474AFD8C61}"/>
              </a:ext>
            </a:extLst>
          </p:cNvPr>
          <p:cNvCxnSpPr>
            <a:cxnSpLocks noChangeShapeType="1"/>
            <a:stCxn id="134160" idx="2"/>
          </p:cNvCxnSpPr>
          <p:nvPr/>
        </p:nvCxnSpPr>
        <p:spPr bwMode="auto">
          <a:xfrm>
            <a:off x="4916488" y="3994150"/>
            <a:ext cx="1042987" cy="1606550"/>
          </a:xfrm>
          <a:prstGeom prst="straightConnector1">
            <a:avLst/>
          </a:prstGeom>
          <a:noFill/>
          <a:ln w="2540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4162" name="TextBox 159">
            <a:extLst>
              <a:ext uri="{FF2B5EF4-FFF2-40B4-BE49-F238E27FC236}">
                <a16:creationId xmlns:a16="http://schemas.microsoft.com/office/drawing/2014/main" id="{C1D049F3-EA25-4626-82FD-FED0A151E3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0075" y="5562600"/>
            <a:ext cx="539750" cy="4000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1</a:t>
            </a:r>
          </a:p>
        </p:txBody>
      </p:sp>
      <p:sp>
        <p:nvSpPr>
          <p:cNvPr id="134163" name="Rectangle 155">
            <a:extLst>
              <a:ext uri="{FF2B5EF4-FFF2-40B4-BE49-F238E27FC236}">
                <a16:creationId xmlns:a16="http://schemas.microsoft.com/office/drawing/2014/main" id="{15D73F5F-C297-4E62-93D8-512AF07BB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6575" y="5605463"/>
            <a:ext cx="625475" cy="330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164" name="Rectangle 111">
            <a:extLst>
              <a:ext uri="{FF2B5EF4-FFF2-40B4-BE49-F238E27FC236}">
                <a16:creationId xmlns:a16="http://schemas.microsoft.com/office/drawing/2014/main" id="{19434668-F08B-42B4-8318-7E6E2FF9C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4638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169" name="Group 13">
            <a:extLst>
              <a:ext uri="{FF2B5EF4-FFF2-40B4-BE49-F238E27FC236}">
                <a16:creationId xmlns:a16="http://schemas.microsoft.com/office/drawing/2014/main" id="{0BFA7210-3C19-42E4-8628-F5E3D568B8AF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35269" name="Rectangle 85">
              <a:extLst>
                <a:ext uri="{FF2B5EF4-FFF2-40B4-BE49-F238E27FC236}">
                  <a16:creationId xmlns:a16="http://schemas.microsoft.com/office/drawing/2014/main" id="{1C62E7D5-57D3-4939-B3D7-8F07B1A8B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70" name="Rectangle 86">
              <a:extLst>
                <a:ext uri="{FF2B5EF4-FFF2-40B4-BE49-F238E27FC236}">
                  <a16:creationId xmlns:a16="http://schemas.microsoft.com/office/drawing/2014/main" id="{A8F18A54-E4F2-4A1A-8C11-C367E9765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71" name="Rectangle 88">
              <a:extLst>
                <a:ext uri="{FF2B5EF4-FFF2-40B4-BE49-F238E27FC236}">
                  <a16:creationId xmlns:a16="http://schemas.microsoft.com/office/drawing/2014/main" id="{C1D8C6E5-E0F7-47CD-B35B-9DB37A9D8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72" name="Rectangle 89">
              <a:extLst>
                <a:ext uri="{FF2B5EF4-FFF2-40B4-BE49-F238E27FC236}">
                  <a16:creationId xmlns:a16="http://schemas.microsoft.com/office/drawing/2014/main" id="{6DA068CB-8382-4BB2-8BC3-DFA753780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73" name="Rectangle 90">
              <a:extLst>
                <a:ext uri="{FF2B5EF4-FFF2-40B4-BE49-F238E27FC236}">
                  <a16:creationId xmlns:a16="http://schemas.microsoft.com/office/drawing/2014/main" id="{E4AE8475-B066-447F-A2F3-5CAFB268B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74" name="Rectangle 91">
              <a:extLst>
                <a:ext uri="{FF2B5EF4-FFF2-40B4-BE49-F238E27FC236}">
                  <a16:creationId xmlns:a16="http://schemas.microsoft.com/office/drawing/2014/main" id="{18702D1A-EAEC-4650-91FB-FFDB1453C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75" name="Rectangle 92">
              <a:extLst>
                <a:ext uri="{FF2B5EF4-FFF2-40B4-BE49-F238E27FC236}">
                  <a16:creationId xmlns:a16="http://schemas.microsoft.com/office/drawing/2014/main" id="{8A60012E-E6A5-4F8A-AC9F-4999014DE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76" name="Rectangle 93">
              <a:extLst>
                <a:ext uri="{FF2B5EF4-FFF2-40B4-BE49-F238E27FC236}">
                  <a16:creationId xmlns:a16="http://schemas.microsoft.com/office/drawing/2014/main" id="{5703E1B0-A5E9-4944-89D7-89928B90F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77" name="Rectangle 94">
              <a:extLst>
                <a:ext uri="{FF2B5EF4-FFF2-40B4-BE49-F238E27FC236}">
                  <a16:creationId xmlns:a16="http://schemas.microsoft.com/office/drawing/2014/main" id="{FCDADEF2-D1F7-4B9D-95F8-14831343E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78" name="Rectangle 95">
              <a:extLst>
                <a:ext uri="{FF2B5EF4-FFF2-40B4-BE49-F238E27FC236}">
                  <a16:creationId xmlns:a16="http://schemas.microsoft.com/office/drawing/2014/main" id="{84B8FC1B-689B-4423-B738-245B04917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79" name="Rectangle 96">
              <a:extLst>
                <a:ext uri="{FF2B5EF4-FFF2-40B4-BE49-F238E27FC236}">
                  <a16:creationId xmlns:a16="http://schemas.microsoft.com/office/drawing/2014/main" id="{4803170A-323C-43AD-A792-A7F4BA7C2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80" name="Rectangle 97">
              <a:extLst>
                <a:ext uri="{FF2B5EF4-FFF2-40B4-BE49-F238E27FC236}">
                  <a16:creationId xmlns:a16="http://schemas.microsoft.com/office/drawing/2014/main" id="{E93E8F38-7747-4CC1-B1D8-94A4A2EF8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81" name="Rectangle 98">
              <a:extLst>
                <a:ext uri="{FF2B5EF4-FFF2-40B4-BE49-F238E27FC236}">
                  <a16:creationId xmlns:a16="http://schemas.microsoft.com/office/drawing/2014/main" id="{300E68CA-10E1-4BB6-BC61-7082759CD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82" name="Rectangle 99">
              <a:extLst>
                <a:ext uri="{FF2B5EF4-FFF2-40B4-BE49-F238E27FC236}">
                  <a16:creationId xmlns:a16="http://schemas.microsoft.com/office/drawing/2014/main" id="{67BE7CAE-BEBB-436B-96C8-057FF199E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83" name="Rectangle 100">
              <a:extLst>
                <a:ext uri="{FF2B5EF4-FFF2-40B4-BE49-F238E27FC236}">
                  <a16:creationId xmlns:a16="http://schemas.microsoft.com/office/drawing/2014/main" id="{F5D105DB-8AE3-4D7B-8EEE-CCAB521B8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84" name="Rectangle 101">
              <a:extLst>
                <a:ext uri="{FF2B5EF4-FFF2-40B4-BE49-F238E27FC236}">
                  <a16:creationId xmlns:a16="http://schemas.microsoft.com/office/drawing/2014/main" id="{A06ECBBD-984B-4F98-96D0-F5ADFE20C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85" name="Rectangle 102">
              <a:extLst>
                <a:ext uri="{FF2B5EF4-FFF2-40B4-BE49-F238E27FC236}">
                  <a16:creationId xmlns:a16="http://schemas.microsoft.com/office/drawing/2014/main" id="{A6AAC4EF-EA9B-48F9-8C7E-EB22529BD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86" name="Rectangle 103">
              <a:extLst>
                <a:ext uri="{FF2B5EF4-FFF2-40B4-BE49-F238E27FC236}">
                  <a16:creationId xmlns:a16="http://schemas.microsoft.com/office/drawing/2014/main" id="{4705F533-237D-4282-9260-32D22409F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87" name="Rectangle 104">
              <a:extLst>
                <a:ext uri="{FF2B5EF4-FFF2-40B4-BE49-F238E27FC236}">
                  <a16:creationId xmlns:a16="http://schemas.microsoft.com/office/drawing/2014/main" id="{E83EF45E-028B-40F2-AD80-88923CE19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88" name="Rectangle 105">
              <a:extLst>
                <a:ext uri="{FF2B5EF4-FFF2-40B4-BE49-F238E27FC236}">
                  <a16:creationId xmlns:a16="http://schemas.microsoft.com/office/drawing/2014/main" id="{E8DBEC43-AD0E-4DFD-93DB-0197FD509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89" name="Rectangle 106">
              <a:extLst>
                <a:ext uri="{FF2B5EF4-FFF2-40B4-BE49-F238E27FC236}">
                  <a16:creationId xmlns:a16="http://schemas.microsoft.com/office/drawing/2014/main" id="{09C69F77-B582-4155-8487-9F128EDAE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90" name="Rectangle 107">
              <a:extLst>
                <a:ext uri="{FF2B5EF4-FFF2-40B4-BE49-F238E27FC236}">
                  <a16:creationId xmlns:a16="http://schemas.microsoft.com/office/drawing/2014/main" id="{C730BF13-C390-413F-9D93-CE00A86D1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91" name="Rectangle 108">
              <a:extLst>
                <a:ext uri="{FF2B5EF4-FFF2-40B4-BE49-F238E27FC236}">
                  <a16:creationId xmlns:a16="http://schemas.microsoft.com/office/drawing/2014/main" id="{0E7C2D19-DA3F-49DC-95DC-DDCAEB336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92" name="Rectangle 109">
              <a:extLst>
                <a:ext uri="{FF2B5EF4-FFF2-40B4-BE49-F238E27FC236}">
                  <a16:creationId xmlns:a16="http://schemas.microsoft.com/office/drawing/2014/main" id="{7B32503A-8B59-47BE-AD60-6282B4ACF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93" name="Rectangle 112">
              <a:extLst>
                <a:ext uri="{FF2B5EF4-FFF2-40B4-BE49-F238E27FC236}">
                  <a16:creationId xmlns:a16="http://schemas.microsoft.com/office/drawing/2014/main" id="{029B12C4-397F-48A8-8246-E184E9FF3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94" name="Rectangle 114">
              <a:extLst>
                <a:ext uri="{FF2B5EF4-FFF2-40B4-BE49-F238E27FC236}">
                  <a16:creationId xmlns:a16="http://schemas.microsoft.com/office/drawing/2014/main" id="{98072793-EE14-400C-B1BE-445045FB4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95" name="Rectangle 115">
              <a:extLst>
                <a:ext uri="{FF2B5EF4-FFF2-40B4-BE49-F238E27FC236}">
                  <a16:creationId xmlns:a16="http://schemas.microsoft.com/office/drawing/2014/main" id="{14D7B5D7-4D7D-42B1-B75D-5FA3C1E2C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96" name="Rectangle 117">
              <a:extLst>
                <a:ext uri="{FF2B5EF4-FFF2-40B4-BE49-F238E27FC236}">
                  <a16:creationId xmlns:a16="http://schemas.microsoft.com/office/drawing/2014/main" id="{6B3B88D9-9BD7-48AA-A28F-3B5D66403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97" name="Rectangle 120">
              <a:extLst>
                <a:ext uri="{FF2B5EF4-FFF2-40B4-BE49-F238E27FC236}">
                  <a16:creationId xmlns:a16="http://schemas.microsoft.com/office/drawing/2014/main" id="{796F260C-B177-41B2-8C3A-9B7914CD7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98" name="Rectangle 122">
              <a:extLst>
                <a:ext uri="{FF2B5EF4-FFF2-40B4-BE49-F238E27FC236}">
                  <a16:creationId xmlns:a16="http://schemas.microsoft.com/office/drawing/2014/main" id="{B8E2B936-41F4-41E5-87D4-97139D5AB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99" name="Rectangle 123">
              <a:extLst>
                <a:ext uri="{FF2B5EF4-FFF2-40B4-BE49-F238E27FC236}">
                  <a16:creationId xmlns:a16="http://schemas.microsoft.com/office/drawing/2014/main" id="{18948CF8-3BC5-4B55-B18B-E4BBAA995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300" name="Rectangle 125">
              <a:extLst>
                <a:ext uri="{FF2B5EF4-FFF2-40B4-BE49-F238E27FC236}">
                  <a16:creationId xmlns:a16="http://schemas.microsoft.com/office/drawing/2014/main" id="{10B48FF4-3646-411C-966D-E5FC5262A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301" name="Rectangle 128">
              <a:extLst>
                <a:ext uri="{FF2B5EF4-FFF2-40B4-BE49-F238E27FC236}">
                  <a16:creationId xmlns:a16="http://schemas.microsoft.com/office/drawing/2014/main" id="{7094673D-0C84-482F-8E31-4DD6A2B77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302" name="Rectangle 130">
              <a:extLst>
                <a:ext uri="{FF2B5EF4-FFF2-40B4-BE49-F238E27FC236}">
                  <a16:creationId xmlns:a16="http://schemas.microsoft.com/office/drawing/2014/main" id="{43374D58-A032-4293-816F-927CE626D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303" name="Rectangle 131">
              <a:extLst>
                <a:ext uri="{FF2B5EF4-FFF2-40B4-BE49-F238E27FC236}">
                  <a16:creationId xmlns:a16="http://schemas.microsoft.com/office/drawing/2014/main" id="{E3B1B6C4-7685-461C-8F82-01980F021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304" name="Rectangle 133">
              <a:extLst>
                <a:ext uri="{FF2B5EF4-FFF2-40B4-BE49-F238E27FC236}">
                  <a16:creationId xmlns:a16="http://schemas.microsoft.com/office/drawing/2014/main" id="{74B5B716-E947-4D1E-B775-B64FA6013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305" name="Rectangle 136">
              <a:extLst>
                <a:ext uri="{FF2B5EF4-FFF2-40B4-BE49-F238E27FC236}">
                  <a16:creationId xmlns:a16="http://schemas.microsoft.com/office/drawing/2014/main" id="{FEC77579-BB5C-405A-BCBC-559E2CC76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306" name="Rectangle 138">
              <a:extLst>
                <a:ext uri="{FF2B5EF4-FFF2-40B4-BE49-F238E27FC236}">
                  <a16:creationId xmlns:a16="http://schemas.microsoft.com/office/drawing/2014/main" id="{84E939BE-D553-4EF6-A8EA-09793F593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307" name="Rectangle 139">
              <a:extLst>
                <a:ext uri="{FF2B5EF4-FFF2-40B4-BE49-F238E27FC236}">
                  <a16:creationId xmlns:a16="http://schemas.microsoft.com/office/drawing/2014/main" id="{51918BBE-6069-473B-9030-8EDA5C507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35170" name="Group 69">
            <a:extLst>
              <a:ext uri="{FF2B5EF4-FFF2-40B4-BE49-F238E27FC236}">
                <a16:creationId xmlns:a16="http://schemas.microsoft.com/office/drawing/2014/main" id="{32420909-C257-46EE-A164-536D7C67510C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35189" name="Rectangle 4">
              <a:extLst>
                <a:ext uri="{FF2B5EF4-FFF2-40B4-BE49-F238E27FC236}">
                  <a16:creationId xmlns:a16="http://schemas.microsoft.com/office/drawing/2014/main" id="{F11BEF2A-BBAB-4238-A880-94B6227B3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190" name="Rectangle 5">
              <a:extLst>
                <a:ext uri="{FF2B5EF4-FFF2-40B4-BE49-F238E27FC236}">
                  <a16:creationId xmlns:a16="http://schemas.microsoft.com/office/drawing/2014/main" id="{88828207-1CB2-4974-9EAE-5C586E4CA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191" name="Rectangle 6">
              <a:extLst>
                <a:ext uri="{FF2B5EF4-FFF2-40B4-BE49-F238E27FC236}">
                  <a16:creationId xmlns:a16="http://schemas.microsoft.com/office/drawing/2014/main" id="{FA8C59DE-8C43-445D-A83E-A8481CF44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192" name="Rectangle 7">
              <a:extLst>
                <a:ext uri="{FF2B5EF4-FFF2-40B4-BE49-F238E27FC236}">
                  <a16:creationId xmlns:a16="http://schemas.microsoft.com/office/drawing/2014/main" id="{CB9122DB-827D-4E31-8FFC-AF1F4034E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193" name="Rectangle 8">
              <a:extLst>
                <a:ext uri="{FF2B5EF4-FFF2-40B4-BE49-F238E27FC236}">
                  <a16:creationId xmlns:a16="http://schemas.microsoft.com/office/drawing/2014/main" id="{CAAD2E15-1210-4AB5-A778-418E67072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194" name="Rectangle 9">
              <a:extLst>
                <a:ext uri="{FF2B5EF4-FFF2-40B4-BE49-F238E27FC236}">
                  <a16:creationId xmlns:a16="http://schemas.microsoft.com/office/drawing/2014/main" id="{BDB91F57-25A2-45A7-8F32-9B4510C36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195" name="Rectangle 10">
              <a:extLst>
                <a:ext uri="{FF2B5EF4-FFF2-40B4-BE49-F238E27FC236}">
                  <a16:creationId xmlns:a16="http://schemas.microsoft.com/office/drawing/2014/main" id="{1AAE2260-C50E-42DE-9101-7ABD4CC2C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196" name="Rectangle 11">
              <a:extLst>
                <a:ext uri="{FF2B5EF4-FFF2-40B4-BE49-F238E27FC236}">
                  <a16:creationId xmlns:a16="http://schemas.microsoft.com/office/drawing/2014/main" id="{590725AE-84AB-47F5-8489-CF9C5EE31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197" name="Rectangle 12">
              <a:extLst>
                <a:ext uri="{FF2B5EF4-FFF2-40B4-BE49-F238E27FC236}">
                  <a16:creationId xmlns:a16="http://schemas.microsoft.com/office/drawing/2014/main" id="{59191FB4-C70A-4AB0-A09F-6749B09F3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198" name="Rectangle 13">
              <a:extLst>
                <a:ext uri="{FF2B5EF4-FFF2-40B4-BE49-F238E27FC236}">
                  <a16:creationId xmlns:a16="http://schemas.microsoft.com/office/drawing/2014/main" id="{1727238B-948E-4826-B0C3-960FF3F17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199" name="Rectangle 14">
              <a:extLst>
                <a:ext uri="{FF2B5EF4-FFF2-40B4-BE49-F238E27FC236}">
                  <a16:creationId xmlns:a16="http://schemas.microsoft.com/office/drawing/2014/main" id="{4F6FE128-2C04-4453-AB0D-52B988B16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00" name="Rectangle 15">
              <a:extLst>
                <a:ext uri="{FF2B5EF4-FFF2-40B4-BE49-F238E27FC236}">
                  <a16:creationId xmlns:a16="http://schemas.microsoft.com/office/drawing/2014/main" id="{03500CE4-0EE3-4669-B8AD-ABEABA990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01" name="Rectangle 16">
              <a:extLst>
                <a:ext uri="{FF2B5EF4-FFF2-40B4-BE49-F238E27FC236}">
                  <a16:creationId xmlns:a16="http://schemas.microsoft.com/office/drawing/2014/main" id="{649A0AED-3848-4405-BA4D-5497E0D0C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02" name="Rectangle 17">
              <a:extLst>
                <a:ext uri="{FF2B5EF4-FFF2-40B4-BE49-F238E27FC236}">
                  <a16:creationId xmlns:a16="http://schemas.microsoft.com/office/drawing/2014/main" id="{DF9ED9B8-678F-43D5-8B34-BC1529655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03" name="Rectangle 18">
              <a:extLst>
                <a:ext uri="{FF2B5EF4-FFF2-40B4-BE49-F238E27FC236}">
                  <a16:creationId xmlns:a16="http://schemas.microsoft.com/office/drawing/2014/main" id="{FB4A5189-C2CF-49C8-B06E-9CDDA8C9E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04" name="Rectangle 19">
              <a:extLst>
                <a:ext uri="{FF2B5EF4-FFF2-40B4-BE49-F238E27FC236}">
                  <a16:creationId xmlns:a16="http://schemas.microsoft.com/office/drawing/2014/main" id="{F1B23CA9-3B21-4852-9534-B4FC49F67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05" name="Rectangle 20">
              <a:extLst>
                <a:ext uri="{FF2B5EF4-FFF2-40B4-BE49-F238E27FC236}">
                  <a16:creationId xmlns:a16="http://schemas.microsoft.com/office/drawing/2014/main" id="{85A9CE1F-498C-4E79-AD0A-951B02738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06" name="Rectangle 21">
              <a:extLst>
                <a:ext uri="{FF2B5EF4-FFF2-40B4-BE49-F238E27FC236}">
                  <a16:creationId xmlns:a16="http://schemas.microsoft.com/office/drawing/2014/main" id="{CF45524C-48CF-44F7-88CD-181C2FBB0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07" name="Rectangle 22">
              <a:extLst>
                <a:ext uri="{FF2B5EF4-FFF2-40B4-BE49-F238E27FC236}">
                  <a16:creationId xmlns:a16="http://schemas.microsoft.com/office/drawing/2014/main" id="{11D9E547-21A2-4F0E-B7B0-2BD375E8B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08" name="Rectangle 23">
              <a:extLst>
                <a:ext uri="{FF2B5EF4-FFF2-40B4-BE49-F238E27FC236}">
                  <a16:creationId xmlns:a16="http://schemas.microsoft.com/office/drawing/2014/main" id="{4D63600E-2CF2-48D5-B350-7871DF3B9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09" name="Rectangle 24">
              <a:extLst>
                <a:ext uri="{FF2B5EF4-FFF2-40B4-BE49-F238E27FC236}">
                  <a16:creationId xmlns:a16="http://schemas.microsoft.com/office/drawing/2014/main" id="{4B5343FB-3CC1-439A-AFC3-4D55A36CB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10" name="Rectangle 25">
              <a:extLst>
                <a:ext uri="{FF2B5EF4-FFF2-40B4-BE49-F238E27FC236}">
                  <a16:creationId xmlns:a16="http://schemas.microsoft.com/office/drawing/2014/main" id="{A382BE75-EDE7-471C-BB3D-2F8F95AC1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11" name="Rectangle 26">
              <a:extLst>
                <a:ext uri="{FF2B5EF4-FFF2-40B4-BE49-F238E27FC236}">
                  <a16:creationId xmlns:a16="http://schemas.microsoft.com/office/drawing/2014/main" id="{D26DDF29-F336-4EA3-8D2A-22B0F4C08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12" name="Rectangle 27">
              <a:extLst>
                <a:ext uri="{FF2B5EF4-FFF2-40B4-BE49-F238E27FC236}">
                  <a16:creationId xmlns:a16="http://schemas.microsoft.com/office/drawing/2014/main" id="{E41D87A3-41E0-4910-9875-7928D89E0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13" name="Rectangle 28">
              <a:extLst>
                <a:ext uri="{FF2B5EF4-FFF2-40B4-BE49-F238E27FC236}">
                  <a16:creationId xmlns:a16="http://schemas.microsoft.com/office/drawing/2014/main" id="{CF0D8D32-EFAF-44A4-B905-EC9C03CFE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14" name="Rectangle 29">
              <a:extLst>
                <a:ext uri="{FF2B5EF4-FFF2-40B4-BE49-F238E27FC236}">
                  <a16:creationId xmlns:a16="http://schemas.microsoft.com/office/drawing/2014/main" id="{1460FBD8-4C85-4F38-BEB2-2196BA0CA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15" name="Rectangle 30">
              <a:extLst>
                <a:ext uri="{FF2B5EF4-FFF2-40B4-BE49-F238E27FC236}">
                  <a16:creationId xmlns:a16="http://schemas.microsoft.com/office/drawing/2014/main" id="{FF7D92ED-DFED-4AB4-97D8-D11FEC278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16" name="Rectangle 31">
              <a:extLst>
                <a:ext uri="{FF2B5EF4-FFF2-40B4-BE49-F238E27FC236}">
                  <a16:creationId xmlns:a16="http://schemas.microsoft.com/office/drawing/2014/main" id="{FDD401E6-DA99-4DB7-A50C-043171B66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17" name="Rectangle 32">
              <a:extLst>
                <a:ext uri="{FF2B5EF4-FFF2-40B4-BE49-F238E27FC236}">
                  <a16:creationId xmlns:a16="http://schemas.microsoft.com/office/drawing/2014/main" id="{7D7A0807-7F4E-4145-9B21-DB5320087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18" name="Rectangle 33">
              <a:extLst>
                <a:ext uri="{FF2B5EF4-FFF2-40B4-BE49-F238E27FC236}">
                  <a16:creationId xmlns:a16="http://schemas.microsoft.com/office/drawing/2014/main" id="{6B9371B7-6740-4922-B177-02C1F3385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19" name="Rectangle 34">
              <a:extLst>
                <a:ext uri="{FF2B5EF4-FFF2-40B4-BE49-F238E27FC236}">
                  <a16:creationId xmlns:a16="http://schemas.microsoft.com/office/drawing/2014/main" id="{54C4C53D-C605-4D30-9498-24C9389F8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20" name="Rectangle 35">
              <a:extLst>
                <a:ext uri="{FF2B5EF4-FFF2-40B4-BE49-F238E27FC236}">
                  <a16:creationId xmlns:a16="http://schemas.microsoft.com/office/drawing/2014/main" id="{0052AF61-1A0B-49DC-8C20-FC9C7E795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21" name="Rectangle 36">
              <a:extLst>
                <a:ext uri="{FF2B5EF4-FFF2-40B4-BE49-F238E27FC236}">
                  <a16:creationId xmlns:a16="http://schemas.microsoft.com/office/drawing/2014/main" id="{A503B3DA-3158-41FE-BE6E-592C3B1DC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22" name="Rectangle 37">
              <a:extLst>
                <a:ext uri="{FF2B5EF4-FFF2-40B4-BE49-F238E27FC236}">
                  <a16:creationId xmlns:a16="http://schemas.microsoft.com/office/drawing/2014/main" id="{B3032FB3-0F5B-4B6A-92BC-1DC2C2978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23" name="Rectangle 38">
              <a:extLst>
                <a:ext uri="{FF2B5EF4-FFF2-40B4-BE49-F238E27FC236}">
                  <a16:creationId xmlns:a16="http://schemas.microsoft.com/office/drawing/2014/main" id="{D8E856D0-D056-4259-BC38-4BD6D30DF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24" name="Rectangle 39">
              <a:extLst>
                <a:ext uri="{FF2B5EF4-FFF2-40B4-BE49-F238E27FC236}">
                  <a16:creationId xmlns:a16="http://schemas.microsoft.com/office/drawing/2014/main" id="{2D0E63FB-F748-47BD-AA48-AB8BCC554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25" name="Rectangle 40">
              <a:extLst>
                <a:ext uri="{FF2B5EF4-FFF2-40B4-BE49-F238E27FC236}">
                  <a16:creationId xmlns:a16="http://schemas.microsoft.com/office/drawing/2014/main" id="{17A4645A-33C1-4CCF-A8E6-1FF55D85B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26" name="Rectangle 41">
              <a:extLst>
                <a:ext uri="{FF2B5EF4-FFF2-40B4-BE49-F238E27FC236}">
                  <a16:creationId xmlns:a16="http://schemas.microsoft.com/office/drawing/2014/main" id="{59344C45-4EB5-459D-9DA8-97B45511D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27" name="Rectangle 42">
              <a:extLst>
                <a:ext uri="{FF2B5EF4-FFF2-40B4-BE49-F238E27FC236}">
                  <a16:creationId xmlns:a16="http://schemas.microsoft.com/office/drawing/2014/main" id="{F38A2EE1-519E-4F6D-87C0-3CFCD4C86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28" name="Rectangle 43">
              <a:extLst>
                <a:ext uri="{FF2B5EF4-FFF2-40B4-BE49-F238E27FC236}">
                  <a16:creationId xmlns:a16="http://schemas.microsoft.com/office/drawing/2014/main" id="{8EA5BECB-05AB-44DA-A752-69750AB82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29" name="Rectangle 44">
              <a:extLst>
                <a:ext uri="{FF2B5EF4-FFF2-40B4-BE49-F238E27FC236}">
                  <a16:creationId xmlns:a16="http://schemas.microsoft.com/office/drawing/2014/main" id="{A4F395ED-89BA-4E7E-B145-8A98BE681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30" name="Rectangle 45">
              <a:extLst>
                <a:ext uri="{FF2B5EF4-FFF2-40B4-BE49-F238E27FC236}">
                  <a16:creationId xmlns:a16="http://schemas.microsoft.com/office/drawing/2014/main" id="{4DD4DE50-07EF-42D7-8EBC-0B150A1F4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31" name="Rectangle 46">
              <a:extLst>
                <a:ext uri="{FF2B5EF4-FFF2-40B4-BE49-F238E27FC236}">
                  <a16:creationId xmlns:a16="http://schemas.microsoft.com/office/drawing/2014/main" id="{60CF2774-CD7E-4499-86AD-94ACC07D7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32" name="Rectangle 47">
              <a:extLst>
                <a:ext uri="{FF2B5EF4-FFF2-40B4-BE49-F238E27FC236}">
                  <a16:creationId xmlns:a16="http://schemas.microsoft.com/office/drawing/2014/main" id="{68BE3BCC-24BC-4CCE-AB37-309A7F331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33" name="Rectangle 48">
              <a:extLst>
                <a:ext uri="{FF2B5EF4-FFF2-40B4-BE49-F238E27FC236}">
                  <a16:creationId xmlns:a16="http://schemas.microsoft.com/office/drawing/2014/main" id="{E54623CD-4C8E-4D95-BC16-DC547A10F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34" name="Rectangle 49">
              <a:extLst>
                <a:ext uri="{FF2B5EF4-FFF2-40B4-BE49-F238E27FC236}">
                  <a16:creationId xmlns:a16="http://schemas.microsoft.com/office/drawing/2014/main" id="{9FFFBFED-63F7-4AE9-9EF0-AB3531B35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35" name="Rectangle 50">
              <a:extLst>
                <a:ext uri="{FF2B5EF4-FFF2-40B4-BE49-F238E27FC236}">
                  <a16:creationId xmlns:a16="http://schemas.microsoft.com/office/drawing/2014/main" id="{A71BB518-FA40-4586-A7F7-7E4A3A00B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36" name="Rectangle 51">
              <a:extLst>
                <a:ext uri="{FF2B5EF4-FFF2-40B4-BE49-F238E27FC236}">
                  <a16:creationId xmlns:a16="http://schemas.microsoft.com/office/drawing/2014/main" id="{365AE0F0-BBD8-4716-BCC4-4564215AD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37" name="Rectangle 52">
              <a:extLst>
                <a:ext uri="{FF2B5EF4-FFF2-40B4-BE49-F238E27FC236}">
                  <a16:creationId xmlns:a16="http://schemas.microsoft.com/office/drawing/2014/main" id="{5D764CCD-0ED4-489C-8703-155FC9AF2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38" name="Rectangle 53">
              <a:extLst>
                <a:ext uri="{FF2B5EF4-FFF2-40B4-BE49-F238E27FC236}">
                  <a16:creationId xmlns:a16="http://schemas.microsoft.com/office/drawing/2014/main" id="{6AD55A6A-7BBF-41D8-8B11-B816CA4E2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39" name="Rectangle 54">
              <a:extLst>
                <a:ext uri="{FF2B5EF4-FFF2-40B4-BE49-F238E27FC236}">
                  <a16:creationId xmlns:a16="http://schemas.microsoft.com/office/drawing/2014/main" id="{F9E98C95-9F06-458B-90AB-9C6E3AFED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40" name="Rectangle 55">
              <a:extLst>
                <a:ext uri="{FF2B5EF4-FFF2-40B4-BE49-F238E27FC236}">
                  <a16:creationId xmlns:a16="http://schemas.microsoft.com/office/drawing/2014/main" id="{ADE6BD6B-1EBD-4264-A5A3-426F22D61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41" name="Rectangle 56">
              <a:extLst>
                <a:ext uri="{FF2B5EF4-FFF2-40B4-BE49-F238E27FC236}">
                  <a16:creationId xmlns:a16="http://schemas.microsoft.com/office/drawing/2014/main" id="{3E309D19-A0C1-4218-812E-1807BA080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42" name="Rectangle 57">
              <a:extLst>
                <a:ext uri="{FF2B5EF4-FFF2-40B4-BE49-F238E27FC236}">
                  <a16:creationId xmlns:a16="http://schemas.microsoft.com/office/drawing/2014/main" id="{135D7089-4B74-465D-AA2B-D4D57FC9F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43" name="Rectangle 58">
              <a:extLst>
                <a:ext uri="{FF2B5EF4-FFF2-40B4-BE49-F238E27FC236}">
                  <a16:creationId xmlns:a16="http://schemas.microsoft.com/office/drawing/2014/main" id="{4C018969-A8BC-4795-AD4D-FB0DA8C8A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44" name="Rectangle 59">
              <a:extLst>
                <a:ext uri="{FF2B5EF4-FFF2-40B4-BE49-F238E27FC236}">
                  <a16:creationId xmlns:a16="http://schemas.microsoft.com/office/drawing/2014/main" id="{CFB051C5-78E5-49AF-B042-DFD616A14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45" name="Rectangle 60">
              <a:extLst>
                <a:ext uri="{FF2B5EF4-FFF2-40B4-BE49-F238E27FC236}">
                  <a16:creationId xmlns:a16="http://schemas.microsoft.com/office/drawing/2014/main" id="{B3DA96D1-AD22-414D-84A5-118214C41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46" name="Rectangle 61">
              <a:extLst>
                <a:ext uri="{FF2B5EF4-FFF2-40B4-BE49-F238E27FC236}">
                  <a16:creationId xmlns:a16="http://schemas.microsoft.com/office/drawing/2014/main" id="{831EC2D5-265E-4A05-A355-32E9C9461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47" name="Rectangle 62">
              <a:extLst>
                <a:ext uri="{FF2B5EF4-FFF2-40B4-BE49-F238E27FC236}">
                  <a16:creationId xmlns:a16="http://schemas.microsoft.com/office/drawing/2014/main" id="{5E8DFF5C-4CE1-42F7-911B-4C350AFC8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48" name="Rectangle 63">
              <a:extLst>
                <a:ext uri="{FF2B5EF4-FFF2-40B4-BE49-F238E27FC236}">
                  <a16:creationId xmlns:a16="http://schemas.microsoft.com/office/drawing/2014/main" id="{7191A96F-31F1-4F80-A7A0-1E1D26A33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49" name="Rectangle 64">
              <a:extLst>
                <a:ext uri="{FF2B5EF4-FFF2-40B4-BE49-F238E27FC236}">
                  <a16:creationId xmlns:a16="http://schemas.microsoft.com/office/drawing/2014/main" id="{558BD760-6FCC-411F-9952-2A4509AF9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50" name="Rectangle 65">
              <a:extLst>
                <a:ext uri="{FF2B5EF4-FFF2-40B4-BE49-F238E27FC236}">
                  <a16:creationId xmlns:a16="http://schemas.microsoft.com/office/drawing/2014/main" id="{F2ACE54C-ADA7-4FFC-9272-484657120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51" name="Rectangle 66">
              <a:extLst>
                <a:ext uri="{FF2B5EF4-FFF2-40B4-BE49-F238E27FC236}">
                  <a16:creationId xmlns:a16="http://schemas.microsoft.com/office/drawing/2014/main" id="{2626CE34-B318-41C6-8EE4-E6EF96F2E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52" name="Rectangle 67">
              <a:extLst>
                <a:ext uri="{FF2B5EF4-FFF2-40B4-BE49-F238E27FC236}">
                  <a16:creationId xmlns:a16="http://schemas.microsoft.com/office/drawing/2014/main" id="{AD2D93EE-7688-4FFF-9A9C-27944BC4C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53" name="Rectangle 68">
              <a:extLst>
                <a:ext uri="{FF2B5EF4-FFF2-40B4-BE49-F238E27FC236}">
                  <a16:creationId xmlns:a16="http://schemas.microsoft.com/office/drawing/2014/main" id="{C272F0AD-6A63-4B13-8189-B08663636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54" name="Rectangle 69">
              <a:extLst>
                <a:ext uri="{FF2B5EF4-FFF2-40B4-BE49-F238E27FC236}">
                  <a16:creationId xmlns:a16="http://schemas.microsoft.com/office/drawing/2014/main" id="{5BA79E15-7EB3-4089-9924-15C26419D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55" name="Rectangle 70">
              <a:extLst>
                <a:ext uri="{FF2B5EF4-FFF2-40B4-BE49-F238E27FC236}">
                  <a16:creationId xmlns:a16="http://schemas.microsoft.com/office/drawing/2014/main" id="{FEA92B68-A28F-4BA6-939A-B96827FFA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56" name="Rectangle 71">
              <a:extLst>
                <a:ext uri="{FF2B5EF4-FFF2-40B4-BE49-F238E27FC236}">
                  <a16:creationId xmlns:a16="http://schemas.microsoft.com/office/drawing/2014/main" id="{13D14614-F8BC-4879-82A5-B8CA3D59A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57" name="Rectangle 72">
              <a:extLst>
                <a:ext uri="{FF2B5EF4-FFF2-40B4-BE49-F238E27FC236}">
                  <a16:creationId xmlns:a16="http://schemas.microsoft.com/office/drawing/2014/main" id="{4B8CB996-3956-4FD6-B394-E1B1AF3B1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58" name="Rectangle 73">
              <a:extLst>
                <a:ext uri="{FF2B5EF4-FFF2-40B4-BE49-F238E27FC236}">
                  <a16:creationId xmlns:a16="http://schemas.microsoft.com/office/drawing/2014/main" id="{5F512A71-88EF-4CDD-B5FC-E669B1F2C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59" name="Rectangle 74">
              <a:extLst>
                <a:ext uri="{FF2B5EF4-FFF2-40B4-BE49-F238E27FC236}">
                  <a16:creationId xmlns:a16="http://schemas.microsoft.com/office/drawing/2014/main" id="{C8353380-49DB-4C9A-9EE3-AC8F57966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60" name="Rectangle 75">
              <a:extLst>
                <a:ext uri="{FF2B5EF4-FFF2-40B4-BE49-F238E27FC236}">
                  <a16:creationId xmlns:a16="http://schemas.microsoft.com/office/drawing/2014/main" id="{9330EDED-AF46-4DC2-BA01-061967A5C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61" name="Rectangle 76">
              <a:extLst>
                <a:ext uri="{FF2B5EF4-FFF2-40B4-BE49-F238E27FC236}">
                  <a16:creationId xmlns:a16="http://schemas.microsoft.com/office/drawing/2014/main" id="{A29A9A70-BEC4-416E-8F97-30713C60E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62" name="Rectangle 77">
              <a:extLst>
                <a:ext uri="{FF2B5EF4-FFF2-40B4-BE49-F238E27FC236}">
                  <a16:creationId xmlns:a16="http://schemas.microsoft.com/office/drawing/2014/main" id="{4B7C6FCC-E325-4703-92C4-AA3CCD2EA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63" name="Rectangle 78">
              <a:extLst>
                <a:ext uri="{FF2B5EF4-FFF2-40B4-BE49-F238E27FC236}">
                  <a16:creationId xmlns:a16="http://schemas.microsoft.com/office/drawing/2014/main" id="{79ECBDE2-6875-4F8E-8BF5-25536BB02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64" name="Rectangle 79">
              <a:extLst>
                <a:ext uri="{FF2B5EF4-FFF2-40B4-BE49-F238E27FC236}">
                  <a16:creationId xmlns:a16="http://schemas.microsoft.com/office/drawing/2014/main" id="{07AB53CD-D0D9-44C5-BAF1-E695689D7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65" name="Rectangle 80">
              <a:extLst>
                <a:ext uri="{FF2B5EF4-FFF2-40B4-BE49-F238E27FC236}">
                  <a16:creationId xmlns:a16="http://schemas.microsoft.com/office/drawing/2014/main" id="{D7D35748-94F7-40C4-96D0-D7E9CFE94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66" name="Rectangle 81">
              <a:extLst>
                <a:ext uri="{FF2B5EF4-FFF2-40B4-BE49-F238E27FC236}">
                  <a16:creationId xmlns:a16="http://schemas.microsoft.com/office/drawing/2014/main" id="{DB6C40A9-A2A8-4A02-B061-84D463E4C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67" name="Rectangle 82">
              <a:extLst>
                <a:ext uri="{FF2B5EF4-FFF2-40B4-BE49-F238E27FC236}">
                  <a16:creationId xmlns:a16="http://schemas.microsoft.com/office/drawing/2014/main" id="{707472D7-86A8-448E-8246-50A31A239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5268" name="Rectangle 83">
              <a:extLst>
                <a:ext uri="{FF2B5EF4-FFF2-40B4-BE49-F238E27FC236}">
                  <a16:creationId xmlns:a16="http://schemas.microsoft.com/office/drawing/2014/main" id="{EC609601-C987-42B7-9095-C9B09DE49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35171" name="Rectangle 2">
            <a:extLst>
              <a:ext uri="{FF2B5EF4-FFF2-40B4-BE49-F238E27FC236}">
                <a16:creationId xmlns:a16="http://schemas.microsoft.com/office/drawing/2014/main" id="{C5F84E30-BA67-4A04-BBFC-D78D97A66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35172" name="Rectangle 110">
            <a:extLst>
              <a:ext uri="{FF2B5EF4-FFF2-40B4-BE49-F238E27FC236}">
                <a16:creationId xmlns:a16="http://schemas.microsoft.com/office/drawing/2014/main" id="{21F916A5-BB24-4CBF-BFA8-BB310944E9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173" name="Rectangle 118">
            <a:extLst>
              <a:ext uri="{FF2B5EF4-FFF2-40B4-BE49-F238E27FC236}">
                <a16:creationId xmlns:a16="http://schemas.microsoft.com/office/drawing/2014/main" id="{E4FF87EA-F39C-48E5-8F3E-EC3FB62E48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174" name="Rectangle 126">
            <a:extLst>
              <a:ext uri="{FF2B5EF4-FFF2-40B4-BE49-F238E27FC236}">
                <a16:creationId xmlns:a16="http://schemas.microsoft.com/office/drawing/2014/main" id="{5E62878D-3D68-4EBB-970F-B911623CCC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175" name="Rectangle 134">
            <a:extLst>
              <a:ext uri="{FF2B5EF4-FFF2-40B4-BE49-F238E27FC236}">
                <a16:creationId xmlns:a16="http://schemas.microsoft.com/office/drawing/2014/main" id="{F4C51E1A-33DA-4BC7-9251-C09D91F1E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176" name="Rectangle 116">
            <a:extLst>
              <a:ext uri="{FF2B5EF4-FFF2-40B4-BE49-F238E27FC236}">
                <a16:creationId xmlns:a16="http://schemas.microsoft.com/office/drawing/2014/main" id="{1B0F7BFE-C52B-490B-AEF5-1401BDEA53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28305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177" name="Rectangle 124">
            <a:extLst>
              <a:ext uri="{FF2B5EF4-FFF2-40B4-BE49-F238E27FC236}">
                <a16:creationId xmlns:a16="http://schemas.microsoft.com/office/drawing/2014/main" id="{0E9BA954-A41B-4A8F-9082-17C2B7295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03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178" name="Rectangle 132">
            <a:extLst>
              <a:ext uri="{FF2B5EF4-FFF2-40B4-BE49-F238E27FC236}">
                <a16:creationId xmlns:a16="http://schemas.microsoft.com/office/drawing/2014/main" id="{ABB18847-0303-406A-BB7B-292AABB968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3686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179" name="Rectangle 140">
            <a:extLst>
              <a:ext uri="{FF2B5EF4-FFF2-40B4-BE49-F238E27FC236}">
                <a16:creationId xmlns:a16="http://schemas.microsoft.com/office/drawing/2014/main" id="{54B1A9CC-A220-4373-8499-64C1C0C2E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63696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35180" name="Picture 2" descr="Screen shot 2013-10-21 at 1.42.50 PM.png">
            <a:extLst>
              <a:ext uri="{FF2B5EF4-FFF2-40B4-BE49-F238E27FC236}">
                <a16:creationId xmlns:a16="http://schemas.microsoft.com/office/drawing/2014/main" id="{62CDA50C-B4C2-46FC-86F8-EAE4A35FFB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9263" y="4764088"/>
            <a:ext cx="2397125" cy="187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5181" name="Picture 164" descr="Screen shot 2013-12-06 at 11.55.56 AM.png">
            <a:extLst>
              <a:ext uri="{FF2B5EF4-FFF2-40B4-BE49-F238E27FC236}">
                <a16:creationId xmlns:a16="http://schemas.microsoft.com/office/drawing/2014/main" id="{78058C37-CC34-4064-8738-75F8883E1D0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75" y="4964113"/>
            <a:ext cx="1722438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5182" name="Rectangle 165">
            <a:extLst>
              <a:ext uri="{FF2B5EF4-FFF2-40B4-BE49-F238E27FC236}">
                <a16:creationId xmlns:a16="http://schemas.microsoft.com/office/drawing/2014/main" id="{94348283-69E2-462D-B560-80934CEABB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3225" y="367665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183" name="Rectangle 166">
            <a:extLst>
              <a:ext uri="{FF2B5EF4-FFF2-40B4-BE49-F238E27FC236}">
                <a16:creationId xmlns:a16="http://schemas.microsoft.com/office/drawing/2014/main" id="{14BF0F80-C652-4325-A695-75ED6F286C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56007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184" name="TextBox 159">
            <a:extLst>
              <a:ext uri="{FF2B5EF4-FFF2-40B4-BE49-F238E27FC236}">
                <a16:creationId xmlns:a16="http://schemas.microsoft.com/office/drawing/2014/main" id="{E54B7360-A665-47D3-BA42-DE80426545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0075" y="5562600"/>
            <a:ext cx="539750" cy="4000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1</a:t>
            </a:r>
          </a:p>
        </p:txBody>
      </p:sp>
      <p:sp>
        <p:nvSpPr>
          <p:cNvPr id="135185" name="Rectangle 155">
            <a:extLst>
              <a:ext uri="{FF2B5EF4-FFF2-40B4-BE49-F238E27FC236}">
                <a16:creationId xmlns:a16="http://schemas.microsoft.com/office/drawing/2014/main" id="{4D1F7741-7F3A-4EFA-BE88-9F22F5DD5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6575" y="5605463"/>
            <a:ext cx="625475" cy="330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186" name="Rectangle 167">
            <a:extLst>
              <a:ext uri="{FF2B5EF4-FFF2-40B4-BE49-F238E27FC236}">
                <a16:creationId xmlns:a16="http://schemas.microsoft.com/office/drawing/2014/main" id="{1277D7D3-F7BF-4EF0-8A28-C1440E0702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5000" y="3670300"/>
            <a:ext cx="231775" cy="330200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187" name="Rectangle 168">
            <a:extLst>
              <a:ext uri="{FF2B5EF4-FFF2-40B4-BE49-F238E27FC236}">
                <a16:creationId xmlns:a16="http://schemas.microsoft.com/office/drawing/2014/main" id="{2459F971-FAE8-4C31-A7F9-1AC58C03A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1500" y="6011863"/>
            <a:ext cx="231775" cy="330200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188" name="Rectangle 111">
            <a:extLst>
              <a:ext uri="{FF2B5EF4-FFF2-40B4-BE49-F238E27FC236}">
                <a16:creationId xmlns:a16="http://schemas.microsoft.com/office/drawing/2014/main" id="{ABA03445-6ADE-44FF-882F-80BFCFF02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4638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193" name="Group 13">
            <a:extLst>
              <a:ext uri="{FF2B5EF4-FFF2-40B4-BE49-F238E27FC236}">
                <a16:creationId xmlns:a16="http://schemas.microsoft.com/office/drawing/2014/main" id="{6B1BAF11-3930-4D3A-BD27-927B4C273971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36294" name="Rectangle 85">
              <a:extLst>
                <a:ext uri="{FF2B5EF4-FFF2-40B4-BE49-F238E27FC236}">
                  <a16:creationId xmlns:a16="http://schemas.microsoft.com/office/drawing/2014/main" id="{9CF12494-E922-489E-812C-321603EBD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95" name="Rectangle 86">
              <a:extLst>
                <a:ext uri="{FF2B5EF4-FFF2-40B4-BE49-F238E27FC236}">
                  <a16:creationId xmlns:a16="http://schemas.microsoft.com/office/drawing/2014/main" id="{3CC96EA9-4024-46B1-8323-0D39F367C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96" name="Rectangle 88">
              <a:extLst>
                <a:ext uri="{FF2B5EF4-FFF2-40B4-BE49-F238E27FC236}">
                  <a16:creationId xmlns:a16="http://schemas.microsoft.com/office/drawing/2014/main" id="{B5933F8B-CEC2-44D9-AA99-EFC9038C9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97" name="Rectangle 89">
              <a:extLst>
                <a:ext uri="{FF2B5EF4-FFF2-40B4-BE49-F238E27FC236}">
                  <a16:creationId xmlns:a16="http://schemas.microsoft.com/office/drawing/2014/main" id="{E59893E5-C93C-4625-8DFC-2843D0439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98" name="Rectangle 90">
              <a:extLst>
                <a:ext uri="{FF2B5EF4-FFF2-40B4-BE49-F238E27FC236}">
                  <a16:creationId xmlns:a16="http://schemas.microsoft.com/office/drawing/2014/main" id="{3A5B7D05-65CE-4A57-8E9A-7FDF9685C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99" name="Rectangle 91">
              <a:extLst>
                <a:ext uri="{FF2B5EF4-FFF2-40B4-BE49-F238E27FC236}">
                  <a16:creationId xmlns:a16="http://schemas.microsoft.com/office/drawing/2014/main" id="{F63E0C33-42A9-450B-8036-A6B6D76EE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00" name="Rectangle 92">
              <a:extLst>
                <a:ext uri="{FF2B5EF4-FFF2-40B4-BE49-F238E27FC236}">
                  <a16:creationId xmlns:a16="http://schemas.microsoft.com/office/drawing/2014/main" id="{17925C3E-2167-4B1E-AE6E-611110419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01" name="Rectangle 93">
              <a:extLst>
                <a:ext uri="{FF2B5EF4-FFF2-40B4-BE49-F238E27FC236}">
                  <a16:creationId xmlns:a16="http://schemas.microsoft.com/office/drawing/2014/main" id="{50C150C7-B021-4D0B-858F-792B4E9B0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02" name="Rectangle 94">
              <a:extLst>
                <a:ext uri="{FF2B5EF4-FFF2-40B4-BE49-F238E27FC236}">
                  <a16:creationId xmlns:a16="http://schemas.microsoft.com/office/drawing/2014/main" id="{D30272FF-0325-442D-BAE5-A1E6A83DC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03" name="Rectangle 95">
              <a:extLst>
                <a:ext uri="{FF2B5EF4-FFF2-40B4-BE49-F238E27FC236}">
                  <a16:creationId xmlns:a16="http://schemas.microsoft.com/office/drawing/2014/main" id="{16794617-B769-43DC-A8FA-FCC2BCDFE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04" name="Rectangle 96">
              <a:extLst>
                <a:ext uri="{FF2B5EF4-FFF2-40B4-BE49-F238E27FC236}">
                  <a16:creationId xmlns:a16="http://schemas.microsoft.com/office/drawing/2014/main" id="{50671749-DB2E-43E6-9F76-07917EFC0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05" name="Rectangle 97">
              <a:extLst>
                <a:ext uri="{FF2B5EF4-FFF2-40B4-BE49-F238E27FC236}">
                  <a16:creationId xmlns:a16="http://schemas.microsoft.com/office/drawing/2014/main" id="{EC33C689-49F8-419E-8AF7-D2AF41B9F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06" name="Rectangle 98">
              <a:extLst>
                <a:ext uri="{FF2B5EF4-FFF2-40B4-BE49-F238E27FC236}">
                  <a16:creationId xmlns:a16="http://schemas.microsoft.com/office/drawing/2014/main" id="{4D3D93D6-C279-48BA-BB2E-73ACD6FB0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07" name="Rectangle 99">
              <a:extLst>
                <a:ext uri="{FF2B5EF4-FFF2-40B4-BE49-F238E27FC236}">
                  <a16:creationId xmlns:a16="http://schemas.microsoft.com/office/drawing/2014/main" id="{A37E0B17-199F-428A-8BE5-723C2651C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08" name="Rectangle 100">
              <a:extLst>
                <a:ext uri="{FF2B5EF4-FFF2-40B4-BE49-F238E27FC236}">
                  <a16:creationId xmlns:a16="http://schemas.microsoft.com/office/drawing/2014/main" id="{3CA9A912-7896-443F-B20F-AC35C52EE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09" name="Rectangle 101">
              <a:extLst>
                <a:ext uri="{FF2B5EF4-FFF2-40B4-BE49-F238E27FC236}">
                  <a16:creationId xmlns:a16="http://schemas.microsoft.com/office/drawing/2014/main" id="{EC5CA7DE-1533-4333-A9C7-65BD6F55E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10" name="Rectangle 102">
              <a:extLst>
                <a:ext uri="{FF2B5EF4-FFF2-40B4-BE49-F238E27FC236}">
                  <a16:creationId xmlns:a16="http://schemas.microsoft.com/office/drawing/2014/main" id="{933611BC-9C49-477E-9DE9-C8FF30614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11" name="Rectangle 103">
              <a:extLst>
                <a:ext uri="{FF2B5EF4-FFF2-40B4-BE49-F238E27FC236}">
                  <a16:creationId xmlns:a16="http://schemas.microsoft.com/office/drawing/2014/main" id="{D6ADAE94-2CD0-4F58-9B45-C4B0A3518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12" name="Rectangle 104">
              <a:extLst>
                <a:ext uri="{FF2B5EF4-FFF2-40B4-BE49-F238E27FC236}">
                  <a16:creationId xmlns:a16="http://schemas.microsoft.com/office/drawing/2014/main" id="{F02C1ECC-93AD-4E3A-8795-2C969E4AF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13" name="Rectangle 105">
              <a:extLst>
                <a:ext uri="{FF2B5EF4-FFF2-40B4-BE49-F238E27FC236}">
                  <a16:creationId xmlns:a16="http://schemas.microsoft.com/office/drawing/2014/main" id="{2E564D88-76FC-4A13-BA81-E01F7706F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14" name="Rectangle 106">
              <a:extLst>
                <a:ext uri="{FF2B5EF4-FFF2-40B4-BE49-F238E27FC236}">
                  <a16:creationId xmlns:a16="http://schemas.microsoft.com/office/drawing/2014/main" id="{B42F5BD0-4007-44DE-B2A4-D90C6FAEB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15" name="Rectangle 107">
              <a:extLst>
                <a:ext uri="{FF2B5EF4-FFF2-40B4-BE49-F238E27FC236}">
                  <a16:creationId xmlns:a16="http://schemas.microsoft.com/office/drawing/2014/main" id="{D5A02EA9-6198-4007-A9CF-56B310933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16" name="Rectangle 108">
              <a:extLst>
                <a:ext uri="{FF2B5EF4-FFF2-40B4-BE49-F238E27FC236}">
                  <a16:creationId xmlns:a16="http://schemas.microsoft.com/office/drawing/2014/main" id="{E3916171-D41F-4138-AC12-442838F7A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17" name="Rectangle 109">
              <a:extLst>
                <a:ext uri="{FF2B5EF4-FFF2-40B4-BE49-F238E27FC236}">
                  <a16:creationId xmlns:a16="http://schemas.microsoft.com/office/drawing/2014/main" id="{424C30CB-C8AF-4054-BAA5-DC76EE767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18" name="Rectangle 112">
              <a:extLst>
                <a:ext uri="{FF2B5EF4-FFF2-40B4-BE49-F238E27FC236}">
                  <a16:creationId xmlns:a16="http://schemas.microsoft.com/office/drawing/2014/main" id="{A11AE069-79E1-4609-BAB5-E3F0CDCAE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19" name="Rectangle 114">
              <a:extLst>
                <a:ext uri="{FF2B5EF4-FFF2-40B4-BE49-F238E27FC236}">
                  <a16:creationId xmlns:a16="http://schemas.microsoft.com/office/drawing/2014/main" id="{2654DC48-E3DD-45CD-B124-C00689EE5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20" name="Rectangle 115">
              <a:extLst>
                <a:ext uri="{FF2B5EF4-FFF2-40B4-BE49-F238E27FC236}">
                  <a16:creationId xmlns:a16="http://schemas.microsoft.com/office/drawing/2014/main" id="{CDBE79D9-E544-4290-9D38-2438D3E6E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21" name="Rectangle 117">
              <a:extLst>
                <a:ext uri="{FF2B5EF4-FFF2-40B4-BE49-F238E27FC236}">
                  <a16:creationId xmlns:a16="http://schemas.microsoft.com/office/drawing/2014/main" id="{1D2CF0B8-BDC2-4BCA-AC08-93B3EA75F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22" name="Rectangle 120">
              <a:extLst>
                <a:ext uri="{FF2B5EF4-FFF2-40B4-BE49-F238E27FC236}">
                  <a16:creationId xmlns:a16="http://schemas.microsoft.com/office/drawing/2014/main" id="{8FCB1E85-9742-473C-9350-1BA1E6A01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23" name="Rectangle 122">
              <a:extLst>
                <a:ext uri="{FF2B5EF4-FFF2-40B4-BE49-F238E27FC236}">
                  <a16:creationId xmlns:a16="http://schemas.microsoft.com/office/drawing/2014/main" id="{F1FDAD31-A297-4F9C-BAC6-4EC5057A0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24" name="Rectangle 123">
              <a:extLst>
                <a:ext uri="{FF2B5EF4-FFF2-40B4-BE49-F238E27FC236}">
                  <a16:creationId xmlns:a16="http://schemas.microsoft.com/office/drawing/2014/main" id="{A88E6282-4852-4A9D-BD01-A12D25BC2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25" name="Rectangle 125">
              <a:extLst>
                <a:ext uri="{FF2B5EF4-FFF2-40B4-BE49-F238E27FC236}">
                  <a16:creationId xmlns:a16="http://schemas.microsoft.com/office/drawing/2014/main" id="{C34AF0AE-FA75-42AE-A01C-C64BCEEB3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26" name="Rectangle 128">
              <a:extLst>
                <a:ext uri="{FF2B5EF4-FFF2-40B4-BE49-F238E27FC236}">
                  <a16:creationId xmlns:a16="http://schemas.microsoft.com/office/drawing/2014/main" id="{48F9B253-AEE2-4813-86E3-264C3B929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27" name="Rectangle 130">
              <a:extLst>
                <a:ext uri="{FF2B5EF4-FFF2-40B4-BE49-F238E27FC236}">
                  <a16:creationId xmlns:a16="http://schemas.microsoft.com/office/drawing/2014/main" id="{27DEFAE3-3C75-4658-81FA-2BB611026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28" name="Rectangle 131">
              <a:extLst>
                <a:ext uri="{FF2B5EF4-FFF2-40B4-BE49-F238E27FC236}">
                  <a16:creationId xmlns:a16="http://schemas.microsoft.com/office/drawing/2014/main" id="{175D29F2-458C-4238-A713-0F08D1222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29" name="Rectangle 133">
              <a:extLst>
                <a:ext uri="{FF2B5EF4-FFF2-40B4-BE49-F238E27FC236}">
                  <a16:creationId xmlns:a16="http://schemas.microsoft.com/office/drawing/2014/main" id="{86A25E23-B2B6-4AA0-9A13-090083E31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30" name="Rectangle 136">
              <a:extLst>
                <a:ext uri="{FF2B5EF4-FFF2-40B4-BE49-F238E27FC236}">
                  <a16:creationId xmlns:a16="http://schemas.microsoft.com/office/drawing/2014/main" id="{459836A4-2DA0-46E4-AE42-668987EE0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31" name="Rectangle 138">
              <a:extLst>
                <a:ext uri="{FF2B5EF4-FFF2-40B4-BE49-F238E27FC236}">
                  <a16:creationId xmlns:a16="http://schemas.microsoft.com/office/drawing/2014/main" id="{91D6EF52-3860-400B-BD84-A7ACAC440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332" name="Rectangle 139">
              <a:extLst>
                <a:ext uri="{FF2B5EF4-FFF2-40B4-BE49-F238E27FC236}">
                  <a16:creationId xmlns:a16="http://schemas.microsoft.com/office/drawing/2014/main" id="{2733B73D-7167-4FAC-8F9A-F7E838B49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36194" name="Group 69">
            <a:extLst>
              <a:ext uri="{FF2B5EF4-FFF2-40B4-BE49-F238E27FC236}">
                <a16:creationId xmlns:a16="http://schemas.microsoft.com/office/drawing/2014/main" id="{803E6D56-BF57-4BB2-ABE7-E6EEE2FB7F11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36214" name="Rectangle 4">
              <a:extLst>
                <a:ext uri="{FF2B5EF4-FFF2-40B4-BE49-F238E27FC236}">
                  <a16:creationId xmlns:a16="http://schemas.microsoft.com/office/drawing/2014/main" id="{ED9E417B-0FD9-4631-A0DD-050093AAF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15" name="Rectangle 5">
              <a:extLst>
                <a:ext uri="{FF2B5EF4-FFF2-40B4-BE49-F238E27FC236}">
                  <a16:creationId xmlns:a16="http://schemas.microsoft.com/office/drawing/2014/main" id="{87D4DF5E-505D-473E-AEC2-4E971560D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16" name="Rectangle 6">
              <a:extLst>
                <a:ext uri="{FF2B5EF4-FFF2-40B4-BE49-F238E27FC236}">
                  <a16:creationId xmlns:a16="http://schemas.microsoft.com/office/drawing/2014/main" id="{990005B8-B420-4C2A-A9AA-DC9FC1B4D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17" name="Rectangle 7">
              <a:extLst>
                <a:ext uri="{FF2B5EF4-FFF2-40B4-BE49-F238E27FC236}">
                  <a16:creationId xmlns:a16="http://schemas.microsoft.com/office/drawing/2014/main" id="{7FCFB50D-A455-42D3-8347-C3431C0D6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18" name="Rectangle 8">
              <a:extLst>
                <a:ext uri="{FF2B5EF4-FFF2-40B4-BE49-F238E27FC236}">
                  <a16:creationId xmlns:a16="http://schemas.microsoft.com/office/drawing/2014/main" id="{52306A9E-8B77-46FF-A18E-002D73F64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19" name="Rectangle 9">
              <a:extLst>
                <a:ext uri="{FF2B5EF4-FFF2-40B4-BE49-F238E27FC236}">
                  <a16:creationId xmlns:a16="http://schemas.microsoft.com/office/drawing/2014/main" id="{1B4672D0-8E79-46BA-866D-876C94AC9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20" name="Rectangle 10">
              <a:extLst>
                <a:ext uri="{FF2B5EF4-FFF2-40B4-BE49-F238E27FC236}">
                  <a16:creationId xmlns:a16="http://schemas.microsoft.com/office/drawing/2014/main" id="{9E5A9F58-7AB0-4204-9431-3ED8A9040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21" name="Rectangle 11">
              <a:extLst>
                <a:ext uri="{FF2B5EF4-FFF2-40B4-BE49-F238E27FC236}">
                  <a16:creationId xmlns:a16="http://schemas.microsoft.com/office/drawing/2014/main" id="{5D96F21A-79E6-4788-A1A6-706C6DE3E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22" name="Rectangle 12">
              <a:extLst>
                <a:ext uri="{FF2B5EF4-FFF2-40B4-BE49-F238E27FC236}">
                  <a16:creationId xmlns:a16="http://schemas.microsoft.com/office/drawing/2014/main" id="{755DB6A1-5E2B-4CD0-A9A5-3690A0F19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23" name="Rectangle 13">
              <a:extLst>
                <a:ext uri="{FF2B5EF4-FFF2-40B4-BE49-F238E27FC236}">
                  <a16:creationId xmlns:a16="http://schemas.microsoft.com/office/drawing/2014/main" id="{B3C65A4F-A03A-4D1F-8062-7C816EDFF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24" name="Rectangle 14">
              <a:extLst>
                <a:ext uri="{FF2B5EF4-FFF2-40B4-BE49-F238E27FC236}">
                  <a16:creationId xmlns:a16="http://schemas.microsoft.com/office/drawing/2014/main" id="{D59AD641-197A-43B6-A471-DDC6800D5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25" name="Rectangle 15">
              <a:extLst>
                <a:ext uri="{FF2B5EF4-FFF2-40B4-BE49-F238E27FC236}">
                  <a16:creationId xmlns:a16="http://schemas.microsoft.com/office/drawing/2014/main" id="{8A59A4B4-641C-4833-B5B7-F1246AD47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26" name="Rectangle 16">
              <a:extLst>
                <a:ext uri="{FF2B5EF4-FFF2-40B4-BE49-F238E27FC236}">
                  <a16:creationId xmlns:a16="http://schemas.microsoft.com/office/drawing/2014/main" id="{BC763279-1B0E-498D-9AEB-22D5AEC74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27" name="Rectangle 17">
              <a:extLst>
                <a:ext uri="{FF2B5EF4-FFF2-40B4-BE49-F238E27FC236}">
                  <a16:creationId xmlns:a16="http://schemas.microsoft.com/office/drawing/2014/main" id="{CA767CA5-5DD8-4CF5-B175-266A26DDD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28" name="Rectangle 18">
              <a:extLst>
                <a:ext uri="{FF2B5EF4-FFF2-40B4-BE49-F238E27FC236}">
                  <a16:creationId xmlns:a16="http://schemas.microsoft.com/office/drawing/2014/main" id="{FC12034F-EC7F-40AC-90BC-5F3741037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29" name="Rectangle 19">
              <a:extLst>
                <a:ext uri="{FF2B5EF4-FFF2-40B4-BE49-F238E27FC236}">
                  <a16:creationId xmlns:a16="http://schemas.microsoft.com/office/drawing/2014/main" id="{3E6B2DBB-BB02-41A8-B46D-977DDB984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30" name="Rectangle 20">
              <a:extLst>
                <a:ext uri="{FF2B5EF4-FFF2-40B4-BE49-F238E27FC236}">
                  <a16:creationId xmlns:a16="http://schemas.microsoft.com/office/drawing/2014/main" id="{8F155C7F-B453-4AC0-8579-E7AE1F9CB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31" name="Rectangle 21">
              <a:extLst>
                <a:ext uri="{FF2B5EF4-FFF2-40B4-BE49-F238E27FC236}">
                  <a16:creationId xmlns:a16="http://schemas.microsoft.com/office/drawing/2014/main" id="{1AC6DF46-3CB4-480E-BF0B-E06173659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32" name="Rectangle 22">
              <a:extLst>
                <a:ext uri="{FF2B5EF4-FFF2-40B4-BE49-F238E27FC236}">
                  <a16:creationId xmlns:a16="http://schemas.microsoft.com/office/drawing/2014/main" id="{218C004F-EBA6-4633-AF0E-73963BB5B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33" name="Rectangle 23">
              <a:extLst>
                <a:ext uri="{FF2B5EF4-FFF2-40B4-BE49-F238E27FC236}">
                  <a16:creationId xmlns:a16="http://schemas.microsoft.com/office/drawing/2014/main" id="{CE231F97-AF90-4C5A-A38E-E4DF0311E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34" name="Rectangle 24">
              <a:extLst>
                <a:ext uri="{FF2B5EF4-FFF2-40B4-BE49-F238E27FC236}">
                  <a16:creationId xmlns:a16="http://schemas.microsoft.com/office/drawing/2014/main" id="{DBD533DB-C2EC-48C7-A105-B4A4EA057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35" name="Rectangle 25">
              <a:extLst>
                <a:ext uri="{FF2B5EF4-FFF2-40B4-BE49-F238E27FC236}">
                  <a16:creationId xmlns:a16="http://schemas.microsoft.com/office/drawing/2014/main" id="{A33BBB16-F350-46A6-AAD1-0CE7B76B2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36" name="Rectangle 26">
              <a:extLst>
                <a:ext uri="{FF2B5EF4-FFF2-40B4-BE49-F238E27FC236}">
                  <a16:creationId xmlns:a16="http://schemas.microsoft.com/office/drawing/2014/main" id="{23D3ABFE-D488-443A-8F2F-DD2DBF88B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37" name="Rectangle 27">
              <a:extLst>
                <a:ext uri="{FF2B5EF4-FFF2-40B4-BE49-F238E27FC236}">
                  <a16:creationId xmlns:a16="http://schemas.microsoft.com/office/drawing/2014/main" id="{B32FE38F-38B8-4BA4-826D-5A23474D4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38" name="Rectangle 28">
              <a:extLst>
                <a:ext uri="{FF2B5EF4-FFF2-40B4-BE49-F238E27FC236}">
                  <a16:creationId xmlns:a16="http://schemas.microsoft.com/office/drawing/2014/main" id="{A9EF1E26-0213-487A-AB3C-4981C6954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39" name="Rectangle 29">
              <a:extLst>
                <a:ext uri="{FF2B5EF4-FFF2-40B4-BE49-F238E27FC236}">
                  <a16:creationId xmlns:a16="http://schemas.microsoft.com/office/drawing/2014/main" id="{A744C509-43DC-447C-B426-C34823EFA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40" name="Rectangle 30">
              <a:extLst>
                <a:ext uri="{FF2B5EF4-FFF2-40B4-BE49-F238E27FC236}">
                  <a16:creationId xmlns:a16="http://schemas.microsoft.com/office/drawing/2014/main" id="{B17EB5AD-74E4-40B1-BF5C-8335EBF27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41" name="Rectangle 31">
              <a:extLst>
                <a:ext uri="{FF2B5EF4-FFF2-40B4-BE49-F238E27FC236}">
                  <a16:creationId xmlns:a16="http://schemas.microsoft.com/office/drawing/2014/main" id="{386B2A31-F806-456A-B1AA-732C796CE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42" name="Rectangle 32">
              <a:extLst>
                <a:ext uri="{FF2B5EF4-FFF2-40B4-BE49-F238E27FC236}">
                  <a16:creationId xmlns:a16="http://schemas.microsoft.com/office/drawing/2014/main" id="{8489BEE4-7E1D-424C-A33F-14A2E10CA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43" name="Rectangle 33">
              <a:extLst>
                <a:ext uri="{FF2B5EF4-FFF2-40B4-BE49-F238E27FC236}">
                  <a16:creationId xmlns:a16="http://schemas.microsoft.com/office/drawing/2014/main" id="{50F67A35-FA66-4353-9D96-980D1A91A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44" name="Rectangle 34">
              <a:extLst>
                <a:ext uri="{FF2B5EF4-FFF2-40B4-BE49-F238E27FC236}">
                  <a16:creationId xmlns:a16="http://schemas.microsoft.com/office/drawing/2014/main" id="{BCA02C4A-884A-4C77-9709-AA86B48E6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45" name="Rectangle 35">
              <a:extLst>
                <a:ext uri="{FF2B5EF4-FFF2-40B4-BE49-F238E27FC236}">
                  <a16:creationId xmlns:a16="http://schemas.microsoft.com/office/drawing/2014/main" id="{609822AF-63A0-4D12-9C18-F3BF4CA88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46" name="Rectangle 36">
              <a:extLst>
                <a:ext uri="{FF2B5EF4-FFF2-40B4-BE49-F238E27FC236}">
                  <a16:creationId xmlns:a16="http://schemas.microsoft.com/office/drawing/2014/main" id="{ED7A4435-8C35-43F2-B1B3-BFDEA5D08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47" name="Rectangle 37">
              <a:extLst>
                <a:ext uri="{FF2B5EF4-FFF2-40B4-BE49-F238E27FC236}">
                  <a16:creationId xmlns:a16="http://schemas.microsoft.com/office/drawing/2014/main" id="{33AE5E39-8FE6-4BC4-96C3-5D123E444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48" name="Rectangle 38">
              <a:extLst>
                <a:ext uri="{FF2B5EF4-FFF2-40B4-BE49-F238E27FC236}">
                  <a16:creationId xmlns:a16="http://schemas.microsoft.com/office/drawing/2014/main" id="{FE898FE9-4EB4-4714-991B-2379D0209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49" name="Rectangle 39">
              <a:extLst>
                <a:ext uri="{FF2B5EF4-FFF2-40B4-BE49-F238E27FC236}">
                  <a16:creationId xmlns:a16="http://schemas.microsoft.com/office/drawing/2014/main" id="{78567063-42E3-40C7-96AD-16F983A2B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50" name="Rectangle 40">
              <a:extLst>
                <a:ext uri="{FF2B5EF4-FFF2-40B4-BE49-F238E27FC236}">
                  <a16:creationId xmlns:a16="http://schemas.microsoft.com/office/drawing/2014/main" id="{24196582-9157-4CF3-8EFE-F8BF2DEA0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51" name="Rectangle 41">
              <a:extLst>
                <a:ext uri="{FF2B5EF4-FFF2-40B4-BE49-F238E27FC236}">
                  <a16:creationId xmlns:a16="http://schemas.microsoft.com/office/drawing/2014/main" id="{E5FFD388-DB63-4696-B101-728AB7CBB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52" name="Rectangle 42">
              <a:extLst>
                <a:ext uri="{FF2B5EF4-FFF2-40B4-BE49-F238E27FC236}">
                  <a16:creationId xmlns:a16="http://schemas.microsoft.com/office/drawing/2014/main" id="{6D7079CD-72B0-4EFE-8759-E36022200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53" name="Rectangle 43">
              <a:extLst>
                <a:ext uri="{FF2B5EF4-FFF2-40B4-BE49-F238E27FC236}">
                  <a16:creationId xmlns:a16="http://schemas.microsoft.com/office/drawing/2014/main" id="{2950508E-A16D-403E-84E2-74A80F144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54" name="Rectangle 44">
              <a:extLst>
                <a:ext uri="{FF2B5EF4-FFF2-40B4-BE49-F238E27FC236}">
                  <a16:creationId xmlns:a16="http://schemas.microsoft.com/office/drawing/2014/main" id="{7E22FD56-C8DD-49BF-8CEE-F06AA7167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55" name="Rectangle 45">
              <a:extLst>
                <a:ext uri="{FF2B5EF4-FFF2-40B4-BE49-F238E27FC236}">
                  <a16:creationId xmlns:a16="http://schemas.microsoft.com/office/drawing/2014/main" id="{E895F693-D6FC-42A1-B63A-B6BBC2D11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56" name="Rectangle 46">
              <a:extLst>
                <a:ext uri="{FF2B5EF4-FFF2-40B4-BE49-F238E27FC236}">
                  <a16:creationId xmlns:a16="http://schemas.microsoft.com/office/drawing/2014/main" id="{BC5FFD18-DC27-4B2D-9240-EB590A6D5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57" name="Rectangle 47">
              <a:extLst>
                <a:ext uri="{FF2B5EF4-FFF2-40B4-BE49-F238E27FC236}">
                  <a16:creationId xmlns:a16="http://schemas.microsoft.com/office/drawing/2014/main" id="{0F720429-003E-45AF-8635-19F64670E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58" name="Rectangle 48">
              <a:extLst>
                <a:ext uri="{FF2B5EF4-FFF2-40B4-BE49-F238E27FC236}">
                  <a16:creationId xmlns:a16="http://schemas.microsoft.com/office/drawing/2014/main" id="{1C3EDB5A-1BD5-48F8-988A-1E835130A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59" name="Rectangle 49">
              <a:extLst>
                <a:ext uri="{FF2B5EF4-FFF2-40B4-BE49-F238E27FC236}">
                  <a16:creationId xmlns:a16="http://schemas.microsoft.com/office/drawing/2014/main" id="{79BA4EDF-D8A1-4A84-871B-DE3B1C6A8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60" name="Rectangle 50">
              <a:extLst>
                <a:ext uri="{FF2B5EF4-FFF2-40B4-BE49-F238E27FC236}">
                  <a16:creationId xmlns:a16="http://schemas.microsoft.com/office/drawing/2014/main" id="{B50597F6-09D7-4332-9946-AEE44FF72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61" name="Rectangle 51">
              <a:extLst>
                <a:ext uri="{FF2B5EF4-FFF2-40B4-BE49-F238E27FC236}">
                  <a16:creationId xmlns:a16="http://schemas.microsoft.com/office/drawing/2014/main" id="{2E3BD4FC-4217-4A72-8343-E93AA3B5E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62" name="Rectangle 52">
              <a:extLst>
                <a:ext uri="{FF2B5EF4-FFF2-40B4-BE49-F238E27FC236}">
                  <a16:creationId xmlns:a16="http://schemas.microsoft.com/office/drawing/2014/main" id="{7B903FB1-13BE-4E01-959E-CD3BB227E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63" name="Rectangle 53">
              <a:extLst>
                <a:ext uri="{FF2B5EF4-FFF2-40B4-BE49-F238E27FC236}">
                  <a16:creationId xmlns:a16="http://schemas.microsoft.com/office/drawing/2014/main" id="{42D8E4CB-9089-4F24-8A2F-5C101B4BF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64" name="Rectangle 54">
              <a:extLst>
                <a:ext uri="{FF2B5EF4-FFF2-40B4-BE49-F238E27FC236}">
                  <a16:creationId xmlns:a16="http://schemas.microsoft.com/office/drawing/2014/main" id="{F58D8B8C-13F5-476F-B0E9-1E43F43A8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65" name="Rectangle 55">
              <a:extLst>
                <a:ext uri="{FF2B5EF4-FFF2-40B4-BE49-F238E27FC236}">
                  <a16:creationId xmlns:a16="http://schemas.microsoft.com/office/drawing/2014/main" id="{CA466339-3DAA-4E0C-B7D9-5C260EC16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66" name="Rectangle 56">
              <a:extLst>
                <a:ext uri="{FF2B5EF4-FFF2-40B4-BE49-F238E27FC236}">
                  <a16:creationId xmlns:a16="http://schemas.microsoft.com/office/drawing/2014/main" id="{C5819751-12D4-4C50-BEB4-B857626CB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67" name="Rectangle 57">
              <a:extLst>
                <a:ext uri="{FF2B5EF4-FFF2-40B4-BE49-F238E27FC236}">
                  <a16:creationId xmlns:a16="http://schemas.microsoft.com/office/drawing/2014/main" id="{3706D872-9AC1-4803-AC76-8E7C451BE6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68" name="Rectangle 58">
              <a:extLst>
                <a:ext uri="{FF2B5EF4-FFF2-40B4-BE49-F238E27FC236}">
                  <a16:creationId xmlns:a16="http://schemas.microsoft.com/office/drawing/2014/main" id="{2ADA8F5A-AF00-4991-B8AD-DD7870645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69" name="Rectangle 59">
              <a:extLst>
                <a:ext uri="{FF2B5EF4-FFF2-40B4-BE49-F238E27FC236}">
                  <a16:creationId xmlns:a16="http://schemas.microsoft.com/office/drawing/2014/main" id="{07EBBE60-6DB6-4388-9694-8A1254BD6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70" name="Rectangle 60">
              <a:extLst>
                <a:ext uri="{FF2B5EF4-FFF2-40B4-BE49-F238E27FC236}">
                  <a16:creationId xmlns:a16="http://schemas.microsoft.com/office/drawing/2014/main" id="{2EF46669-FC3D-470C-98CD-EF2F6C0B6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71" name="Rectangle 61">
              <a:extLst>
                <a:ext uri="{FF2B5EF4-FFF2-40B4-BE49-F238E27FC236}">
                  <a16:creationId xmlns:a16="http://schemas.microsoft.com/office/drawing/2014/main" id="{7797B240-09A1-4E57-AF2A-BF399C895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72" name="Rectangle 62">
              <a:extLst>
                <a:ext uri="{FF2B5EF4-FFF2-40B4-BE49-F238E27FC236}">
                  <a16:creationId xmlns:a16="http://schemas.microsoft.com/office/drawing/2014/main" id="{C05777D7-4406-4255-A09F-ADF1D4D79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73" name="Rectangle 63">
              <a:extLst>
                <a:ext uri="{FF2B5EF4-FFF2-40B4-BE49-F238E27FC236}">
                  <a16:creationId xmlns:a16="http://schemas.microsoft.com/office/drawing/2014/main" id="{C21C009F-E774-49A4-B580-E40EECA86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74" name="Rectangle 64">
              <a:extLst>
                <a:ext uri="{FF2B5EF4-FFF2-40B4-BE49-F238E27FC236}">
                  <a16:creationId xmlns:a16="http://schemas.microsoft.com/office/drawing/2014/main" id="{DBE3178A-55F2-4400-B50A-97C897FC6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75" name="Rectangle 65">
              <a:extLst>
                <a:ext uri="{FF2B5EF4-FFF2-40B4-BE49-F238E27FC236}">
                  <a16:creationId xmlns:a16="http://schemas.microsoft.com/office/drawing/2014/main" id="{3DB58EF7-F1A7-43C2-A193-F05750691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76" name="Rectangle 66">
              <a:extLst>
                <a:ext uri="{FF2B5EF4-FFF2-40B4-BE49-F238E27FC236}">
                  <a16:creationId xmlns:a16="http://schemas.microsoft.com/office/drawing/2014/main" id="{8D24B142-AA18-467A-97CC-7227DBC8B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77" name="Rectangle 67">
              <a:extLst>
                <a:ext uri="{FF2B5EF4-FFF2-40B4-BE49-F238E27FC236}">
                  <a16:creationId xmlns:a16="http://schemas.microsoft.com/office/drawing/2014/main" id="{3415499F-4A96-4976-B77A-AB62BB20B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78" name="Rectangle 68">
              <a:extLst>
                <a:ext uri="{FF2B5EF4-FFF2-40B4-BE49-F238E27FC236}">
                  <a16:creationId xmlns:a16="http://schemas.microsoft.com/office/drawing/2014/main" id="{2F3B96E7-107F-44E0-8425-55B3891C9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79" name="Rectangle 69">
              <a:extLst>
                <a:ext uri="{FF2B5EF4-FFF2-40B4-BE49-F238E27FC236}">
                  <a16:creationId xmlns:a16="http://schemas.microsoft.com/office/drawing/2014/main" id="{973C2C86-FBE3-4480-85A7-823E0CE49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80" name="Rectangle 70">
              <a:extLst>
                <a:ext uri="{FF2B5EF4-FFF2-40B4-BE49-F238E27FC236}">
                  <a16:creationId xmlns:a16="http://schemas.microsoft.com/office/drawing/2014/main" id="{4C06DBC1-3FDC-4509-A110-051E819C3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81" name="Rectangle 71">
              <a:extLst>
                <a:ext uri="{FF2B5EF4-FFF2-40B4-BE49-F238E27FC236}">
                  <a16:creationId xmlns:a16="http://schemas.microsoft.com/office/drawing/2014/main" id="{7A3C807A-1B3E-4B05-B7D7-88FBB154F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82" name="Rectangle 72">
              <a:extLst>
                <a:ext uri="{FF2B5EF4-FFF2-40B4-BE49-F238E27FC236}">
                  <a16:creationId xmlns:a16="http://schemas.microsoft.com/office/drawing/2014/main" id="{CE179F25-35BB-41EB-B3C7-50894E11E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83" name="Rectangle 73">
              <a:extLst>
                <a:ext uri="{FF2B5EF4-FFF2-40B4-BE49-F238E27FC236}">
                  <a16:creationId xmlns:a16="http://schemas.microsoft.com/office/drawing/2014/main" id="{2EFFE2D9-39B4-4101-8900-CC014034F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84" name="Rectangle 74">
              <a:extLst>
                <a:ext uri="{FF2B5EF4-FFF2-40B4-BE49-F238E27FC236}">
                  <a16:creationId xmlns:a16="http://schemas.microsoft.com/office/drawing/2014/main" id="{77F65EF6-6E4B-46E0-9E9F-81E4AF63A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85" name="Rectangle 75">
              <a:extLst>
                <a:ext uri="{FF2B5EF4-FFF2-40B4-BE49-F238E27FC236}">
                  <a16:creationId xmlns:a16="http://schemas.microsoft.com/office/drawing/2014/main" id="{E30E2B9F-A6CC-4BB4-BFC0-B9257CB36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86" name="Rectangle 76">
              <a:extLst>
                <a:ext uri="{FF2B5EF4-FFF2-40B4-BE49-F238E27FC236}">
                  <a16:creationId xmlns:a16="http://schemas.microsoft.com/office/drawing/2014/main" id="{FF612E3D-C274-4867-B9EF-E5EB74A84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87" name="Rectangle 77">
              <a:extLst>
                <a:ext uri="{FF2B5EF4-FFF2-40B4-BE49-F238E27FC236}">
                  <a16:creationId xmlns:a16="http://schemas.microsoft.com/office/drawing/2014/main" id="{F5C658D5-99AB-4EC9-B99A-B7F293BFD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88" name="Rectangle 78">
              <a:extLst>
                <a:ext uri="{FF2B5EF4-FFF2-40B4-BE49-F238E27FC236}">
                  <a16:creationId xmlns:a16="http://schemas.microsoft.com/office/drawing/2014/main" id="{349DAA3A-3861-46F6-B30A-963666620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89" name="Rectangle 79">
              <a:extLst>
                <a:ext uri="{FF2B5EF4-FFF2-40B4-BE49-F238E27FC236}">
                  <a16:creationId xmlns:a16="http://schemas.microsoft.com/office/drawing/2014/main" id="{D0505644-CCBF-41C3-9C04-BC676DD85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90" name="Rectangle 80">
              <a:extLst>
                <a:ext uri="{FF2B5EF4-FFF2-40B4-BE49-F238E27FC236}">
                  <a16:creationId xmlns:a16="http://schemas.microsoft.com/office/drawing/2014/main" id="{7DB7418F-B362-410C-B980-83C504FE2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91" name="Rectangle 81">
              <a:extLst>
                <a:ext uri="{FF2B5EF4-FFF2-40B4-BE49-F238E27FC236}">
                  <a16:creationId xmlns:a16="http://schemas.microsoft.com/office/drawing/2014/main" id="{FE6F2BE4-7D3D-497E-98F4-892F92377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92" name="Rectangle 82">
              <a:extLst>
                <a:ext uri="{FF2B5EF4-FFF2-40B4-BE49-F238E27FC236}">
                  <a16:creationId xmlns:a16="http://schemas.microsoft.com/office/drawing/2014/main" id="{75A6F675-CCAD-4C5E-95E4-831815B6C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6293" name="Rectangle 83">
              <a:extLst>
                <a:ext uri="{FF2B5EF4-FFF2-40B4-BE49-F238E27FC236}">
                  <a16:creationId xmlns:a16="http://schemas.microsoft.com/office/drawing/2014/main" id="{5B11ABF1-CD89-49B1-91E7-1B1AD4C56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36195" name="Rectangle 2">
            <a:extLst>
              <a:ext uri="{FF2B5EF4-FFF2-40B4-BE49-F238E27FC236}">
                <a16:creationId xmlns:a16="http://schemas.microsoft.com/office/drawing/2014/main" id="{33E7F8D2-9617-4B3B-A4B6-E1672138A5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36196" name="Rectangle 110">
            <a:extLst>
              <a:ext uri="{FF2B5EF4-FFF2-40B4-BE49-F238E27FC236}">
                <a16:creationId xmlns:a16="http://schemas.microsoft.com/office/drawing/2014/main" id="{42D9DE9D-10CE-40CA-AD18-12183F2D63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6197" name="Rectangle 118">
            <a:extLst>
              <a:ext uri="{FF2B5EF4-FFF2-40B4-BE49-F238E27FC236}">
                <a16:creationId xmlns:a16="http://schemas.microsoft.com/office/drawing/2014/main" id="{C0D27D9E-9CA3-40E6-BF76-9F4E0E27D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6198" name="Rectangle 126">
            <a:extLst>
              <a:ext uri="{FF2B5EF4-FFF2-40B4-BE49-F238E27FC236}">
                <a16:creationId xmlns:a16="http://schemas.microsoft.com/office/drawing/2014/main" id="{E059D7E2-4B88-478D-B447-92EDA63987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6199" name="Rectangle 134">
            <a:extLst>
              <a:ext uri="{FF2B5EF4-FFF2-40B4-BE49-F238E27FC236}">
                <a16:creationId xmlns:a16="http://schemas.microsoft.com/office/drawing/2014/main" id="{68D3AD0D-680C-472E-AB33-3170CF614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6200" name="Rectangle 116">
            <a:extLst>
              <a:ext uri="{FF2B5EF4-FFF2-40B4-BE49-F238E27FC236}">
                <a16:creationId xmlns:a16="http://schemas.microsoft.com/office/drawing/2014/main" id="{E3ADB4B3-E62B-4D63-98D5-CD14F5A989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28305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6201" name="Rectangle 124">
            <a:extLst>
              <a:ext uri="{FF2B5EF4-FFF2-40B4-BE49-F238E27FC236}">
                <a16:creationId xmlns:a16="http://schemas.microsoft.com/office/drawing/2014/main" id="{56E61E72-FB2B-4EAD-AD5F-EAC5B8125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03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6202" name="Rectangle 132">
            <a:extLst>
              <a:ext uri="{FF2B5EF4-FFF2-40B4-BE49-F238E27FC236}">
                <a16:creationId xmlns:a16="http://schemas.microsoft.com/office/drawing/2014/main" id="{7DDA1838-A849-4222-8A90-3674E2CDC3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3686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6203" name="Rectangle 140">
            <a:extLst>
              <a:ext uri="{FF2B5EF4-FFF2-40B4-BE49-F238E27FC236}">
                <a16:creationId xmlns:a16="http://schemas.microsoft.com/office/drawing/2014/main" id="{F12D9B21-F3FC-4D7E-83CF-52CBD59D70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63696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36204" name="Picture 2" descr="Screen shot 2013-10-21 at 1.42.50 PM.png">
            <a:extLst>
              <a:ext uri="{FF2B5EF4-FFF2-40B4-BE49-F238E27FC236}">
                <a16:creationId xmlns:a16="http://schemas.microsoft.com/office/drawing/2014/main" id="{1B051261-631B-4FA1-BE61-1FFF613AD43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9263" y="4764088"/>
            <a:ext cx="2397125" cy="187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6205" name="Picture 164" descr="Screen shot 2013-12-06 at 11.55.56 AM.png">
            <a:extLst>
              <a:ext uri="{FF2B5EF4-FFF2-40B4-BE49-F238E27FC236}">
                <a16:creationId xmlns:a16="http://schemas.microsoft.com/office/drawing/2014/main" id="{36B5696A-1A78-4A0C-AE92-C82E98EEEA5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75" y="4964113"/>
            <a:ext cx="1722438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6206" name="Rectangle 165">
            <a:extLst>
              <a:ext uri="{FF2B5EF4-FFF2-40B4-BE49-F238E27FC236}">
                <a16:creationId xmlns:a16="http://schemas.microsoft.com/office/drawing/2014/main" id="{5D041134-A486-487D-88D5-27BDFC136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3225" y="367665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6207" name="Rectangle 166">
            <a:extLst>
              <a:ext uri="{FF2B5EF4-FFF2-40B4-BE49-F238E27FC236}">
                <a16:creationId xmlns:a16="http://schemas.microsoft.com/office/drawing/2014/main" id="{248F4AAA-99E9-4329-8775-558082CFB6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56007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6208" name="TextBox 159">
            <a:extLst>
              <a:ext uri="{FF2B5EF4-FFF2-40B4-BE49-F238E27FC236}">
                <a16:creationId xmlns:a16="http://schemas.microsoft.com/office/drawing/2014/main" id="{163F43F9-D024-4E39-976A-AEFF1A3A3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0075" y="5562600"/>
            <a:ext cx="539750" cy="4000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1</a:t>
            </a:r>
          </a:p>
        </p:txBody>
      </p:sp>
      <p:sp>
        <p:nvSpPr>
          <p:cNvPr id="136209" name="Rectangle 155">
            <a:extLst>
              <a:ext uri="{FF2B5EF4-FFF2-40B4-BE49-F238E27FC236}">
                <a16:creationId xmlns:a16="http://schemas.microsoft.com/office/drawing/2014/main" id="{1E0CE19E-5072-46DB-AAE7-95128EBD7C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6575" y="5605463"/>
            <a:ext cx="625475" cy="330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6210" name="Rectangle 167">
            <a:extLst>
              <a:ext uri="{FF2B5EF4-FFF2-40B4-BE49-F238E27FC236}">
                <a16:creationId xmlns:a16="http://schemas.microsoft.com/office/drawing/2014/main" id="{1BB3278A-B252-4170-A484-6C28C747BA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5000" y="3670300"/>
            <a:ext cx="231775" cy="330200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6211" name="Rectangle 168">
            <a:extLst>
              <a:ext uri="{FF2B5EF4-FFF2-40B4-BE49-F238E27FC236}">
                <a16:creationId xmlns:a16="http://schemas.microsoft.com/office/drawing/2014/main" id="{8A10D121-386C-4F97-85CF-CCC6EE4FC5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1500" y="6011863"/>
            <a:ext cx="231775" cy="330200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6212" name="Rectangle 157">
            <a:extLst>
              <a:ext uri="{FF2B5EF4-FFF2-40B4-BE49-F238E27FC236}">
                <a16:creationId xmlns:a16="http://schemas.microsoft.com/office/drawing/2014/main" id="{9225E230-D301-4220-9234-5AF0FCB0D5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7950" y="6010275"/>
            <a:ext cx="231775" cy="330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6213" name="Rectangle 111">
            <a:extLst>
              <a:ext uri="{FF2B5EF4-FFF2-40B4-BE49-F238E27FC236}">
                <a16:creationId xmlns:a16="http://schemas.microsoft.com/office/drawing/2014/main" id="{44DA25EE-DFFD-4139-B374-0EDE7E0DF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4638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217" name="Group 13">
            <a:extLst>
              <a:ext uri="{FF2B5EF4-FFF2-40B4-BE49-F238E27FC236}">
                <a16:creationId xmlns:a16="http://schemas.microsoft.com/office/drawing/2014/main" id="{58BF8466-97C8-455B-94B2-18B1EBC5D096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37322" name="Rectangle 85">
              <a:extLst>
                <a:ext uri="{FF2B5EF4-FFF2-40B4-BE49-F238E27FC236}">
                  <a16:creationId xmlns:a16="http://schemas.microsoft.com/office/drawing/2014/main" id="{64DA0E7A-1C5C-4D7D-9D94-3CD496FEA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23" name="Rectangle 86">
              <a:extLst>
                <a:ext uri="{FF2B5EF4-FFF2-40B4-BE49-F238E27FC236}">
                  <a16:creationId xmlns:a16="http://schemas.microsoft.com/office/drawing/2014/main" id="{BE4115FE-8A46-48E8-96D6-9E5919EB1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24" name="Rectangle 88">
              <a:extLst>
                <a:ext uri="{FF2B5EF4-FFF2-40B4-BE49-F238E27FC236}">
                  <a16:creationId xmlns:a16="http://schemas.microsoft.com/office/drawing/2014/main" id="{0896CC56-BBD1-4295-86B7-8C361C0F5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25" name="Rectangle 89">
              <a:extLst>
                <a:ext uri="{FF2B5EF4-FFF2-40B4-BE49-F238E27FC236}">
                  <a16:creationId xmlns:a16="http://schemas.microsoft.com/office/drawing/2014/main" id="{C2275291-6880-4EDC-B327-DF86FCF82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26" name="Rectangle 90">
              <a:extLst>
                <a:ext uri="{FF2B5EF4-FFF2-40B4-BE49-F238E27FC236}">
                  <a16:creationId xmlns:a16="http://schemas.microsoft.com/office/drawing/2014/main" id="{DE9553DA-786A-4F81-B5A5-E3E3C0DA4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27" name="Rectangle 91">
              <a:extLst>
                <a:ext uri="{FF2B5EF4-FFF2-40B4-BE49-F238E27FC236}">
                  <a16:creationId xmlns:a16="http://schemas.microsoft.com/office/drawing/2014/main" id="{5063A7FB-4CA8-426F-B623-9DED46CAC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28" name="Rectangle 92">
              <a:extLst>
                <a:ext uri="{FF2B5EF4-FFF2-40B4-BE49-F238E27FC236}">
                  <a16:creationId xmlns:a16="http://schemas.microsoft.com/office/drawing/2014/main" id="{B5D9CC65-B313-4558-92C0-42F4E2DFF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29" name="Rectangle 93">
              <a:extLst>
                <a:ext uri="{FF2B5EF4-FFF2-40B4-BE49-F238E27FC236}">
                  <a16:creationId xmlns:a16="http://schemas.microsoft.com/office/drawing/2014/main" id="{877EDBDF-BD28-463F-9CF2-B70F599EC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30" name="Rectangle 94">
              <a:extLst>
                <a:ext uri="{FF2B5EF4-FFF2-40B4-BE49-F238E27FC236}">
                  <a16:creationId xmlns:a16="http://schemas.microsoft.com/office/drawing/2014/main" id="{CF98DC92-4EFF-4CBD-9EB8-572FA9A2A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31" name="Rectangle 95">
              <a:extLst>
                <a:ext uri="{FF2B5EF4-FFF2-40B4-BE49-F238E27FC236}">
                  <a16:creationId xmlns:a16="http://schemas.microsoft.com/office/drawing/2014/main" id="{58764461-074B-4F6C-B268-0E6B0D3FA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32" name="Rectangle 96">
              <a:extLst>
                <a:ext uri="{FF2B5EF4-FFF2-40B4-BE49-F238E27FC236}">
                  <a16:creationId xmlns:a16="http://schemas.microsoft.com/office/drawing/2014/main" id="{47F93AC1-6992-4B86-8758-DB0F2C7EB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33" name="Rectangle 97">
              <a:extLst>
                <a:ext uri="{FF2B5EF4-FFF2-40B4-BE49-F238E27FC236}">
                  <a16:creationId xmlns:a16="http://schemas.microsoft.com/office/drawing/2014/main" id="{38E58B17-6798-471A-81C5-49CA35357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34" name="Rectangle 98">
              <a:extLst>
                <a:ext uri="{FF2B5EF4-FFF2-40B4-BE49-F238E27FC236}">
                  <a16:creationId xmlns:a16="http://schemas.microsoft.com/office/drawing/2014/main" id="{91A7758C-5428-499C-977B-E5C2BA65A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35" name="Rectangle 99">
              <a:extLst>
                <a:ext uri="{FF2B5EF4-FFF2-40B4-BE49-F238E27FC236}">
                  <a16:creationId xmlns:a16="http://schemas.microsoft.com/office/drawing/2014/main" id="{7EB240D0-65C3-4150-AA58-DCD209540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36" name="Rectangle 100">
              <a:extLst>
                <a:ext uri="{FF2B5EF4-FFF2-40B4-BE49-F238E27FC236}">
                  <a16:creationId xmlns:a16="http://schemas.microsoft.com/office/drawing/2014/main" id="{72E3B9C6-6131-47D0-B44B-BCACB4A60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37" name="Rectangle 101">
              <a:extLst>
                <a:ext uri="{FF2B5EF4-FFF2-40B4-BE49-F238E27FC236}">
                  <a16:creationId xmlns:a16="http://schemas.microsoft.com/office/drawing/2014/main" id="{C87D72D6-AD5D-45E4-9BA7-CBA0D1B6D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38" name="Rectangle 102">
              <a:extLst>
                <a:ext uri="{FF2B5EF4-FFF2-40B4-BE49-F238E27FC236}">
                  <a16:creationId xmlns:a16="http://schemas.microsoft.com/office/drawing/2014/main" id="{1D99B176-1E82-4941-9A2E-A748533FF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39" name="Rectangle 103">
              <a:extLst>
                <a:ext uri="{FF2B5EF4-FFF2-40B4-BE49-F238E27FC236}">
                  <a16:creationId xmlns:a16="http://schemas.microsoft.com/office/drawing/2014/main" id="{C8AE137D-2655-4198-AD7F-DC99DC38F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40" name="Rectangle 104">
              <a:extLst>
                <a:ext uri="{FF2B5EF4-FFF2-40B4-BE49-F238E27FC236}">
                  <a16:creationId xmlns:a16="http://schemas.microsoft.com/office/drawing/2014/main" id="{DCE3B9D4-60BA-4BE0-A874-D3C0A5E06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41" name="Rectangle 105">
              <a:extLst>
                <a:ext uri="{FF2B5EF4-FFF2-40B4-BE49-F238E27FC236}">
                  <a16:creationId xmlns:a16="http://schemas.microsoft.com/office/drawing/2014/main" id="{890A5F05-92E2-4653-A1B9-560B4E47E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42" name="Rectangle 106">
              <a:extLst>
                <a:ext uri="{FF2B5EF4-FFF2-40B4-BE49-F238E27FC236}">
                  <a16:creationId xmlns:a16="http://schemas.microsoft.com/office/drawing/2014/main" id="{BD7875BC-F971-454B-9AD5-159D67889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43" name="Rectangle 107">
              <a:extLst>
                <a:ext uri="{FF2B5EF4-FFF2-40B4-BE49-F238E27FC236}">
                  <a16:creationId xmlns:a16="http://schemas.microsoft.com/office/drawing/2014/main" id="{4CEF4ECA-2AAC-4E0C-B495-242D4D53D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44" name="Rectangle 108">
              <a:extLst>
                <a:ext uri="{FF2B5EF4-FFF2-40B4-BE49-F238E27FC236}">
                  <a16:creationId xmlns:a16="http://schemas.microsoft.com/office/drawing/2014/main" id="{E5D494DA-2A10-4928-96B6-09524B73A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45" name="Rectangle 109">
              <a:extLst>
                <a:ext uri="{FF2B5EF4-FFF2-40B4-BE49-F238E27FC236}">
                  <a16:creationId xmlns:a16="http://schemas.microsoft.com/office/drawing/2014/main" id="{478FCB3A-CFE3-4CC6-823E-60C0D9D62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46" name="Rectangle 112">
              <a:extLst>
                <a:ext uri="{FF2B5EF4-FFF2-40B4-BE49-F238E27FC236}">
                  <a16:creationId xmlns:a16="http://schemas.microsoft.com/office/drawing/2014/main" id="{B3674358-8342-46A4-878C-A936A6763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47" name="Rectangle 114">
              <a:extLst>
                <a:ext uri="{FF2B5EF4-FFF2-40B4-BE49-F238E27FC236}">
                  <a16:creationId xmlns:a16="http://schemas.microsoft.com/office/drawing/2014/main" id="{D3B5CD47-EE40-40B2-8245-8320D67D3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48" name="Rectangle 115">
              <a:extLst>
                <a:ext uri="{FF2B5EF4-FFF2-40B4-BE49-F238E27FC236}">
                  <a16:creationId xmlns:a16="http://schemas.microsoft.com/office/drawing/2014/main" id="{79FB77A2-06F4-456B-A55C-7D8B335F1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49" name="Rectangle 117">
              <a:extLst>
                <a:ext uri="{FF2B5EF4-FFF2-40B4-BE49-F238E27FC236}">
                  <a16:creationId xmlns:a16="http://schemas.microsoft.com/office/drawing/2014/main" id="{71997357-72A9-434A-B370-2930EE128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50" name="Rectangle 120">
              <a:extLst>
                <a:ext uri="{FF2B5EF4-FFF2-40B4-BE49-F238E27FC236}">
                  <a16:creationId xmlns:a16="http://schemas.microsoft.com/office/drawing/2014/main" id="{889B16EF-5BCB-48DD-8DC2-2E1B4A291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51" name="Rectangle 122">
              <a:extLst>
                <a:ext uri="{FF2B5EF4-FFF2-40B4-BE49-F238E27FC236}">
                  <a16:creationId xmlns:a16="http://schemas.microsoft.com/office/drawing/2014/main" id="{AD76BF02-DA3C-472F-82A9-CB367742A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52" name="Rectangle 123">
              <a:extLst>
                <a:ext uri="{FF2B5EF4-FFF2-40B4-BE49-F238E27FC236}">
                  <a16:creationId xmlns:a16="http://schemas.microsoft.com/office/drawing/2014/main" id="{3FF47AFA-C630-4720-9F5A-7CAA62E98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53" name="Rectangle 125">
              <a:extLst>
                <a:ext uri="{FF2B5EF4-FFF2-40B4-BE49-F238E27FC236}">
                  <a16:creationId xmlns:a16="http://schemas.microsoft.com/office/drawing/2014/main" id="{A630A254-42A3-4FE3-9918-7D9A5F825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54" name="Rectangle 128">
              <a:extLst>
                <a:ext uri="{FF2B5EF4-FFF2-40B4-BE49-F238E27FC236}">
                  <a16:creationId xmlns:a16="http://schemas.microsoft.com/office/drawing/2014/main" id="{543D99F2-173E-4A28-84F9-3F59CE54A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55" name="Rectangle 130">
              <a:extLst>
                <a:ext uri="{FF2B5EF4-FFF2-40B4-BE49-F238E27FC236}">
                  <a16:creationId xmlns:a16="http://schemas.microsoft.com/office/drawing/2014/main" id="{7E45F24C-92D7-49AB-BB38-00E29D881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56" name="Rectangle 131">
              <a:extLst>
                <a:ext uri="{FF2B5EF4-FFF2-40B4-BE49-F238E27FC236}">
                  <a16:creationId xmlns:a16="http://schemas.microsoft.com/office/drawing/2014/main" id="{5743F3C2-DB41-4730-862C-9BCFA6FF3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57" name="Rectangle 133">
              <a:extLst>
                <a:ext uri="{FF2B5EF4-FFF2-40B4-BE49-F238E27FC236}">
                  <a16:creationId xmlns:a16="http://schemas.microsoft.com/office/drawing/2014/main" id="{8D4413EE-A0C9-41F6-96A1-E4F831AC7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58" name="Rectangle 136">
              <a:extLst>
                <a:ext uri="{FF2B5EF4-FFF2-40B4-BE49-F238E27FC236}">
                  <a16:creationId xmlns:a16="http://schemas.microsoft.com/office/drawing/2014/main" id="{73CDFF4B-7682-458F-9772-E5E4D3191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59" name="Rectangle 138">
              <a:extLst>
                <a:ext uri="{FF2B5EF4-FFF2-40B4-BE49-F238E27FC236}">
                  <a16:creationId xmlns:a16="http://schemas.microsoft.com/office/drawing/2014/main" id="{D43C60E1-6DB3-4591-8C56-0CDCD2C2C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60" name="Rectangle 139">
              <a:extLst>
                <a:ext uri="{FF2B5EF4-FFF2-40B4-BE49-F238E27FC236}">
                  <a16:creationId xmlns:a16="http://schemas.microsoft.com/office/drawing/2014/main" id="{C6030A8B-67AF-4654-A400-E1B041E87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37218" name="Group 69">
            <a:extLst>
              <a:ext uri="{FF2B5EF4-FFF2-40B4-BE49-F238E27FC236}">
                <a16:creationId xmlns:a16="http://schemas.microsoft.com/office/drawing/2014/main" id="{DA941AEC-1A47-40D1-8C40-8D1689842A60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37242" name="Rectangle 4">
              <a:extLst>
                <a:ext uri="{FF2B5EF4-FFF2-40B4-BE49-F238E27FC236}">
                  <a16:creationId xmlns:a16="http://schemas.microsoft.com/office/drawing/2014/main" id="{6EF76111-F8EB-409E-9BC8-F34F07762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43" name="Rectangle 5">
              <a:extLst>
                <a:ext uri="{FF2B5EF4-FFF2-40B4-BE49-F238E27FC236}">
                  <a16:creationId xmlns:a16="http://schemas.microsoft.com/office/drawing/2014/main" id="{88755BDC-1AF8-440C-9441-6D7E964F5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44" name="Rectangle 6">
              <a:extLst>
                <a:ext uri="{FF2B5EF4-FFF2-40B4-BE49-F238E27FC236}">
                  <a16:creationId xmlns:a16="http://schemas.microsoft.com/office/drawing/2014/main" id="{FB2AE6C6-6CC8-4B62-A4B8-AC20438E3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45" name="Rectangle 7">
              <a:extLst>
                <a:ext uri="{FF2B5EF4-FFF2-40B4-BE49-F238E27FC236}">
                  <a16:creationId xmlns:a16="http://schemas.microsoft.com/office/drawing/2014/main" id="{173156D3-2F5E-4C88-AD04-560B185AE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46" name="Rectangle 8">
              <a:extLst>
                <a:ext uri="{FF2B5EF4-FFF2-40B4-BE49-F238E27FC236}">
                  <a16:creationId xmlns:a16="http://schemas.microsoft.com/office/drawing/2014/main" id="{08D94A69-FDD5-438A-A5BC-D2C00CF76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47" name="Rectangle 9">
              <a:extLst>
                <a:ext uri="{FF2B5EF4-FFF2-40B4-BE49-F238E27FC236}">
                  <a16:creationId xmlns:a16="http://schemas.microsoft.com/office/drawing/2014/main" id="{FC563223-52D8-4693-9D84-715E83B60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48" name="Rectangle 10">
              <a:extLst>
                <a:ext uri="{FF2B5EF4-FFF2-40B4-BE49-F238E27FC236}">
                  <a16:creationId xmlns:a16="http://schemas.microsoft.com/office/drawing/2014/main" id="{620A1B67-3068-4739-8A1C-17D93CE68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49" name="Rectangle 11">
              <a:extLst>
                <a:ext uri="{FF2B5EF4-FFF2-40B4-BE49-F238E27FC236}">
                  <a16:creationId xmlns:a16="http://schemas.microsoft.com/office/drawing/2014/main" id="{983AACDF-426C-47C1-8678-58C4F8C6C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50" name="Rectangle 12">
              <a:extLst>
                <a:ext uri="{FF2B5EF4-FFF2-40B4-BE49-F238E27FC236}">
                  <a16:creationId xmlns:a16="http://schemas.microsoft.com/office/drawing/2014/main" id="{702AA53B-719A-4C7D-8BD9-6AE210BE1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51" name="Rectangle 13">
              <a:extLst>
                <a:ext uri="{FF2B5EF4-FFF2-40B4-BE49-F238E27FC236}">
                  <a16:creationId xmlns:a16="http://schemas.microsoft.com/office/drawing/2014/main" id="{ADB81EAB-CE22-4811-9D91-A3F400E91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52" name="Rectangle 14">
              <a:extLst>
                <a:ext uri="{FF2B5EF4-FFF2-40B4-BE49-F238E27FC236}">
                  <a16:creationId xmlns:a16="http://schemas.microsoft.com/office/drawing/2014/main" id="{31947A0D-D793-4247-9C6B-4BC2C142B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53" name="Rectangle 15">
              <a:extLst>
                <a:ext uri="{FF2B5EF4-FFF2-40B4-BE49-F238E27FC236}">
                  <a16:creationId xmlns:a16="http://schemas.microsoft.com/office/drawing/2014/main" id="{96FABFE4-7576-4EC8-ACF3-C7B6A76A8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54" name="Rectangle 16">
              <a:extLst>
                <a:ext uri="{FF2B5EF4-FFF2-40B4-BE49-F238E27FC236}">
                  <a16:creationId xmlns:a16="http://schemas.microsoft.com/office/drawing/2014/main" id="{F27FF912-87AA-4447-B22E-78B496749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55" name="Rectangle 17">
              <a:extLst>
                <a:ext uri="{FF2B5EF4-FFF2-40B4-BE49-F238E27FC236}">
                  <a16:creationId xmlns:a16="http://schemas.microsoft.com/office/drawing/2014/main" id="{385EE2A2-309D-40A4-9BD9-E2355E6A2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56" name="Rectangle 18">
              <a:extLst>
                <a:ext uri="{FF2B5EF4-FFF2-40B4-BE49-F238E27FC236}">
                  <a16:creationId xmlns:a16="http://schemas.microsoft.com/office/drawing/2014/main" id="{4AD22193-B4E9-4DCA-B1CB-CFC7F5FAB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57" name="Rectangle 19">
              <a:extLst>
                <a:ext uri="{FF2B5EF4-FFF2-40B4-BE49-F238E27FC236}">
                  <a16:creationId xmlns:a16="http://schemas.microsoft.com/office/drawing/2014/main" id="{351794E0-9926-41A9-99A9-3C2E13D64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58" name="Rectangle 20">
              <a:extLst>
                <a:ext uri="{FF2B5EF4-FFF2-40B4-BE49-F238E27FC236}">
                  <a16:creationId xmlns:a16="http://schemas.microsoft.com/office/drawing/2014/main" id="{BBB83312-9032-437F-A1F7-6BCC2AB07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59" name="Rectangle 21">
              <a:extLst>
                <a:ext uri="{FF2B5EF4-FFF2-40B4-BE49-F238E27FC236}">
                  <a16:creationId xmlns:a16="http://schemas.microsoft.com/office/drawing/2014/main" id="{9D000376-4134-4B14-8DE4-C43CB7958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60" name="Rectangle 22">
              <a:extLst>
                <a:ext uri="{FF2B5EF4-FFF2-40B4-BE49-F238E27FC236}">
                  <a16:creationId xmlns:a16="http://schemas.microsoft.com/office/drawing/2014/main" id="{54D1530A-E452-4191-93A0-461F038D1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61" name="Rectangle 23">
              <a:extLst>
                <a:ext uri="{FF2B5EF4-FFF2-40B4-BE49-F238E27FC236}">
                  <a16:creationId xmlns:a16="http://schemas.microsoft.com/office/drawing/2014/main" id="{7C0A1825-47EA-4E6E-8A3D-99D980321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62" name="Rectangle 24">
              <a:extLst>
                <a:ext uri="{FF2B5EF4-FFF2-40B4-BE49-F238E27FC236}">
                  <a16:creationId xmlns:a16="http://schemas.microsoft.com/office/drawing/2014/main" id="{2A2034B5-5E85-4A0C-8316-533B4E6DB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63" name="Rectangle 25">
              <a:extLst>
                <a:ext uri="{FF2B5EF4-FFF2-40B4-BE49-F238E27FC236}">
                  <a16:creationId xmlns:a16="http://schemas.microsoft.com/office/drawing/2014/main" id="{92D48595-3BEE-4D3A-BECA-273B14B32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64" name="Rectangle 26">
              <a:extLst>
                <a:ext uri="{FF2B5EF4-FFF2-40B4-BE49-F238E27FC236}">
                  <a16:creationId xmlns:a16="http://schemas.microsoft.com/office/drawing/2014/main" id="{65231557-DC04-4010-9FEF-0EF9C43BF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65" name="Rectangle 27">
              <a:extLst>
                <a:ext uri="{FF2B5EF4-FFF2-40B4-BE49-F238E27FC236}">
                  <a16:creationId xmlns:a16="http://schemas.microsoft.com/office/drawing/2014/main" id="{ADEBFDB1-8EB0-483D-8EF2-0C97337E4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66" name="Rectangle 28">
              <a:extLst>
                <a:ext uri="{FF2B5EF4-FFF2-40B4-BE49-F238E27FC236}">
                  <a16:creationId xmlns:a16="http://schemas.microsoft.com/office/drawing/2014/main" id="{BE3615AA-CAA9-4DC6-A720-1FC5A30EB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67" name="Rectangle 29">
              <a:extLst>
                <a:ext uri="{FF2B5EF4-FFF2-40B4-BE49-F238E27FC236}">
                  <a16:creationId xmlns:a16="http://schemas.microsoft.com/office/drawing/2014/main" id="{2BB8C69E-1BA0-4C1B-BBF9-59F518272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68" name="Rectangle 30">
              <a:extLst>
                <a:ext uri="{FF2B5EF4-FFF2-40B4-BE49-F238E27FC236}">
                  <a16:creationId xmlns:a16="http://schemas.microsoft.com/office/drawing/2014/main" id="{A4B3824F-FA73-420C-8BDB-8971DA35F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69" name="Rectangle 31">
              <a:extLst>
                <a:ext uri="{FF2B5EF4-FFF2-40B4-BE49-F238E27FC236}">
                  <a16:creationId xmlns:a16="http://schemas.microsoft.com/office/drawing/2014/main" id="{4AC9C5BD-094B-436F-9FE4-F6A2E68CD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70" name="Rectangle 32">
              <a:extLst>
                <a:ext uri="{FF2B5EF4-FFF2-40B4-BE49-F238E27FC236}">
                  <a16:creationId xmlns:a16="http://schemas.microsoft.com/office/drawing/2014/main" id="{C8BA0435-0601-46E5-AAF8-236242CC9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71" name="Rectangle 33">
              <a:extLst>
                <a:ext uri="{FF2B5EF4-FFF2-40B4-BE49-F238E27FC236}">
                  <a16:creationId xmlns:a16="http://schemas.microsoft.com/office/drawing/2014/main" id="{3F55CDC3-5951-44D8-A013-D05DE657E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72" name="Rectangle 34">
              <a:extLst>
                <a:ext uri="{FF2B5EF4-FFF2-40B4-BE49-F238E27FC236}">
                  <a16:creationId xmlns:a16="http://schemas.microsoft.com/office/drawing/2014/main" id="{BC327A0A-5635-4099-88DD-22E7FF18C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73" name="Rectangle 35">
              <a:extLst>
                <a:ext uri="{FF2B5EF4-FFF2-40B4-BE49-F238E27FC236}">
                  <a16:creationId xmlns:a16="http://schemas.microsoft.com/office/drawing/2014/main" id="{217E5168-33FF-4CBE-94C5-0CC62180A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74" name="Rectangle 36">
              <a:extLst>
                <a:ext uri="{FF2B5EF4-FFF2-40B4-BE49-F238E27FC236}">
                  <a16:creationId xmlns:a16="http://schemas.microsoft.com/office/drawing/2014/main" id="{4D86016A-EB69-4300-9FED-C6E0A1EB1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75" name="Rectangle 37">
              <a:extLst>
                <a:ext uri="{FF2B5EF4-FFF2-40B4-BE49-F238E27FC236}">
                  <a16:creationId xmlns:a16="http://schemas.microsoft.com/office/drawing/2014/main" id="{0B78796F-C394-43A1-B16E-E3470684B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76" name="Rectangle 38">
              <a:extLst>
                <a:ext uri="{FF2B5EF4-FFF2-40B4-BE49-F238E27FC236}">
                  <a16:creationId xmlns:a16="http://schemas.microsoft.com/office/drawing/2014/main" id="{2E670ECC-A65A-4D7F-8950-C18179A6B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77" name="Rectangle 39">
              <a:extLst>
                <a:ext uri="{FF2B5EF4-FFF2-40B4-BE49-F238E27FC236}">
                  <a16:creationId xmlns:a16="http://schemas.microsoft.com/office/drawing/2014/main" id="{C24353CF-B006-48A1-B363-E90F3556A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78" name="Rectangle 40">
              <a:extLst>
                <a:ext uri="{FF2B5EF4-FFF2-40B4-BE49-F238E27FC236}">
                  <a16:creationId xmlns:a16="http://schemas.microsoft.com/office/drawing/2014/main" id="{0C603D88-5067-4037-8BF1-0BA1C6449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79" name="Rectangle 41">
              <a:extLst>
                <a:ext uri="{FF2B5EF4-FFF2-40B4-BE49-F238E27FC236}">
                  <a16:creationId xmlns:a16="http://schemas.microsoft.com/office/drawing/2014/main" id="{B9B57BBC-FBE1-4B1B-9FDD-F4A1D67EC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80" name="Rectangle 42">
              <a:extLst>
                <a:ext uri="{FF2B5EF4-FFF2-40B4-BE49-F238E27FC236}">
                  <a16:creationId xmlns:a16="http://schemas.microsoft.com/office/drawing/2014/main" id="{5565D2C5-DB84-426D-AE4E-4D49013D1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81" name="Rectangle 43">
              <a:extLst>
                <a:ext uri="{FF2B5EF4-FFF2-40B4-BE49-F238E27FC236}">
                  <a16:creationId xmlns:a16="http://schemas.microsoft.com/office/drawing/2014/main" id="{EFCDE2BD-EC8F-4B5E-A558-8FA808078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82" name="Rectangle 44">
              <a:extLst>
                <a:ext uri="{FF2B5EF4-FFF2-40B4-BE49-F238E27FC236}">
                  <a16:creationId xmlns:a16="http://schemas.microsoft.com/office/drawing/2014/main" id="{BBA97CCF-EBE3-4E8C-B0FF-B97E111C3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83" name="Rectangle 45">
              <a:extLst>
                <a:ext uri="{FF2B5EF4-FFF2-40B4-BE49-F238E27FC236}">
                  <a16:creationId xmlns:a16="http://schemas.microsoft.com/office/drawing/2014/main" id="{4E939870-B1AC-41D1-BFE8-BFDCABF9A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84" name="Rectangle 46">
              <a:extLst>
                <a:ext uri="{FF2B5EF4-FFF2-40B4-BE49-F238E27FC236}">
                  <a16:creationId xmlns:a16="http://schemas.microsoft.com/office/drawing/2014/main" id="{D1E5A0CE-92B9-4D62-AAAA-EE0942FD3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85" name="Rectangle 47">
              <a:extLst>
                <a:ext uri="{FF2B5EF4-FFF2-40B4-BE49-F238E27FC236}">
                  <a16:creationId xmlns:a16="http://schemas.microsoft.com/office/drawing/2014/main" id="{6C4182AA-9CAE-42FD-B1E2-420D7EF2D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86" name="Rectangle 48">
              <a:extLst>
                <a:ext uri="{FF2B5EF4-FFF2-40B4-BE49-F238E27FC236}">
                  <a16:creationId xmlns:a16="http://schemas.microsoft.com/office/drawing/2014/main" id="{4021EB31-C13D-4C46-AF88-2E01ECCFF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87" name="Rectangle 49">
              <a:extLst>
                <a:ext uri="{FF2B5EF4-FFF2-40B4-BE49-F238E27FC236}">
                  <a16:creationId xmlns:a16="http://schemas.microsoft.com/office/drawing/2014/main" id="{4E51BB85-4768-4AD2-81E3-F660962F3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88" name="Rectangle 50">
              <a:extLst>
                <a:ext uri="{FF2B5EF4-FFF2-40B4-BE49-F238E27FC236}">
                  <a16:creationId xmlns:a16="http://schemas.microsoft.com/office/drawing/2014/main" id="{0D15BB32-7F51-4DA7-81A2-DDAE1C90F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89" name="Rectangle 51">
              <a:extLst>
                <a:ext uri="{FF2B5EF4-FFF2-40B4-BE49-F238E27FC236}">
                  <a16:creationId xmlns:a16="http://schemas.microsoft.com/office/drawing/2014/main" id="{B99AA4AE-C411-4A34-99A6-D01C263F1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90" name="Rectangle 52">
              <a:extLst>
                <a:ext uri="{FF2B5EF4-FFF2-40B4-BE49-F238E27FC236}">
                  <a16:creationId xmlns:a16="http://schemas.microsoft.com/office/drawing/2014/main" id="{DCDFCFFB-CF81-44F1-90D0-D297C83FB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91" name="Rectangle 53">
              <a:extLst>
                <a:ext uri="{FF2B5EF4-FFF2-40B4-BE49-F238E27FC236}">
                  <a16:creationId xmlns:a16="http://schemas.microsoft.com/office/drawing/2014/main" id="{EA7C426F-13EE-4BF7-B6D4-CEF94B75C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92" name="Rectangle 54">
              <a:extLst>
                <a:ext uri="{FF2B5EF4-FFF2-40B4-BE49-F238E27FC236}">
                  <a16:creationId xmlns:a16="http://schemas.microsoft.com/office/drawing/2014/main" id="{D813D823-D753-457D-AB9C-84549D14E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93" name="Rectangle 55">
              <a:extLst>
                <a:ext uri="{FF2B5EF4-FFF2-40B4-BE49-F238E27FC236}">
                  <a16:creationId xmlns:a16="http://schemas.microsoft.com/office/drawing/2014/main" id="{D6D42EF0-2830-4BF5-8395-CBFBEDA8E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94" name="Rectangle 56">
              <a:extLst>
                <a:ext uri="{FF2B5EF4-FFF2-40B4-BE49-F238E27FC236}">
                  <a16:creationId xmlns:a16="http://schemas.microsoft.com/office/drawing/2014/main" id="{D47267B4-820D-47BE-9B09-4B46BBDF1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95" name="Rectangle 57">
              <a:extLst>
                <a:ext uri="{FF2B5EF4-FFF2-40B4-BE49-F238E27FC236}">
                  <a16:creationId xmlns:a16="http://schemas.microsoft.com/office/drawing/2014/main" id="{D61D1ABA-1D2D-48B8-8C35-44E8AB3F2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96" name="Rectangle 58">
              <a:extLst>
                <a:ext uri="{FF2B5EF4-FFF2-40B4-BE49-F238E27FC236}">
                  <a16:creationId xmlns:a16="http://schemas.microsoft.com/office/drawing/2014/main" id="{BCDBA4E4-A75D-4D90-BA6E-6C65CAE6D2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97" name="Rectangle 59">
              <a:extLst>
                <a:ext uri="{FF2B5EF4-FFF2-40B4-BE49-F238E27FC236}">
                  <a16:creationId xmlns:a16="http://schemas.microsoft.com/office/drawing/2014/main" id="{5AC7B387-6BFC-41B2-8B12-824478F5E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98" name="Rectangle 60">
              <a:extLst>
                <a:ext uri="{FF2B5EF4-FFF2-40B4-BE49-F238E27FC236}">
                  <a16:creationId xmlns:a16="http://schemas.microsoft.com/office/drawing/2014/main" id="{0F6B381D-3C02-440E-A4E3-F339F38B4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299" name="Rectangle 61">
              <a:extLst>
                <a:ext uri="{FF2B5EF4-FFF2-40B4-BE49-F238E27FC236}">
                  <a16:creationId xmlns:a16="http://schemas.microsoft.com/office/drawing/2014/main" id="{51F46D7A-DAF5-4057-B21C-4EDCF78D1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00" name="Rectangle 62">
              <a:extLst>
                <a:ext uri="{FF2B5EF4-FFF2-40B4-BE49-F238E27FC236}">
                  <a16:creationId xmlns:a16="http://schemas.microsoft.com/office/drawing/2014/main" id="{64614493-73F3-44C7-9FF6-C115B6F31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01" name="Rectangle 63">
              <a:extLst>
                <a:ext uri="{FF2B5EF4-FFF2-40B4-BE49-F238E27FC236}">
                  <a16:creationId xmlns:a16="http://schemas.microsoft.com/office/drawing/2014/main" id="{8CF08867-8C61-48BE-AFF8-4E5BB8351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02" name="Rectangle 64">
              <a:extLst>
                <a:ext uri="{FF2B5EF4-FFF2-40B4-BE49-F238E27FC236}">
                  <a16:creationId xmlns:a16="http://schemas.microsoft.com/office/drawing/2014/main" id="{226944BE-1D95-4C54-AF87-2C719153F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03" name="Rectangle 65">
              <a:extLst>
                <a:ext uri="{FF2B5EF4-FFF2-40B4-BE49-F238E27FC236}">
                  <a16:creationId xmlns:a16="http://schemas.microsoft.com/office/drawing/2014/main" id="{53D9EC17-EB27-4000-B1A1-F8B93F18B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04" name="Rectangle 66">
              <a:extLst>
                <a:ext uri="{FF2B5EF4-FFF2-40B4-BE49-F238E27FC236}">
                  <a16:creationId xmlns:a16="http://schemas.microsoft.com/office/drawing/2014/main" id="{8F33D90A-C495-499C-A71E-EED80A86D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05" name="Rectangle 67">
              <a:extLst>
                <a:ext uri="{FF2B5EF4-FFF2-40B4-BE49-F238E27FC236}">
                  <a16:creationId xmlns:a16="http://schemas.microsoft.com/office/drawing/2014/main" id="{67E43CAA-6B38-414A-9438-99D62EAA6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06" name="Rectangle 68">
              <a:extLst>
                <a:ext uri="{FF2B5EF4-FFF2-40B4-BE49-F238E27FC236}">
                  <a16:creationId xmlns:a16="http://schemas.microsoft.com/office/drawing/2014/main" id="{8AD0153E-F287-435B-9ED2-CFCA21E82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07" name="Rectangle 69">
              <a:extLst>
                <a:ext uri="{FF2B5EF4-FFF2-40B4-BE49-F238E27FC236}">
                  <a16:creationId xmlns:a16="http://schemas.microsoft.com/office/drawing/2014/main" id="{5C8D8A8A-82FC-4759-832F-D8E8276A0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08" name="Rectangle 70">
              <a:extLst>
                <a:ext uri="{FF2B5EF4-FFF2-40B4-BE49-F238E27FC236}">
                  <a16:creationId xmlns:a16="http://schemas.microsoft.com/office/drawing/2014/main" id="{40B8018F-7FFD-4418-8653-4BA5C6D6F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09" name="Rectangle 71">
              <a:extLst>
                <a:ext uri="{FF2B5EF4-FFF2-40B4-BE49-F238E27FC236}">
                  <a16:creationId xmlns:a16="http://schemas.microsoft.com/office/drawing/2014/main" id="{B2AB59F4-E6C7-42AE-9278-6F0F381F5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10" name="Rectangle 72">
              <a:extLst>
                <a:ext uri="{FF2B5EF4-FFF2-40B4-BE49-F238E27FC236}">
                  <a16:creationId xmlns:a16="http://schemas.microsoft.com/office/drawing/2014/main" id="{19E12CA2-40CC-4161-8D1F-9DD851037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11" name="Rectangle 73">
              <a:extLst>
                <a:ext uri="{FF2B5EF4-FFF2-40B4-BE49-F238E27FC236}">
                  <a16:creationId xmlns:a16="http://schemas.microsoft.com/office/drawing/2014/main" id="{C6926E83-6A4B-4EA5-9F43-BA4184669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12" name="Rectangle 74">
              <a:extLst>
                <a:ext uri="{FF2B5EF4-FFF2-40B4-BE49-F238E27FC236}">
                  <a16:creationId xmlns:a16="http://schemas.microsoft.com/office/drawing/2014/main" id="{F78BD57A-C9E4-41BE-8582-6EEFEA0C5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13" name="Rectangle 75">
              <a:extLst>
                <a:ext uri="{FF2B5EF4-FFF2-40B4-BE49-F238E27FC236}">
                  <a16:creationId xmlns:a16="http://schemas.microsoft.com/office/drawing/2014/main" id="{E9426960-1D79-4BC7-81C2-FA7A46B58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14" name="Rectangle 76">
              <a:extLst>
                <a:ext uri="{FF2B5EF4-FFF2-40B4-BE49-F238E27FC236}">
                  <a16:creationId xmlns:a16="http://schemas.microsoft.com/office/drawing/2014/main" id="{A3DEAB3A-3C55-4FDF-8F0C-C29346DCF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15" name="Rectangle 77">
              <a:extLst>
                <a:ext uri="{FF2B5EF4-FFF2-40B4-BE49-F238E27FC236}">
                  <a16:creationId xmlns:a16="http://schemas.microsoft.com/office/drawing/2014/main" id="{A15692AB-C21D-4AD2-8464-E2C19EAC0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16" name="Rectangle 78">
              <a:extLst>
                <a:ext uri="{FF2B5EF4-FFF2-40B4-BE49-F238E27FC236}">
                  <a16:creationId xmlns:a16="http://schemas.microsoft.com/office/drawing/2014/main" id="{794B93F9-35B6-4109-8747-DCD5B02A4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17" name="Rectangle 79">
              <a:extLst>
                <a:ext uri="{FF2B5EF4-FFF2-40B4-BE49-F238E27FC236}">
                  <a16:creationId xmlns:a16="http://schemas.microsoft.com/office/drawing/2014/main" id="{8B8E438A-7925-4A09-80E5-3E6C63BF9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18" name="Rectangle 80">
              <a:extLst>
                <a:ext uri="{FF2B5EF4-FFF2-40B4-BE49-F238E27FC236}">
                  <a16:creationId xmlns:a16="http://schemas.microsoft.com/office/drawing/2014/main" id="{686DE458-02D1-46CF-9EA8-D365B6AB9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19" name="Rectangle 81">
              <a:extLst>
                <a:ext uri="{FF2B5EF4-FFF2-40B4-BE49-F238E27FC236}">
                  <a16:creationId xmlns:a16="http://schemas.microsoft.com/office/drawing/2014/main" id="{7FAC86C8-B836-4EAB-B6D2-39C7AAE26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20" name="Rectangle 82">
              <a:extLst>
                <a:ext uri="{FF2B5EF4-FFF2-40B4-BE49-F238E27FC236}">
                  <a16:creationId xmlns:a16="http://schemas.microsoft.com/office/drawing/2014/main" id="{2ED5C014-D6BC-4EAA-B9BF-A0C68E267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7321" name="Rectangle 83">
              <a:extLst>
                <a:ext uri="{FF2B5EF4-FFF2-40B4-BE49-F238E27FC236}">
                  <a16:creationId xmlns:a16="http://schemas.microsoft.com/office/drawing/2014/main" id="{4CFCB255-A280-4FAA-8D5B-03744FCAE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37219" name="Rectangle 2">
            <a:extLst>
              <a:ext uri="{FF2B5EF4-FFF2-40B4-BE49-F238E27FC236}">
                <a16:creationId xmlns:a16="http://schemas.microsoft.com/office/drawing/2014/main" id="{8E4FB74D-3B7C-45F8-9B1A-2918B8EE67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sp>
        <p:nvSpPr>
          <p:cNvPr id="137220" name="Rectangle 110">
            <a:extLst>
              <a:ext uri="{FF2B5EF4-FFF2-40B4-BE49-F238E27FC236}">
                <a16:creationId xmlns:a16="http://schemas.microsoft.com/office/drawing/2014/main" id="{0107EC17-037B-44CF-AC90-B784AAD064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7221" name="Rectangle 118">
            <a:extLst>
              <a:ext uri="{FF2B5EF4-FFF2-40B4-BE49-F238E27FC236}">
                <a16:creationId xmlns:a16="http://schemas.microsoft.com/office/drawing/2014/main" id="{66831332-BE26-4A61-A9AD-6FA44D8699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100388"/>
            <a:ext cx="198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7222" name="Rectangle 126">
            <a:extLst>
              <a:ext uri="{FF2B5EF4-FFF2-40B4-BE49-F238E27FC236}">
                <a16:creationId xmlns:a16="http://schemas.microsoft.com/office/drawing/2014/main" id="{087DE48D-04C5-4E2C-B46C-9F1E11A8AF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3368675"/>
            <a:ext cx="198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7223" name="Rectangle 134">
            <a:extLst>
              <a:ext uri="{FF2B5EF4-FFF2-40B4-BE49-F238E27FC236}">
                <a16:creationId xmlns:a16="http://schemas.microsoft.com/office/drawing/2014/main" id="{EA58782B-C351-4FEB-B297-D07D83BFC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363696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7224" name="Rectangle 116">
            <a:extLst>
              <a:ext uri="{FF2B5EF4-FFF2-40B4-BE49-F238E27FC236}">
                <a16:creationId xmlns:a16="http://schemas.microsoft.com/office/drawing/2014/main" id="{29ED54F8-DB36-47F9-94A6-F851CC7F2C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28305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7225" name="Rectangle 124">
            <a:extLst>
              <a:ext uri="{FF2B5EF4-FFF2-40B4-BE49-F238E27FC236}">
                <a16:creationId xmlns:a16="http://schemas.microsoft.com/office/drawing/2014/main" id="{BC8CC4BE-08C8-4BC7-BFAB-0F1E2B857E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03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7226" name="Rectangle 132">
            <a:extLst>
              <a:ext uri="{FF2B5EF4-FFF2-40B4-BE49-F238E27FC236}">
                <a16:creationId xmlns:a16="http://schemas.microsoft.com/office/drawing/2014/main" id="{49C8FC02-F099-42EA-91C0-FEBD93211F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3686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0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7227" name="Rectangle 140">
            <a:extLst>
              <a:ext uri="{FF2B5EF4-FFF2-40B4-BE49-F238E27FC236}">
                <a16:creationId xmlns:a16="http://schemas.microsoft.com/office/drawing/2014/main" id="{9091E83B-E494-4E77-838D-EB5E386E43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63696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137228" name="Picture 2" descr="Screen shot 2013-10-21 at 1.42.50 PM.png">
            <a:extLst>
              <a:ext uri="{FF2B5EF4-FFF2-40B4-BE49-F238E27FC236}">
                <a16:creationId xmlns:a16="http://schemas.microsoft.com/office/drawing/2014/main" id="{A61DEAC1-4470-4838-AC7A-40BF54C40ED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9263" y="4764088"/>
            <a:ext cx="2397125" cy="187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7229" name="Picture 164" descr="Screen shot 2013-12-06 at 11.55.56 AM.png">
            <a:extLst>
              <a:ext uri="{FF2B5EF4-FFF2-40B4-BE49-F238E27FC236}">
                <a16:creationId xmlns:a16="http://schemas.microsoft.com/office/drawing/2014/main" id="{E0D47C9C-50E3-48B2-A62B-75EB4CFD250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75" y="4964113"/>
            <a:ext cx="1722438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7230" name="Rectangle 165">
            <a:extLst>
              <a:ext uri="{FF2B5EF4-FFF2-40B4-BE49-F238E27FC236}">
                <a16:creationId xmlns:a16="http://schemas.microsoft.com/office/drawing/2014/main" id="{4E91640A-C4B9-47BE-931C-C24D67B8C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3225" y="367665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7231" name="Rectangle 166">
            <a:extLst>
              <a:ext uri="{FF2B5EF4-FFF2-40B4-BE49-F238E27FC236}">
                <a16:creationId xmlns:a16="http://schemas.microsoft.com/office/drawing/2014/main" id="{4CFA3AC1-9366-43E1-9BCE-CAFC423E9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5600700"/>
            <a:ext cx="231775" cy="330200"/>
          </a:xfrm>
          <a:prstGeom prst="rect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7232" name="TextBox 159">
            <a:extLst>
              <a:ext uri="{FF2B5EF4-FFF2-40B4-BE49-F238E27FC236}">
                <a16:creationId xmlns:a16="http://schemas.microsoft.com/office/drawing/2014/main" id="{48185FF6-B1B3-410E-AB50-ACB6F62425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0075" y="5562600"/>
            <a:ext cx="539750" cy="4000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1</a:t>
            </a:r>
          </a:p>
        </p:txBody>
      </p:sp>
      <p:sp>
        <p:nvSpPr>
          <p:cNvPr id="137233" name="Rectangle 155">
            <a:extLst>
              <a:ext uri="{FF2B5EF4-FFF2-40B4-BE49-F238E27FC236}">
                <a16:creationId xmlns:a16="http://schemas.microsoft.com/office/drawing/2014/main" id="{3A65051F-29E6-4DBB-9A7C-DD88C6298C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6575" y="5605463"/>
            <a:ext cx="625475" cy="330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7234" name="Rectangle 167">
            <a:extLst>
              <a:ext uri="{FF2B5EF4-FFF2-40B4-BE49-F238E27FC236}">
                <a16:creationId xmlns:a16="http://schemas.microsoft.com/office/drawing/2014/main" id="{2250012E-E043-4AA1-87BC-B6EB9889F0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5000" y="3670300"/>
            <a:ext cx="231775" cy="330200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7235" name="Rectangle 168">
            <a:extLst>
              <a:ext uri="{FF2B5EF4-FFF2-40B4-BE49-F238E27FC236}">
                <a16:creationId xmlns:a16="http://schemas.microsoft.com/office/drawing/2014/main" id="{DE4CD1D3-C1E3-4B40-8701-C551466586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1500" y="6011863"/>
            <a:ext cx="231775" cy="330200"/>
          </a:xfrm>
          <a:prstGeom prst="rect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7236" name="Rectangle 157">
            <a:extLst>
              <a:ext uri="{FF2B5EF4-FFF2-40B4-BE49-F238E27FC236}">
                <a16:creationId xmlns:a16="http://schemas.microsoft.com/office/drawing/2014/main" id="{81B65E6E-C32C-4E38-86DA-E53E96918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7950" y="6010275"/>
            <a:ext cx="231775" cy="330200"/>
          </a:xfrm>
          <a:prstGeom prst="rect">
            <a:avLst/>
          </a:prstGeom>
          <a:noFill/>
          <a:ln w="317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7237" name="Rectangle 129">
            <a:extLst>
              <a:ext uri="{FF2B5EF4-FFF2-40B4-BE49-F238E27FC236}">
                <a16:creationId xmlns:a16="http://schemas.microsoft.com/office/drawing/2014/main" id="{0FEC6357-B9C2-411A-A7A0-CC3A15AF0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2363" y="3368675"/>
            <a:ext cx="209550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137238" name="Straight Arrow Connector 169">
            <a:extLst>
              <a:ext uri="{FF2B5EF4-FFF2-40B4-BE49-F238E27FC236}">
                <a16:creationId xmlns:a16="http://schemas.microsoft.com/office/drawing/2014/main" id="{0A21EBD3-6F0E-4D27-A69D-CA5F6F0AFAC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2590800" y="3733800"/>
            <a:ext cx="3297238" cy="1866900"/>
          </a:xfrm>
          <a:prstGeom prst="straightConnector1">
            <a:avLst/>
          </a:prstGeom>
          <a:noFill/>
          <a:ln w="25400">
            <a:solidFill>
              <a:srgbClr val="008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7239" name="Straight Arrow Connector 170">
            <a:extLst>
              <a:ext uri="{FF2B5EF4-FFF2-40B4-BE49-F238E27FC236}">
                <a16:creationId xmlns:a16="http://schemas.microsoft.com/office/drawing/2014/main" id="{B73472C5-F02A-437B-B3B8-3AF41BDCB351}"/>
              </a:ext>
            </a:extLst>
          </p:cNvPr>
          <p:cNvCxnSpPr>
            <a:cxnSpLocks noChangeShapeType="1"/>
            <a:stCxn id="137236" idx="0"/>
          </p:cNvCxnSpPr>
          <p:nvPr/>
        </p:nvCxnSpPr>
        <p:spPr bwMode="auto">
          <a:xfrm flipH="1" flipV="1">
            <a:off x="2667000" y="3657600"/>
            <a:ext cx="5176838" cy="2352675"/>
          </a:xfrm>
          <a:prstGeom prst="straightConnector1">
            <a:avLst/>
          </a:prstGeom>
          <a:noFill/>
          <a:ln w="25400">
            <a:solidFill>
              <a:srgbClr val="008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240" name="TextBox 171">
            <a:extLst>
              <a:ext uri="{FF2B5EF4-FFF2-40B4-BE49-F238E27FC236}">
                <a16:creationId xmlns:a16="http://schemas.microsoft.com/office/drawing/2014/main" id="{0118FCB8-B65A-4E72-8C00-DC4585D3F1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8" y="4921250"/>
            <a:ext cx="185578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Note that D = 11</a:t>
            </a:r>
          </a:p>
        </p:txBody>
      </p:sp>
      <p:sp>
        <p:nvSpPr>
          <p:cNvPr id="137241" name="Rectangle 111">
            <a:extLst>
              <a:ext uri="{FF2B5EF4-FFF2-40B4-BE49-F238E27FC236}">
                <a16:creationId xmlns:a16="http://schemas.microsoft.com/office/drawing/2014/main" id="{FA432654-0EBF-4BA5-A11F-CEBBC5F30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4638" y="2830513"/>
            <a:ext cx="2095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241" name="Group 13">
            <a:extLst>
              <a:ext uri="{FF2B5EF4-FFF2-40B4-BE49-F238E27FC236}">
                <a16:creationId xmlns:a16="http://schemas.microsoft.com/office/drawing/2014/main" id="{2723896D-AF63-44D3-B1A3-044AA10D2E59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38326" name="Rectangle 85">
              <a:extLst>
                <a:ext uri="{FF2B5EF4-FFF2-40B4-BE49-F238E27FC236}">
                  <a16:creationId xmlns:a16="http://schemas.microsoft.com/office/drawing/2014/main" id="{ECE0401D-5F7F-420F-AEEF-67920A62E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27" name="Rectangle 86">
              <a:extLst>
                <a:ext uri="{FF2B5EF4-FFF2-40B4-BE49-F238E27FC236}">
                  <a16:creationId xmlns:a16="http://schemas.microsoft.com/office/drawing/2014/main" id="{74825227-7C80-463A-8BBB-D1569D785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28" name="Rectangle 88">
              <a:extLst>
                <a:ext uri="{FF2B5EF4-FFF2-40B4-BE49-F238E27FC236}">
                  <a16:creationId xmlns:a16="http://schemas.microsoft.com/office/drawing/2014/main" id="{920678C3-AD42-4267-BDCA-B311486C4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29" name="Rectangle 89">
              <a:extLst>
                <a:ext uri="{FF2B5EF4-FFF2-40B4-BE49-F238E27FC236}">
                  <a16:creationId xmlns:a16="http://schemas.microsoft.com/office/drawing/2014/main" id="{2E7B5DA3-E0EE-4A4D-AEDE-592828403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30" name="Rectangle 90">
              <a:extLst>
                <a:ext uri="{FF2B5EF4-FFF2-40B4-BE49-F238E27FC236}">
                  <a16:creationId xmlns:a16="http://schemas.microsoft.com/office/drawing/2014/main" id="{F1DED04F-FF4B-4F87-AFEA-8C5BE84EE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31" name="Rectangle 91">
              <a:extLst>
                <a:ext uri="{FF2B5EF4-FFF2-40B4-BE49-F238E27FC236}">
                  <a16:creationId xmlns:a16="http://schemas.microsoft.com/office/drawing/2014/main" id="{AD5FB614-ADDB-4EEC-ABC7-297D3DCF8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32" name="Rectangle 92">
              <a:extLst>
                <a:ext uri="{FF2B5EF4-FFF2-40B4-BE49-F238E27FC236}">
                  <a16:creationId xmlns:a16="http://schemas.microsoft.com/office/drawing/2014/main" id="{0F7DEFAA-39FF-4071-948F-992A82202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33" name="Rectangle 93">
              <a:extLst>
                <a:ext uri="{FF2B5EF4-FFF2-40B4-BE49-F238E27FC236}">
                  <a16:creationId xmlns:a16="http://schemas.microsoft.com/office/drawing/2014/main" id="{B83D9E8E-B16B-4B75-915F-7992F781F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34" name="Rectangle 94">
              <a:extLst>
                <a:ext uri="{FF2B5EF4-FFF2-40B4-BE49-F238E27FC236}">
                  <a16:creationId xmlns:a16="http://schemas.microsoft.com/office/drawing/2014/main" id="{12C9FEAE-AF0F-401D-A3B3-2AA67A376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35" name="Rectangle 95">
              <a:extLst>
                <a:ext uri="{FF2B5EF4-FFF2-40B4-BE49-F238E27FC236}">
                  <a16:creationId xmlns:a16="http://schemas.microsoft.com/office/drawing/2014/main" id="{8CF58917-7A20-43ED-8AE7-C0CBFD148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36" name="Rectangle 96">
              <a:extLst>
                <a:ext uri="{FF2B5EF4-FFF2-40B4-BE49-F238E27FC236}">
                  <a16:creationId xmlns:a16="http://schemas.microsoft.com/office/drawing/2014/main" id="{213CD77B-1022-47CD-8726-D299A4420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37" name="Rectangle 97">
              <a:extLst>
                <a:ext uri="{FF2B5EF4-FFF2-40B4-BE49-F238E27FC236}">
                  <a16:creationId xmlns:a16="http://schemas.microsoft.com/office/drawing/2014/main" id="{C16A8A3F-1552-4E26-8C32-B16CD3E7B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38" name="Rectangle 98">
              <a:extLst>
                <a:ext uri="{FF2B5EF4-FFF2-40B4-BE49-F238E27FC236}">
                  <a16:creationId xmlns:a16="http://schemas.microsoft.com/office/drawing/2014/main" id="{5BE5C323-D825-4B51-B32E-B9639344A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39" name="Rectangle 99">
              <a:extLst>
                <a:ext uri="{FF2B5EF4-FFF2-40B4-BE49-F238E27FC236}">
                  <a16:creationId xmlns:a16="http://schemas.microsoft.com/office/drawing/2014/main" id="{9A9F93E9-C390-4AF3-B6E5-16C1931D0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40" name="Rectangle 100">
              <a:extLst>
                <a:ext uri="{FF2B5EF4-FFF2-40B4-BE49-F238E27FC236}">
                  <a16:creationId xmlns:a16="http://schemas.microsoft.com/office/drawing/2014/main" id="{5E3D5AD3-1BCE-4361-A61B-A21850568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41" name="Rectangle 101">
              <a:extLst>
                <a:ext uri="{FF2B5EF4-FFF2-40B4-BE49-F238E27FC236}">
                  <a16:creationId xmlns:a16="http://schemas.microsoft.com/office/drawing/2014/main" id="{E28D26B3-4C33-4562-97F7-887BB0FE5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42" name="Rectangle 102">
              <a:extLst>
                <a:ext uri="{FF2B5EF4-FFF2-40B4-BE49-F238E27FC236}">
                  <a16:creationId xmlns:a16="http://schemas.microsoft.com/office/drawing/2014/main" id="{C7F13D46-8914-4CAF-81EB-36AAD883A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43" name="Rectangle 103">
              <a:extLst>
                <a:ext uri="{FF2B5EF4-FFF2-40B4-BE49-F238E27FC236}">
                  <a16:creationId xmlns:a16="http://schemas.microsoft.com/office/drawing/2014/main" id="{61BB1A34-F820-45AC-9347-5A4B511B4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44" name="Rectangle 104">
              <a:extLst>
                <a:ext uri="{FF2B5EF4-FFF2-40B4-BE49-F238E27FC236}">
                  <a16:creationId xmlns:a16="http://schemas.microsoft.com/office/drawing/2014/main" id="{37AFF2C4-4659-4C6A-AC51-DFA0A7009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45" name="Rectangle 105">
              <a:extLst>
                <a:ext uri="{FF2B5EF4-FFF2-40B4-BE49-F238E27FC236}">
                  <a16:creationId xmlns:a16="http://schemas.microsoft.com/office/drawing/2014/main" id="{E0B4E0D7-86F2-40BE-A397-B2BBA6081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46" name="Rectangle 106">
              <a:extLst>
                <a:ext uri="{FF2B5EF4-FFF2-40B4-BE49-F238E27FC236}">
                  <a16:creationId xmlns:a16="http://schemas.microsoft.com/office/drawing/2014/main" id="{ADE0D570-15E8-4CE2-88D3-C6952BAE2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47" name="Rectangle 107">
              <a:extLst>
                <a:ext uri="{FF2B5EF4-FFF2-40B4-BE49-F238E27FC236}">
                  <a16:creationId xmlns:a16="http://schemas.microsoft.com/office/drawing/2014/main" id="{F6991CE5-87B1-4877-85F0-ED528233C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48" name="Rectangle 108">
              <a:extLst>
                <a:ext uri="{FF2B5EF4-FFF2-40B4-BE49-F238E27FC236}">
                  <a16:creationId xmlns:a16="http://schemas.microsoft.com/office/drawing/2014/main" id="{A4A73546-B6C5-4044-BBA3-BAE200C5B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49" name="Rectangle 109">
              <a:extLst>
                <a:ext uri="{FF2B5EF4-FFF2-40B4-BE49-F238E27FC236}">
                  <a16:creationId xmlns:a16="http://schemas.microsoft.com/office/drawing/2014/main" id="{5CC2F727-6D28-426F-955A-9E938155E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50" name="Rectangle 110">
              <a:extLst>
                <a:ext uri="{FF2B5EF4-FFF2-40B4-BE49-F238E27FC236}">
                  <a16:creationId xmlns:a16="http://schemas.microsoft.com/office/drawing/2014/main" id="{B9D8E441-0129-44FE-BB01-91973AC29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51" name="Rectangle 111">
              <a:extLst>
                <a:ext uri="{FF2B5EF4-FFF2-40B4-BE49-F238E27FC236}">
                  <a16:creationId xmlns:a16="http://schemas.microsoft.com/office/drawing/2014/main" id="{1C28E09F-5E92-43C6-A78E-D88C980C5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52" name="Rectangle 112">
              <a:extLst>
                <a:ext uri="{FF2B5EF4-FFF2-40B4-BE49-F238E27FC236}">
                  <a16:creationId xmlns:a16="http://schemas.microsoft.com/office/drawing/2014/main" id="{24FE5AA6-0201-4293-AECB-A59164B8B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53" name="Rectangle 113">
              <a:extLst>
                <a:ext uri="{FF2B5EF4-FFF2-40B4-BE49-F238E27FC236}">
                  <a16:creationId xmlns:a16="http://schemas.microsoft.com/office/drawing/2014/main" id="{2A70C08D-EAE9-4DDB-A2C1-963D0E7BA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54" name="Rectangle 114">
              <a:extLst>
                <a:ext uri="{FF2B5EF4-FFF2-40B4-BE49-F238E27FC236}">
                  <a16:creationId xmlns:a16="http://schemas.microsoft.com/office/drawing/2014/main" id="{CA6B831E-7CCE-49B0-AB05-C2C4C7067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55" name="Rectangle 115">
              <a:extLst>
                <a:ext uri="{FF2B5EF4-FFF2-40B4-BE49-F238E27FC236}">
                  <a16:creationId xmlns:a16="http://schemas.microsoft.com/office/drawing/2014/main" id="{413F7011-9345-4DBD-95A7-F2325F42C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56" name="Rectangle 116">
              <a:extLst>
                <a:ext uri="{FF2B5EF4-FFF2-40B4-BE49-F238E27FC236}">
                  <a16:creationId xmlns:a16="http://schemas.microsoft.com/office/drawing/2014/main" id="{F4CB2578-59BD-4FBE-A0EB-00BFC1D79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57" name="Rectangle 117">
              <a:extLst>
                <a:ext uri="{FF2B5EF4-FFF2-40B4-BE49-F238E27FC236}">
                  <a16:creationId xmlns:a16="http://schemas.microsoft.com/office/drawing/2014/main" id="{6FA106AA-EF77-4AF3-A6D1-0A023A6CC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58" name="Rectangle 118">
              <a:extLst>
                <a:ext uri="{FF2B5EF4-FFF2-40B4-BE49-F238E27FC236}">
                  <a16:creationId xmlns:a16="http://schemas.microsoft.com/office/drawing/2014/main" id="{E0A3D1D9-D3A5-4A09-95AF-4F138EFF0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59" name="Rectangle 119">
              <a:extLst>
                <a:ext uri="{FF2B5EF4-FFF2-40B4-BE49-F238E27FC236}">
                  <a16:creationId xmlns:a16="http://schemas.microsoft.com/office/drawing/2014/main" id="{4D2BCA43-94C8-444F-AEF3-93EE2C191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60" name="Rectangle 120">
              <a:extLst>
                <a:ext uri="{FF2B5EF4-FFF2-40B4-BE49-F238E27FC236}">
                  <a16:creationId xmlns:a16="http://schemas.microsoft.com/office/drawing/2014/main" id="{650EA064-FA12-4A57-9DAE-ED30AA8EB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61" name="Rectangle 121">
              <a:extLst>
                <a:ext uri="{FF2B5EF4-FFF2-40B4-BE49-F238E27FC236}">
                  <a16:creationId xmlns:a16="http://schemas.microsoft.com/office/drawing/2014/main" id="{39C1262C-433F-4816-B26B-1DB03BEF1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62" name="Rectangle 122">
              <a:extLst>
                <a:ext uri="{FF2B5EF4-FFF2-40B4-BE49-F238E27FC236}">
                  <a16:creationId xmlns:a16="http://schemas.microsoft.com/office/drawing/2014/main" id="{9A55CC8F-9D58-44A7-9930-4CDA052D6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63" name="Rectangle 123">
              <a:extLst>
                <a:ext uri="{FF2B5EF4-FFF2-40B4-BE49-F238E27FC236}">
                  <a16:creationId xmlns:a16="http://schemas.microsoft.com/office/drawing/2014/main" id="{7DC84590-F3D0-4992-B007-E56BA78FF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64" name="Rectangle 124">
              <a:extLst>
                <a:ext uri="{FF2B5EF4-FFF2-40B4-BE49-F238E27FC236}">
                  <a16:creationId xmlns:a16="http://schemas.microsoft.com/office/drawing/2014/main" id="{6FD6EEBA-051B-4FF0-9771-716F6CB65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65" name="Rectangle 125">
              <a:extLst>
                <a:ext uri="{FF2B5EF4-FFF2-40B4-BE49-F238E27FC236}">
                  <a16:creationId xmlns:a16="http://schemas.microsoft.com/office/drawing/2014/main" id="{E92CCD79-DAA1-403F-8968-B55A736EE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66" name="Rectangle 126">
              <a:extLst>
                <a:ext uri="{FF2B5EF4-FFF2-40B4-BE49-F238E27FC236}">
                  <a16:creationId xmlns:a16="http://schemas.microsoft.com/office/drawing/2014/main" id="{441268C1-CE34-43E2-BB87-E8B43C836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67" name="Rectangle 127">
              <a:extLst>
                <a:ext uri="{FF2B5EF4-FFF2-40B4-BE49-F238E27FC236}">
                  <a16:creationId xmlns:a16="http://schemas.microsoft.com/office/drawing/2014/main" id="{7D1F6FCA-FBDF-40B4-B369-E2C79DD0A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68" name="Rectangle 128">
              <a:extLst>
                <a:ext uri="{FF2B5EF4-FFF2-40B4-BE49-F238E27FC236}">
                  <a16:creationId xmlns:a16="http://schemas.microsoft.com/office/drawing/2014/main" id="{84529D97-9FE0-4980-AB45-2FB77A0A5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69" name="Rectangle 129">
              <a:extLst>
                <a:ext uri="{FF2B5EF4-FFF2-40B4-BE49-F238E27FC236}">
                  <a16:creationId xmlns:a16="http://schemas.microsoft.com/office/drawing/2014/main" id="{69C140F4-7DAD-41DC-9D4A-16B84FBD7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70" name="Rectangle 130">
              <a:extLst>
                <a:ext uri="{FF2B5EF4-FFF2-40B4-BE49-F238E27FC236}">
                  <a16:creationId xmlns:a16="http://schemas.microsoft.com/office/drawing/2014/main" id="{DE77AAAA-AAAA-4AED-A25A-62C2370CF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71" name="Rectangle 131">
              <a:extLst>
                <a:ext uri="{FF2B5EF4-FFF2-40B4-BE49-F238E27FC236}">
                  <a16:creationId xmlns:a16="http://schemas.microsoft.com/office/drawing/2014/main" id="{1C3FE03D-D743-45AA-B9EE-39BB2F0F0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72" name="Rectangle 132">
              <a:extLst>
                <a:ext uri="{FF2B5EF4-FFF2-40B4-BE49-F238E27FC236}">
                  <a16:creationId xmlns:a16="http://schemas.microsoft.com/office/drawing/2014/main" id="{B0ABC017-7384-4AEE-BBE1-7C97030EA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73" name="Rectangle 133">
              <a:extLst>
                <a:ext uri="{FF2B5EF4-FFF2-40B4-BE49-F238E27FC236}">
                  <a16:creationId xmlns:a16="http://schemas.microsoft.com/office/drawing/2014/main" id="{37227C40-2612-4745-9EA2-D0B74E6C7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74" name="Rectangle 134">
              <a:extLst>
                <a:ext uri="{FF2B5EF4-FFF2-40B4-BE49-F238E27FC236}">
                  <a16:creationId xmlns:a16="http://schemas.microsoft.com/office/drawing/2014/main" id="{66CB6BC7-CD35-4940-9985-A457A4E94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75" name="Rectangle 135">
              <a:extLst>
                <a:ext uri="{FF2B5EF4-FFF2-40B4-BE49-F238E27FC236}">
                  <a16:creationId xmlns:a16="http://schemas.microsoft.com/office/drawing/2014/main" id="{0F35D6A4-0ADB-4A63-B768-A45F7DA93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76" name="Rectangle 136">
              <a:extLst>
                <a:ext uri="{FF2B5EF4-FFF2-40B4-BE49-F238E27FC236}">
                  <a16:creationId xmlns:a16="http://schemas.microsoft.com/office/drawing/2014/main" id="{A6869539-8F4D-4C70-B7D9-7B007EDE7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77" name="Rectangle 137">
              <a:extLst>
                <a:ext uri="{FF2B5EF4-FFF2-40B4-BE49-F238E27FC236}">
                  <a16:creationId xmlns:a16="http://schemas.microsoft.com/office/drawing/2014/main" id="{163EBE34-E190-490E-81D4-F477DEEFC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78" name="Rectangle 138">
              <a:extLst>
                <a:ext uri="{FF2B5EF4-FFF2-40B4-BE49-F238E27FC236}">
                  <a16:creationId xmlns:a16="http://schemas.microsoft.com/office/drawing/2014/main" id="{1724671E-29E0-4E9C-A9DE-2170ECA2C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79" name="Rectangle 139">
              <a:extLst>
                <a:ext uri="{FF2B5EF4-FFF2-40B4-BE49-F238E27FC236}">
                  <a16:creationId xmlns:a16="http://schemas.microsoft.com/office/drawing/2014/main" id="{100125B1-973C-4144-845A-3DDD5122A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80" name="Rectangle 140">
              <a:extLst>
                <a:ext uri="{FF2B5EF4-FFF2-40B4-BE49-F238E27FC236}">
                  <a16:creationId xmlns:a16="http://schemas.microsoft.com/office/drawing/2014/main" id="{DD792F28-9A82-4204-8FA4-1B66C4908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38242" name="Group 69">
            <a:extLst>
              <a:ext uri="{FF2B5EF4-FFF2-40B4-BE49-F238E27FC236}">
                <a16:creationId xmlns:a16="http://schemas.microsoft.com/office/drawing/2014/main" id="{B8E56CDF-EBC5-4F97-9776-22B7B5A4E42D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38246" name="Rectangle 4">
              <a:extLst>
                <a:ext uri="{FF2B5EF4-FFF2-40B4-BE49-F238E27FC236}">
                  <a16:creationId xmlns:a16="http://schemas.microsoft.com/office/drawing/2014/main" id="{2562A8E1-C519-44F0-95C7-4377618B2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47" name="Rectangle 5">
              <a:extLst>
                <a:ext uri="{FF2B5EF4-FFF2-40B4-BE49-F238E27FC236}">
                  <a16:creationId xmlns:a16="http://schemas.microsoft.com/office/drawing/2014/main" id="{80CCA0AF-E07B-4D90-A73D-86BE7226A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48" name="Rectangle 6">
              <a:extLst>
                <a:ext uri="{FF2B5EF4-FFF2-40B4-BE49-F238E27FC236}">
                  <a16:creationId xmlns:a16="http://schemas.microsoft.com/office/drawing/2014/main" id="{73C07458-CC99-4230-8F77-8E231D78B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49" name="Rectangle 7">
              <a:extLst>
                <a:ext uri="{FF2B5EF4-FFF2-40B4-BE49-F238E27FC236}">
                  <a16:creationId xmlns:a16="http://schemas.microsoft.com/office/drawing/2014/main" id="{55B46851-D538-48A2-9A76-9C97886BB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50" name="Rectangle 8">
              <a:extLst>
                <a:ext uri="{FF2B5EF4-FFF2-40B4-BE49-F238E27FC236}">
                  <a16:creationId xmlns:a16="http://schemas.microsoft.com/office/drawing/2014/main" id="{B1CBF200-ADCB-44FD-9F45-262F4F936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51" name="Rectangle 9">
              <a:extLst>
                <a:ext uri="{FF2B5EF4-FFF2-40B4-BE49-F238E27FC236}">
                  <a16:creationId xmlns:a16="http://schemas.microsoft.com/office/drawing/2014/main" id="{9EEEF062-5446-4084-A871-60C2C0EB0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52" name="Rectangle 10">
              <a:extLst>
                <a:ext uri="{FF2B5EF4-FFF2-40B4-BE49-F238E27FC236}">
                  <a16:creationId xmlns:a16="http://schemas.microsoft.com/office/drawing/2014/main" id="{6A6FDE42-0D95-4B07-A20C-2BF872EF5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53" name="Rectangle 11">
              <a:extLst>
                <a:ext uri="{FF2B5EF4-FFF2-40B4-BE49-F238E27FC236}">
                  <a16:creationId xmlns:a16="http://schemas.microsoft.com/office/drawing/2014/main" id="{464F3CCF-1EC5-458B-94BA-774E4D2AD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54" name="Rectangle 12">
              <a:extLst>
                <a:ext uri="{FF2B5EF4-FFF2-40B4-BE49-F238E27FC236}">
                  <a16:creationId xmlns:a16="http://schemas.microsoft.com/office/drawing/2014/main" id="{8975E96F-8D0A-4604-93FF-97F023AF6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55" name="Rectangle 13">
              <a:extLst>
                <a:ext uri="{FF2B5EF4-FFF2-40B4-BE49-F238E27FC236}">
                  <a16:creationId xmlns:a16="http://schemas.microsoft.com/office/drawing/2014/main" id="{1C0FB969-31C7-4B01-9324-5960575DA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56" name="Rectangle 14">
              <a:extLst>
                <a:ext uri="{FF2B5EF4-FFF2-40B4-BE49-F238E27FC236}">
                  <a16:creationId xmlns:a16="http://schemas.microsoft.com/office/drawing/2014/main" id="{F09A0FC1-7150-4D3A-B337-2AE30548A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57" name="Rectangle 15">
              <a:extLst>
                <a:ext uri="{FF2B5EF4-FFF2-40B4-BE49-F238E27FC236}">
                  <a16:creationId xmlns:a16="http://schemas.microsoft.com/office/drawing/2014/main" id="{4928B51E-D2FE-48E2-B81E-5D2F7CB2F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58" name="Rectangle 16">
              <a:extLst>
                <a:ext uri="{FF2B5EF4-FFF2-40B4-BE49-F238E27FC236}">
                  <a16:creationId xmlns:a16="http://schemas.microsoft.com/office/drawing/2014/main" id="{AFDA4A68-935A-4961-88BC-015F53249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59" name="Rectangle 17">
              <a:extLst>
                <a:ext uri="{FF2B5EF4-FFF2-40B4-BE49-F238E27FC236}">
                  <a16:creationId xmlns:a16="http://schemas.microsoft.com/office/drawing/2014/main" id="{34C2BECF-231D-436E-93DF-F8D1C26BA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60" name="Rectangle 18">
              <a:extLst>
                <a:ext uri="{FF2B5EF4-FFF2-40B4-BE49-F238E27FC236}">
                  <a16:creationId xmlns:a16="http://schemas.microsoft.com/office/drawing/2014/main" id="{DC26D9ED-6EED-4FF4-A44D-BEEE88B0E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61" name="Rectangle 19">
              <a:extLst>
                <a:ext uri="{FF2B5EF4-FFF2-40B4-BE49-F238E27FC236}">
                  <a16:creationId xmlns:a16="http://schemas.microsoft.com/office/drawing/2014/main" id="{DE8A63BD-95AA-4AD4-9F68-2AEE67917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62" name="Rectangle 20">
              <a:extLst>
                <a:ext uri="{FF2B5EF4-FFF2-40B4-BE49-F238E27FC236}">
                  <a16:creationId xmlns:a16="http://schemas.microsoft.com/office/drawing/2014/main" id="{83F1CE32-93E2-4F8E-8651-4363AE54C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63" name="Rectangle 21">
              <a:extLst>
                <a:ext uri="{FF2B5EF4-FFF2-40B4-BE49-F238E27FC236}">
                  <a16:creationId xmlns:a16="http://schemas.microsoft.com/office/drawing/2014/main" id="{BC8F5779-EFE1-4384-82A7-AEDC7E381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64" name="Rectangle 22">
              <a:extLst>
                <a:ext uri="{FF2B5EF4-FFF2-40B4-BE49-F238E27FC236}">
                  <a16:creationId xmlns:a16="http://schemas.microsoft.com/office/drawing/2014/main" id="{ED487932-4D20-4216-955D-EAC2C579D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65" name="Rectangle 23">
              <a:extLst>
                <a:ext uri="{FF2B5EF4-FFF2-40B4-BE49-F238E27FC236}">
                  <a16:creationId xmlns:a16="http://schemas.microsoft.com/office/drawing/2014/main" id="{82E637D5-2809-4067-93F9-AE61F5C5A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66" name="Rectangle 24">
              <a:extLst>
                <a:ext uri="{FF2B5EF4-FFF2-40B4-BE49-F238E27FC236}">
                  <a16:creationId xmlns:a16="http://schemas.microsoft.com/office/drawing/2014/main" id="{8FB4EDBD-1512-4890-8876-40A16DA81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67" name="Rectangle 25">
              <a:extLst>
                <a:ext uri="{FF2B5EF4-FFF2-40B4-BE49-F238E27FC236}">
                  <a16:creationId xmlns:a16="http://schemas.microsoft.com/office/drawing/2014/main" id="{38B46730-160E-4A48-A0E9-55BF01A69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68" name="Rectangle 26">
              <a:extLst>
                <a:ext uri="{FF2B5EF4-FFF2-40B4-BE49-F238E27FC236}">
                  <a16:creationId xmlns:a16="http://schemas.microsoft.com/office/drawing/2014/main" id="{FF4450A5-74B1-42E9-99C5-F9D444047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69" name="Rectangle 27">
              <a:extLst>
                <a:ext uri="{FF2B5EF4-FFF2-40B4-BE49-F238E27FC236}">
                  <a16:creationId xmlns:a16="http://schemas.microsoft.com/office/drawing/2014/main" id="{4609C1AD-59AB-4929-B5D0-814309FF2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70" name="Rectangle 28">
              <a:extLst>
                <a:ext uri="{FF2B5EF4-FFF2-40B4-BE49-F238E27FC236}">
                  <a16:creationId xmlns:a16="http://schemas.microsoft.com/office/drawing/2014/main" id="{F5533F5B-6965-47B5-AFD1-A4815AF63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71" name="Rectangle 29">
              <a:extLst>
                <a:ext uri="{FF2B5EF4-FFF2-40B4-BE49-F238E27FC236}">
                  <a16:creationId xmlns:a16="http://schemas.microsoft.com/office/drawing/2014/main" id="{1D8275F1-83AC-4E16-AE9A-2CDC6B771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72" name="Rectangle 30">
              <a:extLst>
                <a:ext uri="{FF2B5EF4-FFF2-40B4-BE49-F238E27FC236}">
                  <a16:creationId xmlns:a16="http://schemas.microsoft.com/office/drawing/2014/main" id="{1723D8B6-7A12-4D6F-8E40-B25587E4E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73" name="Rectangle 31">
              <a:extLst>
                <a:ext uri="{FF2B5EF4-FFF2-40B4-BE49-F238E27FC236}">
                  <a16:creationId xmlns:a16="http://schemas.microsoft.com/office/drawing/2014/main" id="{109337A7-8B83-481F-80BE-19639DD4A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74" name="Rectangle 32">
              <a:extLst>
                <a:ext uri="{FF2B5EF4-FFF2-40B4-BE49-F238E27FC236}">
                  <a16:creationId xmlns:a16="http://schemas.microsoft.com/office/drawing/2014/main" id="{5E9D79EA-5350-4F9D-BE47-9899FDA67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75" name="Rectangle 33">
              <a:extLst>
                <a:ext uri="{FF2B5EF4-FFF2-40B4-BE49-F238E27FC236}">
                  <a16:creationId xmlns:a16="http://schemas.microsoft.com/office/drawing/2014/main" id="{0FCA22C8-8DD5-430A-B982-1AE06D605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76" name="Rectangle 34">
              <a:extLst>
                <a:ext uri="{FF2B5EF4-FFF2-40B4-BE49-F238E27FC236}">
                  <a16:creationId xmlns:a16="http://schemas.microsoft.com/office/drawing/2014/main" id="{E14707D6-27ED-45B4-98E9-CA94E6E91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77" name="Rectangle 35">
              <a:extLst>
                <a:ext uri="{FF2B5EF4-FFF2-40B4-BE49-F238E27FC236}">
                  <a16:creationId xmlns:a16="http://schemas.microsoft.com/office/drawing/2014/main" id="{ECE5CD35-A423-493F-820E-8772868A0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78" name="Rectangle 36">
              <a:extLst>
                <a:ext uri="{FF2B5EF4-FFF2-40B4-BE49-F238E27FC236}">
                  <a16:creationId xmlns:a16="http://schemas.microsoft.com/office/drawing/2014/main" id="{12C7767E-6545-4C90-8805-7DB854B2F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79" name="Rectangle 37">
              <a:extLst>
                <a:ext uri="{FF2B5EF4-FFF2-40B4-BE49-F238E27FC236}">
                  <a16:creationId xmlns:a16="http://schemas.microsoft.com/office/drawing/2014/main" id="{EA8C281B-A11B-4548-A448-9EA359D4C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80" name="Rectangle 38">
              <a:extLst>
                <a:ext uri="{FF2B5EF4-FFF2-40B4-BE49-F238E27FC236}">
                  <a16:creationId xmlns:a16="http://schemas.microsoft.com/office/drawing/2014/main" id="{E3EC4778-2D0C-44CF-BC11-CC3DBB689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81" name="Rectangle 39">
              <a:extLst>
                <a:ext uri="{FF2B5EF4-FFF2-40B4-BE49-F238E27FC236}">
                  <a16:creationId xmlns:a16="http://schemas.microsoft.com/office/drawing/2014/main" id="{D814D770-B1CB-46F0-B423-942E3CC84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82" name="Rectangle 40">
              <a:extLst>
                <a:ext uri="{FF2B5EF4-FFF2-40B4-BE49-F238E27FC236}">
                  <a16:creationId xmlns:a16="http://schemas.microsoft.com/office/drawing/2014/main" id="{E9E8778F-4A59-4592-99DF-8D9505E46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83" name="Rectangle 41">
              <a:extLst>
                <a:ext uri="{FF2B5EF4-FFF2-40B4-BE49-F238E27FC236}">
                  <a16:creationId xmlns:a16="http://schemas.microsoft.com/office/drawing/2014/main" id="{0DA610FC-9439-4E80-9DF4-7E7FD3E91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84" name="Rectangle 42">
              <a:extLst>
                <a:ext uri="{FF2B5EF4-FFF2-40B4-BE49-F238E27FC236}">
                  <a16:creationId xmlns:a16="http://schemas.microsoft.com/office/drawing/2014/main" id="{C4FFA5BA-C8D8-4D02-97F1-CF00B8151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85" name="Rectangle 43">
              <a:extLst>
                <a:ext uri="{FF2B5EF4-FFF2-40B4-BE49-F238E27FC236}">
                  <a16:creationId xmlns:a16="http://schemas.microsoft.com/office/drawing/2014/main" id="{DFC42DB2-D6C4-40A5-A0ED-86F333DBA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86" name="Rectangle 44">
              <a:extLst>
                <a:ext uri="{FF2B5EF4-FFF2-40B4-BE49-F238E27FC236}">
                  <a16:creationId xmlns:a16="http://schemas.microsoft.com/office/drawing/2014/main" id="{E29C901C-B324-4342-A0F4-860E72ABE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87" name="Rectangle 45">
              <a:extLst>
                <a:ext uri="{FF2B5EF4-FFF2-40B4-BE49-F238E27FC236}">
                  <a16:creationId xmlns:a16="http://schemas.microsoft.com/office/drawing/2014/main" id="{C83B27FA-A656-443F-BA78-F436903BD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88" name="Rectangle 46">
              <a:extLst>
                <a:ext uri="{FF2B5EF4-FFF2-40B4-BE49-F238E27FC236}">
                  <a16:creationId xmlns:a16="http://schemas.microsoft.com/office/drawing/2014/main" id="{EA37D1D7-C3BD-4F13-BF5D-3EDE03BF4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89" name="Rectangle 47">
              <a:extLst>
                <a:ext uri="{FF2B5EF4-FFF2-40B4-BE49-F238E27FC236}">
                  <a16:creationId xmlns:a16="http://schemas.microsoft.com/office/drawing/2014/main" id="{C1414BE7-ACB5-467E-B6E2-9FEBD49E9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90" name="Rectangle 48">
              <a:extLst>
                <a:ext uri="{FF2B5EF4-FFF2-40B4-BE49-F238E27FC236}">
                  <a16:creationId xmlns:a16="http://schemas.microsoft.com/office/drawing/2014/main" id="{A1A45F80-1D3C-4821-9854-7C313E1E3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91" name="Rectangle 49">
              <a:extLst>
                <a:ext uri="{FF2B5EF4-FFF2-40B4-BE49-F238E27FC236}">
                  <a16:creationId xmlns:a16="http://schemas.microsoft.com/office/drawing/2014/main" id="{F0672E48-A1FF-4A86-8947-6524C1CBB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92" name="Rectangle 50">
              <a:extLst>
                <a:ext uri="{FF2B5EF4-FFF2-40B4-BE49-F238E27FC236}">
                  <a16:creationId xmlns:a16="http://schemas.microsoft.com/office/drawing/2014/main" id="{9BBD022A-0860-4A7A-98A2-E1275640B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93" name="Rectangle 51">
              <a:extLst>
                <a:ext uri="{FF2B5EF4-FFF2-40B4-BE49-F238E27FC236}">
                  <a16:creationId xmlns:a16="http://schemas.microsoft.com/office/drawing/2014/main" id="{721044EE-CD52-4C4B-B9A9-B6D1B8C63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94" name="Rectangle 52">
              <a:extLst>
                <a:ext uri="{FF2B5EF4-FFF2-40B4-BE49-F238E27FC236}">
                  <a16:creationId xmlns:a16="http://schemas.microsoft.com/office/drawing/2014/main" id="{6453A361-27AE-47FB-B206-0B382580A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95" name="Rectangle 53">
              <a:extLst>
                <a:ext uri="{FF2B5EF4-FFF2-40B4-BE49-F238E27FC236}">
                  <a16:creationId xmlns:a16="http://schemas.microsoft.com/office/drawing/2014/main" id="{D32AC242-A1AC-4724-A10C-64F4DDA73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96" name="Rectangle 54">
              <a:extLst>
                <a:ext uri="{FF2B5EF4-FFF2-40B4-BE49-F238E27FC236}">
                  <a16:creationId xmlns:a16="http://schemas.microsoft.com/office/drawing/2014/main" id="{9DF25393-3902-43B1-A4B1-38D76E1AE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97" name="Rectangle 55">
              <a:extLst>
                <a:ext uri="{FF2B5EF4-FFF2-40B4-BE49-F238E27FC236}">
                  <a16:creationId xmlns:a16="http://schemas.microsoft.com/office/drawing/2014/main" id="{686A5954-C4C2-40AA-8FE9-030308268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98" name="Rectangle 56">
              <a:extLst>
                <a:ext uri="{FF2B5EF4-FFF2-40B4-BE49-F238E27FC236}">
                  <a16:creationId xmlns:a16="http://schemas.microsoft.com/office/drawing/2014/main" id="{2F91433B-3B57-42DA-AEF4-D05E2C3AE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299" name="Rectangle 57">
              <a:extLst>
                <a:ext uri="{FF2B5EF4-FFF2-40B4-BE49-F238E27FC236}">
                  <a16:creationId xmlns:a16="http://schemas.microsoft.com/office/drawing/2014/main" id="{9E331E41-4B17-4269-BD2D-86C935413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00" name="Rectangle 58">
              <a:extLst>
                <a:ext uri="{FF2B5EF4-FFF2-40B4-BE49-F238E27FC236}">
                  <a16:creationId xmlns:a16="http://schemas.microsoft.com/office/drawing/2014/main" id="{D9B44E04-FDB5-4524-8491-B57492BD0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01" name="Rectangle 59">
              <a:extLst>
                <a:ext uri="{FF2B5EF4-FFF2-40B4-BE49-F238E27FC236}">
                  <a16:creationId xmlns:a16="http://schemas.microsoft.com/office/drawing/2014/main" id="{58A0E674-9555-4E4B-9700-9C7CC1507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02" name="Rectangle 60">
              <a:extLst>
                <a:ext uri="{FF2B5EF4-FFF2-40B4-BE49-F238E27FC236}">
                  <a16:creationId xmlns:a16="http://schemas.microsoft.com/office/drawing/2014/main" id="{14B65637-22EA-40BD-91EF-5614DF3A5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03" name="Rectangle 61">
              <a:extLst>
                <a:ext uri="{FF2B5EF4-FFF2-40B4-BE49-F238E27FC236}">
                  <a16:creationId xmlns:a16="http://schemas.microsoft.com/office/drawing/2014/main" id="{E576A40B-C4F1-44D5-AAF6-3AD81A57F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04" name="Rectangle 62">
              <a:extLst>
                <a:ext uri="{FF2B5EF4-FFF2-40B4-BE49-F238E27FC236}">
                  <a16:creationId xmlns:a16="http://schemas.microsoft.com/office/drawing/2014/main" id="{A4CCF7EA-A141-4CC8-943E-1F168AA2B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05" name="Rectangle 63">
              <a:extLst>
                <a:ext uri="{FF2B5EF4-FFF2-40B4-BE49-F238E27FC236}">
                  <a16:creationId xmlns:a16="http://schemas.microsoft.com/office/drawing/2014/main" id="{E98B701D-0903-458D-94A9-0F96B739B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06" name="Rectangle 64">
              <a:extLst>
                <a:ext uri="{FF2B5EF4-FFF2-40B4-BE49-F238E27FC236}">
                  <a16:creationId xmlns:a16="http://schemas.microsoft.com/office/drawing/2014/main" id="{2705B7D8-61BE-48A7-9D9F-06FFB77DF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07" name="Rectangle 65">
              <a:extLst>
                <a:ext uri="{FF2B5EF4-FFF2-40B4-BE49-F238E27FC236}">
                  <a16:creationId xmlns:a16="http://schemas.microsoft.com/office/drawing/2014/main" id="{3DB6D745-CBC3-474F-98C7-0DE753F1B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08" name="Rectangle 66">
              <a:extLst>
                <a:ext uri="{FF2B5EF4-FFF2-40B4-BE49-F238E27FC236}">
                  <a16:creationId xmlns:a16="http://schemas.microsoft.com/office/drawing/2014/main" id="{E7782020-5207-43F6-8B0D-04DA70723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09" name="Rectangle 67">
              <a:extLst>
                <a:ext uri="{FF2B5EF4-FFF2-40B4-BE49-F238E27FC236}">
                  <a16:creationId xmlns:a16="http://schemas.microsoft.com/office/drawing/2014/main" id="{6BBC1727-20CA-4D15-8874-6E40F5018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10" name="Rectangle 68">
              <a:extLst>
                <a:ext uri="{FF2B5EF4-FFF2-40B4-BE49-F238E27FC236}">
                  <a16:creationId xmlns:a16="http://schemas.microsoft.com/office/drawing/2014/main" id="{C72B32E5-FC3C-4BE8-9B37-BCCF14E28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11" name="Rectangle 69">
              <a:extLst>
                <a:ext uri="{FF2B5EF4-FFF2-40B4-BE49-F238E27FC236}">
                  <a16:creationId xmlns:a16="http://schemas.microsoft.com/office/drawing/2014/main" id="{BA7947C0-4448-436A-B1E9-80B589B5D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12" name="Rectangle 70">
              <a:extLst>
                <a:ext uri="{FF2B5EF4-FFF2-40B4-BE49-F238E27FC236}">
                  <a16:creationId xmlns:a16="http://schemas.microsoft.com/office/drawing/2014/main" id="{45B27B58-E30A-470B-861D-8F9A7E989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13" name="Rectangle 71">
              <a:extLst>
                <a:ext uri="{FF2B5EF4-FFF2-40B4-BE49-F238E27FC236}">
                  <a16:creationId xmlns:a16="http://schemas.microsoft.com/office/drawing/2014/main" id="{3AE0817E-DF42-4A87-8308-0BCBF4CA0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14" name="Rectangle 72">
              <a:extLst>
                <a:ext uri="{FF2B5EF4-FFF2-40B4-BE49-F238E27FC236}">
                  <a16:creationId xmlns:a16="http://schemas.microsoft.com/office/drawing/2014/main" id="{397B8823-EA5E-425D-A89E-C74430D9B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15" name="Rectangle 73">
              <a:extLst>
                <a:ext uri="{FF2B5EF4-FFF2-40B4-BE49-F238E27FC236}">
                  <a16:creationId xmlns:a16="http://schemas.microsoft.com/office/drawing/2014/main" id="{9C26A97C-45E3-4820-B5B5-287C7A767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16" name="Rectangle 74">
              <a:extLst>
                <a:ext uri="{FF2B5EF4-FFF2-40B4-BE49-F238E27FC236}">
                  <a16:creationId xmlns:a16="http://schemas.microsoft.com/office/drawing/2014/main" id="{F4092FFE-D6A5-4964-9B9A-0474EE9C5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17" name="Rectangle 75">
              <a:extLst>
                <a:ext uri="{FF2B5EF4-FFF2-40B4-BE49-F238E27FC236}">
                  <a16:creationId xmlns:a16="http://schemas.microsoft.com/office/drawing/2014/main" id="{FC212EE5-BDE5-429A-84E6-1900D206A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18" name="Rectangle 76">
              <a:extLst>
                <a:ext uri="{FF2B5EF4-FFF2-40B4-BE49-F238E27FC236}">
                  <a16:creationId xmlns:a16="http://schemas.microsoft.com/office/drawing/2014/main" id="{26A06C73-5708-44AB-BDD0-0A06236AC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19" name="Rectangle 77">
              <a:extLst>
                <a:ext uri="{FF2B5EF4-FFF2-40B4-BE49-F238E27FC236}">
                  <a16:creationId xmlns:a16="http://schemas.microsoft.com/office/drawing/2014/main" id="{11224904-4113-4AD0-913C-BB9152E0C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20" name="Rectangle 78">
              <a:extLst>
                <a:ext uri="{FF2B5EF4-FFF2-40B4-BE49-F238E27FC236}">
                  <a16:creationId xmlns:a16="http://schemas.microsoft.com/office/drawing/2014/main" id="{4D191F52-5D45-475D-A6CE-3194A0AF3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21" name="Rectangle 79">
              <a:extLst>
                <a:ext uri="{FF2B5EF4-FFF2-40B4-BE49-F238E27FC236}">
                  <a16:creationId xmlns:a16="http://schemas.microsoft.com/office/drawing/2014/main" id="{96382257-56D1-40F6-8EB2-4FAC83103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22" name="Rectangle 80">
              <a:extLst>
                <a:ext uri="{FF2B5EF4-FFF2-40B4-BE49-F238E27FC236}">
                  <a16:creationId xmlns:a16="http://schemas.microsoft.com/office/drawing/2014/main" id="{B36629D7-9FFB-4E0E-A61F-A23E0F0C1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23" name="Rectangle 81">
              <a:extLst>
                <a:ext uri="{FF2B5EF4-FFF2-40B4-BE49-F238E27FC236}">
                  <a16:creationId xmlns:a16="http://schemas.microsoft.com/office/drawing/2014/main" id="{F971BD64-2A53-4BBA-A87C-5CF85AF9E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24" name="Rectangle 82">
              <a:extLst>
                <a:ext uri="{FF2B5EF4-FFF2-40B4-BE49-F238E27FC236}">
                  <a16:creationId xmlns:a16="http://schemas.microsoft.com/office/drawing/2014/main" id="{BD0AE4FF-C0ED-4AB7-A665-90E6958BE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8325" name="Rectangle 83">
              <a:extLst>
                <a:ext uri="{FF2B5EF4-FFF2-40B4-BE49-F238E27FC236}">
                  <a16:creationId xmlns:a16="http://schemas.microsoft.com/office/drawing/2014/main" id="{B352489E-5736-443E-8874-170E488C5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38243" name="Rectangle 2">
            <a:extLst>
              <a:ext uri="{FF2B5EF4-FFF2-40B4-BE49-F238E27FC236}">
                <a16:creationId xmlns:a16="http://schemas.microsoft.com/office/drawing/2014/main" id="{4A946B80-7413-4E3C-B465-C83D7D8D2C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20663"/>
            <a:ext cx="9144000" cy="79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Let’s derive the state table</a:t>
            </a:r>
          </a:p>
        </p:txBody>
      </p:sp>
      <p:pic>
        <p:nvPicPr>
          <p:cNvPr id="138244" name="Picture 2" descr="Screen shot 2013-10-21 at 1.42.50 PM.png">
            <a:extLst>
              <a:ext uri="{FF2B5EF4-FFF2-40B4-BE49-F238E27FC236}">
                <a16:creationId xmlns:a16="http://schemas.microsoft.com/office/drawing/2014/main" id="{0F5D1D1F-5898-4249-A49C-1476EB623EF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9263" y="4764088"/>
            <a:ext cx="2397125" cy="187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8245" name="Picture 152" descr="Screen shot 2013-12-06 at 11.55.56 AM.png">
            <a:extLst>
              <a:ext uri="{FF2B5EF4-FFF2-40B4-BE49-F238E27FC236}">
                <a16:creationId xmlns:a16="http://schemas.microsoft.com/office/drawing/2014/main" id="{D42C7E29-EF7D-4FFF-A705-BC847DC004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6875" y="4964113"/>
            <a:ext cx="1722438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265" name="Group 13">
            <a:extLst>
              <a:ext uri="{FF2B5EF4-FFF2-40B4-BE49-F238E27FC236}">
                <a16:creationId xmlns:a16="http://schemas.microsoft.com/office/drawing/2014/main" id="{4BB49CB1-62F6-40C7-91AB-D13D74CECE77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1909763"/>
            <a:ext cx="3536950" cy="2051050"/>
            <a:chOff x="5049838" y="1738313"/>
            <a:chExt cx="3536950" cy="2051050"/>
          </a:xfrm>
        </p:grpSpPr>
        <p:sp>
          <p:nvSpPr>
            <p:cNvPr id="139352" name="Rectangle 85">
              <a:extLst>
                <a:ext uri="{FF2B5EF4-FFF2-40B4-BE49-F238E27FC236}">
                  <a16:creationId xmlns:a16="http://schemas.microsoft.com/office/drawing/2014/main" id="{77AE2FBB-787D-4A00-84B2-4B6ABD964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53" name="Rectangle 86">
              <a:extLst>
                <a:ext uri="{FF2B5EF4-FFF2-40B4-BE49-F238E27FC236}">
                  <a16:creationId xmlns:a16="http://schemas.microsoft.com/office/drawing/2014/main" id="{38E97A77-4DF8-4AC1-B3D8-937CF0ECE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54" name="Rectangle 88">
              <a:extLst>
                <a:ext uri="{FF2B5EF4-FFF2-40B4-BE49-F238E27FC236}">
                  <a16:creationId xmlns:a16="http://schemas.microsoft.com/office/drawing/2014/main" id="{3E3DEAD8-8C71-4229-92AC-2A1EC4267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55" name="Rectangle 89">
              <a:extLst>
                <a:ext uri="{FF2B5EF4-FFF2-40B4-BE49-F238E27FC236}">
                  <a16:creationId xmlns:a16="http://schemas.microsoft.com/office/drawing/2014/main" id="{38927264-CA64-4833-B22C-C810C1ACB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56" name="Rectangle 90">
              <a:extLst>
                <a:ext uri="{FF2B5EF4-FFF2-40B4-BE49-F238E27FC236}">
                  <a16:creationId xmlns:a16="http://schemas.microsoft.com/office/drawing/2014/main" id="{C95A7908-242D-48B9-931A-B733CE90A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57" name="Rectangle 91">
              <a:extLst>
                <a:ext uri="{FF2B5EF4-FFF2-40B4-BE49-F238E27FC236}">
                  <a16:creationId xmlns:a16="http://schemas.microsoft.com/office/drawing/2014/main" id="{42CF23EF-EF44-4CC6-B9B7-A6147D8A3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58" name="Rectangle 92">
              <a:extLst>
                <a:ext uri="{FF2B5EF4-FFF2-40B4-BE49-F238E27FC236}">
                  <a16:creationId xmlns:a16="http://schemas.microsoft.com/office/drawing/2014/main" id="{657ABC79-D4AE-4D82-9ADB-F3CB325B5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59" name="Rectangle 93">
              <a:extLst>
                <a:ext uri="{FF2B5EF4-FFF2-40B4-BE49-F238E27FC236}">
                  <a16:creationId xmlns:a16="http://schemas.microsoft.com/office/drawing/2014/main" id="{DC9FCFF1-8CEE-4350-8DF9-F34F9E5A4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60" name="Rectangle 94">
              <a:extLst>
                <a:ext uri="{FF2B5EF4-FFF2-40B4-BE49-F238E27FC236}">
                  <a16:creationId xmlns:a16="http://schemas.microsoft.com/office/drawing/2014/main" id="{5E5B1536-734A-447E-A459-9E3BFEC73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61" name="Rectangle 95">
              <a:extLst>
                <a:ext uri="{FF2B5EF4-FFF2-40B4-BE49-F238E27FC236}">
                  <a16:creationId xmlns:a16="http://schemas.microsoft.com/office/drawing/2014/main" id="{DF1F8DF2-2C1A-4C3F-A343-942F4691F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62" name="Rectangle 96">
              <a:extLst>
                <a:ext uri="{FF2B5EF4-FFF2-40B4-BE49-F238E27FC236}">
                  <a16:creationId xmlns:a16="http://schemas.microsoft.com/office/drawing/2014/main" id="{8088DA35-F8DD-4A58-A4AE-BE3DFBEAD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63" name="Rectangle 97">
              <a:extLst>
                <a:ext uri="{FF2B5EF4-FFF2-40B4-BE49-F238E27FC236}">
                  <a16:creationId xmlns:a16="http://schemas.microsoft.com/office/drawing/2014/main" id="{1C8E8D27-EC46-469B-A3E9-3C97EBC27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64" name="Rectangle 98">
              <a:extLst>
                <a:ext uri="{FF2B5EF4-FFF2-40B4-BE49-F238E27FC236}">
                  <a16:creationId xmlns:a16="http://schemas.microsoft.com/office/drawing/2014/main" id="{7576BA12-B794-4423-88DE-2FE147D04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65" name="Rectangle 99">
              <a:extLst>
                <a:ext uri="{FF2B5EF4-FFF2-40B4-BE49-F238E27FC236}">
                  <a16:creationId xmlns:a16="http://schemas.microsoft.com/office/drawing/2014/main" id="{894A1E1D-C237-40F0-91B0-DABD72866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66" name="Rectangle 100">
              <a:extLst>
                <a:ext uri="{FF2B5EF4-FFF2-40B4-BE49-F238E27FC236}">
                  <a16:creationId xmlns:a16="http://schemas.microsoft.com/office/drawing/2014/main" id="{7F96D274-EF0B-487C-A4EB-E3BD3FA39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67" name="Rectangle 101">
              <a:extLst>
                <a:ext uri="{FF2B5EF4-FFF2-40B4-BE49-F238E27FC236}">
                  <a16:creationId xmlns:a16="http://schemas.microsoft.com/office/drawing/2014/main" id="{08256D2F-00F1-4A21-BD8B-38328C17B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68" name="Rectangle 102">
              <a:extLst>
                <a:ext uri="{FF2B5EF4-FFF2-40B4-BE49-F238E27FC236}">
                  <a16:creationId xmlns:a16="http://schemas.microsoft.com/office/drawing/2014/main" id="{131DAE25-D64D-476B-B636-D2CCF1AC4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69" name="Rectangle 103">
              <a:extLst>
                <a:ext uri="{FF2B5EF4-FFF2-40B4-BE49-F238E27FC236}">
                  <a16:creationId xmlns:a16="http://schemas.microsoft.com/office/drawing/2014/main" id="{3EA8226C-DF99-43BF-86E0-515027AAA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70" name="Rectangle 104">
              <a:extLst>
                <a:ext uri="{FF2B5EF4-FFF2-40B4-BE49-F238E27FC236}">
                  <a16:creationId xmlns:a16="http://schemas.microsoft.com/office/drawing/2014/main" id="{A7F936A3-B584-428E-9764-47D95FB10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71" name="Rectangle 105">
              <a:extLst>
                <a:ext uri="{FF2B5EF4-FFF2-40B4-BE49-F238E27FC236}">
                  <a16:creationId xmlns:a16="http://schemas.microsoft.com/office/drawing/2014/main" id="{4564DCD2-DCB6-4408-B074-BFDF7A240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72" name="Rectangle 106">
              <a:extLst>
                <a:ext uri="{FF2B5EF4-FFF2-40B4-BE49-F238E27FC236}">
                  <a16:creationId xmlns:a16="http://schemas.microsoft.com/office/drawing/2014/main" id="{1FFA6110-B9E8-4B5E-8266-AFF830FF7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73" name="Rectangle 107">
              <a:extLst>
                <a:ext uri="{FF2B5EF4-FFF2-40B4-BE49-F238E27FC236}">
                  <a16:creationId xmlns:a16="http://schemas.microsoft.com/office/drawing/2014/main" id="{0C1A0977-A786-43AF-A40C-A88B4D961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74" name="Rectangle 108">
              <a:extLst>
                <a:ext uri="{FF2B5EF4-FFF2-40B4-BE49-F238E27FC236}">
                  <a16:creationId xmlns:a16="http://schemas.microsoft.com/office/drawing/2014/main" id="{9C834CEC-E205-406A-9419-2F5CC8CC8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75" name="Rectangle 109">
              <a:extLst>
                <a:ext uri="{FF2B5EF4-FFF2-40B4-BE49-F238E27FC236}">
                  <a16:creationId xmlns:a16="http://schemas.microsoft.com/office/drawing/2014/main" id="{98EEF9BA-E3E5-44C5-8B3E-08E036D79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76" name="Rectangle 110">
              <a:extLst>
                <a:ext uri="{FF2B5EF4-FFF2-40B4-BE49-F238E27FC236}">
                  <a16:creationId xmlns:a16="http://schemas.microsoft.com/office/drawing/2014/main" id="{0AB77E84-C620-4379-B566-CBB381DD3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77" name="Rectangle 111">
              <a:extLst>
                <a:ext uri="{FF2B5EF4-FFF2-40B4-BE49-F238E27FC236}">
                  <a16:creationId xmlns:a16="http://schemas.microsoft.com/office/drawing/2014/main" id="{EDB43576-FD40-4C27-AB49-50E711C45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78" name="Rectangle 112">
              <a:extLst>
                <a:ext uri="{FF2B5EF4-FFF2-40B4-BE49-F238E27FC236}">
                  <a16:creationId xmlns:a16="http://schemas.microsoft.com/office/drawing/2014/main" id="{7CC1B772-06B6-48AF-8E9B-EF6F4D473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79" name="Rectangle 113">
              <a:extLst>
                <a:ext uri="{FF2B5EF4-FFF2-40B4-BE49-F238E27FC236}">
                  <a16:creationId xmlns:a16="http://schemas.microsoft.com/office/drawing/2014/main" id="{912AC699-C93B-49F4-AAD9-FDDC3A67C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80" name="Rectangle 114">
              <a:extLst>
                <a:ext uri="{FF2B5EF4-FFF2-40B4-BE49-F238E27FC236}">
                  <a16:creationId xmlns:a16="http://schemas.microsoft.com/office/drawing/2014/main" id="{67662AFA-0860-4E02-927E-697C85A15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81" name="Rectangle 115">
              <a:extLst>
                <a:ext uri="{FF2B5EF4-FFF2-40B4-BE49-F238E27FC236}">
                  <a16:creationId xmlns:a16="http://schemas.microsoft.com/office/drawing/2014/main" id="{7B57A9D5-A621-46F1-AF22-6D1DFA99E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82" name="Rectangle 116">
              <a:extLst>
                <a:ext uri="{FF2B5EF4-FFF2-40B4-BE49-F238E27FC236}">
                  <a16:creationId xmlns:a16="http://schemas.microsoft.com/office/drawing/2014/main" id="{F372AA3C-13C2-4296-B044-B1ED7E561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83" name="Rectangle 117">
              <a:extLst>
                <a:ext uri="{FF2B5EF4-FFF2-40B4-BE49-F238E27FC236}">
                  <a16:creationId xmlns:a16="http://schemas.microsoft.com/office/drawing/2014/main" id="{7A5081F3-47EA-4F72-B2F5-34F4DA448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84" name="Rectangle 118">
              <a:extLst>
                <a:ext uri="{FF2B5EF4-FFF2-40B4-BE49-F238E27FC236}">
                  <a16:creationId xmlns:a16="http://schemas.microsoft.com/office/drawing/2014/main" id="{23D15416-B4CE-422F-B30F-0274433AE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85" name="Rectangle 119">
              <a:extLst>
                <a:ext uri="{FF2B5EF4-FFF2-40B4-BE49-F238E27FC236}">
                  <a16:creationId xmlns:a16="http://schemas.microsoft.com/office/drawing/2014/main" id="{54DDE7B6-3A31-4E4A-9E7A-953DED880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86" name="Rectangle 120">
              <a:extLst>
                <a:ext uri="{FF2B5EF4-FFF2-40B4-BE49-F238E27FC236}">
                  <a16:creationId xmlns:a16="http://schemas.microsoft.com/office/drawing/2014/main" id="{5C992FC8-C820-4D82-A22E-45A94ECFD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87" name="Rectangle 121">
              <a:extLst>
                <a:ext uri="{FF2B5EF4-FFF2-40B4-BE49-F238E27FC236}">
                  <a16:creationId xmlns:a16="http://schemas.microsoft.com/office/drawing/2014/main" id="{4F510CD0-5C92-42AB-A1AC-D1E889C74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88" name="Rectangle 122">
              <a:extLst>
                <a:ext uri="{FF2B5EF4-FFF2-40B4-BE49-F238E27FC236}">
                  <a16:creationId xmlns:a16="http://schemas.microsoft.com/office/drawing/2014/main" id="{38611B8C-4231-46B8-AA39-365ED78E6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89" name="Rectangle 123">
              <a:extLst>
                <a:ext uri="{FF2B5EF4-FFF2-40B4-BE49-F238E27FC236}">
                  <a16:creationId xmlns:a16="http://schemas.microsoft.com/office/drawing/2014/main" id="{F9950477-FC6A-4811-A124-21F5EFF1F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90" name="Rectangle 124">
              <a:extLst>
                <a:ext uri="{FF2B5EF4-FFF2-40B4-BE49-F238E27FC236}">
                  <a16:creationId xmlns:a16="http://schemas.microsoft.com/office/drawing/2014/main" id="{2D4FB566-42C8-47EB-8C28-92C3893BB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91" name="Rectangle 125">
              <a:extLst>
                <a:ext uri="{FF2B5EF4-FFF2-40B4-BE49-F238E27FC236}">
                  <a16:creationId xmlns:a16="http://schemas.microsoft.com/office/drawing/2014/main" id="{E45D740E-13BD-4A5A-98CD-47757099D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92" name="Rectangle 126">
              <a:extLst>
                <a:ext uri="{FF2B5EF4-FFF2-40B4-BE49-F238E27FC236}">
                  <a16:creationId xmlns:a16="http://schemas.microsoft.com/office/drawing/2014/main" id="{FCA9F07F-734A-48A3-A46F-B34177738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93" name="Rectangle 127">
              <a:extLst>
                <a:ext uri="{FF2B5EF4-FFF2-40B4-BE49-F238E27FC236}">
                  <a16:creationId xmlns:a16="http://schemas.microsoft.com/office/drawing/2014/main" id="{E38CCD25-E482-406D-AD15-704EECD3C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94" name="Rectangle 128">
              <a:extLst>
                <a:ext uri="{FF2B5EF4-FFF2-40B4-BE49-F238E27FC236}">
                  <a16:creationId xmlns:a16="http://schemas.microsoft.com/office/drawing/2014/main" id="{5902080E-296E-484D-B851-BFBCE7744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95" name="Rectangle 129">
              <a:extLst>
                <a:ext uri="{FF2B5EF4-FFF2-40B4-BE49-F238E27FC236}">
                  <a16:creationId xmlns:a16="http://schemas.microsoft.com/office/drawing/2014/main" id="{F1C10748-4067-4722-85B1-326FD7703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96" name="Rectangle 130">
              <a:extLst>
                <a:ext uri="{FF2B5EF4-FFF2-40B4-BE49-F238E27FC236}">
                  <a16:creationId xmlns:a16="http://schemas.microsoft.com/office/drawing/2014/main" id="{20A88B50-0C08-4B33-B6E4-15A0F751E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97" name="Rectangle 131">
              <a:extLst>
                <a:ext uri="{FF2B5EF4-FFF2-40B4-BE49-F238E27FC236}">
                  <a16:creationId xmlns:a16="http://schemas.microsoft.com/office/drawing/2014/main" id="{896BB163-243F-4C67-BEC8-EC7A37C28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98" name="Rectangle 132">
              <a:extLst>
                <a:ext uri="{FF2B5EF4-FFF2-40B4-BE49-F238E27FC236}">
                  <a16:creationId xmlns:a16="http://schemas.microsoft.com/office/drawing/2014/main" id="{2E7268FD-F77D-47B5-AD9A-A178DCC13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99" name="Rectangle 133">
              <a:extLst>
                <a:ext uri="{FF2B5EF4-FFF2-40B4-BE49-F238E27FC236}">
                  <a16:creationId xmlns:a16="http://schemas.microsoft.com/office/drawing/2014/main" id="{D0CE6C66-629B-4EC7-B258-6273D1257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400" name="Rectangle 134">
              <a:extLst>
                <a:ext uri="{FF2B5EF4-FFF2-40B4-BE49-F238E27FC236}">
                  <a16:creationId xmlns:a16="http://schemas.microsoft.com/office/drawing/2014/main" id="{4E41649E-D64C-444B-B3C1-AF089574C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401" name="Rectangle 135">
              <a:extLst>
                <a:ext uri="{FF2B5EF4-FFF2-40B4-BE49-F238E27FC236}">
                  <a16:creationId xmlns:a16="http://schemas.microsoft.com/office/drawing/2014/main" id="{9B59259B-6824-4244-82C8-F9D01D89F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402" name="Rectangle 136">
              <a:extLst>
                <a:ext uri="{FF2B5EF4-FFF2-40B4-BE49-F238E27FC236}">
                  <a16:creationId xmlns:a16="http://schemas.microsoft.com/office/drawing/2014/main" id="{E9B50352-AD77-4061-8A38-ED10C6BCA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403" name="Rectangle 137">
              <a:extLst>
                <a:ext uri="{FF2B5EF4-FFF2-40B4-BE49-F238E27FC236}">
                  <a16:creationId xmlns:a16="http://schemas.microsoft.com/office/drawing/2014/main" id="{34D88701-4B7F-4DF7-A5E3-51B16443B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404" name="Rectangle 138">
              <a:extLst>
                <a:ext uri="{FF2B5EF4-FFF2-40B4-BE49-F238E27FC236}">
                  <a16:creationId xmlns:a16="http://schemas.microsoft.com/office/drawing/2014/main" id="{D5786276-39EA-4B15-A37A-C2D5ECDF8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405" name="Rectangle 139">
              <a:extLst>
                <a:ext uri="{FF2B5EF4-FFF2-40B4-BE49-F238E27FC236}">
                  <a16:creationId xmlns:a16="http://schemas.microsoft.com/office/drawing/2014/main" id="{CB21CEB5-6E68-4A81-BF3B-40AE3DF94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406" name="Rectangle 140">
              <a:extLst>
                <a:ext uri="{FF2B5EF4-FFF2-40B4-BE49-F238E27FC236}">
                  <a16:creationId xmlns:a16="http://schemas.microsoft.com/office/drawing/2014/main" id="{E1A4ADB1-A50E-404F-B6D7-79EB90959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39266" name="Group 69">
            <a:extLst>
              <a:ext uri="{FF2B5EF4-FFF2-40B4-BE49-F238E27FC236}">
                <a16:creationId xmlns:a16="http://schemas.microsoft.com/office/drawing/2014/main" id="{58580B6E-002B-4BA4-B174-D71573544A26}"/>
              </a:ext>
            </a:extLst>
          </p:cNvPr>
          <p:cNvGrpSpPr>
            <a:grpSpLocks/>
          </p:cNvGrpSpPr>
          <p:nvPr/>
        </p:nvGrpSpPr>
        <p:grpSpPr bwMode="auto">
          <a:xfrm>
            <a:off x="4478338" y="1512888"/>
            <a:ext cx="4003675" cy="2833687"/>
            <a:chOff x="2573338" y="1603375"/>
            <a:chExt cx="4003675" cy="2833688"/>
          </a:xfrm>
        </p:grpSpPr>
        <p:sp>
          <p:nvSpPr>
            <p:cNvPr id="139272" name="Rectangle 4">
              <a:extLst>
                <a:ext uri="{FF2B5EF4-FFF2-40B4-BE49-F238E27FC236}">
                  <a16:creationId xmlns:a16="http://schemas.microsoft.com/office/drawing/2014/main" id="{FF01A37B-56C1-4879-9A5C-8C18E67A8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1603375"/>
              <a:ext cx="3971925" cy="111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73" name="Rectangle 5">
              <a:extLst>
                <a:ext uri="{FF2B5EF4-FFF2-40B4-BE49-F238E27FC236}">
                  <a16:creationId xmlns:a16="http://schemas.microsoft.com/office/drawing/2014/main" id="{0B003F4F-68CD-4006-A876-FB7D79711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1614488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74" name="Rectangle 6">
              <a:extLst>
                <a:ext uri="{FF2B5EF4-FFF2-40B4-BE49-F238E27FC236}">
                  <a16:creationId xmlns:a16="http://schemas.microsoft.com/office/drawing/2014/main" id="{7FFA526A-42FF-43FA-84DB-28DE2ACCC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75" name="Rectangle 7">
              <a:extLst>
                <a:ext uri="{FF2B5EF4-FFF2-40B4-BE49-F238E27FC236}">
                  <a16:creationId xmlns:a16="http://schemas.microsoft.com/office/drawing/2014/main" id="{18881C62-ABEF-46AB-A591-3F2B960FA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200" y="1820863"/>
              <a:ext cx="8096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76" name="Rectangle 8">
              <a:extLst>
                <a:ext uri="{FF2B5EF4-FFF2-40B4-BE49-F238E27FC236}">
                  <a16:creationId xmlns:a16="http://schemas.microsoft.com/office/drawing/2014/main" id="{BDE5881B-53E9-40E4-A56E-914C6AF31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77" name="Rectangle 9">
              <a:extLst>
                <a:ext uri="{FF2B5EF4-FFF2-40B4-BE49-F238E27FC236}">
                  <a16:creationId xmlns:a16="http://schemas.microsoft.com/office/drawing/2014/main" id="{6AC0EB97-04E5-49C4-A25F-AF7771106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1614488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78" name="Rectangle 10">
              <a:extLst>
                <a:ext uri="{FF2B5EF4-FFF2-40B4-BE49-F238E27FC236}">
                  <a16:creationId xmlns:a16="http://schemas.microsoft.com/office/drawing/2014/main" id="{3FEF986A-97EE-43A0-B53A-2C16838E5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859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79" name="Rectangle 11">
              <a:extLst>
                <a:ext uri="{FF2B5EF4-FFF2-40B4-BE49-F238E27FC236}">
                  <a16:creationId xmlns:a16="http://schemas.microsoft.com/office/drawing/2014/main" id="{D3F7B3C7-07B4-46B4-98D7-E4837530A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071688"/>
              <a:ext cx="11112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80" name="Rectangle 12">
              <a:extLst>
                <a:ext uri="{FF2B5EF4-FFF2-40B4-BE49-F238E27FC236}">
                  <a16:creationId xmlns:a16="http://schemas.microsoft.com/office/drawing/2014/main" id="{163B90ED-66E5-46F7-A4C3-F8CDA98D4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763" y="1730375"/>
              <a:ext cx="15827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Flip-flop 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81" name="Rectangle 13">
              <a:extLst>
                <a:ext uri="{FF2B5EF4-FFF2-40B4-BE49-F238E27FC236}">
                  <a16:creationId xmlns:a16="http://schemas.microsoft.com/office/drawing/2014/main" id="{AB82C3C2-972A-4650-89CF-125416C83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82" name="Rectangle 14">
              <a:extLst>
                <a:ext uri="{FF2B5EF4-FFF2-40B4-BE49-F238E27FC236}">
                  <a16:creationId xmlns:a16="http://schemas.microsoft.com/office/drawing/2014/main" id="{5475A467-F9B0-4EAF-AD55-5B6D91FB4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825" y="2187575"/>
              <a:ext cx="5270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83" name="Rectangle 15">
              <a:extLst>
                <a:ext uri="{FF2B5EF4-FFF2-40B4-BE49-F238E27FC236}">
                  <a16:creationId xmlns:a16="http://schemas.microsoft.com/office/drawing/2014/main" id="{92F9D3BF-C3AB-4F4F-9EED-1A7EB8CE8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125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84" name="Rectangle 16">
              <a:extLst>
                <a:ext uri="{FF2B5EF4-FFF2-40B4-BE49-F238E27FC236}">
                  <a16:creationId xmlns:a16="http://schemas.microsoft.com/office/drawing/2014/main" id="{AECF1AE5-6351-4F7B-810F-F5AFB5FD8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475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85" name="Rectangle 17">
              <a:extLst>
                <a:ext uri="{FF2B5EF4-FFF2-40B4-BE49-F238E27FC236}">
                  <a16:creationId xmlns:a16="http://schemas.microsoft.com/office/drawing/2014/main" id="{740BE190-73B3-4E53-8FF0-426C92B0D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86" name="Rectangle 18">
              <a:extLst>
                <a:ext uri="{FF2B5EF4-FFF2-40B4-BE49-F238E27FC236}">
                  <a16:creationId xmlns:a16="http://schemas.microsoft.com/office/drawing/2014/main" id="{22119D2D-248C-44BE-8480-3218231CC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800" y="2185988"/>
              <a:ext cx="2333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87" name="Rectangle 19">
              <a:extLst>
                <a:ext uri="{FF2B5EF4-FFF2-40B4-BE49-F238E27FC236}">
                  <a16:creationId xmlns:a16="http://schemas.microsoft.com/office/drawing/2014/main" id="{3F78D3B2-A37D-41A1-AE59-339466E4F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563" y="2185988"/>
              <a:ext cx="2063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88" name="Rectangle 20">
              <a:extLst>
                <a:ext uri="{FF2B5EF4-FFF2-40B4-BE49-F238E27FC236}">
                  <a16:creationId xmlns:a16="http://schemas.microsoft.com/office/drawing/2014/main" id="{1622F74E-3C89-48E8-8191-9D7914FDB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89" name="Rectangle 21">
              <a:extLst>
                <a:ext uri="{FF2B5EF4-FFF2-40B4-BE49-F238E27FC236}">
                  <a16:creationId xmlns:a16="http://schemas.microsoft.com/office/drawing/2014/main" id="{1398370B-670F-402C-B9AB-240CF5697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5263" y="21859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90" name="Rectangle 22">
              <a:extLst>
                <a:ext uri="{FF2B5EF4-FFF2-40B4-BE49-F238E27FC236}">
                  <a16:creationId xmlns:a16="http://schemas.microsoft.com/office/drawing/2014/main" id="{1C519136-28EB-4621-848E-1237B47B6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071688"/>
              <a:ext cx="12700" cy="4587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91" name="Rectangle 23">
              <a:extLst>
                <a:ext uri="{FF2B5EF4-FFF2-40B4-BE49-F238E27FC236}">
                  <a16:creationId xmlns:a16="http://schemas.microsoft.com/office/drawing/2014/main" id="{63F4E2D9-E987-421E-BA47-627E5C16A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43175"/>
              <a:ext cx="1917700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92" name="Rectangle 24">
              <a:extLst>
                <a:ext uri="{FF2B5EF4-FFF2-40B4-BE49-F238E27FC236}">
                  <a16:creationId xmlns:a16="http://schemas.microsoft.com/office/drawing/2014/main" id="{77AE0EF7-B089-4134-9409-B55BABE6D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25304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93" name="Rectangle 25">
              <a:extLst>
                <a:ext uri="{FF2B5EF4-FFF2-40B4-BE49-F238E27FC236}">
                  <a16:creationId xmlns:a16="http://schemas.microsoft.com/office/drawing/2014/main" id="{EB965FA0-3BA8-4BB7-90CE-7F92E784A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2041525"/>
              <a:ext cx="704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94" name="Rectangle 26">
              <a:extLst>
                <a:ext uri="{FF2B5EF4-FFF2-40B4-BE49-F238E27FC236}">
                  <a16:creationId xmlns:a16="http://schemas.microsoft.com/office/drawing/2014/main" id="{4CA07995-23C0-48CE-8FC5-A0560EBC7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95" name="Rectangle 27">
              <a:extLst>
                <a:ext uri="{FF2B5EF4-FFF2-40B4-BE49-F238E27FC236}">
                  <a16:creationId xmlns:a16="http://schemas.microsoft.com/office/drawing/2014/main" id="{92F371B2-AEAF-4D47-8BD6-5C872C675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888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96" name="Rectangle 28">
              <a:extLst>
                <a:ext uri="{FF2B5EF4-FFF2-40B4-BE49-F238E27FC236}">
                  <a16:creationId xmlns:a16="http://schemas.microsoft.com/office/drawing/2014/main" id="{9F9970BD-E9D0-4DF7-B908-C84F6AC41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600" y="2497138"/>
              <a:ext cx="1762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97" name="Rectangle 29">
              <a:extLst>
                <a:ext uri="{FF2B5EF4-FFF2-40B4-BE49-F238E27FC236}">
                  <a16:creationId xmlns:a16="http://schemas.microsoft.com/office/drawing/2014/main" id="{F5906E9C-33DB-4A10-BC91-CD452A3DC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98" name="Rectangle 30">
              <a:extLst>
                <a:ext uri="{FF2B5EF4-FFF2-40B4-BE49-F238E27FC236}">
                  <a16:creationId xmlns:a16="http://schemas.microsoft.com/office/drawing/2014/main" id="{63232DFF-59C9-471B-A3BF-5732D5311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425" y="259873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299" name="Rectangle 31">
              <a:extLst>
                <a:ext uri="{FF2B5EF4-FFF2-40B4-BE49-F238E27FC236}">
                  <a16:creationId xmlns:a16="http://schemas.microsoft.com/office/drawing/2014/main" id="{22A1BBBC-723D-4CE9-97B9-7983A62F0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2643188"/>
              <a:ext cx="20478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00" name="Rectangle 32">
              <a:extLst>
                <a:ext uri="{FF2B5EF4-FFF2-40B4-BE49-F238E27FC236}">
                  <a16:creationId xmlns:a16="http://schemas.microsoft.com/office/drawing/2014/main" id="{DABCE591-4C8C-4DE9-B0C9-58A599BC2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1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01" name="Rectangle 33">
              <a:extLst>
                <a:ext uri="{FF2B5EF4-FFF2-40B4-BE49-F238E27FC236}">
                  <a16:creationId xmlns:a16="http://schemas.microsoft.com/office/drawing/2014/main" id="{A3AA658D-ABDC-468E-9D25-86E52638F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40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02" name="Rectangle 34">
              <a:extLst>
                <a:ext uri="{FF2B5EF4-FFF2-40B4-BE49-F238E27FC236}">
                  <a16:creationId xmlns:a16="http://schemas.microsoft.com/office/drawing/2014/main" id="{80B98558-E7A9-48E9-A917-2F76E57FE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538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03" name="Rectangle 35">
              <a:extLst>
                <a:ext uri="{FF2B5EF4-FFF2-40B4-BE49-F238E27FC236}">
                  <a16:creationId xmlns:a16="http://schemas.microsoft.com/office/drawing/2014/main" id="{64EF5D35-FE75-4ED3-831E-118B3F8EC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25" y="2643188"/>
              <a:ext cx="20478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04" name="Rectangle 36">
              <a:extLst>
                <a:ext uri="{FF2B5EF4-FFF2-40B4-BE49-F238E27FC236}">
                  <a16:creationId xmlns:a16="http://schemas.microsoft.com/office/drawing/2014/main" id="{C10D3D86-CE81-4683-B8D4-72D2D9274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05" name="Rectangle 37">
              <a:extLst>
                <a:ext uri="{FF2B5EF4-FFF2-40B4-BE49-F238E27FC236}">
                  <a16:creationId xmlns:a16="http://schemas.microsoft.com/office/drawing/2014/main" id="{F952F761-24C6-4C2C-B54F-EF75C196E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2643188"/>
              <a:ext cx="2476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06" name="Rectangle 38">
              <a:extLst>
                <a:ext uri="{FF2B5EF4-FFF2-40B4-BE49-F238E27FC236}">
                  <a16:creationId xmlns:a16="http://schemas.microsoft.com/office/drawing/2014/main" id="{15945160-22C4-40D1-8895-22440973E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07" name="Rectangle 39">
              <a:extLst>
                <a:ext uri="{FF2B5EF4-FFF2-40B4-BE49-F238E27FC236}">
                  <a16:creationId xmlns:a16="http://schemas.microsoft.com/office/drawing/2014/main" id="{77208DE6-3A32-43D8-B752-E6F4D8DA7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744788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08" name="Rectangle 40">
              <a:extLst>
                <a:ext uri="{FF2B5EF4-FFF2-40B4-BE49-F238E27FC236}">
                  <a16:creationId xmlns:a16="http://schemas.microsoft.com/office/drawing/2014/main" id="{C7C17176-8A29-4185-83E8-22A6A9DFB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25304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09" name="Rectangle 41">
              <a:extLst>
                <a:ext uri="{FF2B5EF4-FFF2-40B4-BE49-F238E27FC236}">
                  <a16:creationId xmlns:a16="http://schemas.microsoft.com/office/drawing/2014/main" id="{FDDD7ED4-5C2E-4899-83FB-ED97BB503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3000375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10" name="Rectangle 42">
              <a:extLst>
                <a:ext uri="{FF2B5EF4-FFF2-40B4-BE49-F238E27FC236}">
                  <a16:creationId xmlns:a16="http://schemas.microsoft.com/office/drawing/2014/main" id="{A03CD022-5DD6-48BE-A428-257D92133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013075"/>
              <a:ext cx="11112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11" name="Rectangle 43">
              <a:extLst>
                <a:ext uri="{FF2B5EF4-FFF2-40B4-BE49-F238E27FC236}">
                  <a16:creationId xmlns:a16="http://schemas.microsoft.com/office/drawing/2014/main" id="{FE288B52-2A82-4086-8C5C-91E44EDB9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460625"/>
              <a:ext cx="1619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12" name="Rectangle 44">
              <a:extLst>
                <a:ext uri="{FF2B5EF4-FFF2-40B4-BE49-F238E27FC236}">
                  <a16:creationId xmlns:a16="http://schemas.microsoft.com/office/drawing/2014/main" id="{4B01C685-A161-4EDE-A3BC-21BE5BE1E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13" name="Rectangle 45">
              <a:extLst>
                <a:ext uri="{FF2B5EF4-FFF2-40B4-BE49-F238E27FC236}">
                  <a16:creationId xmlns:a16="http://schemas.microsoft.com/office/drawing/2014/main" id="{02B91266-3B71-4477-A78B-A3453B9E8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14" name="Rectangle 46">
              <a:extLst>
                <a:ext uri="{FF2B5EF4-FFF2-40B4-BE49-F238E27FC236}">
                  <a16:creationId xmlns:a16="http://schemas.microsoft.com/office/drawing/2014/main" id="{2C72C35F-EAB4-4522-B5B7-9E106E219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15" name="Rectangle 47">
              <a:extLst>
                <a:ext uri="{FF2B5EF4-FFF2-40B4-BE49-F238E27FC236}">
                  <a16:creationId xmlns:a16="http://schemas.microsoft.com/office/drawing/2014/main" id="{0F61895D-FC42-4BFA-AE24-C4CB6D022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16" name="Rectangle 48">
              <a:extLst>
                <a:ext uri="{FF2B5EF4-FFF2-40B4-BE49-F238E27FC236}">
                  <a16:creationId xmlns:a16="http://schemas.microsoft.com/office/drawing/2014/main" id="{CC6E9AF1-F41F-4A60-9ACE-8AAAAE029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17" name="Rectangle 49">
              <a:extLst>
                <a:ext uri="{FF2B5EF4-FFF2-40B4-BE49-F238E27FC236}">
                  <a16:creationId xmlns:a16="http://schemas.microsoft.com/office/drawing/2014/main" id="{9335D5F6-DFE7-481B-8210-0F38BD56E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18" name="Rectangle 50">
              <a:extLst>
                <a:ext uri="{FF2B5EF4-FFF2-40B4-BE49-F238E27FC236}">
                  <a16:creationId xmlns:a16="http://schemas.microsoft.com/office/drawing/2014/main" id="{D3BE5BEB-0131-4997-9619-8A5B794FC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113088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19" name="Rectangle 51">
              <a:extLst>
                <a:ext uri="{FF2B5EF4-FFF2-40B4-BE49-F238E27FC236}">
                  <a16:creationId xmlns:a16="http://schemas.microsoft.com/office/drawing/2014/main" id="{8502429B-CA22-4C7C-ABD4-7FBDFC59C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013075"/>
              <a:ext cx="12700" cy="4572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20" name="Rectangle 52">
              <a:extLst>
                <a:ext uri="{FF2B5EF4-FFF2-40B4-BE49-F238E27FC236}">
                  <a16:creationId xmlns:a16="http://schemas.microsoft.com/office/drawing/2014/main" id="{1ACEF7D2-1C27-462D-9E7A-E988A8ABA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470275"/>
              <a:ext cx="11112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21" name="Rectangle 53">
              <a:extLst>
                <a:ext uri="{FF2B5EF4-FFF2-40B4-BE49-F238E27FC236}">
                  <a16:creationId xmlns:a16="http://schemas.microsoft.com/office/drawing/2014/main" id="{38F68B76-789C-4DDB-8C33-476F1917E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113088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22" name="Rectangle 54">
              <a:extLst>
                <a:ext uri="{FF2B5EF4-FFF2-40B4-BE49-F238E27FC236}">
                  <a16:creationId xmlns:a16="http://schemas.microsoft.com/office/drawing/2014/main" id="{02EC3F1C-DAC4-445D-B277-91BCBC0DB5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23" name="Rectangle 55">
              <a:extLst>
                <a:ext uri="{FF2B5EF4-FFF2-40B4-BE49-F238E27FC236}">
                  <a16:creationId xmlns:a16="http://schemas.microsoft.com/office/drawing/2014/main" id="{9EAA8716-5747-423B-8CEF-71A078A73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24" name="Rectangle 56">
              <a:extLst>
                <a:ext uri="{FF2B5EF4-FFF2-40B4-BE49-F238E27FC236}">
                  <a16:creationId xmlns:a16="http://schemas.microsoft.com/office/drawing/2014/main" id="{C915FFD7-EE34-42A4-AD21-9A5986E1F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25" name="Rectangle 57">
              <a:extLst>
                <a:ext uri="{FF2B5EF4-FFF2-40B4-BE49-F238E27FC236}">
                  <a16:creationId xmlns:a16="http://schemas.microsoft.com/office/drawing/2014/main" id="{518351C7-1936-48D4-86E6-578F33823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26" name="Rectangle 58">
              <a:extLst>
                <a:ext uri="{FF2B5EF4-FFF2-40B4-BE49-F238E27FC236}">
                  <a16:creationId xmlns:a16="http://schemas.microsoft.com/office/drawing/2014/main" id="{D80C5B99-32EC-4236-A781-D79D5C9D7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27" name="Rectangle 59">
              <a:extLst>
                <a:ext uri="{FF2B5EF4-FFF2-40B4-BE49-F238E27FC236}">
                  <a16:creationId xmlns:a16="http://schemas.microsoft.com/office/drawing/2014/main" id="{FF3B10B0-6FC2-455B-A59F-94F52C003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28" name="Rectangle 60">
              <a:extLst>
                <a:ext uri="{FF2B5EF4-FFF2-40B4-BE49-F238E27FC236}">
                  <a16:creationId xmlns:a16="http://schemas.microsoft.com/office/drawing/2014/main" id="{7AB90F54-7154-4890-A456-58E734CD2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46392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29" name="Rectangle 61">
              <a:extLst>
                <a:ext uri="{FF2B5EF4-FFF2-40B4-BE49-F238E27FC236}">
                  <a16:creationId xmlns:a16="http://schemas.microsoft.com/office/drawing/2014/main" id="{8E0A6D31-2F4B-4D31-A3CC-A7E636A39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470275"/>
              <a:ext cx="12700" cy="30638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30" name="Rectangle 62">
              <a:extLst>
                <a:ext uri="{FF2B5EF4-FFF2-40B4-BE49-F238E27FC236}">
                  <a16:creationId xmlns:a16="http://schemas.microsoft.com/office/drawing/2014/main" id="{3562A62B-CD3D-4A6E-B610-863AFA765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3776663"/>
              <a:ext cx="11112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31" name="Rectangle 63">
              <a:extLst>
                <a:ext uri="{FF2B5EF4-FFF2-40B4-BE49-F238E27FC236}">
                  <a16:creationId xmlns:a16="http://schemas.microsoft.com/office/drawing/2014/main" id="{E02AA8F2-1901-4C4B-BE28-76F502909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463925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32" name="Rectangle 64">
              <a:extLst>
                <a:ext uri="{FF2B5EF4-FFF2-40B4-BE49-F238E27FC236}">
                  <a16:creationId xmlns:a16="http://schemas.microsoft.com/office/drawing/2014/main" id="{22A73C3E-7BEA-46BF-ABA7-EE941AF34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33" name="Rectangle 65">
              <a:extLst>
                <a:ext uri="{FF2B5EF4-FFF2-40B4-BE49-F238E27FC236}">
                  <a16:creationId xmlns:a16="http://schemas.microsoft.com/office/drawing/2014/main" id="{C52CD806-D4A7-4B0C-AC5B-F70B5BE2A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34" name="Rectangle 66">
              <a:extLst>
                <a:ext uri="{FF2B5EF4-FFF2-40B4-BE49-F238E27FC236}">
                  <a16:creationId xmlns:a16="http://schemas.microsoft.com/office/drawing/2014/main" id="{3F0F745C-DE43-48D2-9501-E4EBD3860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35" name="Rectangle 67">
              <a:extLst>
                <a:ext uri="{FF2B5EF4-FFF2-40B4-BE49-F238E27FC236}">
                  <a16:creationId xmlns:a16="http://schemas.microsoft.com/office/drawing/2014/main" id="{2D37C3AC-CAD6-401B-A96D-E3079956F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36" name="Rectangle 68">
              <a:extLst>
                <a:ext uri="{FF2B5EF4-FFF2-40B4-BE49-F238E27FC236}">
                  <a16:creationId xmlns:a16="http://schemas.microsoft.com/office/drawing/2014/main" id="{9FBBB19E-89A5-44CB-B6D8-58197FEF6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37" name="Rectangle 69">
              <a:extLst>
                <a:ext uri="{FF2B5EF4-FFF2-40B4-BE49-F238E27FC236}">
                  <a16:creationId xmlns:a16="http://schemas.microsoft.com/office/drawing/2014/main" id="{4C9C568D-58F8-49C8-AC6B-CED35B6FA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38" name="Rectangle 70">
              <a:extLst>
                <a:ext uri="{FF2B5EF4-FFF2-40B4-BE49-F238E27FC236}">
                  <a16:creationId xmlns:a16="http://schemas.microsoft.com/office/drawing/2014/main" id="{40BF460B-0261-4E8E-80ED-CB740652D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7655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39" name="Rectangle 71">
              <a:extLst>
                <a:ext uri="{FF2B5EF4-FFF2-40B4-BE49-F238E27FC236}">
                  <a16:creationId xmlns:a16="http://schemas.microsoft.com/office/drawing/2014/main" id="{33C40F07-5AA7-49A5-ACA1-5E7B29F2D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3776663"/>
              <a:ext cx="12700" cy="3048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40" name="Rectangle 72">
              <a:extLst>
                <a:ext uri="{FF2B5EF4-FFF2-40B4-BE49-F238E27FC236}">
                  <a16:creationId xmlns:a16="http://schemas.microsoft.com/office/drawing/2014/main" id="{F9C447D9-C8EA-41E9-9972-B4129B772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338" y="4060825"/>
              <a:ext cx="11112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41" name="Rectangle 73">
              <a:extLst>
                <a:ext uri="{FF2B5EF4-FFF2-40B4-BE49-F238E27FC236}">
                  <a16:creationId xmlns:a16="http://schemas.microsoft.com/office/drawing/2014/main" id="{328113E0-2E5C-460B-9F05-BF4004FD1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7655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42" name="Rectangle 74">
              <a:extLst>
                <a:ext uri="{FF2B5EF4-FFF2-40B4-BE49-F238E27FC236}">
                  <a16:creationId xmlns:a16="http://schemas.microsoft.com/office/drawing/2014/main" id="{6CD38224-84ED-42BA-BF59-11F6E2E71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5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43" name="Rectangle 75">
              <a:extLst>
                <a:ext uri="{FF2B5EF4-FFF2-40B4-BE49-F238E27FC236}">
                  <a16:creationId xmlns:a16="http://schemas.microsoft.com/office/drawing/2014/main" id="{D2EAEDFF-1045-4A15-AC67-843389931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138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44" name="Rectangle 76">
              <a:extLst>
                <a:ext uri="{FF2B5EF4-FFF2-40B4-BE49-F238E27FC236}">
                  <a16:creationId xmlns:a16="http://schemas.microsoft.com/office/drawing/2014/main" id="{8E32E7BA-C751-4FFA-BF63-B30C94F0E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01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45" name="Rectangle 77">
              <a:extLst>
                <a:ext uri="{FF2B5EF4-FFF2-40B4-BE49-F238E27FC236}">
                  <a16:creationId xmlns:a16="http://schemas.microsoft.com/office/drawing/2014/main" id="{6A7902FF-BCBD-45FB-BAAD-0B30D26CE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46" name="Rectangle 78">
              <a:extLst>
                <a:ext uri="{FF2B5EF4-FFF2-40B4-BE49-F238E27FC236}">
                  <a16:creationId xmlns:a16="http://schemas.microsoft.com/office/drawing/2014/main" id="{2142D158-F686-45B4-86E4-988693A8A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138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47" name="Rectangle 79">
              <a:extLst>
                <a:ext uri="{FF2B5EF4-FFF2-40B4-BE49-F238E27FC236}">
                  <a16:creationId xmlns:a16="http://schemas.microsoft.com/office/drawing/2014/main" id="{FDDA3E9A-A212-45B2-94CB-C4E6FDB9E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6725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48" name="Rectangle 80">
              <a:extLst>
                <a:ext uri="{FF2B5EF4-FFF2-40B4-BE49-F238E27FC236}">
                  <a16:creationId xmlns:a16="http://schemas.microsoft.com/office/drawing/2014/main" id="{13EEB6D9-3329-43B7-8925-A002C2E21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407035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49" name="Rectangle 81">
              <a:extLst>
                <a:ext uri="{FF2B5EF4-FFF2-40B4-BE49-F238E27FC236}">
                  <a16:creationId xmlns:a16="http://schemas.microsoft.com/office/drawing/2014/main" id="{7290001A-DB04-4195-A3FC-AEBA915C6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4313" y="4060825"/>
              <a:ext cx="12700" cy="350838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50" name="Rectangle 82">
              <a:extLst>
                <a:ext uri="{FF2B5EF4-FFF2-40B4-BE49-F238E27FC236}">
                  <a16:creationId xmlns:a16="http://schemas.microsoft.com/office/drawing/2014/main" id="{7FE7A2A9-A376-4F82-9EC5-F8CA9AFAF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738" y="4424363"/>
              <a:ext cx="3971925" cy="127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351" name="Rectangle 83">
              <a:extLst>
                <a:ext uri="{FF2B5EF4-FFF2-40B4-BE49-F238E27FC236}">
                  <a16:creationId xmlns:a16="http://schemas.microsoft.com/office/drawing/2014/main" id="{F3158266-A93C-426A-9CA0-604BA7CA0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070350"/>
              <a:ext cx="1905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54" name="Rectangle 2">
            <a:extLst>
              <a:ext uri="{FF2B5EF4-FFF2-40B4-BE49-F238E27FC236}">
                <a16:creationId xmlns:a16="http://schemas.microsoft.com/office/drawing/2014/main" id="{032A9D54-6C08-BC4A-84C0-004F58EA8381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220663"/>
            <a:ext cx="9144000" cy="79057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The two tables for the initial circuit</a:t>
            </a:r>
          </a:p>
        </p:txBody>
      </p:sp>
      <p:sp>
        <p:nvSpPr>
          <p:cNvPr id="139268" name="Rectangle 87">
            <a:extLst>
              <a:ext uri="{FF2B5EF4-FFF2-40B4-BE49-F238E27FC236}">
                <a16:creationId xmlns:a16="http://schemas.microsoft.com/office/drawing/2014/main" id="{3573D198-82C3-4630-B22B-EECC73378CA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85913" y="4849813"/>
            <a:ext cx="104140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9269" name="Rectangle 141">
            <a:extLst>
              <a:ext uri="{FF2B5EF4-FFF2-40B4-BE49-F238E27FC236}">
                <a16:creationId xmlns:a16="http://schemas.microsoft.com/office/drawing/2014/main" id="{0C11C173-83F0-47DB-A3A8-30C0154F8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4876800"/>
            <a:ext cx="1477962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Excitation table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9270" name="TextBox 125">
            <a:extLst>
              <a:ext uri="{FF2B5EF4-FFF2-40B4-BE49-F238E27FC236}">
                <a16:creationId xmlns:a16="http://schemas.microsoft.com/office/drawing/2014/main" id="{C886264F-03F6-47F9-8D9A-C0304D8B11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8113" y="6432550"/>
            <a:ext cx="25542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6.80 from the textbook ]</a:t>
            </a:r>
          </a:p>
        </p:txBody>
      </p:sp>
      <p:sp>
        <p:nvSpPr>
          <p:cNvPr id="139271" name="TextBox 125">
            <a:extLst>
              <a:ext uri="{FF2B5EF4-FFF2-40B4-BE49-F238E27FC236}">
                <a16:creationId xmlns:a16="http://schemas.microsoft.com/office/drawing/2014/main" id="{96B63050-606A-445A-B81E-B5CA128EE4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3275" y="6413500"/>
            <a:ext cx="2643188" cy="306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6.75b from the textbook ]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08BBFC2C-BF96-D840-AB0E-276CC0FC2848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11642"/>
            <a:ext cx="9144000" cy="78898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The state diagram</a:t>
            </a:r>
          </a:p>
        </p:txBody>
      </p:sp>
      <p:sp>
        <p:nvSpPr>
          <p:cNvPr id="140290" name="Rectangle 87">
            <a:extLst>
              <a:ext uri="{FF2B5EF4-FFF2-40B4-BE49-F238E27FC236}">
                <a16:creationId xmlns:a16="http://schemas.microsoft.com/office/drawing/2014/main" id="{4350CF05-9089-4462-9661-73B7BC33C4D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85913" y="4913313"/>
            <a:ext cx="104140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40291" name="Group 127">
            <a:extLst>
              <a:ext uri="{FF2B5EF4-FFF2-40B4-BE49-F238E27FC236}">
                <a16:creationId xmlns:a16="http://schemas.microsoft.com/office/drawing/2014/main" id="{AF644E01-F18A-4B68-B05A-7F0C1862F7E6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140334" name="Rectangle 85">
              <a:extLst>
                <a:ext uri="{FF2B5EF4-FFF2-40B4-BE49-F238E27FC236}">
                  <a16:creationId xmlns:a16="http://schemas.microsoft.com/office/drawing/2014/main" id="{A58029A3-242C-4920-B101-E89E956C7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35" name="Rectangle 86">
              <a:extLst>
                <a:ext uri="{FF2B5EF4-FFF2-40B4-BE49-F238E27FC236}">
                  <a16:creationId xmlns:a16="http://schemas.microsoft.com/office/drawing/2014/main" id="{7CC79AA5-9A2B-4EA1-AC3E-C5B3512D5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36" name="Rectangle 88">
              <a:extLst>
                <a:ext uri="{FF2B5EF4-FFF2-40B4-BE49-F238E27FC236}">
                  <a16:creationId xmlns:a16="http://schemas.microsoft.com/office/drawing/2014/main" id="{7ADFAA51-EA6C-4B0B-A146-2F42D8C55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37" name="Rectangle 89">
              <a:extLst>
                <a:ext uri="{FF2B5EF4-FFF2-40B4-BE49-F238E27FC236}">
                  <a16:creationId xmlns:a16="http://schemas.microsoft.com/office/drawing/2014/main" id="{91D0654B-D83E-408C-93EE-87C5367B9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38" name="Rectangle 90">
              <a:extLst>
                <a:ext uri="{FF2B5EF4-FFF2-40B4-BE49-F238E27FC236}">
                  <a16:creationId xmlns:a16="http://schemas.microsoft.com/office/drawing/2014/main" id="{92033355-4C06-45D7-8B3E-BA0EF76F3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39" name="Rectangle 91">
              <a:extLst>
                <a:ext uri="{FF2B5EF4-FFF2-40B4-BE49-F238E27FC236}">
                  <a16:creationId xmlns:a16="http://schemas.microsoft.com/office/drawing/2014/main" id="{2BBAEDF9-96B8-4045-A505-8A37E7B16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40" name="Rectangle 92">
              <a:extLst>
                <a:ext uri="{FF2B5EF4-FFF2-40B4-BE49-F238E27FC236}">
                  <a16:creationId xmlns:a16="http://schemas.microsoft.com/office/drawing/2014/main" id="{A8FB4F54-D80E-4ED9-B02E-3990B99C9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41" name="Rectangle 93">
              <a:extLst>
                <a:ext uri="{FF2B5EF4-FFF2-40B4-BE49-F238E27FC236}">
                  <a16:creationId xmlns:a16="http://schemas.microsoft.com/office/drawing/2014/main" id="{6B8CE0AD-BE00-4A03-8E7B-3E5E0F23E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42" name="Rectangle 94">
              <a:extLst>
                <a:ext uri="{FF2B5EF4-FFF2-40B4-BE49-F238E27FC236}">
                  <a16:creationId xmlns:a16="http://schemas.microsoft.com/office/drawing/2014/main" id="{148E079B-66B8-4574-B3BE-9796B5955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43" name="Rectangle 95">
              <a:extLst>
                <a:ext uri="{FF2B5EF4-FFF2-40B4-BE49-F238E27FC236}">
                  <a16:creationId xmlns:a16="http://schemas.microsoft.com/office/drawing/2014/main" id="{29FA301F-AC77-4DE9-80C1-50C5263DF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44" name="Rectangle 96">
              <a:extLst>
                <a:ext uri="{FF2B5EF4-FFF2-40B4-BE49-F238E27FC236}">
                  <a16:creationId xmlns:a16="http://schemas.microsoft.com/office/drawing/2014/main" id="{233E9B64-89F7-4CEA-A385-2E0199046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45" name="Rectangle 97">
              <a:extLst>
                <a:ext uri="{FF2B5EF4-FFF2-40B4-BE49-F238E27FC236}">
                  <a16:creationId xmlns:a16="http://schemas.microsoft.com/office/drawing/2014/main" id="{BDE7D30E-8390-4E13-BFA3-F803373F9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46" name="Rectangle 98">
              <a:extLst>
                <a:ext uri="{FF2B5EF4-FFF2-40B4-BE49-F238E27FC236}">
                  <a16:creationId xmlns:a16="http://schemas.microsoft.com/office/drawing/2014/main" id="{B27449FB-543A-41E8-9412-7AF1B064B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47" name="Rectangle 99">
              <a:extLst>
                <a:ext uri="{FF2B5EF4-FFF2-40B4-BE49-F238E27FC236}">
                  <a16:creationId xmlns:a16="http://schemas.microsoft.com/office/drawing/2014/main" id="{157C0C5D-5E64-4837-ABCB-A28626348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48" name="Rectangle 100">
              <a:extLst>
                <a:ext uri="{FF2B5EF4-FFF2-40B4-BE49-F238E27FC236}">
                  <a16:creationId xmlns:a16="http://schemas.microsoft.com/office/drawing/2014/main" id="{9D116B44-183C-4370-BBDB-B0F9F6040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49" name="Rectangle 101">
              <a:extLst>
                <a:ext uri="{FF2B5EF4-FFF2-40B4-BE49-F238E27FC236}">
                  <a16:creationId xmlns:a16="http://schemas.microsoft.com/office/drawing/2014/main" id="{DE94E9AC-C5DD-45AC-B5E6-9101A6318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50" name="Rectangle 102">
              <a:extLst>
                <a:ext uri="{FF2B5EF4-FFF2-40B4-BE49-F238E27FC236}">
                  <a16:creationId xmlns:a16="http://schemas.microsoft.com/office/drawing/2014/main" id="{D7C907C1-DCB6-4423-B358-8B2385B31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51" name="Rectangle 103">
              <a:extLst>
                <a:ext uri="{FF2B5EF4-FFF2-40B4-BE49-F238E27FC236}">
                  <a16:creationId xmlns:a16="http://schemas.microsoft.com/office/drawing/2014/main" id="{C2D1FB22-0242-4B5B-8ABE-89D86634A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52" name="Rectangle 104">
              <a:extLst>
                <a:ext uri="{FF2B5EF4-FFF2-40B4-BE49-F238E27FC236}">
                  <a16:creationId xmlns:a16="http://schemas.microsoft.com/office/drawing/2014/main" id="{8EA6BB10-35DD-491E-9F2D-005214E61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53" name="Rectangle 105">
              <a:extLst>
                <a:ext uri="{FF2B5EF4-FFF2-40B4-BE49-F238E27FC236}">
                  <a16:creationId xmlns:a16="http://schemas.microsoft.com/office/drawing/2014/main" id="{D833A674-1E9E-4DC1-BFF0-DD7118189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54" name="Rectangle 106">
              <a:extLst>
                <a:ext uri="{FF2B5EF4-FFF2-40B4-BE49-F238E27FC236}">
                  <a16:creationId xmlns:a16="http://schemas.microsoft.com/office/drawing/2014/main" id="{546D4E53-2C82-44BD-AA29-C329C9A77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55" name="Rectangle 107">
              <a:extLst>
                <a:ext uri="{FF2B5EF4-FFF2-40B4-BE49-F238E27FC236}">
                  <a16:creationId xmlns:a16="http://schemas.microsoft.com/office/drawing/2014/main" id="{FB0B4BDB-C204-47D9-830B-9CCEEBEAE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56" name="Rectangle 108">
              <a:extLst>
                <a:ext uri="{FF2B5EF4-FFF2-40B4-BE49-F238E27FC236}">
                  <a16:creationId xmlns:a16="http://schemas.microsoft.com/office/drawing/2014/main" id="{ED658314-A6BA-42B1-AC45-F0F99A8B6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57" name="Rectangle 109">
              <a:extLst>
                <a:ext uri="{FF2B5EF4-FFF2-40B4-BE49-F238E27FC236}">
                  <a16:creationId xmlns:a16="http://schemas.microsoft.com/office/drawing/2014/main" id="{3FEAE668-40FD-429B-A6C8-F439C90F5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58" name="Rectangle 110">
              <a:extLst>
                <a:ext uri="{FF2B5EF4-FFF2-40B4-BE49-F238E27FC236}">
                  <a16:creationId xmlns:a16="http://schemas.microsoft.com/office/drawing/2014/main" id="{97E2A5BF-28E1-4E72-8778-0122B7CEE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59" name="Rectangle 111">
              <a:extLst>
                <a:ext uri="{FF2B5EF4-FFF2-40B4-BE49-F238E27FC236}">
                  <a16:creationId xmlns:a16="http://schemas.microsoft.com/office/drawing/2014/main" id="{CC7F16D4-D72C-4962-88DA-4A1A681D9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60" name="Rectangle 112">
              <a:extLst>
                <a:ext uri="{FF2B5EF4-FFF2-40B4-BE49-F238E27FC236}">
                  <a16:creationId xmlns:a16="http://schemas.microsoft.com/office/drawing/2014/main" id="{5E51F5BB-D0E9-4A65-8FD9-CCBD7BD95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61" name="Rectangle 113">
              <a:extLst>
                <a:ext uri="{FF2B5EF4-FFF2-40B4-BE49-F238E27FC236}">
                  <a16:creationId xmlns:a16="http://schemas.microsoft.com/office/drawing/2014/main" id="{3687CC44-5C27-4378-B846-9496367C3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62" name="Rectangle 114">
              <a:extLst>
                <a:ext uri="{FF2B5EF4-FFF2-40B4-BE49-F238E27FC236}">
                  <a16:creationId xmlns:a16="http://schemas.microsoft.com/office/drawing/2014/main" id="{C767B91F-187C-4AEF-98F6-286B3802F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63" name="Rectangle 115">
              <a:extLst>
                <a:ext uri="{FF2B5EF4-FFF2-40B4-BE49-F238E27FC236}">
                  <a16:creationId xmlns:a16="http://schemas.microsoft.com/office/drawing/2014/main" id="{A6439EA3-A964-4E07-BEFB-5ED833D2C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64" name="Rectangle 116">
              <a:extLst>
                <a:ext uri="{FF2B5EF4-FFF2-40B4-BE49-F238E27FC236}">
                  <a16:creationId xmlns:a16="http://schemas.microsoft.com/office/drawing/2014/main" id="{4EF7DB2E-6C70-47D5-9CA1-8A0F32909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65" name="Rectangle 117">
              <a:extLst>
                <a:ext uri="{FF2B5EF4-FFF2-40B4-BE49-F238E27FC236}">
                  <a16:creationId xmlns:a16="http://schemas.microsoft.com/office/drawing/2014/main" id="{68877E42-658F-4F77-A854-8807F2DDE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66" name="Rectangle 118">
              <a:extLst>
                <a:ext uri="{FF2B5EF4-FFF2-40B4-BE49-F238E27FC236}">
                  <a16:creationId xmlns:a16="http://schemas.microsoft.com/office/drawing/2014/main" id="{DE33BE64-3B31-40B2-B73C-8DF2F0F07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67" name="Rectangle 119">
              <a:extLst>
                <a:ext uri="{FF2B5EF4-FFF2-40B4-BE49-F238E27FC236}">
                  <a16:creationId xmlns:a16="http://schemas.microsoft.com/office/drawing/2014/main" id="{666BCC8F-56E0-490A-A93C-5B21E2D97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68" name="Rectangle 120">
              <a:extLst>
                <a:ext uri="{FF2B5EF4-FFF2-40B4-BE49-F238E27FC236}">
                  <a16:creationId xmlns:a16="http://schemas.microsoft.com/office/drawing/2014/main" id="{B5B431EC-73B5-4FE7-A0AC-91C10B91C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69" name="Rectangle 121">
              <a:extLst>
                <a:ext uri="{FF2B5EF4-FFF2-40B4-BE49-F238E27FC236}">
                  <a16:creationId xmlns:a16="http://schemas.microsoft.com/office/drawing/2014/main" id="{EC87E0EB-6EB9-4A73-A90C-440AAE10D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70" name="Rectangle 122">
              <a:extLst>
                <a:ext uri="{FF2B5EF4-FFF2-40B4-BE49-F238E27FC236}">
                  <a16:creationId xmlns:a16="http://schemas.microsoft.com/office/drawing/2014/main" id="{BFEAD2ED-283D-488B-90C6-4F45668E3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71" name="Rectangle 123">
              <a:extLst>
                <a:ext uri="{FF2B5EF4-FFF2-40B4-BE49-F238E27FC236}">
                  <a16:creationId xmlns:a16="http://schemas.microsoft.com/office/drawing/2014/main" id="{02D4F367-E902-431E-96DF-0521AB7C0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72" name="Rectangle 124">
              <a:extLst>
                <a:ext uri="{FF2B5EF4-FFF2-40B4-BE49-F238E27FC236}">
                  <a16:creationId xmlns:a16="http://schemas.microsoft.com/office/drawing/2014/main" id="{D3DDB344-88D6-47EA-AA30-F2C431664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73" name="Rectangle 125">
              <a:extLst>
                <a:ext uri="{FF2B5EF4-FFF2-40B4-BE49-F238E27FC236}">
                  <a16:creationId xmlns:a16="http://schemas.microsoft.com/office/drawing/2014/main" id="{1117BED2-6766-4B24-9BC5-FA562404E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74" name="Rectangle 126">
              <a:extLst>
                <a:ext uri="{FF2B5EF4-FFF2-40B4-BE49-F238E27FC236}">
                  <a16:creationId xmlns:a16="http://schemas.microsoft.com/office/drawing/2014/main" id="{BBFE60C5-D07D-4634-A66D-B2284C969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75" name="Rectangle 127">
              <a:extLst>
                <a:ext uri="{FF2B5EF4-FFF2-40B4-BE49-F238E27FC236}">
                  <a16:creationId xmlns:a16="http://schemas.microsoft.com/office/drawing/2014/main" id="{BC2BA0B8-EA21-47D5-BC36-D0801C382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76" name="Rectangle 128">
              <a:extLst>
                <a:ext uri="{FF2B5EF4-FFF2-40B4-BE49-F238E27FC236}">
                  <a16:creationId xmlns:a16="http://schemas.microsoft.com/office/drawing/2014/main" id="{ADD4763A-D560-49C2-827E-413EFE3F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77" name="Rectangle 129">
              <a:extLst>
                <a:ext uri="{FF2B5EF4-FFF2-40B4-BE49-F238E27FC236}">
                  <a16:creationId xmlns:a16="http://schemas.microsoft.com/office/drawing/2014/main" id="{9E2A585E-21A7-4ABF-9D72-584D8E533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78" name="Rectangle 130">
              <a:extLst>
                <a:ext uri="{FF2B5EF4-FFF2-40B4-BE49-F238E27FC236}">
                  <a16:creationId xmlns:a16="http://schemas.microsoft.com/office/drawing/2014/main" id="{8F351DF3-0169-47EF-96F4-5ABD715A1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79" name="Rectangle 131">
              <a:extLst>
                <a:ext uri="{FF2B5EF4-FFF2-40B4-BE49-F238E27FC236}">
                  <a16:creationId xmlns:a16="http://schemas.microsoft.com/office/drawing/2014/main" id="{0693F668-C870-456E-87E2-7544379A1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80" name="Rectangle 132">
              <a:extLst>
                <a:ext uri="{FF2B5EF4-FFF2-40B4-BE49-F238E27FC236}">
                  <a16:creationId xmlns:a16="http://schemas.microsoft.com/office/drawing/2014/main" id="{FAC8B68C-84D5-4244-88BA-C3F989C0C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81" name="Rectangle 133">
              <a:extLst>
                <a:ext uri="{FF2B5EF4-FFF2-40B4-BE49-F238E27FC236}">
                  <a16:creationId xmlns:a16="http://schemas.microsoft.com/office/drawing/2014/main" id="{80CEC031-1971-4F02-93C6-D54B1725F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82" name="Rectangle 134">
              <a:extLst>
                <a:ext uri="{FF2B5EF4-FFF2-40B4-BE49-F238E27FC236}">
                  <a16:creationId xmlns:a16="http://schemas.microsoft.com/office/drawing/2014/main" id="{979DA694-38B4-49E9-BB42-A6C8EB1F0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83" name="Rectangle 135">
              <a:extLst>
                <a:ext uri="{FF2B5EF4-FFF2-40B4-BE49-F238E27FC236}">
                  <a16:creationId xmlns:a16="http://schemas.microsoft.com/office/drawing/2014/main" id="{7DF798A6-1937-42A3-AA04-661E18EB3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84" name="Rectangle 136">
              <a:extLst>
                <a:ext uri="{FF2B5EF4-FFF2-40B4-BE49-F238E27FC236}">
                  <a16:creationId xmlns:a16="http://schemas.microsoft.com/office/drawing/2014/main" id="{3F071ADB-A8D7-4B37-A381-54A30D8F7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85" name="Rectangle 137">
              <a:extLst>
                <a:ext uri="{FF2B5EF4-FFF2-40B4-BE49-F238E27FC236}">
                  <a16:creationId xmlns:a16="http://schemas.microsoft.com/office/drawing/2014/main" id="{138CDA09-83D6-4434-B2D1-0AB76429F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86" name="Rectangle 138">
              <a:extLst>
                <a:ext uri="{FF2B5EF4-FFF2-40B4-BE49-F238E27FC236}">
                  <a16:creationId xmlns:a16="http://schemas.microsoft.com/office/drawing/2014/main" id="{34DEC90A-5002-489F-AAE2-7BD582A36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87" name="Rectangle 139">
              <a:extLst>
                <a:ext uri="{FF2B5EF4-FFF2-40B4-BE49-F238E27FC236}">
                  <a16:creationId xmlns:a16="http://schemas.microsoft.com/office/drawing/2014/main" id="{199CB379-92D0-4B34-AE6C-0AA2A9F0E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88" name="Rectangle 140">
              <a:extLst>
                <a:ext uri="{FF2B5EF4-FFF2-40B4-BE49-F238E27FC236}">
                  <a16:creationId xmlns:a16="http://schemas.microsoft.com/office/drawing/2014/main" id="{B032D2EC-26A1-47B4-868F-681D4CE98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40292" name="Group 61">
            <a:extLst>
              <a:ext uri="{FF2B5EF4-FFF2-40B4-BE49-F238E27FC236}">
                <a16:creationId xmlns:a16="http://schemas.microsoft.com/office/drawing/2014/main" id="{D60DBBAD-B9A4-4031-A992-F9BEB8A9760A}"/>
              </a:ext>
            </a:extLst>
          </p:cNvPr>
          <p:cNvGrpSpPr>
            <a:grpSpLocks/>
          </p:cNvGrpSpPr>
          <p:nvPr/>
        </p:nvGrpSpPr>
        <p:grpSpPr bwMode="auto">
          <a:xfrm>
            <a:off x="5246688" y="747713"/>
            <a:ext cx="3330575" cy="5424487"/>
            <a:chOff x="5066003" y="968733"/>
            <a:chExt cx="3330016" cy="5424435"/>
          </a:xfrm>
        </p:grpSpPr>
        <p:sp>
          <p:nvSpPr>
            <p:cNvPr id="140294" name="Freeform 11">
              <a:extLst>
                <a:ext uri="{FF2B5EF4-FFF2-40B4-BE49-F238E27FC236}">
                  <a16:creationId xmlns:a16="http://schemas.microsoft.com/office/drawing/2014/main" id="{137BAA90-8D15-4DC8-A0AE-6220CA2AB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2092" y="5972494"/>
              <a:ext cx="138112" cy="160338"/>
            </a:xfrm>
            <a:custGeom>
              <a:avLst/>
              <a:gdLst>
                <a:gd name="T0" fmla="*/ 2147483646 w 174"/>
                <a:gd name="T1" fmla="*/ 2147483646 h 202"/>
                <a:gd name="T2" fmla="*/ 2147483646 w 174"/>
                <a:gd name="T3" fmla="*/ 2147483646 h 202"/>
                <a:gd name="T4" fmla="*/ 2147483646 w 174"/>
                <a:gd name="T5" fmla="*/ 0 h 202"/>
                <a:gd name="T6" fmla="*/ 0 w 174"/>
                <a:gd name="T7" fmla="*/ 0 h 202"/>
                <a:gd name="T8" fmla="*/ 2147483646 w 174"/>
                <a:gd name="T9" fmla="*/ 2147483646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4"/>
                <a:gd name="T16" fmla="*/ 0 h 202"/>
                <a:gd name="T17" fmla="*/ 174 w 174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4" h="202">
                  <a:moveTo>
                    <a:pt x="29" y="202"/>
                  </a:moveTo>
                  <a:lnTo>
                    <a:pt x="174" y="202"/>
                  </a:lnTo>
                  <a:lnTo>
                    <a:pt x="174" y="0"/>
                  </a:lnTo>
                  <a:lnTo>
                    <a:pt x="0" y="0"/>
                  </a:lnTo>
                  <a:lnTo>
                    <a:pt x="29" y="2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295" name="Freeform 19">
              <a:extLst>
                <a:ext uri="{FF2B5EF4-FFF2-40B4-BE49-F238E27FC236}">
                  <a16:creationId xmlns:a16="http://schemas.microsoft.com/office/drawing/2014/main" id="{E9BA50AF-5DC2-4426-844B-D3A9AD7B6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152" y="5729593"/>
              <a:ext cx="641350" cy="663575"/>
            </a:xfrm>
            <a:custGeom>
              <a:avLst/>
              <a:gdLst>
                <a:gd name="T0" fmla="*/ 2147483646 w 808"/>
                <a:gd name="T1" fmla="*/ 2147483646 h 837"/>
                <a:gd name="T2" fmla="*/ 2147483646 w 808"/>
                <a:gd name="T3" fmla="*/ 2147483646 h 837"/>
                <a:gd name="T4" fmla="*/ 2147483646 w 808"/>
                <a:gd name="T5" fmla="*/ 2147483646 h 837"/>
                <a:gd name="T6" fmla="*/ 2147483646 w 808"/>
                <a:gd name="T7" fmla="*/ 2147483646 h 837"/>
                <a:gd name="T8" fmla="*/ 2147483646 w 808"/>
                <a:gd name="T9" fmla="*/ 2147483646 h 837"/>
                <a:gd name="T10" fmla="*/ 2147483646 w 808"/>
                <a:gd name="T11" fmla="*/ 2147483646 h 837"/>
                <a:gd name="T12" fmla="*/ 2147483646 w 808"/>
                <a:gd name="T13" fmla="*/ 2147483646 h 837"/>
                <a:gd name="T14" fmla="*/ 2147483646 w 808"/>
                <a:gd name="T15" fmla="*/ 2147483646 h 837"/>
                <a:gd name="T16" fmla="*/ 2147483646 w 808"/>
                <a:gd name="T17" fmla="*/ 2147483646 h 837"/>
                <a:gd name="T18" fmla="*/ 2147483646 w 808"/>
                <a:gd name="T19" fmla="*/ 2147483646 h 837"/>
                <a:gd name="T20" fmla="*/ 2147483646 w 808"/>
                <a:gd name="T21" fmla="*/ 2147483646 h 837"/>
                <a:gd name="T22" fmla="*/ 2147483646 w 808"/>
                <a:gd name="T23" fmla="*/ 0 h 837"/>
                <a:gd name="T24" fmla="*/ 2147483646 w 808"/>
                <a:gd name="T25" fmla="*/ 2147483646 h 837"/>
                <a:gd name="T26" fmla="*/ 2147483646 w 808"/>
                <a:gd name="T27" fmla="*/ 2147483646 h 837"/>
                <a:gd name="T28" fmla="*/ 2147483646 w 808"/>
                <a:gd name="T29" fmla="*/ 2147483646 h 837"/>
                <a:gd name="T30" fmla="*/ 2147483646 w 808"/>
                <a:gd name="T31" fmla="*/ 2147483646 h 837"/>
                <a:gd name="T32" fmla="*/ 2147483646 w 808"/>
                <a:gd name="T33" fmla="*/ 2147483646 h 837"/>
                <a:gd name="T34" fmla="*/ 2147483646 w 808"/>
                <a:gd name="T35" fmla="*/ 2147483646 h 837"/>
                <a:gd name="T36" fmla="*/ 2147483646 w 808"/>
                <a:gd name="T37" fmla="*/ 2147483646 h 837"/>
                <a:gd name="T38" fmla="*/ 2147483646 w 808"/>
                <a:gd name="T39" fmla="*/ 2147483646 h 837"/>
                <a:gd name="T40" fmla="*/ 2147483646 w 808"/>
                <a:gd name="T41" fmla="*/ 2147483646 h 837"/>
                <a:gd name="T42" fmla="*/ 2147483646 w 808"/>
                <a:gd name="T43" fmla="*/ 2147483646 h 837"/>
                <a:gd name="T44" fmla="*/ 2147483646 w 808"/>
                <a:gd name="T45" fmla="*/ 2147483646 h 837"/>
                <a:gd name="T46" fmla="*/ 2147483646 w 808"/>
                <a:gd name="T47" fmla="*/ 2147483646 h 837"/>
                <a:gd name="T48" fmla="*/ 2147483646 w 808"/>
                <a:gd name="T49" fmla="*/ 2147483646 h 837"/>
                <a:gd name="T50" fmla="*/ 2147483646 w 808"/>
                <a:gd name="T51" fmla="*/ 2147483646 h 837"/>
                <a:gd name="T52" fmla="*/ 2147483646 w 808"/>
                <a:gd name="T53" fmla="*/ 2147483646 h 837"/>
                <a:gd name="T54" fmla="*/ 2147483646 w 808"/>
                <a:gd name="T55" fmla="*/ 2147483646 h 837"/>
                <a:gd name="T56" fmla="*/ 2147483646 w 808"/>
                <a:gd name="T57" fmla="*/ 2147483646 h 837"/>
                <a:gd name="T58" fmla="*/ 2147483646 w 808"/>
                <a:gd name="T59" fmla="*/ 2147483646 h 837"/>
                <a:gd name="T60" fmla="*/ 2147483646 w 808"/>
                <a:gd name="T61" fmla="*/ 2147483646 h 837"/>
                <a:gd name="T62" fmla="*/ 2147483646 w 808"/>
                <a:gd name="T63" fmla="*/ 2147483646 h 837"/>
                <a:gd name="T64" fmla="*/ 2147483646 w 808"/>
                <a:gd name="T65" fmla="*/ 2147483646 h 837"/>
                <a:gd name="T66" fmla="*/ 2147483646 w 808"/>
                <a:gd name="T67" fmla="*/ 2147483646 h 837"/>
                <a:gd name="T68" fmla="*/ 2147483646 w 808"/>
                <a:gd name="T69" fmla="*/ 2147483646 h 837"/>
                <a:gd name="T70" fmla="*/ 2147483646 w 808"/>
                <a:gd name="T71" fmla="*/ 2147483646 h 837"/>
                <a:gd name="T72" fmla="*/ 2147483646 w 808"/>
                <a:gd name="T73" fmla="*/ 2147483646 h 837"/>
                <a:gd name="T74" fmla="*/ 2147483646 w 808"/>
                <a:gd name="T75" fmla="*/ 2147483646 h 837"/>
                <a:gd name="T76" fmla="*/ 2147483646 w 808"/>
                <a:gd name="T77" fmla="*/ 2147483646 h 837"/>
                <a:gd name="T78" fmla="*/ 2147483646 w 808"/>
                <a:gd name="T79" fmla="*/ 2147483646 h 837"/>
                <a:gd name="T80" fmla="*/ 2147483646 w 808"/>
                <a:gd name="T81" fmla="*/ 2147483646 h 837"/>
                <a:gd name="T82" fmla="*/ 2147483646 w 808"/>
                <a:gd name="T83" fmla="*/ 2147483646 h 837"/>
                <a:gd name="T84" fmla="*/ 2147483646 w 808"/>
                <a:gd name="T85" fmla="*/ 2147483646 h 837"/>
                <a:gd name="T86" fmla="*/ 2147483646 w 808"/>
                <a:gd name="T87" fmla="*/ 2147483646 h 837"/>
                <a:gd name="T88" fmla="*/ 2147483646 w 808"/>
                <a:gd name="T89" fmla="*/ 2147483646 h 837"/>
                <a:gd name="T90" fmla="*/ 2147483646 w 808"/>
                <a:gd name="T91" fmla="*/ 2147483646 h 837"/>
                <a:gd name="T92" fmla="*/ 2147483646 w 808"/>
                <a:gd name="T93" fmla="*/ 2147483646 h 837"/>
                <a:gd name="T94" fmla="*/ 2147483646 w 808"/>
                <a:gd name="T95" fmla="*/ 2147483646 h 837"/>
                <a:gd name="T96" fmla="*/ 2147483646 w 808"/>
                <a:gd name="T97" fmla="*/ 2147483646 h 837"/>
                <a:gd name="T98" fmla="*/ 2147483646 w 808"/>
                <a:gd name="T99" fmla="*/ 2147483646 h 837"/>
                <a:gd name="T100" fmla="*/ 2147483646 w 808"/>
                <a:gd name="T101" fmla="*/ 2147483646 h 837"/>
                <a:gd name="T102" fmla="*/ 2147483646 w 808"/>
                <a:gd name="T103" fmla="*/ 2147483646 h 837"/>
                <a:gd name="T104" fmla="*/ 2147483646 w 808"/>
                <a:gd name="T105" fmla="*/ 2147483646 h 837"/>
                <a:gd name="T106" fmla="*/ 2147483646 w 808"/>
                <a:gd name="T107" fmla="*/ 2147483646 h 837"/>
                <a:gd name="T108" fmla="*/ 2147483646 w 808"/>
                <a:gd name="T109" fmla="*/ 2147483646 h 837"/>
                <a:gd name="T110" fmla="*/ 2147483646 w 808"/>
                <a:gd name="T111" fmla="*/ 2147483646 h 83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8"/>
                <a:gd name="T169" fmla="*/ 0 h 837"/>
                <a:gd name="T170" fmla="*/ 808 w 808"/>
                <a:gd name="T171" fmla="*/ 837 h 83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8" h="837">
                  <a:moveTo>
                    <a:pt x="0" y="428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5" y="348"/>
                  </a:lnTo>
                  <a:lnTo>
                    <a:pt x="8" y="327"/>
                  </a:lnTo>
                  <a:lnTo>
                    <a:pt x="13" y="307"/>
                  </a:lnTo>
                  <a:lnTo>
                    <a:pt x="18" y="288"/>
                  </a:lnTo>
                  <a:lnTo>
                    <a:pt x="24" y="268"/>
                  </a:lnTo>
                  <a:lnTo>
                    <a:pt x="33" y="251"/>
                  </a:lnTo>
                  <a:lnTo>
                    <a:pt x="40" y="232"/>
                  </a:lnTo>
                  <a:lnTo>
                    <a:pt x="49" y="215"/>
                  </a:lnTo>
                  <a:lnTo>
                    <a:pt x="59" y="197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50"/>
                  </a:lnTo>
                  <a:lnTo>
                    <a:pt x="107" y="134"/>
                  </a:lnTo>
                  <a:lnTo>
                    <a:pt x="120" y="121"/>
                  </a:lnTo>
                  <a:lnTo>
                    <a:pt x="134" y="107"/>
                  </a:lnTo>
                  <a:lnTo>
                    <a:pt x="148" y="94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60"/>
                  </a:lnTo>
                  <a:lnTo>
                    <a:pt x="215" y="50"/>
                  </a:lnTo>
                  <a:lnTo>
                    <a:pt x="232" y="40"/>
                  </a:lnTo>
                  <a:lnTo>
                    <a:pt x="249" y="33"/>
                  </a:lnTo>
                  <a:lnTo>
                    <a:pt x="268" y="26"/>
                  </a:lnTo>
                  <a:lnTo>
                    <a:pt x="287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6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0" y="1"/>
                  </a:lnTo>
                  <a:lnTo>
                    <a:pt x="441" y="3"/>
                  </a:lnTo>
                  <a:lnTo>
                    <a:pt x="462" y="6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39" y="26"/>
                  </a:lnTo>
                  <a:lnTo>
                    <a:pt x="558" y="33"/>
                  </a:lnTo>
                  <a:lnTo>
                    <a:pt x="577" y="40"/>
                  </a:lnTo>
                  <a:lnTo>
                    <a:pt x="594" y="50"/>
                  </a:lnTo>
                  <a:lnTo>
                    <a:pt x="612" y="60"/>
                  </a:lnTo>
                  <a:lnTo>
                    <a:pt x="628" y="70"/>
                  </a:lnTo>
                  <a:lnTo>
                    <a:pt x="643" y="82"/>
                  </a:lnTo>
                  <a:lnTo>
                    <a:pt x="659" y="94"/>
                  </a:lnTo>
                  <a:lnTo>
                    <a:pt x="674" y="107"/>
                  </a:lnTo>
                  <a:lnTo>
                    <a:pt x="688" y="121"/>
                  </a:lnTo>
                  <a:lnTo>
                    <a:pt x="703" y="134"/>
                  </a:lnTo>
                  <a:lnTo>
                    <a:pt x="716" y="150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7"/>
                  </a:lnTo>
                  <a:lnTo>
                    <a:pt x="759" y="215"/>
                  </a:lnTo>
                  <a:lnTo>
                    <a:pt x="768" y="232"/>
                  </a:lnTo>
                  <a:lnTo>
                    <a:pt x="776" y="251"/>
                  </a:lnTo>
                  <a:lnTo>
                    <a:pt x="783" y="268"/>
                  </a:lnTo>
                  <a:lnTo>
                    <a:pt x="791" y="288"/>
                  </a:lnTo>
                  <a:lnTo>
                    <a:pt x="795" y="307"/>
                  </a:lnTo>
                  <a:lnTo>
                    <a:pt x="801" y="327"/>
                  </a:lnTo>
                  <a:lnTo>
                    <a:pt x="804" y="348"/>
                  </a:lnTo>
                  <a:lnTo>
                    <a:pt x="806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28"/>
                  </a:lnTo>
                  <a:lnTo>
                    <a:pt x="808" y="450"/>
                  </a:lnTo>
                  <a:lnTo>
                    <a:pt x="806" y="470"/>
                  </a:lnTo>
                  <a:lnTo>
                    <a:pt x="804" y="490"/>
                  </a:lnTo>
                  <a:lnTo>
                    <a:pt x="801" y="511"/>
                  </a:lnTo>
                  <a:lnTo>
                    <a:pt x="795" y="531"/>
                  </a:lnTo>
                  <a:lnTo>
                    <a:pt x="791" y="550"/>
                  </a:lnTo>
                  <a:lnTo>
                    <a:pt x="783" y="570"/>
                  </a:lnTo>
                  <a:lnTo>
                    <a:pt x="776" y="587"/>
                  </a:lnTo>
                  <a:lnTo>
                    <a:pt x="768" y="606"/>
                  </a:lnTo>
                  <a:lnTo>
                    <a:pt x="759" y="623"/>
                  </a:lnTo>
                  <a:lnTo>
                    <a:pt x="749" y="640"/>
                  </a:lnTo>
                  <a:lnTo>
                    <a:pt x="739" y="658"/>
                  </a:lnTo>
                  <a:lnTo>
                    <a:pt x="727" y="674"/>
                  </a:lnTo>
                  <a:lnTo>
                    <a:pt x="716" y="688"/>
                  </a:lnTo>
                  <a:lnTo>
                    <a:pt x="703" y="704"/>
                  </a:lnTo>
                  <a:lnTo>
                    <a:pt x="688" y="717"/>
                  </a:lnTo>
                  <a:lnTo>
                    <a:pt x="674" y="731"/>
                  </a:lnTo>
                  <a:lnTo>
                    <a:pt x="659" y="744"/>
                  </a:lnTo>
                  <a:lnTo>
                    <a:pt x="643" y="756"/>
                  </a:lnTo>
                  <a:lnTo>
                    <a:pt x="628" y="767"/>
                  </a:lnTo>
                  <a:lnTo>
                    <a:pt x="612" y="778"/>
                  </a:lnTo>
                  <a:lnTo>
                    <a:pt x="594" y="788"/>
                  </a:lnTo>
                  <a:lnTo>
                    <a:pt x="577" y="798"/>
                  </a:lnTo>
                  <a:lnTo>
                    <a:pt x="558" y="805"/>
                  </a:lnTo>
                  <a:lnTo>
                    <a:pt x="539" y="812"/>
                  </a:lnTo>
                  <a:lnTo>
                    <a:pt x="521" y="819"/>
                  </a:lnTo>
                  <a:lnTo>
                    <a:pt x="502" y="825"/>
                  </a:lnTo>
                  <a:lnTo>
                    <a:pt x="482" y="830"/>
                  </a:lnTo>
                  <a:lnTo>
                    <a:pt x="462" y="832"/>
                  </a:lnTo>
                  <a:lnTo>
                    <a:pt x="441" y="835"/>
                  </a:lnTo>
                  <a:lnTo>
                    <a:pt x="420" y="837"/>
                  </a:lnTo>
                  <a:lnTo>
                    <a:pt x="400" y="837"/>
                  </a:lnTo>
                  <a:lnTo>
                    <a:pt x="410" y="837"/>
                  </a:lnTo>
                  <a:lnTo>
                    <a:pt x="388" y="837"/>
                  </a:lnTo>
                  <a:lnTo>
                    <a:pt x="368" y="835"/>
                  </a:lnTo>
                  <a:lnTo>
                    <a:pt x="348" y="832"/>
                  </a:lnTo>
                  <a:lnTo>
                    <a:pt x="327" y="830"/>
                  </a:lnTo>
                  <a:lnTo>
                    <a:pt x="307" y="825"/>
                  </a:lnTo>
                  <a:lnTo>
                    <a:pt x="287" y="819"/>
                  </a:lnTo>
                  <a:lnTo>
                    <a:pt x="268" y="812"/>
                  </a:lnTo>
                  <a:lnTo>
                    <a:pt x="249" y="805"/>
                  </a:lnTo>
                  <a:lnTo>
                    <a:pt x="232" y="798"/>
                  </a:lnTo>
                  <a:lnTo>
                    <a:pt x="215" y="788"/>
                  </a:lnTo>
                  <a:lnTo>
                    <a:pt x="197" y="778"/>
                  </a:lnTo>
                  <a:lnTo>
                    <a:pt x="180" y="767"/>
                  </a:lnTo>
                  <a:lnTo>
                    <a:pt x="164" y="756"/>
                  </a:lnTo>
                  <a:lnTo>
                    <a:pt x="148" y="744"/>
                  </a:lnTo>
                  <a:lnTo>
                    <a:pt x="134" y="731"/>
                  </a:lnTo>
                  <a:lnTo>
                    <a:pt x="120" y="717"/>
                  </a:lnTo>
                  <a:lnTo>
                    <a:pt x="107" y="704"/>
                  </a:lnTo>
                  <a:lnTo>
                    <a:pt x="94" y="688"/>
                  </a:lnTo>
                  <a:lnTo>
                    <a:pt x="82" y="674"/>
                  </a:lnTo>
                  <a:lnTo>
                    <a:pt x="70" y="658"/>
                  </a:lnTo>
                  <a:lnTo>
                    <a:pt x="59" y="640"/>
                  </a:lnTo>
                  <a:lnTo>
                    <a:pt x="49" y="623"/>
                  </a:lnTo>
                  <a:lnTo>
                    <a:pt x="40" y="606"/>
                  </a:lnTo>
                  <a:lnTo>
                    <a:pt x="33" y="587"/>
                  </a:lnTo>
                  <a:lnTo>
                    <a:pt x="24" y="570"/>
                  </a:lnTo>
                  <a:lnTo>
                    <a:pt x="18" y="550"/>
                  </a:lnTo>
                  <a:lnTo>
                    <a:pt x="13" y="531"/>
                  </a:lnTo>
                  <a:lnTo>
                    <a:pt x="8" y="511"/>
                  </a:lnTo>
                  <a:lnTo>
                    <a:pt x="5" y="490"/>
                  </a:lnTo>
                  <a:lnTo>
                    <a:pt x="3" y="470"/>
                  </a:lnTo>
                  <a:lnTo>
                    <a:pt x="1" y="450"/>
                  </a:lnTo>
                  <a:lnTo>
                    <a:pt x="0" y="42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296" name="Freeform 26">
              <a:extLst>
                <a:ext uri="{FF2B5EF4-FFF2-40B4-BE49-F238E27FC236}">
                  <a16:creationId xmlns:a16="http://schemas.microsoft.com/office/drawing/2014/main" id="{625505BE-1591-460C-ADDC-844DF48D1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1417" y="1733868"/>
              <a:ext cx="114300" cy="138113"/>
            </a:xfrm>
            <a:custGeom>
              <a:avLst/>
              <a:gdLst>
                <a:gd name="T0" fmla="*/ 2147483646 w 145"/>
                <a:gd name="T1" fmla="*/ 0 h 173"/>
                <a:gd name="T2" fmla="*/ 0 w 145"/>
                <a:gd name="T3" fmla="*/ 2147483646 h 173"/>
                <a:gd name="T4" fmla="*/ 2147483646 w 145"/>
                <a:gd name="T5" fmla="*/ 2147483646 h 173"/>
                <a:gd name="T6" fmla="*/ 2147483646 w 145"/>
                <a:gd name="T7" fmla="*/ 2147483646 h 173"/>
                <a:gd name="T8" fmla="*/ 2147483646 w 14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73"/>
                <a:gd name="T17" fmla="*/ 145 w 14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73">
                  <a:moveTo>
                    <a:pt x="87" y="0"/>
                  </a:moveTo>
                  <a:lnTo>
                    <a:pt x="0" y="173"/>
                  </a:lnTo>
                  <a:lnTo>
                    <a:pt x="145" y="58"/>
                  </a:lnTo>
                  <a:lnTo>
                    <a:pt x="116" y="29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297" name="Freeform 29">
              <a:extLst>
                <a:ext uri="{FF2B5EF4-FFF2-40B4-BE49-F238E27FC236}">
                  <a16:creationId xmlns:a16="http://schemas.microsoft.com/office/drawing/2014/main" id="{91F3305D-701D-40F3-AB63-07B109D95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8179" y="1276668"/>
              <a:ext cx="641350" cy="641350"/>
            </a:xfrm>
            <a:custGeom>
              <a:avLst/>
              <a:gdLst>
                <a:gd name="T0" fmla="*/ 2147483646 w 809"/>
                <a:gd name="T1" fmla="*/ 2147483646 h 808"/>
                <a:gd name="T2" fmla="*/ 2147483646 w 809"/>
                <a:gd name="T3" fmla="*/ 2147483646 h 808"/>
                <a:gd name="T4" fmla="*/ 2147483646 w 809"/>
                <a:gd name="T5" fmla="*/ 2147483646 h 808"/>
                <a:gd name="T6" fmla="*/ 2147483646 w 809"/>
                <a:gd name="T7" fmla="*/ 2147483646 h 808"/>
                <a:gd name="T8" fmla="*/ 2147483646 w 809"/>
                <a:gd name="T9" fmla="*/ 2147483646 h 808"/>
                <a:gd name="T10" fmla="*/ 2147483646 w 809"/>
                <a:gd name="T11" fmla="*/ 2147483646 h 808"/>
                <a:gd name="T12" fmla="*/ 2147483646 w 809"/>
                <a:gd name="T13" fmla="*/ 2147483646 h 808"/>
                <a:gd name="T14" fmla="*/ 2147483646 w 809"/>
                <a:gd name="T15" fmla="*/ 2147483646 h 808"/>
                <a:gd name="T16" fmla="*/ 2147483646 w 809"/>
                <a:gd name="T17" fmla="*/ 2147483646 h 808"/>
                <a:gd name="T18" fmla="*/ 2147483646 w 809"/>
                <a:gd name="T19" fmla="*/ 2147483646 h 808"/>
                <a:gd name="T20" fmla="*/ 2147483646 w 809"/>
                <a:gd name="T21" fmla="*/ 2147483646 h 808"/>
                <a:gd name="T22" fmla="*/ 2147483646 w 809"/>
                <a:gd name="T23" fmla="*/ 0 h 808"/>
                <a:gd name="T24" fmla="*/ 2147483646 w 809"/>
                <a:gd name="T25" fmla="*/ 2147483646 h 808"/>
                <a:gd name="T26" fmla="*/ 2147483646 w 809"/>
                <a:gd name="T27" fmla="*/ 2147483646 h 808"/>
                <a:gd name="T28" fmla="*/ 2147483646 w 809"/>
                <a:gd name="T29" fmla="*/ 2147483646 h 808"/>
                <a:gd name="T30" fmla="*/ 2147483646 w 809"/>
                <a:gd name="T31" fmla="*/ 2147483646 h 808"/>
                <a:gd name="T32" fmla="*/ 2147483646 w 809"/>
                <a:gd name="T33" fmla="*/ 2147483646 h 808"/>
                <a:gd name="T34" fmla="*/ 2147483646 w 809"/>
                <a:gd name="T35" fmla="*/ 2147483646 h 808"/>
                <a:gd name="T36" fmla="*/ 2147483646 w 809"/>
                <a:gd name="T37" fmla="*/ 2147483646 h 808"/>
                <a:gd name="T38" fmla="*/ 2147483646 w 809"/>
                <a:gd name="T39" fmla="*/ 2147483646 h 808"/>
                <a:gd name="T40" fmla="*/ 2147483646 w 809"/>
                <a:gd name="T41" fmla="*/ 2147483646 h 808"/>
                <a:gd name="T42" fmla="*/ 2147483646 w 809"/>
                <a:gd name="T43" fmla="*/ 2147483646 h 808"/>
                <a:gd name="T44" fmla="*/ 2147483646 w 809"/>
                <a:gd name="T45" fmla="*/ 2147483646 h 808"/>
                <a:gd name="T46" fmla="*/ 2147483646 w 809"/>
                <a:gd name="T47" fmla="*/ 2147483646 h 808"/>
                <a:gd name="T48" fmla="*/ 2147483646 w 809"/>
                <a:gd name="T49" fmla="*/ 2147483646 h 808"/>
                <a:gd name="T50" fmla="*/ 2147483646 w 809"/>
                <a:gd name="T51" fmla="*/ 2147483646 h 808"/>
                <a:gd name="T52" fmla="*/ 2147483646 w 809"/>
                <a:gd name="T53" fmla="*/ 2147483646 h 808"/>
                <a:gd name="T54" fmla="*/ 2147483646 w 809"/>
                <a:gd name="T55" fmla="*/ 2147483646 h 808"/>
                <a:gd name="T56" fmla="*/ 2147483646 w 809"/>
                <a:gd name="T57" fmla="*/ 2147483646 h 808"/>
                <a:gd name="T58" fmla="*/ 2147483646 w 809"/>
                <a:gd name="T59" fmla="*/ 2147483646 h 808"/>
                <a:gd name="T60" fmla="*/ 2147483646 w 809"/>
                <a:gd name="T61" fmla="*/ 2147483646 h 808"/>
                <a:gd name="T62" fmla="*/ 2147483646 w 809"/>
                <a:gd name="T63" fmla="*/ 2147483646 h 808"/>
                <a:gd name="T64" fmla="*/ 2147483646 w 809"/>
                <a:gd name="T65" fmla="*/ 2147483646 h 808"/>
                <a:gd name="T66" fmla="*/ 2147483646 w 809"/>
                <a:gd name="T67" fmla="*/ 2147483646 h 808"/>
                <a:gd name="T68" fmla="*/ 2147483646 w 809"/>
                <a:gd name="T69" fmla="*/ 2147483646 h 808"/>
                <a:gd name="T70" fmla="*/ 2147483646 w 809"/>
                <a:gd name="T71" fmla="*/ 2147483646 h 808"/>
                <a:gd name="T72" fmla="*/ 2147483646 w 809"/>
                <a:gd name="T73" fmla="*/ 2147483646 h 808"/>
                <a:gd name="T74" fmla="*/ 2147483646 w 809"/>
                <a:gd name="T75" fmla="*/ 2147483646 h 808"/>
                <a:gd name="T76" fmla="*/ 2147483646 w 809"/>
                <a:gd name="T77" fmla="*/ 2147483646 h 808"/>
                <a:gd name="T78" fmla="*/ 2147483646 w 809"/>
                <a:gd name="T79" fmla="*/ 2147483646 h 808"/>
                <a:gd name="T80" fmla="*/ 2147483646 w 809"/>
                <a:gd name="T81" fmla="*/ 2147483646 h 808"/>
                <a:gd name="T82" fmla="*/ 2147483646 w 809"/>
                <a:gd name="T83" fmla="*/ 2147483646 h 808"/>
                <a:gd name="T84" fmla="*/ 2147483646 w 809"/>
                <a:gd name="T85" fmla="*/ 2147483646 h 808"/>
                <a:gd name="T86" fmla="*/ 2147483646 w 809"/>
                <a:gd name="T87" fmla="*/ 2147483646 h 808"/>
                <a:gd name="T88" fmla="*/ 2147483646 w 809"/>
                <a:gd name="T89" fmla="*/ 2147483646 h 808"/>
                <a:gd name="T90" fmla="*/ 2147483646 w 809"/>
                <a:gd name="T91" fmla="*/ 2147483646 h 808"/>
                <a:gd name="T92" fmla="*/ 2147483646 w 809"/>
                <a:gd name="T93" fmla="*/ 2147483646 h 808"/>
                <a:gd name="T94" fmla="*/ 2147483646 w 809"/>
                <a:gd name="T95" fmla="*/ 2147483646 h 808"/>
                <a:gd name="T96" fmla="*/ 2147483646 w 809"/>
                <a:gd name="T97" fmla="*/ 2147483646 h 808"/>
                <a:gd name="T98" fmla="*/ 2147483646 w 809"/>
                <a:gd name="T99" fmla="*/ 2147483646 h 808"/>
                <a:gd name="T100" fmla="*/ 2147483646 w 809"/>
                <a:gd name="T101" fmla="*/ 2147483646 h 808"/>
                <a:gd name="T102" fmla="*/ 2147483646 w 809"/>
                <a:gd name="T103" fmla="*/ 2147483646 h 808"/>
                <a:gd name="T104" fmla="*/ 2147483646 w 809"/>
                <a:gd name="T105" fmla="*/ 2147483646 h 808"/>
                <a:gd name="T106" fmla="*/ 2147483646 w 809"/>
                <a:gd name="T107" fmla="*/ 2147483646 h 808"/>
                <a:gd name="T108" fmla="*/ 2147483646 w 809"/>
                <a:gd name="T109" fmla="*/ 2147483646 h 808"/>
                <a:gd name="T110" fmla="*/ 2147483646 w 809"/>
                <a:gd name="T111" fmla="*/ 2147483646 h 8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9"/>
                <a:gd name="T169" fmla="*/ 0 h 808"/>
                <a:gd name="T170" fmla="*/ 809 w 809"/>
                <a:gd name="T171" fmla="*/ 808 h 80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9" h="808">
                  <a:moveTo>
                    <a:pt x="0" y="400"/>
                  </a:moveTo>
                  <a:lnTo>
                    <a:pt x="0" y="410"/>
                  </a:lnTo>
                  <a:lnTo>
                    <a:pt x="2" y="388"/>
                  </a:lnTo>
                  <a:lnTo>
                    <a:pt x="3" y="368"/>
                  </a:lnTo>
                  <a:lnTo>
                    <a:pt x="6" y="348"/>
                  </a:lnTo>
                  <a:lnTo>
                    <a:pt x="9" y="328"/>
                  </a:lnTo>
                  <a:lnTo>
                    <a:pt x="13" y="307"/>
                  </a:lnTo>
                  <a:lnTo>
                    <a:pt x="19" y="289"/>
                  </a:lnTo>
                  <a:lnTo>
                    <a:pt x="25" y="268"/>
                  </a:lnTo>
                  <a:lnTo>
                    <a:pt x="34" y="251"/>
                  </a:lnTo>
                  <a:lnTo>
                    <a:pt x="41" y="232"/>
                  </a:lnTo>
                  <a:lnTo>
                    <a:pt x="49" y="215"/>
                  </a:lnTo>
                  <a:lnTo>
                    <a:pt x="60" y="198"/>
                  </a:lnTo>
                  <a:lnTo>
                    <a:pt x="71" y="180"/>
                  </a:lnTo>
                  <a:lnTo>
                    <a:pt x="83" y="165"/>
                  </a:lnTo>
                  <a:lnTo>
                    <a:pt x="94" y="150"/>
                  </a:lnTo>
                  <a:lnTo>
                    <a:pt x="107" y="134"/>
                  </a:lnTo>
                  <a:lnTo>
                    <a:pt x="120" y="121"/>
                  </a:lnTo>
                  <a:lnTo>
                    <a:pt x="135" y="107"/>
                  </a:lnTo>
                  <a:lnTo>
                    <a:pt x="149" y="94"/>
                  </a:lnTo>
                  <a:lnTo>
                    <a:pt x="165" y="82"/>
                  </a:lnTo>
                  <a:lnTo>
                    <a:pt x="181" y="71"/>
                  </a:lnTo>
                  <a:lnTo>
                    <a:pt x="198" y="61"/>
                  </a:lnTo>
                  <a:lnTo>
                    <a:pt x="215" y="51"/>
                  </a:lnTo>
                  <a:lnTo>
                    <a:pt x="233" y="40"/>
                  </a:lnTo>
                  <a:lnTo>
                    <a:pt x="250" y="33"/>
                  </a:lnTo>
                  <a:lnTo>
                    <a:pt x="269" y="26"/>
                  </a:lnTo>
                  <a:lnTo>
                    <a:pt x="288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6"/>
                  </a:lnTo>
                  <a:lnTo>
                    <a:pt x="368" y="3"/>
                  </a:lnTo>
                  <a:lnTo>
                    <a:pt x="389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0" y="1"/>
                  </a:lnTo>
                  <a:lnTo>
                    <a:pt x="442" y="3"/>
                  </a:lnTo>
                  <a:lnTo>
                    <a:pt x="462" y="6"/>
                  </a:lnTo>
                  <a:lnTo>
                    <a:pt x="482" y="9"/>
                  </a:lnTo>
                  <a:lnTo>
                    <a:pt x="503" y="13"/>
                  </a:lnTo>
                  <a:lnTo>
                    <a:pt x="521" y="19"/>
                  </a:lnTo>
                  <a:lnTo>
                    <a:pt x="540" y="26"/>
                  </a:lnTo>
                  <a:lnTo>
                    <a:pt x="559" y="33"/>
                  </a:lnTo>
                  <a:lnTo>
                    <a:pt x="578" y="40"/>
                  </a:lnTo>
                  <a:lnTo>
                    <a:pt x="595" y="51"/>
                  </a:lnTo>
                  <a:lnTo>
                    <a:pt x="612" y="61"/>
                  </a:lnTo>
                  <a:lnTo>
                    <a:pt x="628" y="71"/>
                  </a:lnTo>
                  <a:lnTo>
                    <a:pt x="644" y="82"/>
                  </a:lnTo>
                  <a:lnTo>
                    <a:pt x="660" y="94"/>
                  </a:lnTo>
                  <a:lnTo>
                    <a:pt x="674" y="107"/>
                  </a:lnTo>
                  <a:lnTo>
                    <a:pt x="689" y="121"/>
                  </a:lnTo>
                  <a:lnTo>
                    <a:pt x="703" y="134"/>
                  </a:lnTo>
                  <a:lnTo>
                    <a:pt x="716" y="150"/>
                  </a:lnTo>
                  <a:lnTo>
                    <a:pt x="728" y="165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8" y="232"/>
                  </a:lnTo>
                  <a:lnTo>
                    <a:pt x="777" y="251"/>
                  </a:lnTo>
                  <a:lnTo>
                    <a:pt x="784" y="268"/>
                  </a:lnTo>
                  <a:lnTo>
                    <a:pt x="791" y="289"/>
                  </a:lnTo>
                  <a:lnTo>
                    <a:pt x="796" y="307"/>
                  </a:lnTo>
                  <a:lnTo>
                    <a:pt x="801" y="328"/>
                  </a:lnTo>
                  <a:lnTo>
                    <a:pt x="804" y="348"/>
                  </a:lnTo>
                  <a:lnTo>
                    <a:pt x="807" y="368"/>
                  </a:lnTo>
                  <a:lnTo>
                    <a:pt x="809" y="388"/>
                  </a:lnTo>
                  <a:lnTo>
                    <a:pt x="809" y="410"/>
                  </a:lnTo>
                  <a:lnTo>
                    <a:pt x="809" y="400"/>
                  </a:lnTo>
                  <a:lnTo>
                    <a:pt x="809" y="421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6" y="502"/>
                  </a:lnTo>
                  <a:lnTo>
                    <a:pt x="791" y="521"/>
                  </a:lnTo>
                  <a:lnTo>
                    <a:pt x="784" y="541"/>
                  </a:lnTo>
                  <a:lnTo>
                    <a:pt x="777" y="559"/>
                  </a:lnTo>
                  <a:lnTo>
                    <a:pt x="768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9"/>
                  </a:lnTo>
                  <a:lnTo>
                    <a:pt x="728" y="645"/>
                  </a:lnTo>
                  <a:lnTo>
                    <a:pt x="716" y="660"/>
                  </a:lnTo>
                  <a:lnTo>
                    <a:pt x="703" y="675"/>
                  </a:lnTo>
                  <a:lnTo>
                    <a:pt x="689" y="688"/>
                  </a:lnTo>
                  <a:lnTo>
                    <a:pt x="674" y="703"/>
                  </a:lnTo>
                  <a:lnTo>
                    <a:pt x="660" y="716"/>
                  </a:lnTo>
                  <a:lnTo>
                    <a:pt x="644" y="727"/>
                  </a:lnTo>
                  <a:lnTo>
                    <a:pt x="628" y="739"/>
                  </a:lnTo>
                  <a:lnTo>
                    <a:pt x="612" y="749"/>
                  </a:lnTo>
                  <a:lnTo>
                    <a:pt x="595" y="759"/>
                  </a:lnTo>
                  <a:lnTo>
                    <a:pt x="578" y="769"/>
                  </a:lnTo>
                  <a:lnTo>
                    <a:pt x="559" y="776"/>
                  </a:lnTo>
                  <a:lnTo>
                    <a:pt x="540" y="784"/>
                  </a:lnTo>
                  <a:lnTo>
                    <a:pt x="521" y="791"/>
                  </a:lnTo>
                  <a:lnTo>
                    <a:pt x="503" y="797"/>
                  </a:lnTo>
                  <a:lnTo>
                    <a:pt x="482" y="801"/>
                  </a:lnTo>
                  <a:lnTo>
                    <a:pt x="462" y="804"/>
                  </a:lnTo>
                  <a:lnTo>
                    <a:pt x="442" y="807"/>
                  </a:lnTo>
                  <a:lnTo>
                    <a:pt x="420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9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8" y="801"/>
                  </a:lnTo>
                  <a:lnTo>
                    <a:pt x="308" y="797"/>
                  </a:lnTo>
                  <a:lnTo>
                    <a:pt x="288" y="791"/>
                  </a:lnTo>
                  <a:lnTo>
                    <a:pt x="269" y="784"/>
                  </a:lnTo>
                  <a:lnTo>
                    <a:pt x="250" y="776"/>
                  </a:lnTo>
                  <a:lnTo>
                    <a:pt x="233" y="769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1" y="739"/>
                  </a:lnTo>
                  <a:lnTo>
                    <a:pt x="165" y="727"/>
                  </a:lnTo>
                  <a:lnTo>
                    <a:pt x="149" y="716"/>
                  </a:lnTo>
                  <a:lnTo>
                    <a:pt x="135" y="703"/>
                  </a:lnTo>
                  <a:lnTo>
                    <a:pt x="120" y="688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3" y="645"/>
                  </a:lnTo>
                  <a:lnTo>
                    <a:pt x="71" y="629"/>
                  </a:lnTo>
                  <a:lnTo>
                    <a:pt x="60" y="612"/>
                  </a:lnTo>
                  <a:lnTo>
                    <a:pt x="49" y="595"/>
                  </a:lnTo>
                  <a:lnTo>
                    <a:pt x="41" y="577"/>
                  </a:lnTo>
                  <a:lnTo>
                    <a:pt x="34" y="559"/>
                  </a:lnTo>
                  <a:lnTo>
                    <a:pt x="25" y="541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9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1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298" name="Freeform 33">
              <a:extLst>
                <a:ext uri="{FF2B5EF4-FFF2-40B4-BE49-F238E27FC236}">
                  <a16:creationId xmlns:a16="http://schemas.microsoft.com/office/drawing/2014/main" id="{AEA3E3CC-50C2-4A6A-BEEF-25B1B062A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3153093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0 w 817"/>
                <a:gd name="T21" fmla="*/ 2147483646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2147483646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0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299" name="Freeform 37">
              <a:extLst>
                <a:ext uri="{FF2B5EF4-FFF2-40B4-BE49-F238E27FC236}">
                  <a16:creationId xmlns:a16="http://schemas.microsoft.com/office/drawing/2014/main" id="{958DDAFC-4BA0-4035-86BF-B53196CFF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4435794"/>
              <a:ext cx="647700" cy="649288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00" name="Freeform 38">
              <a:extLst>
                <a:ext uri="{FF2B5EF4-FFF2-40B4-BE49-F238E27FC236}">
                  <a16:creationId xmlns:a16="http://schemas.microsoft.com/office/drawing/2014/main" id="{67671C21-4AE6-41CA-85BE-54E9ED6A9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1848168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2147483646 w 817"/>
                <a:gd name="T21" fmla="*/ 0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0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2147483646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817" y="408"/>
                  </a:move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0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5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5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0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8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8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01" name="Freeform 39">
              <a:extLst>
                <a:ext uri="{FF2B5EF4-FFF2-40B4-BE49-F238E27FC236}">
                  <a16:creationId xmlns:a16="http://schemas.microsoft.com/office/drawing/2014/main" id="{EBE6A45E-DFBC-4E27-8781-25D1AD201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2970531"/>
              <a:ext cx="46037" cy="138112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02" name="Line 40">
              <a:extLst>
                <a:ext uri="{FF2B5EF4-FFF2-40B4-BE49-F238E27FC236}">
                  <a16:creationId xmlns:a16="http://schemas.microsoft.com/office/drawing/2014/main" id="{779D6C54-324F-47D6-8D0D-AED795B2A0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2489518"/>
              <a:ext cx="1588" cy="4810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03" name="Freeform 41">
              <a:extLst>
                <a:ext uri="{FF2B5EF4-FFF2-40B4-BE49-F238E27FC236}">
                  <a16:creationId xmlns:a16="http://schemas.microsoft.com/office/drawing/2014/main" id="{E8269161-60E1-4459-BD30-C97A78635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4277044"/>
              <a:ext cx="46037" cy="136525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04" name="Line 42">
              <a:extLst>
                <a:ext uri="{FF2B5EF4-FFF2-40B4-BE49-F238E27FC236}">
                  <a16:creationId xmlns:a16="http://schemas.microsoft.com/office/drawing/2014/main" id="{41B8267E-95A2-4F37-865C-363A62AF41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3796032"/>
              <a:ext cx="1588" cy="48101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05" name="Rectangle 48">
              <a:extLst>
                <a:ext uri="{FF2B5EF4-FFF2-40B4-BE49-F238E27FC236}">
                  <a16:creationId xmlns:a16="http://schemas.microsoft.com/office/drawing/2014/main" id="{85ECE949-2067-493B-9B91-BD966A31C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2018512"/>
              <a:ext cx="50033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A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06" name="Freeform 50">
              <a:extLst>
                <a:ext uri="{FF2B5EF4-FFF2-40B4-BE49-F238E27FC236}">
                  <a16:creationId xmlns:a16="http://schemas.microsoft.com/office/drawing/2014/main" id="{0F9B91E6-F7D7-4B02-A7A4-38801FDBC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5559744"/>
              <a:ext cx="46037" cy="160338"/>
            </a:xfrm>
            <a:custGeom>
              <a:avLst/>
              <a:gdLst>
                <a:gd name="T0" fmla="*/ 0 w 57"/>
                <a:gd name="T1" fmla="*/ 0 h 202"/>
                <a:gd name="T2" fmla="*/ 2147483646 w 57"/>
                <a:gd name="T3" fmla="*/ 2147483646 h 202"/>
                <a:gd name="T4" fmla="*/ 2147483646 w 57"/>
                <a:gd name="T5" fmla="*/ 0 h 202"/>
                <a:gd name="T6" fmla="*/ 2147483646 w 57"/>
                <a:gd name="T7" fmla="*/ 0 h 202"/>
                <a:gd name="T8" fmla="*/ 0 w 57"/>
                <a:gd name="T9" fmla="*/ 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202"/>
                <a:gd name="T17" fmla="*/ 57 w 57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202">
                  <a:moveTo>
                    <a:pt x="0" y="0"/>
                  </a:moveTo>
                  <a:lnTo>
                    <a:pt x="28" y="202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07" name="Line 51">
              <a:extLst>
                <a:ext uri="{FF2B5EF4-FFF2-40B4-BE49-F238E27FC236}">
                  <a16:creationId xmlns:a16="http://schemas.microsoft.com/office/drawing/2014/main" id="{87A058DE-5AC8-42E4-BB00-0796FA9677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5100957"/>
              <a:ext cx="1588" cy="4587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08" name="Rectangle 69">
              <a:extLst>
                <a:ext uri="{FF2B5EF4-FFF2-40B4-BE49-F238E27FC236}">
                  <a16:creationId xmlns:a16="http://schemas.microsoft.com/office/drawing/2014/main" id="{78F664F3-AB3B-46D9-B410-10170BD4A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5774" y="968733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09" name="Freeform 46">
              <a:extLst>
                <a:ext uri="{FF2B5EF4-FFF2-40B4-BE49-F238E27FC236}">
                  <a16:creationId xmlns:a16="http://schemas.microsoft.com/office/drawing/2014/main" id="{D295464C-0AFE-4D0B-9632-12AF696FB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5742307"/>
              <a:ext cx="647700" cy="649287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8"/>
                  </a:lnTo>
                  <a:lnTo>
                    <a:pt x="13" y="306"/>
                  </a:lnTo>
                  <a:lnTo>
                    <a:pt x="7" y="327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7"/>
                  </a:lnTo>
                  <a:lnTo>
                    <a:pt x="804" y="306"/>
                  </a:lnTo>
                  <a:lnTo>
                    <a:pt x="799" y="288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10" name="Rectangle 45">
              <a:extLst>
                <a:ext uri="{FF2B5EF4-FFF2-40B4-BE49-F238E27FC236}">
                  <a16:creationId xmlns:a16="http://schemas.microsoft.com/office/drawing/2014/main" id="{C9773D60-EB45-44A8-872E-E2225EDBC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5958207"/>
              <a:ext cx="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40311" name="Group 79">
              <a:extLst>
                <a:ext uri="{FF2B5EF4-FFF2-40B4-BE49-F238E27FC236}">
                  <a16:creationId xmlns:a16="http://schemas.microsoft.com/office/drawing/2014/main" id="{EDF81962-D492-43A0-89E9-4F5B2A7066AF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5415851" y="2101137"/>
              <a:ext cx="1232239" cy="2721739"/>
              <a:chOff x="7290642" y="3464243"/>
              <a:chExt cx="1624012" cy="2622551"/>
            </a:xfrm>
          </p:grpSpPr>
          <p:sp>
            <p:nvSpPr>
              <p:cNvPr id="140331" name="Freeform 9">
                <a:extLst>
                  <a:ext uri="{FF2B5EF4-FFF2-40B4-BE49-F238E27FC236}">
                    <a16:creationId xmlns:a16="http://schemas.microsoft.com/office/drawing/2014/main" id="{A997BF34-72E8-407A-B799-04E05FA33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1754" y="6040757"/>
                <a:ext cx="138113" cy="46037"/>
              </a:xfrm>
              <a:custGeom>
                <a:avLst/>
                <a:gdLst>
                  <a:gd name="T0" fmla="*/ 2147483646 w 174"/>
                  <a:gd name="T1" fmla="*/ 0 h 58"/>
                  <a:gd name="T2" fmla="*/ 0 w 174"/>
                  <a:gd name="T3" fmla="*/ 2147483646 h 58"/>
                  <a:gd name="T4" fmla="*/ 2147483646 w 174"/>
                  <a:gd name="T5" fmla="*/ 2147483646 h 58"/>
                  <a:gd name="T6" fmla="*/ 2147483646 w 174"/>
                  <a:gd name="T7" fmla="*/ 2147483646 h 58"/>
                  <a:gd name="T8" fmla="*/ 2147483646 w 174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4"/>
                  <a:gd name="T16" fmla="*/ 0 h 58"/>
                  <a:gd name="T17" fmla="*/ 174 w 174"/>
                  <a:gd name="T18" fmla="*/ 58 h 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4" h="58">
                    <a:moveTo>
                      <a:pt x="174" y="0"/>
                    </a:moveTo>
                    <a:lnTo>
                      <a:pt x="0" y="29"/>
                    </a:lnTo>
                    <a:lnTo>
                      <a:pt x="174" y="58"/>
                    </a:lnTo>
                    <a:lnTo>
                      <a:pt x="174" y="29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000000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332" name="Arc 87">
                <a:extLst>
                  <a:ext uri="{FF2B5EF4-FFF2-40B4-BE49-F238E27FC236}">
                    <a16:creationId xmlns:a16="http://schemas.microsoft.com/office/drawing/2014/main" id="{EF33239D-7727-4A2A-B1FE-CC8A7D7A9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0642" y="3464243"/>
                <a:ext cx="1624012" cy="1325563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333" name="Arc 88">
                <a:extLst>
                  <a:ext uri="{FF2B5EF4-FFF2-40B4-BE49-F238E27FC236}">
                    <a16:creationId xmlns:a16="http://schemas.microsoft.com/office/drawing/2014/main" id="{E83A9AE8-9014-4394-8041-83223614E715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458917" y="4751707"/>
                <a:ext cx="1455737" cy="1309687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40312" name="Rectangle 48">
              <a:extLst>
                <a:ext uri="{FF2B5EF4-FFF2-40B4-BE49-F238E27FC236}">
                  <a16:creationId xmlns:a16="http://schemas.microsoft.com/office/drawing/2014/main" id="{49101807-8951-4972-9A61-E79566A93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8461" y="3325743"/>
              <a:ext cx="50022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B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13" name="Rectangle 48">
              <a:extLst>
                <a:ext uri="{FF2B5EF4-FFF2-40B4-BE49-F238E27FC236}">
                  <a16:creationId xmlns:a16="http://schemas.microsoft.com/office/drawing/2014/main" id="{B50A95CD-9C72-4EEB-B51C-926005058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7370" y="4604883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14" name="Rectangle 48">
              <a:extLst>
                <a:ext uri="{FF2B5EF4-FFF2-40B4-BE49-F238E27FC236}">
                  <a16:creationId xmlns:a16="http://schemas.microsoft.com/office/drawing/2014/main" id="{661FE69F-950B-46C3-857E-5779CC7B0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5922894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/ 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40315" name="Group 83">
              <a:extLst>
                <a:ext uri="{FF2B5EF4-FFF2-40B4-BE49-F238E27FC236}">
                  <a16:creationId xmlns:a16="http://schemas.microsoft.com/office/drawing/2014/main" id="{4D603FD3-2994-4954-9A92-E4F5856278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6003" y="1918018"/>
              <a:ext cx="1612900" cy="4281875"/>
              <a:chOff x="2655888" y="1731962"/>
              <a:chExt cx="1612900" cy="3917951"/>
            </a:xfrm>
          </p:grpSpPr>
          <p:sp>
            <p:nvSpPr>
              <p:cNvPr id="140328" name="Freeform 4">
                <a:extLst>
                  <a:ext uri="{FF2B5EF4-FFF2-40B4-BE49-F238E27FC236}">
                    <a16:creationId xmlns:a16="http://schemas.microsoft.com/office/drawing/2014/main" id="{98BA4FD7-7766-42F4-87A9-DD762F560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263" y="1731962"/>
                <a:ext cx="136525" cy="68263"/>
              </a:xfrm>
              <a:custGeom>
                <a:avLst/>
                <a:gdLst>
                  <a:gd name="T0" fmla="*/ 0 w 173"/>
                  <a:gd name="T1" fmla="*/ 2147483646 h 86"/>
                  <a:gd name="T2" fmla="*/ 2147483646 w 173"/>
                  <a:gd name="T3" fmla="*/ 2147483646 h 86"/>
                  <a:gd name="T4" fmla="*/ 0 w 173"/>
                  <a:gd name="T5" fmla="*/ 0 h 86"/>
                  <a:gd name="T6" fmla="*/ 0 w 173"/>
                  <a:gd name="T7" fmla="*/ 2147483646 h 86"/>
                  <a:gd name="T8" fmla="*/ 0 w 173"/>
                  <a:gd name="T9" fmla="*/ 214748364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86"/>
                  <a:gd name="T17" fmla="*/ 173 w 173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86">
                    <a:moveTo>
                      <a:pt x="0" y="86"/>
                    </a:moveTo>
                    <a:lnTo>
                      <a:pt x="173" y="29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chemeClr val="tx1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329" name="Arc 85">
                <a:extLst>
                  <a:ext uri="{FF2B5EF4-FFF2-40B4-BE49-F238E27FC236}">
                    <a16:creationId xmlns:a16="http://schemas.microsoft.com/office/drawing/2014/main" id="{FC507AB8-A79A-4E27-8244-2292C20C6CC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 flipV="1">
                <a:off x="2655888" y="3587751"/>
                <a:ext cx="1612900" cy="2062162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330" name="Arc 86">
                <a:extLst>
                  <a:ext uri="{FF2B5EF4-FFF2-40B4-BE49-F238E27FC236}">
                    <a16:creationId xmlns:a16="http://schemas.microsoft.com/office/drawing/2014/main" id="{E6E30303-1890-4B3F-BBA5-1B0A6AEF89B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55888" y="1762125"/>
                <a:ext cx="1476375" cy="1836737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40316" name="Group 84">
              <a:extLst>
                <a:ext uri="{FF2B5EF4-FFF2-40B4-BE49-F238E27FC236}">
                  <a16:creationId xmlns:a16="http://schemas.microsoft.com/office/drawing/2014/main" id="{0F66F33F-F0A1-41A5-9E73-B02FE6D1BF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72212" y="2244856"/>
              <a:ext cx="675878" cy="1251891"/>
              <a:chOff x="4652181" y="1098568"/>
              <a:chExt cx="675878" cy="1251891"/>
            </a:xfrm>
          </p:grpSpPr>
          <p:sp>
            <p:nvSpPr>
              <p:cNvPr id="140325" name="Arc 87">
                <a:extLst>
                  <a:ext uri="{FF2B5EF4-FFF2-40B4-BE49-F238E27FC236}">
                    <a16:creationId xmlns:a16="http://schemas.microsoft.com/office/drawing/2014/main" id="{A12912F3-43B9-4A09-A51C-D94328757EE7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4652181" y="1727150"/>
                <a:ext cx="648198" cy="623309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326" name="Arc 88">
                <a:extLst>
                  <a:ext uri="{FF2B5EF4-FFF2-40B4-BE49-F238E27FC236}">
                    <a16:creationId xmlns:a16="http://schemas.microsoft.com/office/drawing/2014/main" id="{E8B9178D-404A-4CBA-9CB7-05535C03B44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 flipV="1">
                <a:off x="4652181" y="1129221"/>
                <a:ext cx="581034" cy="615844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0327" name="Freeform 4">
                <a:extLst>
                  <a:ext uri="{FF2B5EF4-FFF2-40B4-BE49-F238E27FC236}">
                    <a16:creationId xmlns:a16="http://schemas.microsoft.com/office/drawing/2014/main" id="{019A244E-EAC8-43D6-9954-7539FB3B93E4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5191534" y="1098568"/>
                <a:ext cx="136525" cy="74604"/>
              </a:xfrm>
              <a:custGeom>
                <a:avLst/>
                <a:gdLst>
                  <a:gd name="T0" fmla="*/ 0 w 173"/>
                  <a:gd name="T1" fmla="*/ 2147483646 h 86"/>
                  <a:gd name="T2" fmla="*/ 2147483646 w 173"/>
                  <a:gd name="T3" fmla="*/ 2147483646 h 86"/>
                  <a:gd name="T4" fmla="*/ 0 w 173"/>
                  <a:gd name="T5" fmla="*/ 0 h 86"/>
                  <a:gd name="T6" fmla="*/ 0 w 173"/>
                  <a:gd name="T7" fmla="*/ 2147483646 h 86"/>
                  <a:gd name="T8" fmla="*/ 0 w 173"/>
                  <a:gd name="T9" fmla="*/ 214748364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86"/>
                  <a:gd name="T17" fmla="*/ 173 w 173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86">
                    <a:moveTo>
                      <a:pt x="0" y="86"/>
                    </a:moveTo>
                    <a:lnTo>
                      <a:pt x="173" y="29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chemeClr val="tx1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40317" name="Freeform 16">
              <a:extLst>
                <a:ext uri="{FF2B5EF4-FFF2-40B4-BE49-F238E27FC236}">
                  <a16:creationId xmlns:a16="http://schemas.microsoft.com/office/drawing/2014/main" id="{35234110-669D-4D77-AA26-0A1A057C1CE2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233771" y="6250561"/>
              <a:ext cx="114300" cy="114300"/>
            </a:xfrm>
            <a:custGeom>
              <a:avLst/>
              <a:gdLst>
                <a:gd name="T0" fmla="*/ 0 w 144"/>
                <a:gd name="T1" fmla="*/ 2147483646 h 144"/>
                <a:gd name="T2" fmla="*/ 2147483646 w 144"/>
                <a:gd name="T3" fmla="*/ 2147483646 h 144"/>
                <a:gd name="T4" fmla="*/ 2147483646 w 144"/>
                <a:gd name="T5" fmla="*/ 0 h 144"/>
                <a:gd name="T6" fmla="*/ 2147483646 w 144"/>
                <a:gd name="T7" fmla="*/ 0 h 144"/>
                <a:gd name="T8" fmla="*/ 0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0" y="28"/>
                  </a:moveTo>
                  <a:lnTo>
                    <a:pt x="144" y="144"/>
                  </a:lnTo>
                  <a:lnTo>
                    <a:pt x="29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18" name="Rectangle 69">
              <a:extLst>
                <a:ext uri="{FF2B5EF4-FFF2-40B4-BE49-F238E27FC236}">
                  <a16:creationId xmlns:a16="http://schemas.microsoft.com/office/drawing/2014/main" id="{C742B656-782D-4F04-A6DD-622A7C6EE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6876" y="5784394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19" name="Rectangle 69">
              <a:extLst>
                <a:ext uri="{FF2B5EF4-FFF2-40B4-BE49-F238E27FC236}">
                  <a16:creationId xmlns:a16="http://schemas.microsoft.com/office/drawing/2014/main" id="{4395744F-07CA-4F22-B0D6-7E49CA1D2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944" y="4722291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20" name="Rectangle 69">
              <a:extLst>
                <a:ext uri="{FF2B5EF4-FFF2-40B4-BE49-F238E27FC236}">
                  <a16:creationId xmlns:a16="http://schemas.microsoft.com/office/drawing/2014/main" id="{30CDF420-D81D-481C-828B-14A22B295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7392" y="3415799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21" name="Rectangle 69">
              <a:extLst>
                <a:ext uri="{FF2B5EF4-FFF2-40B4-BE49-F238E27FC236}">
                  <a16:creationId xmlns:a16="http://schemas.microsoft.com/office/drawing/2014/main" id="{C2000EE9-5024-4259-B486-CDBB5D808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1063" y="2650747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22" name="Rectangle 69">
              <a:extLst>
                <a:ext uri="{FF2B5EF4-FFF2-40B4-BE49-F238E27FC236}">
                  <a16:creationId xmlns:a16="http://schemas.microsoft.com/office/drawing/2014/main" id="{C84151D5-5403-4F7E-B051-9FBF10083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3942336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23" name="Rectangle 69">
              <a:extLst>
                <a:ext uri="{FF2B5EF4-FFF2-40B4-BE49-F238E27FC236}">
                  <a16:creationId xmlns:a16="http://schemas.microsoft.com/office/drawing/2014/main" id="{B837E68C-B044-4716-B72C-D8C2EB308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0869" y="5189553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324" name="Rectangle 69">
              <a:extLst>
                <a:ext uri="{FF2B5EF4-FFF2-40B4-BE49-F238E27FC236}">
                  <a16:creationId xmlns:a16="http://schemas.microsoft.com/office/drawing/2014/main" id="{06A360F4-6A5F-4C0F-AE94-4E2BA8FD8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122" y="5833994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40293" name="Rectangle 87">
            <a:extLst>
              <a:ext uri="{FF2B5EF4-FFF2-40B4-BE49-F238E27FC236}">
                <a16:creationId xmlns:a16="http://schemas.microsoft.com/office/drawing/2014/main" id="{E8AA31A3-D175-4B90-8DD9-B16458AAD60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37313" y="6465888"/>
            <a:ext cx="1357312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diagram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>
            <a:extLst>
              <a:ext uri="{FF2B5EF4-FFF2-40B4-BE49-F238E27FC236}">
                <a16:creationId xmlns:a16="http://schemas.microsoft.com/office/drawing/2014/main" id="{533638FA-B688-994D-BE96-E5968AED64AB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28575"/>
            <a:ext cx="9144000" cy="78898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j-cs"/>
              </a:rPr>
              <a:t>The state diagram</a:t>
            </a:r>
          </a:p>
        </p:txBody>
      </p:sp>
      <p:sp>
        <p:nvSpPr>
          <p:cNvPr id="141314" name="Rectangle 87">
            <a:extLst>
              <a:ext uri="{FF2B5EF4-FFF2-40B4-BE49-F238E27FC236}">
                <a16:creationId xmlns:a16="http://schemas.microsoft.com/office/drawing/2014/main" id="{CE26689C-69EF-41D6-9FF8-23B8BFCDAA0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85913" y="4913313"/>
            <a:ext cx="104140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table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41315" name="Group 127">
            <a:extLst>
              <a:ext uri="{FF2B5EF4-FFF2-40B4-BE49-F238E27FC236}">
                <a16:creationId xmlns:a16="http://schemas.microsoft.com/office/drawing/2014/main" id="{8DABCF24-E541-48D8-9C46-EE41F740C262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2216150"/>
            <a:ext cx="3536950" cy="2051050"/>
            <a:chOff x="5049838" y="1738313"/>
            <a:chExt cx="3536950" cy="2051050"/>
          </a:xfrm>
        </p:grpSpPr>
        <p:sp>
          <p:nvSpPr>
            <p:cNvPr id="141359" name="Rectangle 85">
              <a:extLst>
                <a:ext uri="{FF2B5EF4-FFF2-40B4-BE49-F238E27FC236}">
                  <a16:creationId xmlns:a16="http://schemas.microsoft.com/office/drawing/2014/main" id="{FC1FE6B3-0AAF-4148-9A41-6E5F61145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1738313"/>
              <a:ext cx="3506788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60" name="Rectangle 86">
              <a:extLst>
                <a:ext uri="{FF2B5EF4-FFF2-40B4-BE49-F238E27FC236}">
                  <a16:creationId xmlns:a16="http://schemas.microsoft.com/office/drawing/2014/main" id="{04CE5F9C-7B1B-4A0C-B53C-09DC80937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61" name="Rectangle 88">
              <a:extLst>
                <a:ext uri="{FF2B5EF4-FFF2-40B4-BE49-F238E27FC236}">
                  <a16:creationId xmlns:a16="http://schemas.microsoft.com/office/drawing/2014/main" id="{AD00F1FB-D3DF-4671-BC5F-6CE62826C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1739900"/>
              <a:ext cx="11112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62" name="Rectangle 89">
              <a:extLst>
                <a:ext uri="{FF2B5EF4-FFF2-40B4-BE49-F238E27FC236}">
                  <a16:creationId xmlns:a16="http://schemas.microsoft.com/office/drawing/2014/main" id="{22B994C5-DF06-43C3-B938-AEB27DB47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925638"/>
              <a:ext cx="6889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Present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63" name="Rectangle 90">
              <a:extLst>
                <a:ext uri="{FF2B5EF4-FFF2-40B4-BE49-F238E27FC236}">
                  <a16:creationId xmlns:a16="http://schemas.microsoft.com/office/drawing/2014/main" id="{2F24B509-78B8-4C7D-855B-5BF287B7C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64" name="Rectangle 91">
              <a:extLst>
                <a:ext uri="{FF2B5EF4-FFF2-40B4-BE49-F238E27FC236}">
                  <a16:creationId xmlns:a16="http://schemas.microsoft.com/office/drawing/2014/main" id="{F635D6E3-03E9-4ED4-964C-55B83AEF3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8100" y="1843088"/>
              <a:ext cx="9223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Next 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65" name="Rectangle 92">
              <a:extLst>
                <a:ext uri="{FF2B5EF4-FFF2-40B4-BE49-F238E27FC236}">
                  <a16:creationId xmlns:a16="http://schemas.microsoft.com/office/drawing/2014/main" id="{EE2C7FE5-A489-4A44-827E-848BC763A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1739900"/>
              <a:ext cx="11113" cy="41275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66" name="Rectangle 93">
              <a:extLst>
                <a:ext uri="{FF2B5EF4-FFF2-40B4-BE49-F238E27FC236}">
                  <a16:creationId xmlns:a16="http://schemas.microsoft.com/office/drawing/2014/main" id="{9CDE77E9-82FF-426E-8AAD-57BEC52A6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63763"/>
              <a:ext cx="1692275" cy="1111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67" name="Rectangle 94">
              <a:extLst>
                <a:ext uri="{FF2B5EF4-FFF2-40B4-BE49-F238E27FC236}">
                  <a16:creationId xmlns:a16="http://schemas.microsoft.com/office/drawing/2014/main" id="{AEF45B32-62C9-47E8-B8B2-E5D039D98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68" name="Rectangle 95">
              <a:extLst>
                <a:ext uri="{FF2B5EF4-FFF2-40B4-BE49-F238E27FC236}">
                  <a16:creationId xmlns:a16="http://schemas.microsoft.com/office/drawing/2014/main" id="{962D41EC-C0F9-4514-A220-B6D5A293B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6850" y="1925638"/>
              <a:ext cx="60007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Output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69" name="Rectangle 96">
              <a:extLst>
                <a:ext uri="{FF2B5EF4-FFF2-40B4-BE49-F238E27FC236}">
                  <a16:creationId xmlns:a16="http://schemas.microsoft.com/office/drawing/2014/main" id="{3A0F953D-E0B7-4E38-9677-C5818F568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152650"/>
              <a:ext cx="11112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70" name="Rectangle 97">
              <a:extLst>
                <a:ext uri="{FF2B5EF4-FFF2-40B4-BE49-F238E27FC236}">
                  <a16:creationId xmlns:a16="http://schemas.microsoft.com/office/drawing/2014/main" id="{B7DCE384-631F-4F57-BBF7-C3B2A2725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475" y="2174875"/>
              <a:ext cx="449263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state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71" name="Rectangle 98">
              <a:extLst>
                <a:ext uri="{FF2B5EF4-FFF2-40B4-BE49-F238E27FC236}">
                  <a16:creationId xmlns:a16="http://schemas.microsoft.com/office/drawing/2014/main" id="{BDB82633-4667-4BF7-97F0-2DC8EE66D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163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72" name="Rectangle 99">
              <a:extLst>
                <a:ext uri="{FF2B5EF4-FFF2-40B4-BE49-F238E27FC236}">
                  <a16:creationId xmlns:a16="http://schemas.microsoft.com/office/drawing/2014/main" id="{42A79223-9290-4288-B809-27AD2E02D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255838"/>
              <a:ext cx="185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73" name="Rectangle 100">
              <a:extLst>
                <a:ext uri="{FF2B5EF4-FFF2-40B4-BE49-F238E27FC236}">
                  <a16:creationId xmlns:a16="http://schemas.microsoft.com/office/drawing/2014/main" id="{84434E5B-07BE-464A-BD9E-97135B4A8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74" name="Rectangle 101">
              <a:extLst>
                <a:ext uri="{FF2B5EF4-FFF2-40B4-BE49-F238E27FC236}">
                  <a16:creationId xmlns:a16="http://schemas.microsoft.com/office/drawing/2014/main" id="{2E17B6E3-1A9C-4586-B0B6-C7FCDFF40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300" y="225583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75" name="Rectangle 102">
              <a:extLst>
                <a:ext uri="{FF2B5EF4-FFF2-40B4-BE49-F238E27FC236}">
                  <a16:creationId xmlns:a16="http://schemas.microsoft.com/office/drawing/2014/main" id="{09191B2E-B758-4D99-835A-30E98A330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900" y="2255838"/>
              <a:ext cx="185738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76" name="Rectangle 103">
              <a:extLst>
                <a:ext uri="{FF2B5EF4-FFF2-40B4-BE49-F238E27FC236}">
                  <a16:creationId xmlns:a16="http://schemas.microsoft.com/office/drawing/2014/main" id="{E2EBE646-A50B-4711-86EE-43652DD64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77" name="Rectangle 104">
              <a:extLst>
                <a:ext uri="{FF2B5EF4-FFF2-40B4-BE49-F238E27FC236}">
                  <a16:creationId xmlns:a16="http://schemas.microsoft.com/office/drawing/2014/main" id="{DEBCACFC-E20C-4AF0-B02D-71163CC66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7438" y="225583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78" name="Rectangle 105">
              <a:extLst>
                <a:ext uri="{FF2B5EF4-FFF2-40B4-BE49-F238E27FC236}">
                  <a16:creationId xmlns:a16="http://schemas.microsoft.com/office/drawing/2014/main" id="{69D1C5E9-D0E0-4B21-9E4E-555A671E6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152650"/>
              <a:ext cx="11113" cy="404813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79" name="Rectangle 106">
              <a:extLst>
                <a:ext uri="{FF2B5EF4-FFF2-40B4-BE49-F238E27FC236}">
                  <a16:creationId xmlns:a16="http://schemas.microsoft.com/office/drawing/2014/main" id="{C8781476-B55F-41C6-A1EA-F6E44F42A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2568575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80" name="Rectangle 107">
              <a:extLst>
                <a:ext uri="{FF2B5EF4-FFF2-40B4-BE49-F238E27FC236}">
                  <a16:creationId xmlns:a16="http://schemas.microsoft.com/office/drawing/2014/main" id="{0E653B51-E264-416B-81BA-3BD9C2933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81" name="Rectangle 108">
              <a:extLst>
                <a:ext uri="{FF2B5EF4-FFF2-40B4-BE49-F238E27FC236}">
                  <a16:creationId xmlns:a16="http://schemas.microsoft.com/office/drawing/2014/main" id="{C9B58217-E1CA-4F86-BDB0-E8FAD5AB0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438" y="2174875"/>
              <a:ext cx="1587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82" name="Rectangle 109">
              <a:extLst>
                <a:ext uri="{FF2B5EF4-FFF2-40B4-BE49-F238E27FC236}">
                  <a16:creationId xmlns:a16="http://schemas.microsoft.com/office/drawing/2014/main" id="{E8F75FF6-FF52-4E6A-83CA-2A14B511A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582863"/>
              <a:ext cx="11112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83" name="Rectangle 110">
              <a:extLst>
                <a:ext uri="{FF2B5EF4-FFF2-40B4-BE49-F238E27FC236}">
                  <a16:creationId xmlns:a16="http://schemas.microsoft.com/office/drawing/2014/main" id="{8951EC3D-86E7-4ADA-9B1B-3B5CB879D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84" name="Rectangle 111">
              <a:extLst>
                <a:ext uri="{FF2B5EF4-FFF2-40B4-BE49-F238E27FC236}">
                  <a16:creationId xmlns:a16="http://schemas.microsoft.com/office/drawing/2014/main" id="{F3A3CEFD-539D-4084-8FC4-4E15221D1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65906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85" name="Rectangle 112">
              <a:extLst>
                <a:ext uri="{FF2B5EF4-FFF2-40B4-BE49-F238E27FC236}">
                  <a16:creationId xmlns:a16="http://schemas.microsoft.com/office/drawing/2014/main" id="{71944D4C-7493-4582-B147-2C9392102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86" name="Rectangle 113">
              <a:extLst>
                <a:ext uri="{FF2B5EF4-FFF2-40B4-BE49-F238E27FC236}">
                  <a16:creationId xmlns:a16="http://schemas.microsoft.com/office/drawing/2014/main" id="{A9B51397-9E34-4BCB-8B9A-E302649DD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2659063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87" name="Rectangle 114">
              <a:extLst>
                <a:ext uri="{FF2B5EF4-FFF2-40B4-BE49-F238E27FC236}">
                  <a16:creationId xmlns:a16="http://schemas.microsoft.com/office/drawing/2014/main" id="{A800B3F7-C078-4104-9225-5722C2977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582863"/>
              <a:ext cx="11113" cy="355600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88" name="Rectangle 115">
              <a:extLst>
                <a:ext uri="{FF2B5EF4-FFF2-40B4-BE49-F238E27FC236}">
                  <a16:creationId xmlns:a16="http://schemas.microsoft.com/office/drawing/2014/main" id="{9F025B5B-E277-4C2F-9A9C-17DF2690A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89" name="Rectangle 116">
              <a:extLst>
                <a:ext uri="{FF2B5EF4-FFF2-40B4-BE49-F238E27FC236}">
                  <a16:creationId xmlns:a16="http://schemas.microsoft.com/office/drawing/2014/main" id="{0FA9FB76-B7B5-43E1-BF81-4D20F6063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265906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90" name="Rectangle 117">
              <a:extLst>
                <a:ext uri="{FF2B5EF4-FFF2-40B4-BE49-F238E27FC236}">
                  <a16:creationId xmlns:a16="http://schemas.microsoft.com/office/drawing/2014/main" id="{87932077-F5F7-4246-9C1D-23E35A9DE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2938463"/>
              <a:ext cx="11112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91" name="Rectangle 118">
              <a:extLst>
                <a:ext uri="{FF2B5EF4-FFF2-40B4-BE49-F238E27FC236}">
                  <a16:creationId xmlns:a16="http://schemas.microsoft.com/office/drawing/2014/main" id="{5B59B24A-4C83-45D1-921A-498DDD5EF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92" name="Rectangle 119">
              <a:extLst>
                <a:ext uri="{FF2B5EF4-FFF2-40B4-BE49-F238E27FC236}">
                  <a16:creationId xmlns:a16="http://schemas.microsoft.com/office/drawing/2014/main" id="{E530A398-6258-4CAB-9538-E4B0919DE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2928938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93" name="Rectangle 120">
              <a:extLst>
                <a:ext uri="{FF2B5EF4-FFF2-40B4-BE49-F238E27FC236}">
                  <a16:creationId xmlns:a16="http://schemas.microsoft.com/office/drawing/2014/main" id="{C89750B6-70D4-4623-8B95-12E36A434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94" name="Rectangle 121">
              <a:extLst>
                <a:ext uri="{FF2B5EF4-FFF2-40B4-BE49-F238E27FC236}">
                  <a16:creationId xmlns:a16="http://schemas.microsoft.com/office/drawing/2014/main" id="{64CC446E-B2CD-43B1-A74E-A9600A16D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928938"/>
              <a:ext cx="198438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95" name="Rectangle 122">
              <a:extLst>
                <a:ext uri="{FF2B5EF4-FFF2-40B4-BE49-F238E27FC236}">
                  <a16:creationId xmlns:a16="http://schemas.microsoft.com/office/drawing/2014/main" id="{94A8110B-3204-44BC-8303-FBB3C9A3D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2938463"/>
              <a:ext cx="11113" cy="268287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96" name="Rectangle 123">
              <a:extLst>
                <a:ext uri="{FF2B5EF4-FFF2-40B4-BE49-F238E27FC236}">
                  <a16:creationId xmlns:a16="http://schemas.microsoft.com/office/drawing/2014/main" id="{7F589D65-9140-4905-B1B4-940342793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97" name="Rectangle 124">
              <a:extLst>
                <a:ext uri="{FF2B5EF4-FFF2-40B4-BE49-F238E27FC236}">
                  <a16:creationId xmlns:a16="http://schemas.microsoft.com/office/drawing/2014/main" id="{9635FD79-847F-41DA-AD5F-92F5DE7A2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5613" y="2928938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98" name="Rectangle 125">
              <a:extLst>
                <a:ext uri="{FF2B5EF4-FFF2-40B4-BE49-F238E27FC236}">
                  <a16:creationId xmlns:a16="http://schemas.microsoft.com/office/drawing/2014/main" id="{FE6A3ED3-0252-4543-8EDA-D00559584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206750"/>
              <a:ext cx="11112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99" name="Rectangle 126">
              <a:extLst>
                <a:ext uri="{FF2B5EF4-FFF2-40B4-BE49-F238E27FC236}">
                  <a16:creationId xmlns:a16="http://schemas.microsoft.com/office/drawing/2014/main" id="{40BE3BBA-04D4-481F-AEE2-67ECEEF79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7825" y="3197225"/>
              <a:ext cx="1984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400" name="Rectangle 127">
              <a:extLst>
                <a:ext uri="{FF2B5EF4-FFF2-40B4-BE49-F238E27FC236}">
                  <a16:creationId xmlns:a16="http://schemas.microsoft.com/office/drawing/2014/main" id="{3A7116EE-D444-47A7-95CA-69ACD93E3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401" name="Rectangle 128">
              <a:extLst>
                <a:ext uri="{FF2B5EF4-FFF2-40B4-BE49-F238E27FC236}">
                  <a16:creationId xmlns:a16="http://schemas.microsoft.com/office/drawing/2014/main" id="{16052B9D-9CE0-4373-954C-F7546898E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402" name="Rectangle 129">
              <a:extLst>
                <a:ext uri="{FF2B5EF4-FFF2-40B4-BE49-F238E27FC236}">
                  <a16:creationId xmlns:a16="http://schemas.microsoft.com/office/drawing/2014/main" id="{2255BE5D-BB99-4A4F-A6A8-3F7297551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438" y="3197225"/>
              <a:ext cx="2095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403" name="Rectangle 130">
              <a:extLst>
                <a:ext uri="{FF2B5EF4-FFF2-40B4-BE49-F238E27FC236}">
                  <a16:creationId xmlns:a16="http://schemas.microsoft.com/office/drawing/2014/main" id="{5781FD73-8099-4A2C-8BB3-9D77A613C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206750"/>
              <a:ext cx="11113" cy="269875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404" name="Rectangle 131">
              <a:extLst>
                <a:ext uri="{FF2B5EF4-FFF2-40B4-BE49-F238E27FC236}">
                  <a16:creationId xmlns:a16="http://schemas.microsoft.com/office/drawing/2014/main" id="{C6402CE6-2057-4CE8-801E-7BAE6C5B9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405" name="Rectangle 132">
              <a:extLst>
                <a:ext uri="{FF2B5EF4-FFF2-40B4-BE49-F238E27FC236}">
                  <a16:creationId xmlns:a16="http://schemas.microsoft.com/office/drawing/2014/main" id="{8856C9FD-F319-452C-AE83-79D56B486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197225"/>
              <a:ext cx="1619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406" name="Rectangle 133">
              <a:extLst>
                <a:ext uri="{FF2B5EF4-FFF2-40B4-BE49-F238E27FC236}">
                  <a16:creationId xmlns:a16="http://schemas.microsoft.com/office/drawing/2014/main" id="{7117B8F0-D33C-4356-9713-53942561C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813" y="3459163"/>
              <a:ext cx="11112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407" name="Rectangle 134">
              <a:extLst>
                <a:ext uri="{FF2B5EF4-FFF2-40B4-BE49-F238E27FC236}">
                  <a16:creationId xmlns:a16="http://schemas.microsoft.com/office/drawing/2014/main" id="{D117490F-A1E3-4B7F-A772-C50DB5988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830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408" name="Rectangle 135">
              <a:extLst>
                <a:ext uri="{FF2B5EF4-FFF2-40B4-BE49-F238E27FC236}">
                  <a16:creationId xmlns:a16="http://schemas.microsoft.com/office/drawing/2014/main" id="{6D9368A0-1FB9-4128-93A8-D5B63EF17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5713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409" name="Rectangle 136">
              <a:extLst>
                <a:ext uri="{FF2B5EF4-FFF2-40B4-BE49-F238E27FC236}">
                  <a16:creationId xmlns:a16="http://schemas.microsoft.com/office/drawing/2014/main" id="{94231E10-A1F5-46F0-A95B-E4602401E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150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410" name="Rectangle 137">
              <a:extLst>
                <a:ext uri="{FF2B5EF4-FFF2-40B4-BE49-F238E27FC236}">
                  <a16:creationId xmlns:a16="http://schemas.microsoft.com/office/drawing/2014/main" id="{7190A421-8D3C-4742-9285-ABA6AB59F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3465513"/>
              <a:ext cx="2095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411" name="Rectangle 138">
              <a:extLst>
                <a:ext uri="{FF2B5EF4-FFF2-40B4-BE49-F238E27FC236}">
                  <a16:creationId xmlns:a16="http://schemas.microsoft.com/office/drawing/2014/main" id="{D8535A5E-AF4E-4D36-90E4-8E073C8D2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5675" y="3459163"/>
              <a:ext cx="11113" cy="30956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412" name="Rectangle 139">
              <a:extLst>
                <a:ext uri="{FF2B5EF4-FFF2-40B4-BE49-F238E27FC236}">
                  <a16:creationId xmlns:a16="http://schemas.microsoft.com/office/drawing/2014/main" id="{282EBAA7-EB14-44E0-8B34-E1A9150F6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779838"/>
              <a:ext cx="3506788" cy="9525"/>
            </a:xfrm>
            <a:prstGeom prst="rect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413" name="Rectangle 140">
              <a:extLst>
                <a:ext uri="{FF2B5EF4-FFF2-40B4-BE49-F238E27FC236}">
                  <a16:creationId xmlns:a16="http://schemas.microsoft.com/office/drawing/2014/main" id="{49C55F42-4BC9-48E0-9DA6-ECFB05B24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4025" y="3465513"/>
              <a:ext cx="161925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41316" name="Group 61">
            <a:extLst>
              <a:ext uri="{FF2B5EF4-FFF2-40B4-BE49-F238E27FC236}">
                <a16:creationId xmlns:a16="http://schemas.microsoft.com/office/drawing/2014/main" id="{6EDA39E1-8943-4062-A387-15ACC5D3F720}"/>
              </a:ext>
            </a:extLst>
          </p:cNvPr>
          <p:cNvGrpSpPr>
            <a:grpSpLocks/>
          </p:cNvGrpSpPr>
          <p:nvPr/>
        </p:nvGrpSpPr>
        <p:grpSpPr bwMode="auto">
          <a:xfrm>
            <a:off x="5246688" y="747713"/>
            <a:ext cx="3330575" cy="5424487"/>
            <a:chOff x="5066003" y="968733"/>
            <a:chExt cx="3330016" cy="5424435"/>
          </a:xfrm>
        </p:grpSpPr>
        <p:sp>
          <p:nvSpPr>
            <p:cNvPr id="141319" name="Freeform 11">
              <a:extLst>
                <a:ext uri="{FF2B5EF4-FFF2-40B4-BE49-F238E27FC236}">
                  <a16:creationId xmlns:a16="http://schemas.microsoft.com/office/drawing/2014/main" id="{B01E241D-9456-409E-84FA-4CDB13A3B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2092" y="5972494"/>
              <a:ext cx="138112" cy="160338"/>
            </a:xfrm>
            <a:custGeom>
              <a:avLst/>
              <a:gdLst>
                <a:gd name="T0" fmla="*/ 2147483646 w 174"/>
                <a:gd name="T1" fmla="*/ 2147483646 h 202"/>
                <a:gd name="T2" fmla="*/ 2147483646 w 174"/>
                <a:gd name="T3" fmla="*/ 2147483646 h 202"/>
                <a:gd name="T4" fmla="*/ 2147483646 w 174"/>
                <a:gd name="T5" fmla="*/ 0 h 202"/>
                <a:gd name="T6" fmla="*/ 0 w 174"/>
                <a:gd name="T7" fmla="*/ 0 h 202"/>
                <a:gd name="T8" fmla="*/ 2147483646 w 174"/>
                <a:gd name="T9" fmla="*/ 2147483646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4"/>
                <a:gd name="T16" fmla="*/ 0 h 202"/>
                <a:gd name="T17" fmla="*/ 174 w 174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4" h="202">
                  <a:moveTo>
                    <a:pt x="29" y="202"/>
                  </a:moveTo>
                  <a:lnTo>
                    <a:pt x="174" y="202"/>
                  </a:lnTo>
                  <a:lnTo>
                    <a:pt x="174" y="0"/>
                  </a:lnTo>
                  <a:lnTo>
                    <a:pt x="0" y="0"/>
                  </a:lnTo>
                  <a:lnTo>
                    <a:pt x="29" y="2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0" name="Freeform 19">
              <a:extLst>
                <a:ext uri="{FF2B5EF4-FFF2-40B4-BE49-F238E27FC236}">
                  <a16:creationId xmlns:a16="http://schemas.microsoft.com/office/drawing/2014/main" id="{480D0EFF-5132-47EA-8563-9C3B32347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152" y="5729593"/>
              <a:ext cx="641350" cy="663575"/>
            </a:xfrm>
            <a:custGeom>
              <a:avLst/>
              <a:gdLst>
                <a:gd name="T0" fmla="*/ 2147483646 w 808"/>
                <a:gd name="T1" fmla="*/ 2147483646 h 837"/>
                <a:gd name="T2" fmla="*/ 2147483646 w 808"/>
                <a:gd name="T3" fmla="*/ 2147483646 h 837"/>
                <a:gd name="T4" fmla="*/ 2147483646 w 808"/>
                <a:gd name="T5" fmla="*/ 2147483646 h 837"/>
                <a:gd name="T6" fmla="*/ 2147483646 w 808"/>
                <a:gd name="T7" fmla="*/ 2147483646 h 837"/>
                <a:gd name="T8" fmla="*/ 2147483646 w 808"/>
                <a:gd name="T9" fmla="*/ 2147483646 h 837"/>
                <a:gd name="T10" fmla="*/ 2147483646 w 808"/>
                <a:gd name="T11" fmla="*/ 2147483646 h 837"/>
                <a:gd name="T12" fmla="*/ 2147483646 w 808"/>
                <a:gd name="T13" fmla="*/ 2147483646 h 837"/>
                <a:gd name="T14" fmla="*/ 2147483646 w 808"/>
                <a:gd name="T15" fmla="*/ 2147483646 h 837"/>
                <a:gd name="T16" fmla="*/ 2147483646 w 808"/>
                <a:gd name="T17" fmla="*/ 2147483646 h 837"/>
                <a:gd name="T18" fmla="*/ 2147483646 w 808"/>
                <a:gd name="T19" fmla="*/ 2147483646 h 837"/>
                <a:gd name="T20" fmla="*/ 2147483646 w 808"/>
                <a:gd name="T21" fmla="*/ 2147483646 h 837"/>
                <a:gd name="T22" fmla="*/ 2147483646 w 808"/>
                <a:gd name="T23" fmla="*/ 0 h 837"/>
                <a:gd name="T24" fmla="*/ 2147483646 w 808"/>
                <a:gd name="T25" fmla="*/ 2147483646 h 837"/>
                <a:gd name="T26" fmla="*/ 2147483646 w 808"/>
                <a:gd name="T27" fmla="*/ 2147483646 h 837"/>
                <a:gd name="T28" fmla="*/ 2147483646 w 808"/>
                <a:gd name="T29" fmla="*/ 2147483646 h 837"/>
                <a:gd name="T30" fmla="*/ 2147483646 w 808"/>
                <a:gd name="T31" fmla="*/ 2147483646 h 837"/>
                <a:gd name="T32" fmla="*/ 2147483646 w 808"/>
                <a:gd name="T33" fmla="*/ 2147483646 h 837"/>
                <a:gd name="T34" fmla="*/ 2147483646 w 808"/>
                <a:gd name="T35" fmla="*/ 2147483646 h 837"/>
                <a:gd name="T36" fmla="*/ 2147483646 w 808"/>
                <a:gd name="T37" fmla="*/ 2147483646 h 837"/>
                <a:gd name="T38" fmla="*/ 2147483646 w 808"/>
                <a:gd name="T39" fmla="*/ 2147483646 h 837"/>
                <a:gd name="T40" fmla="*/ 2147483646 w 808"/>
                <a:gd name="T41" fmla="*/ 2147483646 h 837"/>
                <a:gd name="T42" fmla="*/ 2147483646 w 808"/>
                <a:gd name="T43" fmla="*/ 2147483646 h 837"/>
                <a:gd name="T44" fmla="*/ 2147483646 w 808"/>
                <a:gd name="T45" fmla="*/ 2147483646 h 837"/>
                <a:gd name="T46" fmla="*/ 2147483646 w 808"/>
                <a:gd name="T47" fmla="*/ 2147483646 h 837"/>
                <a:gd name="T48" fmla="*/ 2147483646 w 808"/>
                <a:gd name="T49" fmla="*/ 2147483646 h 837"/>
                <a:gd name="T50" fmla="*/ 2147483646 w 808"/>
                <a:gd name="T51" fmla="*/ 2147483646 h 837"/>
                <a:gd name="T52" fmla="*/ 2147483646 w 808"/>
                <a:gd name="T53" fmla="*/ 2147483646 h 837"/>
                <a:gd name="T54" fmla="*/ 2147483646 w 808"/>
                <a:gd name="T55" fmla="*/ 2147483646 h 837"/>
                <a:gd name="T56" fmla="*/ 2147483646 w 808"/>
                <a:gd name="T57" fmla="*/ 2147483646 h 837"/>
                <a:gd name="T58" fmla="*/ 2147483646 w 808"/>
                <a:gd name="T59" fmla="*/ 2147483646 h 837"/>
                <a:gd name="T60" fmla="*/ 2147483646 w 808"/>
                <a:gd name="T61" fmla="*/ 2147483646 h 837"/>
                <a:gd name="T62" fmla="*/ 2147483646 w 808"/>
                <a:gd name="T63" fmla="*/ 2147483646 h 837"/>
                <a:gd name="T64" fmla="*/ 2147483646 w 808"/>
                <a:gd name="T65" fmla="*/ 2147483646 h 837"/>
                <a:gd name="T66" fmla="*/ 2147483646 w 808"/>
                <a:gd name="T67" fmla="*/ 2147483646 h 837"/>
                <a:gd name="T68" fmla="*/ 2147483646 w 808"/>
                <a:gd name="T69" fmla="*/ 2147483646 h 837"/>
                <a:gd name="T70" fmla="*/ 2147483646 w 808"/>
                <a:gd name="T71" fmla="*/ 2147483646 h 837"/>
                <a:gd name="T72" fmla="*/ 2147483646 w 808"/>
                <a:gd name="T73" fmla="*/ 2147483646 h 837"/>
                <a:gd name="T74" fmla="*/ 2147483646 w 808"/>
                <a:gd name="T75" fmla="*/ 2147483646 h 837"/>
                <a:gd name="T76" fmla="*/ 2147483646 w 808"/>
                <a:gd name="T77" fmla="*/ 2147483646 h 837"/>
                <a:gd name="T78" fmla="*/ 2147483646 w 808"/>
                <a:gd name="T79" fmla="*/ 2147483646 h 837"/>
                <a:gd name="T80" fmla="*/ 2147483646 w 808"/>
                <a:gd name="T81" fmla="*/ 2147483646 h 837"/>
                <a:gd name="T82" fmla="*/ 2147483646 w 808"/>
                <a:gd name="T83" fmla="*/ 2147483646 h 837"/>
                <a:gd name="T84" fmla="*/ 2147483646 w 808"/>
                <a:gd name="T85" fmla="*/ 2147483646 h 837"/>
                <a:gd name="T86" fmla="*/ 2147483646 w 808"/>
                <a:gd name="T87" fmla="*/ 2147483646 h 837"/>
                <a:gd name="T88" fmla="*/ 2147483646 w 808"/>
                <a:gd name="T89" fmla="*/ 2147483646 h 837"/>
                <a:gd name="T90" fmla="*/ 2147483646 w 808"/>
                <a:gd name="T91" fmla="*/ 2147483646 h 837"/>
                <a:gd name="T92" fmla="*/ 2147483646 w 808"/>
                <a:gd name="T93" fmla="*/ 2147483646 h 837"/>
                <a:gd name="T94" fmla="*/ 2147483646 w 808"/>
                <a:gd name="T95" fmla="*/ 2147483646 h 837"/>
                <a:gd name="T96" fmla="*/ 2147483646 w 808"/>
                <a:gd name="T97" fmla="*/ 2147483646 h 837"/>
                <a:gd name="T98" fmla="*/ 2147483646 w 808"/>
                <a:gd name="T99" fmla="*/ 2147483646 h 837"/>
                <a:gd name="T100" fmla="*/ 2147483646 w 808"/>
                <a:gd name="T101" fmla="*/ 2147483646 h 837"/>
                <a:gd name="T102" fmla="*/ 2147483646 w 808"/>
                <a:gd name="T103" fmla="*/ 2147483646 h 837"/>
                <a:gd name="T104" fmla="*/ 2147483646 w 808"/>
                <a:gd name="T105" fmla="*/ 2147483646 h 837"/>
                <a:gd name="T106" fmla="*/ 2147483646 w 808"/>
                <a:gd name="T107" fmla="*/ 2147483646 h 837"/>
                <a:gd name="T108" fmla="*/ 2147483646 w 808"/>
                <a:gd name="T109" fmla="*/ 2147483646 h 837"/>
                <a:gd name="T110" fmla="*/ 2147483646 w 808"/>
                <a:gd name="T111" fmla="*/ 2147483646 h 83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8"/>
                <a:gd name="T169" fmla="*/ 0 h 837"/>
                <a:gd name="T170" fmla="*/ 808 w 808"/>
                <a:gd name="T171" fmla="*/ 837 h 83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8" h="837">
                  <a:moveTo>
                    <a:pt x="0" y="428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5" y="348"/>
                  </a:lnTo>
                  <a:lnTo>
                    <a:pt x="8" y="327"/>
                  </a:lnTo>
                  <a:lnTo>
                    <a:pt x="13" y="307"/>
                  </a:lnTo>
                  <a:lnTo>
                    <a:pt x="18" y="288"/>
                  </a:lnTo>
                  <a:lnTo>
                    <a:pt x="24" y="268"/>
                  </a:lnTo>
                  <a:lnTo>
                    <a:pt x="33" y="251"/>
                  </a:lnTo>
                  <a:lnTo>
                    <a:pt x="40" y="232"/>
                  </a:lnTo>
                  <a:lnTo>
                    <a:pt x="49" y="215"/>
                  </a:lnTo>
                  <a:lnTo>
                    <a:pt x="59" y="197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50"/>
                  </a:lnTo>
                  <a:lnTo>
                    <a:pt x="107" y="134"/>
                  </a:lnTo>
                  <a:lnTo>
                    <a:pt x="120" y="121"/>
                  </a:lnTo>
                  <a:lnTo>
                    <a:pt x="134" y="107"/>
                  </a:lnTo>
                  <a:lnTo>
                    <a:pt x="148" y="94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60"/>
                  </a:lnTo>
                  <a:lnTo>
                    <a:pt x="215" y="50"/>
                  </a:lnTo>
                  <a:lnTo>
                    <a:pt x="232" y="40"/>
                  </a:lnTo>
                  <a:lnTo>
                    <a:pt x="249" y="33"/>
                  </a:lnTo>
                  <a:lnTo>
                    <a:pt x="268" y="26"/>
                  </a:lnTo>
                  <a:lnTo>
                    <a:pt x="287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6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0" y="1"/>
                  </a:lnTo>
                  <a:lnTo>
                    <a:pt x="441" y="3"/>
                  </a:lnTo>
                  <a:lnTo>
                    <a:pt x="462" y="6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39" y="26"/>
                  </a:lnTo>
                  <a:lnTo>
                    <a:pt x="558" y="33"/>
                  </a:lnTo>
                  <a:lnTo>
                    <a:pt x="577" y="40"/>
                  </a:lnTo>
                  <a:lnTo>
                    <a:pt x="594" y="50"/>
                  </a:lnTo>
                  <a:lnTo>
                    <a:pt x="612" y="60"/>
                  </a:lnTo>
                  <a:lnTo>
                    <a:pt x="628" y="70"/>
                  </a:lnTo>
                  <a:lnTo>
                    <a:pt x="643" y="82"/>
                  </a:lnTo>
                  <a:lnTo>
                    <a:pt x="659" y="94"/>
                  </a:lnTo>
                  <a:lnTo>
                    <a:pt x="674" y="107"/>
                  </a:lnTo>
                  <a:lnTo>
                    <a:pt x="688" y="121"/>
                  </a:lnTo>
                  <a:lnTo>
                    <a:pt x="703" y="134"/>
                  </a:lnTo>
                  <a:lnTo>
                    <a:pt x="716" y="150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7"/>
                  </a:lnTo>
                  <a:lnTo>
                    <a:pt x="759" y="215"/>
                  </a:lnTo>
                  <a:lnTo>
                    <a:pt x="768" y="232"/>
                  </a:lnTo>
                  <a:lnTo>
                    <a:pt x="776" y="251"/>
                  </a:lnTo>
                  <a:lnTo>
                    <a:pt x="783" y="268"/>
                  </a:lnTo>
                  <a:lnTo>
                    <a:pt x="791" y="288"/>
                  </a:lnTo>
                  <a:lnTo>
                    <a:pt x="795" y="307"/>
                  </a:lnTo>
                  <a:lnTo>
                    <a:pt x="801" y="327"/>
                  </a:lnTo>
                  <a:lnTo>
                    <a:pt x="804" y="348"/>
                  </a:lnTo>
                  <a:lnTo>
                    <a:pt x="806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28"/>
                  </a:lnTo>
                  <a:lnTo>
                    <a:pt x="808" y="450"/>
                  </a:lnTo>
                  <a:lnTo>
                    <a:pt x="806" y="470"/>
                  </a:lnTo>
                  <a:lnTo>
                    <a:pt x="804" y="490"/>
                  </a:lnTo>
                  <a:lnTo>
                    <a:pt x="801" y="511"/>
                  </a:lnTo>
                  <a:lnTo>
                    <a:pt x="795" y="531"/>
                  </a:lnTo>
                  <a:lnTo>
                    <a:pt x="791" y="550"/>
                  </a:lnTo>
                  <a:lnTo>
                    <a:pt x="783" y="570"/>
                  </a:lnTo>
                  <a:lnTo>
                    <a:pt x="776" y="587"/>
                  </a:lnTo>
                  <a:lnTo>
                    <a:pt x="768" y="606"/>
                  </a:lnTo>
                  <a:lnTo>
                    <a:pt x="759" y="623"/>
                  </a:lnTo>
                  <a:lnTo>
                    <a:pt x="749" y="640"/>
                  </a:lnTo>
                  <a:lnTo>
                    <a:pt x="739" y="658"/>
                  </a:lnTo>
                  <a:lnTo>
                    <a:pt x="727" y="674"/>
                  </a:lnTo>
                  <a:lnTo>
                    <a:pt x="716" y="688"/>
                  </a:lnTo>
                  <a:lnTo>
                    <a:pt x="703" y="704"/>
                  </a:lnTo>
                  <a:lnTo>
                    <a:pt x="688" y="717"/>
                  </a:lnTo>
                  <a:lnTo>
                    <a:pt x="674" y="731"/>
                  </a:lnTo>
                  <a:lnTo>
                    <a:pt x="659" y="744"/>
                  </a:lnTo>
                  <a:lnTo>
                    <a:pt x="643" y="756"/>
                  </a:lnTo>
                  <a:lnTo>
                    <a:pt x="628" y="767"/>
                  </a:lnTo>
                  <a:lnTo>
                    <a:pt x="612" y="778"/>
                  </a:lnTo>
                  <a:lnTo>
                    <a:pt x="594" y="788"/>
                  </a:lnTo>
                  <a:lnTo>
                    <a:pt x="577" y="798"/>
                  </a:lnTo>
                  <a:lnTo>
                    <a:pt x="558" y="805"/>
                  </a:lnTo>
                  <a:lnTo>
                    <a:pt x="539" y="812"/>
                  </a:lnTo>
                  <a:lnTo>
                    <a:pt x="521" y="819"/>
                  </a:lnTo>
                  <a:lnTo>
                    <a:pt x="502" y="825"/>
                  </a:lnTo>
                  <a:lnTo>
                    <a:pt x="482" y="830"/>
                  </a:lnTo>
                  <a:lnTo>
                    <a:pt x="462" y="832"/>
                  </a:lnTo>
                  <a:lnTo>
                    <a:pt x="441" y="835"/>
                  </a:lnTo>
                  <a:lnTo>
                    <a:pt x="420" y="837"/>
                  </a:lnTo>
                  <a:lnTo>
                    <a:pt x="400" y="837"/>
                  </a:lnTo>
                  <a:lnTo>
                    <a:pt x="410" y="837"/>
                  </a:lnTo>
                  <a:lnTo>
                    <a:pt x="388" y="837"/>
                  </a:lnTo>
                  <a:lnTo>
                    <a:pt x="368" y="835"/>
                  </a:lnTo>
                  <a:lnTo>
                    <a:pt x="348" y="832"/>
                  </a:lnTo>
                  <a:lnTo>
                    <a:pt x="327" y="830"/>
                  </a:lnTo>
                  <a:lnTo>
                    <a:pt x="307" y="825"/>
                  </a:lnTo>
                  <a:lnTo>
                    <a:pt x="287" y="819"/>
                  </a:lnTo>
                  <a:lnTo>
                    <a:pt x="268" y="812"/>
                  </a:lnTo>
                  <a:lnTo>
                    <a:pt x="249" y="805"/>
                  </a:lnTo>
                  <a:lnTo>
                    <a:pt x="232" y="798"/>
                  </a:lnTo>
                  <a:lnTo>
                    <a:pt x="215" y="788"/>
                  </a:lnTo>
                  <a:lnTo>
                    <a:pt x="197" y="778"/>
                  </a:lnTo>
                  <a:lnTo>
                    <a:pt x="180" y="767"/>
                  </a:lnTo>
                  <a:lnTo>
                    <a:pt x="164" y="756"/>
                  </a:lnTo>
                  <a:lnTo>
                    <a:pt x="148" y="744"/>
                  </a:lnTo>
                  <a:lnTo>
                    <a:pt x="134" y="731"/>
                  </a:lnTo>
                  <a:lnTo>
                    <a:pt x="120" y="717"/>
                  </a:lnTo>
                  <a:lnTo>
                    <a:pt x="107" y="704"/>
                  </a:lnTo>
                  <a:lnTo>
                    <a:pt x="94" y="688"/>
                  </a:lnTo>
                  <a:lnTo>
                    <a:pt x="82" y="674"/>
                  </a:lnTo>
                  <a:lnTo>
                    <a:pt x="70" y="658"/>
                  </a:lnTo>
                  <a:lnTo>
                    <a:pt x="59" y="640"/>
                  </a:lnTo>
                  <a:lnTo>
                    <a:pt x="49" y="623"/>
                  </a:lnTo>
                  <a:lnTo>
                    <a:pt x="40" y="606"/>
                  </a:lnTo>
                  <a:lnTo>
                    <a:pt x="33" y="587"/>
                  </a:lnTo>
                  <a:lnTo>
                    <a:pt x="24" y="570"/>
                  </a:lnTo>
                  <a:lnTo>
                    <a:pt x="18" y="550"/>
                  </a:lnTo>
                  <a:lnTo>
                    <a:pt x="13" y="531"/>
                  </a:lnTo>
                  <a:lnTo>
                    <a:pt x="8" y="511"/>
                  </a:lnTo>
                  <a:lnTo>
                    <a:pt x="5" y="490"/>
                  </a:lnTo>
                  <a:lnTo>
                    <a:pt x="3" y="470"/>
                  </a:lnTo>
                  <a:lnTo>
                    <a:pt x="1" y="450"/>
                  </a:lnTo>
                  <a:lnTo>
                    <a:pt x="0" y="42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1" name="Freeform 26">
              <a:extLst>
                <a:ext uri="{FF2B5EF4-FFF2-40B4-BE49-F238E27FC236}">
                  <a16:creationId xmlns:a16="http://schemas.microsoft.com/office/drawing/2014/main" id="{43065FB8-228F-49D4-9A60-2D25A0B75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1417" y="1733868"/>
              <a:ext cx="114300" cy="138113"/>
            </a:xfrm>
            <a:custGeom>
              <a:avLst/>
              <a:gdLst>
                <a:gd name="T0" fmla="*/ 2147483646 w 145"/>
                <a:gd name="T1" fmla="*/ 0 h 173"/>
                <a:gd name="T2" fmla="*/ 0 w 145"/>
                <a:gd name="T3" fmla="*/ 2147483646 h 173"/>
                <a:gd name="T4" fmla="*/ 2147483646 w 145"/>
                <a:gd name="T5" fmla="*/ 2147483646 h 173"/>
                <a:gd name="T6" fmla="*/ 2147483646 w 145"/>
                <a:gd name="T7" fmla="*/ 2147483646 h 173"/>
                <a:gd name="T8" fmla="*/ 2147483646 w 14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73"/>
                <a:gd name="T17" fmla="*/ 145 w 14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73">
                  <a:moveTo>
                    <a:pt x="87" y="0"/>
                  </a:moveTo>
                  <a:lnTo>
                    <a:pt x="0" y="173"/>
                  </a:lnTo>
                  <a:lnTo>
                    <a:pt x="145" y="58"/>
                  </a:lnTo>
                  <a:lnTo>
                    <a:pt x="116" y="29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2" name="Freeform 29">
              <a:extLst>
                <a:ext uri="{FF2B5EF4-FFF2-40B4-BE49-F238E27FC236}">
                  <a16:creationId xmlns:a16="http://schemas.microsoft.com/office/drawing/2014/main" id="{096BE3D5-BE8D-4410-A12D-5933C7769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8179" y="1276668"/>
              <a:ext cx="641350" cy="641350"/>
            </a:xfrm>
            <a:custGeom>
              <a:avLst/>
              <a:gdLst>
                <a:gd name="T0" fmla="*/ 2147483646 w 809"/>
                <a:gd name="T1" fmla="*/ 2147483646 h 808"/>
                <a:gd name="T2" fmla="*/ 2147483646 w 809"/>
                <a:gd name="T3" fmla="*/ 2147483646 h 808"/>
                <a:gd name="T4" fmla="*/ 2147483646 w 809"/>
                <a:gd name="T5" fmla="*/ 2147483646 h 808"/>
                <a:gd name="T6" fmla="*/ 2147483646 w 809"/>
                <a:gd name="T7" fmla="*/ 2147483646 h 808"/>
                <a:gd name="T8" fmla="*/ 2147483646 w 809"/>
                <a:gd name="T9" fmla="*/ 2147483646 h 808"/>
                <a:gd name="T10" fmla="*/ 2147483646 w 809"/>
                <a:gd name="T11" fmla="*/ 2147483646 h 808"/>
                <a:gd name="T12" fmla="*/ 2147483646 w 809"/>
                <a:gd name="T13" fmla="*/ 2147483646 h 808"/>
                <a:gd name="T14" fmla="*/ 2147483646 w 809"/>
                <a:gd name="T15" fmla="*/ 2147483646 h 808"/>
                <a:gd name="T16" fmla="*/ 2147483646 w 809"/>
                <a:gd name="T17" fmla="*/ 2147483646 h 808"/>
                <a:gd name="T18" fmla="*/ 2147483646 w 809"/>
                <a:gd name="T19" fmla="*/ 2147483646 h 808"/>
                <a:gd name="T20" fmla="*/ 2147483646 w 809"/>
                <a:gd name="T21" fmla="*/ 2147483646 h 808"/>
                <a:gd name="T22" fmla="*/ 2147483646 w 809"/>
                <a:gd name="T23" fmla="*/ 0 h 808"/>
                <a:gd name="T24" fmla="*/ 2147483646 w 809"/>
                <a:gd name="T25" fmla="*/ 2147483646 h 808"/>
                <a:gd name="T26" fmla="*/ 2147483646 w 809"/>
                <a:gd name="T27" fmla="*/ 2147483646 h 808"/>
                <a:gd name="T28" fmla="*/ 2147483646 w 809"/>
                <a:gd name="T29" fmla="*/ 2147483646 h 808"/>
                <a:gd name="T30" fmla="*/ 2147483646 w 809"/>
                <a:gd name="T31" fmla="*/ 2147483646 h 808"/>
                <a:gd name="T32" fmla="*/ 2147483646 w 809"/>
                <a:gd name="T33" fmla="*/ 2147483646 h 808"/>
                <a:gd name="T34" fmla="*/ 2147483646 w 809"/>
                <a:gd name="T35" fmla="*/ 2147483646 h 808"/>
                <a:gd name="T36" fmla="*/ 2147483646 w 809"/>
                <a:gd name="T37" fmla="*/ 2147483646 h 808"/>
                <a:gd name="T38" fmla="*/ 2147483646 w 809"/>
                <a:gd name="T39" fmla="*/ 2147483646 h 808"/>
                <a:gd name="T40" fmla="*/ 2147483646 w 809"/>
                <a:gd name="T41" fmla="*/ 2147483646 h 808"/>
                <a:gd name="T42" fmla="*/ 2147483646 w 809"/>
                <a:gd name="T43" fmla="*/ 2147483646 h 808"/>
                <a:gd name="T44" fmla="*/ 2147483646 w 809"/>
                <a:gd name="T45" fmla="*/ 2147483646 h 808"/>
                <a:gd name="T46" fmla="*/ 2147483646 w 809"/>
                <a:gd name="T47" fmla="*/ 2147483646 h 808"/>
                <a:gd name="T48" fmla="*/ 2147483646 w 809"/>
                <a:gd name="T49" fmla="*/ 2147483646 h 808"/>
                <a:gd name="T50" fmla="*/ 2147483646 w 809"/>
                <a:gd name="T51" fmla="*/ 2147483646 h 808"/>
                <a:gd name="T52" fmla="*/ 2147483646 w 809"/>
                <a:gd name="T53" fmla="*/ 2147483646 h 808"/>
                <a:gd name="T54" fmla="*/ 2147483646 w 809"/>
                <a:gd name="T55" fmla="*/ 2147483646 h 808"/>
                <a:gd name="T56" fmla="*/ 2147483646 w 809"/>
                <a:gd name="T57" fmla="*/ 2147483646 h 808"/>
                <a:gd name="T58" fmla="*/ 2147483646 w 809"/>
                <a:gd name="T59" fmla="*/ 2147483646 h 808"/>
                <a:gd name="T60" fmla="*/ 2147483646 w 809"/>
                <a:gd name="T61" fmla="*/ 2147483646 h 808"/>
                <a:gd name="T62" fmla="*/ 2147483646 w 809"/>
                <a:gd name="T63" fmla="*/ 2147483646 h 808"/>
                <a:gd name="T64" fmla="*/ 2147483646 w 809"/>
                <a:gd name="T65" fmla="*/ 2147483646 h 808"/>
                <a:gd name="T66" fmla="*/ 2147483646 w 809"/>
                <a:gd name="T67" fmla="*/ 2147483646 h 808"/>
                <a:gd name="T68" fmla="*/ 2147483646 w 809"/>
                <a:gd name="T69" fmla="*/ 2147483646 h 808"/>
                <a:gd name="T70" fmla="*/ 2147483646 w 809"/>
                <a:gd name="T71" fmla="*/ 2147483646 h 808"/>
                <a:gd name="T72" fmla="*/ 2147483646 w 809"/>
                <a:gd name="T73" fmla="*/ 2147483646 h 808"/>
                <a:gd name="T74" fmla="*/ 2147483646 w 809"/>
                <a:gd name="T75" fmla="*/ 2147483646 h 808"/>
                <a:gd name="T76" fmla="*/ 2147483646 w 809"/>
                <a:gd name="T77" fmla="*/ 2147483646 h 808"/>
                <a:gd name="T78" fmla="*/ 2147483646 w 809"/>
                <a:gd name="T79" fmla="*/ 2147483646 h 808"/>
                <a:gd name="T80" fmla="*/ 2147483646 w 809"/>
                <a:gd name="T81" fmla="*/ 2147483646 h 808"/>
                <a:gd name="T82" fmla="*/ 2147483646 w 809"/>
                <a:gd name="T83" fmla="*/ 2147483646 h 808"/>
                <a:gd name="T84" fmla="*/ 2147483646 w 809"/>
                <a:gd name="T85" fmla="*/ 2147483646 h 808"/>
                <a:gd name="T86" fmla="*/ 2147483646 w 809"/>
                <a:gd name="T87" fmla="*/ 2147483646 h 808"/>
                <a:gd name="T88" fmla="*/ 2147483646 w 809"/>
                <a:gd name="T89" fmla="*/ 2147483646 h 808"/>
                <a:gd name="T90" fmla="*/ 2147483646 w 809"/>
                <a:gd name="T91" fmla="*/ 2147483646 h 808"/>
                <a:gd name="T92" fmla="*/ 2147483646 w 809"/>
                <a:gd name="T93" fmla="*/ 2147483646 h 808"/>
                <a:gd name="T94" fmla="*/ 2147483646 w 809"/>
                <a:gd name="T95" fmla="*/ 2147483646 h 808"/>
                <a:gd name="T96" fmla="*/ 2147483646 w 809"/>
                <a:gd name="T97" fmla="*/ 2147483646 h 808"/>
                <a:gd name="T98" fmla="*/ 2147483646 w 809"/>
                <a:gd name="T99" fmla="*/ 2147483646 h 808"/>
                <a:gd name="T100" fmla="*/ 2147483646 w 809"/>
                <a:gd name="T101" fmla="*/ 2147483646 h 808"/>
                <a:gd name="T102" fmla="*/ 2147483646 w 809"/>
                <a:gd name="T103" fmla="*/ 2147483646 h 808"/>
                <a:gd name="T104" fmla="*/ 2147483646 w 809"/>
                <a:gd name="T105" fmla="*/ 2147483646 h 808"/>
                <a:gd name="T106" fmla="*/ 2147483646 w 809"/>
                <a:gd name="T107" fmla="*/ 2147483646 h 808"/>
                <a:gd name="T108" fmla="*/ 2147483646 w 809"/>
                <a:gd name="T109" fmla="*/ 2147483646 h 808"/>
                <a:gd name="T110" fmla="*/ 2147483646 w 809"/>
                <a:gd name="T111" fmla="*/ 2147483646 h 8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9"/>
                <a:gd name="T169" fmla="*/ 0 h 808"/>
                <a:gd name="T170" fmla="*/ 809 w 809"/>
                <a:gd name="T171" fmla="*/ 808 h 80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9" h="808">
                  <a:moveTo>
                    <a:pt x="0" y="400"/>
                  </a:moveTo>
                  <a:lnTo>
                    <a:pt x="0" y="410"/>
                  </a:lnTo>
                  <a:lnTo>
                    <a:pt x="2" y="388"/>
                  </a:lnTo>
                  <a:lnTo>
                    <a:pt x="3" y="368"/>
                  </a:lnTo>
                  <a:lnTo>
                    <a:pt x="6" y="348"/>
                  </a:lnTo>
                  <a:lnTo>
                    <a:pt x="9" y="328"/>
                  </a:lnTo>
                  <a:lnTo>
                    <a:pt x="13" y="307"/>
                  </a:lnTo>
                  <a:lnTo>
                    <a:pt x="19" y="289"/>
                  </a:lnTo>
                  <a:lnTo>
                    <a:pt x="25" y="268"/>
                  </a:lnTo>
                  <a:lnTo>
                    <a:pt x="34" y="251"/>
                  </a:lnTo>
                  <a:lnTo>
                    <a:pt x="41" y="232"/>
                  </a:lnTo>
                  <a:lnTo>
                    <a:pt x="49" y="215"/>
                  </a:lnTo>
                  <a:lnTo>
                    <a:pt x="60" y="198"/>
                  </a:lnTo>
                  <a:lnTo>
                    <a:pt x="71" y="180"/>
                  </a:lnTo>
                  <a:lnTo>
                    <a:pt x="83" y="165"/>
                  </a:lnTo>
                  <a:lnTo>
                    <a:pt x="94" y="150"/>
                  </a:lnTo>
                  <a:lnTo>
                    <a:pt x="107" y="134"/>
                  </a:lnTo>
                  <a:lnTo>
                    <a:pt x="120" y="121"/>
                  </a:lnTo>
                  <a:lnTo>
                    <a:pt x="135" y="107"/>
                  </a:lnTo>
                  <a:lnTo>
                    <a:pt x="149" y="94"/>
                  </a:lnTo>
                  <a:lnTo>
                    <a:pt x="165" y="82"/>
                  </a:lnTo>
                  <a:lnTo>
                    <a:pt x="181" y="71"/>
                  </a:lnTo>
                  <a:lnTo>
                    <a:pt x="198" y="61"/>
                  </a:lnTo>
                  <a:lnTo>
                    <a:pt x="215" y="51"/>
                  </a:lnTo>
                  <a:lnTo>
                    <a:pt x="233" y="40"/>
                  </a:lnTo>
                  <a:lnTo>
                    <a:pt x="250" y="33"/>
                  </a:lnTo>
                  <a:lnTo>
                    <a:pt x="269" y="26"/>
                  </a:lnTo>
                  <a:lnTo>
                    <a:pt x="288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6"/>
                  </a:lnTo>
                  <a:lnTo>
                    <a:pt x="368" y="3"/>
                  </a:lnTo>
                  <a:lnTo>
                    <a:pt x="389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0" y="1"/>
                  </a:lnTo>
                  <a:lnTo>
                    <a:pt x="442" y="3"/>
                  </a:lnTo>
                  <a:lnTo>
                    <a:pt x="462" y="6"/>
                  </a:lnTo>
                  <a:lnTo>
                    <a:pt x="482" y="9"/>
                  </a:lnTo>
                  <a:lnTo>
                    <a:pt x="503" y="13"/>
                  </a:lnTo>
                  <a:lnTo>
                    <a:pt x="521" y="19"/>
                  </a:lnTo>
                  <a:lnTo>
                    <a:pt x="540" y="26"/>
                  </a:lnTo>
                  <a:lnTo>
                    <a:pt x="559" y="33"/>
                  </a:lnTo>
                  <a:lnTo>
                    <a:pt x="578" y="40"/>
                  </a:lnTo>
                  <a:lnTo>
                    <a:pt x="595" y="51"/>
                  </a:lnTo>
                  <a:lnTo>
                    <a:pt x="612" y="61"/>
                  </a:lnTo>
                  <a:lnTo>
                    <a:pt x="628" y="71"/>
                  </a:lnTo>
                  <a:lnTo>
                    <a:pt x="644" y="82"/>
                  </a:lnTo>
                  <a:lnTo>
                    <a:pt x="660" y="94"/>
                  </a:lnTo>
                  <a:lnTo>
                    <a:pt x="674" y="107"/>
                  </a:lnTo>
                  <a:lnTo>
                    <a:pt x="689" y="121"/>
                  </a:lnTo>
                  <a:lnTo>
                    <a:pt x="703" y="134"/>
                  </a:lnTo>
                  <a:lnTo>
                    <a:pt x="716" y="150"/>
                  </a:lnTo>
                  <a:lnTo>
                    <a:pt x="728" y="165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8" y="232"/>
                  </a:lnTo>
                  <a:lnTo>
                    <a:pt x="777" y="251"/>
                  </a:lnTo>
                  <a:lnTo>
                    <a:pt x="784" y="268"/>
                  </a:lnTo>
                  <a:lnTo>
                    <a:pt x="791" y="289"/>
                  </a:lnTo>
                  <a:lnTo>
                    <a:pt x="796" y="307"/>
                  </a:lnTo>
                  <a:lnTo>
                    <a:pt x="801" y="328"/>
                  </a:lnTo>
                  <a:lnTo>
                    <a:pt x="804" y="348"/>
                  </a:lnTo>
                  <a:lnTo>
                    <a:pt x="807" y="368"/>
                  </a:lnTo>
                  <a:lnTo>
                    <a:pt x="809" y="388"/>
                  </a:lnTo>
                  <a:lnTo>
                    <a:pt x="809" y="410"/>
                  </a:lnTo>
                  <a:lnTo>
                    <a:pt x="809" y="400"/>
                  </a:lnTo>
                  <a:lnTo>
                    <a:pt x="809" y="421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6" y="502"/>
                  </a:lnTo>
                  <a:lnTo>
                    <a:pt x="791" y="521"/>
                  </a:lnTo>
                  <a:lnTo>
                    <a:pt x="784" y="541"/>
                  </a:lnTo>
                  <a:lnTo>
                    <a:pt x="777" y="559"/>
                  </a:lnTo>
                  <a:lnTo>
                    <a:pt x="768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9"/>
                  </a:lnTo>
                  <a:lnTo>
                    <a:pt x="728" y="645"/>
                  </a:lnTo>
                  <a:lnTo>
                    <a:pt x="716" y="660"/>
                  </a:lnTo>
                  <a:lnTo>
                    <a:pt x="703" y="675"/>
                  </a:lnTo>
                  <a:lnTo>
                    <a:pt x="689" y="688"/>
                  </a:lnTo>
                  <a:lnTo>
                    <a:pt x="674" y="703"/>
                  </a:lnTo>
                  <a:lnTo>
                    <a:pt x="660" y="716"/>
                  </a:lnTo>
                  <a:lnTo>
                    <a:pt x="644" y="727"/>
                  </a:lnTo>
                  <a:lnTo>
                    <a:pt x="628" y="739"/>
                  </a:lnTo>
                  <a:lnTo>
                    <a:pt x="612" y="749"/>
                  </a:lnTo>
                  <a:lnTo>
                    <a:pt x="595" y="759"/>
                  </a:lnTo>
                  <a:lnTo>
                    <a:pt x="578" y="769"/>
                  </a:lnTo>
                  <a:lnTo>
                    <a:pt x="559" y="776"/>
                  </a:lnTo>
                  <a:lnTo>
                    <a:pt x="540" y="784"/>
                  </a:lnTo>
                  <a:lnTo>
                    <a:pt x="521" y="791"/>
                  </a:lnTo>
                  <a:lnTo>
                    <a:pt x="503" y="797"/>
                  </a:lnTo>
                  <a:lnTo>
                    <a:pt x="482" y="801"/>
                  </a:lnTo>
                  <a:lnTo>
                    <a:pt x="462" y="804"/>
                  </a:lnTo>
                  <a:lnTo>
                    <a:pt x="442" y="807"/>
                  </a:lnTo>
                  <a:lnTo>
                    <a:pt x="420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9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8" y="801"/>
                  </a:lnTo>
                  <a:lnTo>
                    <a:pt x="308" y="797"/>
                  </a:lnTo>
                  <a:lnTo>
                    <a:pt x="288" y="791"/>
                  </a:lnTo>
                  <a:lnTo>
                    <a:pt x="269" y="784"/>
                  </a:lnTo>
                  <a:lnTo>
                    <a:pt x="250" y="776"/>
                  </a:lnTo>
                  <a:lnTo>
                    <a:pt x="233" y="769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1" y="739"/>
                  </a:lnTo>
                  <a:lnTo>
                    <a:pt x="165" y="727"/>
                  </a:lnTo>
                  <a:lnTo>
                    <a:pt x="149" y="716"/>
                  </a:lnTo>
                  <a:lnTo>
                    <a:pt x="135" y="703"/>
                  </a:lnTo>
                  <a:lnTo>
                    <a:pt x="120" y="688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3" y="645"/>
                  </a:lnTo>
                  <a:lnTo>
                    <a:pt x="71" y="629"/>
                  </a:lnTo>
                  <a:lnTo>
                    <a:pt x="60" y="612"/>
                  </a:lnTo>
                  <a:lnTo>
                    <a:pt x="49" y="595"/>
                  </a:lnTo>
                  <a:lnTo>
                    <a:pt x="41" y="577"/>
                  </a:lnTo>
                  <a:lnTo>
                    <a:pt x="34" y="559"/>
                  </a:lnTo>
                  <a:lnTo>
                    <a:pt x="25" y="541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9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1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3" name="Freeform 33">
              <a:extLst>
                <a:ext uri="{FF2B5EF4-FFF2-40B4-BE49-F238E27FC236}">
                  <a16:creationId xmlns:a16="http://schemas.microsoft.com/office/drawing/2014/main" id="{0EA5BD2F-422A-4665-895F-E39880362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3153093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0 w 817"/>
                <a:gd name="T21" fmla="*/ 2147483646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2147483646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0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4" name="Freeform 37">
              <a:extLst>
                <a:ext uri="{FF2B5EF4-FFF2-40B4-BE49-F238E27FC236}">
                  <a16:creationId xmlns:a16="http://schemas.microsoft.com/office/drawing/2014/main" id="{1D4A405A-4694-491E-B118-8E71D8280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4435794"/>
              <a:ext cx="647700" cy="649288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5" name="Freeform 38">
              <a:extLst>
                <a:ext uri="{FF2B5EF4-FFF2-40B4-BE49-F238E27FC236}">
                  <a16:creationId xmlns:a16="http://schemas.microsoft.com/office/drawing/2014/main" id="{B244190E-7F38-4CCE-98AC-FB4203E86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1848168"/>
              <a:ext cx="647700" cy="649288"/>
            </a:xfrm>
            <a:custGeom>
              <a:avLst/>
              <a:gdLst>
                <a:gd name="T0" fmla="*/ 2147483646 w 817"/>
                <a:gd name="T1" fmla="*/ 2147483646 h 818"/>
                <a:gd name="T2" fmla="*/ 2147483646 w 817"/>
                <a:gd name="T3" fmla="*/ 2147483646 h 818"/>
                <a:gd name="T4" fmla="*/ 2147483646 w 817"/>
                <a:gd name="T5" fmla="*/ 2147483646 h 818"/>
                <a:gd name="T6" fmla="*/ 2147483646 w 817"/>
                <a:gd name="T7" fmla="*/ 2147483646 h 818"/>
                <a:gd name="T8" fmla="*/ 2147483646 w 817"/>
                <a:gd name="T9" fmla="*/ 2147483646 h 818"/>
                <a:gd name="T10" fmla="*/ 2147483646 w 817"/>
                <a:gd name="T11" fmla="*/ 2147483646 h 818"/>
                <a:gd name="T12" fmla="*/ 2147483646 w 817"/>
                <a:gd name="T13" fmla="*/ 2147483646 h 818"/>
                <a:gd name="T14" fmla="*/ 2147483646 w 817"/>
                <a:gd name="T15" fmla="*/ 2147483646 h 818"/>
                <a:gd name="T16" fmla="*/ 2147483646 w 817"/>
                <a:gd name="T17" fmla="*/ 2147483646 h 818"/>
                <a:gd name="T18" fmla="*/ 2147483646 w 817"/>
                <a:gd name="T19" fmla="*/ 2147483646 h 818"/>
                <a:gd name="T20" fmla="*/ 2147483646 w 817"/>
                <a:gd name="T21" fmla="*/ 0 h 818"/>
                <a:gd name="T22" fmla="*/ 2147483646 w 817"/>
                <a:gd name="T23" fmla="*/ 2147483646 h 818"/>
                <a:gd name="T24" fmla="*/ 2147483646 w 817"/>
                <a:gd name="T25" fmla="*/ 2147483646 h 818"/>
                <a:gd name="T26" fmla="*/ 2147483646 w 817"/>
                <a:gd name="T27" fmla="*/ 2147483646 h 818"/>
                <a:gd name="T28" fmla="*/ 2147483646 w 817"/>
                <a:gd name="T29" fmla="*/ 2147483646 h 818"/>
                <a:gd name="T30" fmla="*/ 2147483646 w 817"/>
                <a:gd name="T31" fmla="*/ 2147483646 h 818"/>
                <a:gd name="T32" fmla="*/ 2147483646 w 817"/>
                <a:gd name="T33" fmla="*/ 2147483646 h 818"/>
                <a:gd name="T34" fmla="*/ 2147483646 w 817"/>
                <a:gd name="T35" fmla="*/ 2147483646 h 818"/>
                <a:gd name="T36" fmla="*/ 2147483646 w 817"/>
                <a:gd name="T37" fmla="*/ 2147483646 h 818"/>
                <a:gd name="T38" fmla="*/ 2147483646 w 817"/>
                <a:gd name="T39" fmla="*/ 2147483646 h 818"/>
                <a:gd name="T40" fmla="*/ 2147483646 w 817"/>
                <a:gd name="T41" fmla="*/ 2147483646 h 818"/>
                <a:gd name="T42" fmla="*/ 0 w 817"/>
                <a:gd name="T43" fmla="*/ 2147483646 h 818"/>
                <a:gd name="T44" fmla="*/ 2147483646 w 817"/>
                <a:gd name="T45" fmla="*/ 2147483646 h 818"/>
                <a:gd name="T46" fmla="*/ 2147483646 w 817"/>
                <a:gd name="T47" fmla="*/ 2147483646 h 818"/>
                <a:gd name="T48" fmla="*/ 2147483646 w 817"/>
                <a:gd name="T49" fmla="*/ 2147483646 h 818"/>
                <a:gd name="T50" fmla="*/ 2147483646 w 817"/>
                <a:gd name="T51" fmla="*/ 2147483646 h 818"/>
                <a:gd name="T52" fmla="*/ 2147483646 w 817"/>
                <a:gd name="T53" fmla="*/ 2147483646 h 818"/>
                <a:gd name="T54" fmla="*/ 2147483646 w 817"/>
                <a:gd name="T55" fmla="*/ 2147483646 h 818"/>
                <a:gd name="T56" fmla="*/ 2147483646 w 817"/>
                <a:gd name="T57" fmla="*/ 2147483646 h 818"/>
                <a:gd name="T58" fmla="*/ 2147483646 w 817"/>
                <a:gd name="T59" fmla="*/ 2147483646 h 818"/>
                <a:gd name="T60" fmla="*/ 2147483646 w 817"/>
                <a:gd name="T61" fmla="*/ 2147483646 h 818"/>
                <a:gd name="T62" fmla="*/ 2147483646 w 817"/>
                <a:gd name="T63" fmla="*/ 2147483646 h 818"/>
                <a:gd name="T64" fmla="*/ 2147483646 w 817"/>
                <a:gd name="T65" fmla="*/ 2147483646 h 818"/>
                <a:gd name="T66" fmla="*/ 2147483646 w 817"/>
                <a:gd name="T67" fmla="*/ 2147483646 h 818"/>
                <a:gd name="T68" fmla="*/ 2147483646 w 817"/>
                <a:gd name="T69" fmla="*/ 2147483646 h 818"/>
                <a:gd name="T70" fmla="*/ 2147483646 w 817"/>
                <a:gd name="T71" fmla="*/ 2147483646 h 818"/>
                <a:gd name="T72" fmla="*/ 2147483646 w 817"/>
                <a:gd name="T73" fmla="*/ 2147483646 h 818"/>
                <a:gd name="T74" fmla="*/ 2147483646 w 817"/>
                <a:gd name="T75" fmla="*/ 2147483646 h 818"/>
                <a:gd name="T76" fmla="*/ 2147483646 w 817"/>
                <a:gd name="T77" fmla="*/ 2147483646 h 818"/>
                <a:gd name="T78" fmla="*/ 2147483646 w 817"/>
                <a:gd name="T79" fmla="*/ 2147483646 h 818"/>
                <a:gd name="T80" fmla="*/ 2147483646 w 817"/>
                <a:gd name="T81" fmla="*/ 2147483646 h 818"/>
                <a:gd name="T82" fmla="*/ 2147483646 w 817"/>
                <a:gd name="T83" fmla="*/ 2147483646 h 818"/>
                <a:gd name="T84" fmla="*/ 2147483646 w 817"/>
                <a:gd name="T85" fmla="*/ 2147483646 h 818"/>
                <a:gd name="T86" fmla="*/ 2147483646 w 817"/>
                <a:gd name="T87" fmla="*/ 2147483646 h 8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8"/>
                <a:gd name="T134" fmla="*/ 817 w 817"/>
                <a:gd name="T135" fmla="*/ 818 h 8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8">
                  <a:moveTo>
                    <a:pt x="817" y="408"/>
                  </a:moveTo>
                  <a:lnTo>
                    <a:pt x="817" y="388"/>
                  </a:lnTo>
                  <a:lnTo>
                    <a:pt x="815" y="367"/>
                  </a:lnTo>
                  <a:lnTo>
                    <a:pt x="812" y="346"/>
                  </a:lnTo>
                  <a:lnTo>
                    <a:pt x="810" y="326"/>
                  </a:lnTo>
                  <a:lnTo>
                    <a:pt x="804" y="306"/>
                  </a:lnTo>
                  <a:lnTo>
                    <a:pt x="799" y="287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6"/>
                  </a:lnTo>
                  <a:lnTo>
                    <a:pt x="748" y="180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4"/>
                  </a:lnTo>
                  <a:lnTo>
                    <a:pt x="697" y="120"/>
                  </a:lnTo>
                  <a:lnTo>
                    <a:pt x="684" y="105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69"/>
                  </a:lnTo>
                  <a:lnTo>
                    <a:pt x="620" y="59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4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6" y="2"/>
                  </a:lnTo>
                  <a:lnTo>
                    <a:pt x="346" y="4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59"/>
                  </a:lnTo>
                  <a:lnTo>
                    <a:pt x="180" y="69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5"/>
                  </a:lnTo>
                  <a:lnTo>
                    <a:pt x="120" y="120"/>
                  </a:lnTo>
                  <a:lnTo>
                    <a:pt x="105" y="134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0"/>
                  </a:lnTo>
                  <a:lnTo>
                    <a:pt x="59" y="196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7"/>
                  </a:lnTo>
                  <a:lnTo>
                    <a:pt x="13" y="306"/>
                  </a:lnTo>
                  <a:lnTo>
                    <a:pt x="7" y="326"/>
                  </a:lnTo>
                  <a:lnTo>
                    <a:pt x="4" y="346"/>
                  </a:lnTo>
                  <a:lnTo>
                    <a:pt x="1" y="367"/>
                  </a:lnTo>
                  <a:lnTo>
                    <a:pt x="0" y="388"/>
                  </a:lnTo>
                  <a:lnTo>
                    <a:pt x="0" y="408"/>
                  </a:lnTo>
                  <a:lnTo>
                    <a:pt x="0" y="430"/>
                  </a:lnTo>
                  <a:lnTo>
                    <a:pt x="1" y="450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3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2"/>
                  </a:lnTo>
                  <a:lnTo>
                    <a:pt x="287" y="800"/>
                  </a:lnTo>
                  <a:lnTo>
                    <a:pt x="306" y="805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5"/>
                  </a:lnTo>
                  <a:lnTo>
                    <a:pt x="387" y="817"/>
                  </a:lnTo>
                  <a:lnTo>
                    <a:pt x="408" y="818"/>
                  </a:lnTo>
                  <a:lnTo>
                    <a:pt x="430" y="817"/>
                  </a:lnTo>
                  <a:lnTo>
                    <a:pt x="450" y="815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5"/>
                  </a:lnTo>
                  <a:lnTo>
                    <a:pt x="530" y="800"/>
                  </a:lnTo>
                  <a:lnTo>
                    <a:pt x="548" y="792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3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0"/>
                  </a:lnTo>
                  <a:lnTo>
                    <a:pt x="817" y="430"/>
                  </a:lnTo>
                  <a:lnTo>
                    <a:pt x="817" y="408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6" name="Freeform 39">
              <a:extLst>
                <a:ext uri="{FF2B5EF4-FFF2-40B4-BE49-F238E27FC236}">
                  <a16:creationId xmlns:a16="http://schemas.microsoft.com/office/drawing/2014/main" id="{629B9C3F-6BA1-453F-84F8-B96E3610F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2970531"/>
              <a:ext cx="46037" cy="138112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7" name="Line 40">
              <a:extLst>
                <a:ext uri="{FF2B5EF4-FFF2-40B4-BE49-F238E27FC236}">
                  <a16:creationId xmlns:a16="http://schemas.microsoft.com/office/drawing/2014/main" id="{13614CF8-5EEC-4905-872E-192E090966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2489518"/>
              <a:ext cx="1588" cy="4810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8" name="Freeform 41">
              <a:extLst>
                <a:ext uri="{FF2B5EF4-FFF2-40B4-BE49-F238E27FC236}">
                  <a16:creationId xmlns:a16="http://schemas.microsoft.com/office/drawing/2014/main" id="{A03DC3CA-2232-4FBB-95B5-E91CE651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4277044"/>
              <a:ext cx="46037" cy="136525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8" y="173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9" name="Line 42">
              <a:extLst>
                <a:ext uri="{FF2B5EF4-FFF2-40B4-BE49-F238E27FC236}">
                  <a16:creationId xmlns:a16="http://schemas.microsoft.com/office/drawing/2014/main" id="{E4FA834F-FE04-42BC-9EA0-E5DAD9A9A3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3796032"/>
              <a:ext cx="1588" cy="48101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30" name="Rectangle 48">
              <a:extLst>
                <a:ext uri="{FF2B5EF4-FFF2-40B4-BE49-F238E27FC236}">
                  <a16:creationId xmlns:a16="http://schemas.microsoft.com/office/drawing/2014/main" id="{3A6A225E-8C7D-4FED-BF23-D9301D3B1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2018512"/>
              <a:ext cx="50033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A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31" name="Freeform 50">
              <a:extLst>
                <a:ext uri="{FF2B5EF4-FFF2-40B4-BE49-F238E27FC236}">
                  <a16:creationId xmlns:a16="http://schemas.microsoft.com/office/drawing/2014/main" id="{567516F3-2449-4934-838B-A42AF084E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042" y="5559744"/>
              <a:ext cx="46037" cy="160338"/>
            </a:xfrm>
            <a:custGeom>
              <a:avLst/>
              <a:gdLst>
                <a:gd name="T0" fmla="*/ 0 w 57"/>
                <a:gd name="T1" fmla="*/ 0 h 202"/>
                <a:gd name="T2" fmla="*/ 2147483646 w 57"/>
                <a:gd name="T3" fmla="*/ 2147483646 h 202"/>
                <a:gd name="T4" fmla="*/ 2147483646 w 57"/>
                <a:gd name="T5" fmla="*/ 0 h 202"/>
                <a:gd name="T6" fmla="*/ 2147483646 w 57"/>
                <a:gd name="T7" fmla="*/ 0 h 202"/>
                <a:gd name="T8" fmla="*/ 0 w 57"/>
                <a:gd name="T9" fmla="*/ 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202"/>
                <a:gd name="T17" fmla="*/ 57 w 57"/>
                <a:gd name="T18" fmla="*/ 202 h 2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202">
                  <a:moveTo>
                    <a:pt x="0" y="0"/>
                  </a:moveTo>
                  <a:lnTo>
                    <a:pt x="28" y="202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32" name="Line 51">
              <a:extLst>
                <a:ext uri="{FF2B5EF4-FFF2-40B4-BE49-F238E27FC236}">
                  <a16:creationId xmlns:a16="http://schemas.microsoft.com/office/drawing/2014/main" id="{318095A6-1966-4783-8258-ED6E43DF69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854" y="5100957"/>
              <a:ext cx="1588" cy="4587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33" name="Rectangle 69">
              <a:extLst>
                <a:ext uri="{FF2B5EF4-FFF2-40B4-BE49-F238E27FC236}">
                  <a16:creationId xmlns:a16="http://schemas.microsoft.com/office/drawing/2014/main" id="{7350E3AD-2E80-44A9-89C3-7667DF355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5774" y="968733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34" name="Freeform 46">
              <a:extLst>
                <a:ext uri="{FF2B5EF4-FFF2-40B4-BE49-F238E27FC236}">
                  <a16:creationId xmlns:a16="http://schemas.microsoft.com/office/drawing/2014/main" id="{F0DDF046-3D49-4A4B-83E1-F2CF01EBF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592" y="5742307"/>
              <a:ext cx="647700" cy="649287"/>
            </a:xfrm>
            <a:custGeom>
              <a:avLst/>
              <a:gdLst>
                <a:gd name="T0" fmla="*/ 2147483646 w 817"/>
                <a:gd name="T1" fmla="*/ 2147483646 h 819"/>
                <a:gd name="T2" fmla="*/ 2147483646 w 817"/>
                <a:gd name="T3" fmla="*/ 2147483646 h 819"/>
                <a:gd name="T4" fmla="*/ 2147483646 w 817"/>
                <a:gd name="T5" fmla="*/ 2147483646 h 819"/>
                <a:gd name="T6" fmla="*/ 2147483646 w 817"/>
                <a:gd name="T7" fmla="*/ 2147483646 h 819"/>
                <a:gd name="T8" fmla="*/ 2147483646 w 817"/>
                <a:gd name="T9" fmla="*/ 2147483646 h 819"/>
                <a:gd name="T10" fmla="*/ 2147483646 w 817"/>
                <a:gd name="T11" fmla="*/ 2147483646 h 819"/>
                <a:gd name="T12" fmla="*/ 2147483646 w 817"/>
                <a:gd name="T13" fmla="*/ 2147483646 h 819"/>
                <a:gd name="T14" fmla="*/ 2147483646 w 817"/>
                <a:gd name="T15" fmla="*/ 2147483646 h 819"/>
                <a:gd name="T16" fmla="*/ 2147483646 w 817"/>
                <a:gd name="T17" fmla="*/ 2147483646 h 819"/>
                <a:gd name="T18" fmla="*/ 2147483646 w 817"/>
                <a:gd name="T19" fmla="*/ 2147483646 h 819"/>
                <a:gd name="T20" fmla="*/ 0 w 817"/>
                <a:gd name="T21" fmla="*/ 2147483646 h 819"/>
                <a:gd name="T22" fmla="*/ 2147483646 w 817"/>
                <a:gd name="T23" fmla="*/ 2147483646 h 819"/>
                <a:gd name="T24" fmla="*/ 2147483646 w 817"/>
                <a:gd name="T25" fmla="*/ 2147483646 h 819"/>
                <a:gd name="T26" fmla="*/ 2147483646 w 817"/>
                <a:gd name="T27" fmla="*/ 2147483646 h 819"/>
                <a:gd name="T28" fmla="*/ 2147483646 w 817"/>
                <a:gd name="T29" fmla="*/ 2147483646 h 819"/>
                <a:gd name="T30" fmla="*/ 2147483646 w 817"/>
                <a:gd name="T31" fmla="*/ 2147483646 h 819"/>
                <a:gd name="T32" fmla="*/ 2147483646 w 817"/>
                <a:gd name="T33" fmla="*/ 2147483646 h 819"/>
                <a:gd name="T34" fmla="*/ 2147483646 w 817"/>
                <a:gd name="T35" fmla="*/ 2147483646 h 819"/>
                <a:gd name="T36" fmla="*/ 2147483646 w 817"/>
                <a:gd name="T37" fmla="*/ 2147483646 h 819"/>
                <a:gd name="T38" fmla="*/ 2147483646 w 817"/>
                <a:gd name="T39" fmla="*/ 2147483646 h 819"/>
                <a:gd name="T40" fmla="*/ 2147483646 w 817"/>
                <a:gd name="T41" fmla="*/ 2147483646 h 819"/>
                <a:gd name="T42" fmla="*/ 2147483646 w 817"/>
                <a:gd name="T43" fmla="*/ 2147483646 h 819"/>
                <a:gd name="T44" fmla="*/ 2147483646 w 817"/>
                <a:gd name="T45" fmla="*/ 2147483646 h 819"/>
                <a:gd name="T46" fmla="*/ 2147483646 w 817"/>
                <a:gd name="T47" fmla="*/ 2147483646 h 819"/>
                <a:gd name="T48" fmla="*/ 2147483646 w 817"/>
                <a:gd name="T49" fmla="*/ 2147483646 h 819"/>
                <a:gd name="T50" fmla="*/ 2147483646 w 817"/>
                <a:gd name="T51" fmla="*/ 2147483646 h 819"/>
                <a:gd name="T52" fmla="*/ 2147483646 w 817"/>
                <a:gd name="T53" fmla="*/ 2147483646 h 819"/>
                <a:gd name="T54" fmla="*/ 2147483646 w 817"/>
                <a:gd name="T55" fmla="*/ 2147483646 h 819"/>
                <a:gd name="T56" fmla="*/ 2147483646 w 817"/>
                <a:gd name="T57" fmla="*/ 2147483646 h 819"/>
                <a:gd name="T58" fmla="*/ 2147483646 w 817"/>
                <a:gd name="T59" fmla="*/ 2147483646 h 819"/>
                <a:gd name="T60" fmla="*/ 2147483646 w 817"/>
                <a:gd name="T61" fmla="*/ 2147483646 h 819"/>
                <a:gd name="T62" fmla="*/ 2147483646 w 817"/>
                <a:gd name="T63" fmla="*/ 2147483646 h 819"/>
                <a:gd name="T64" fmla="*/ 2147483646 w 817"/>
                <a:gd name="T65" fmla="*/ 2147483646 h 819"/>
                <a:gd name="T66" fmla="*/ 2147483646 w 817"/>
                <a:gd name="T67" fmla="*/ 2147483646 h 819"/>
                <a:gd name="T68" fmla="*/ 2147483646 w 817"/>
                <a:gd name="T69" fmla="*/ 2147483646 h 819"/>
                <a:gd name="T70" fmla="*/ 2147483646 w 817"/>
                <a:gd name="T71" fmla="*/ 2147483646 h 819"/>
                <a:gd name="T72" fmla="*/ 2147483646 w 817"/>
                <a:gd name="T73" fmla="*/ 2147483646 h 819"/>
                <a:gd name="T74" fmla="*/ 2147483646 w 817"/>
                <a:gd name="T75" fmla="*/ 2147483646 h 819"/>
                <a:gd name="T76" fmla="*/ 2147483646 w 817"/>
                <a:gd name="T77" fmla="*/ 2147483646 h 819"/>
                <a:gd name="T78" fmla="*/ 2147483646 w 817"/>
                <a:gd name="T79" fmla="*/ 2147483646 h 819"/>
                <a:gd name="T80" fmla="*/ 2147483646 w 817"/>
                <a:gd name="T81" fmla="*/ 2147483646 h 819"/>
                <a:gd name="T82" fmla="*/ 2147483646 w 817"/>
                <a:gd name="T83" fmla="*/ 2147483646 h 819"/>
                <a:gd name="T84" fmla="*/ 2147483646 w 817"/>
                <a:gd name="T85" fmla="*/ 2147483646 h 819"/>
                <a:gd name="T86" fmla="*/ 2147483646 w 817"/>
                <a:gd name="T87" fmla="*/ 0 h 8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17"/>
                <a:gd name="T133" fmla="*/ 0 h 819"/>
                <a:gd name="T134" fmla="*/ 817 w 817"/>
                <a:gd name="T135" fmla="*/ 819 h 8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17" h="819">
                  <a:moveTo>
                    <a:pt x="408" y="0"/>
                  </a:moveTo>
                  <a:lnTo>
                    <a:pt x="387" y="0"/>
                  </a:lnTo>
                  <a:lnTo>
                    <a:pt x="366" y="2"/>
                  </a:lnTo>
                  <a:lnTo>
                    <a:pt x="346" y="5"/>
                  </a:lnTo>
                  <a:lnTo>
                    <a:pt x="326" y="9"/>
                  </a:lnTo>
                  <a:lnTo>
                    <a:pt x="306" y="13"/>
                  </a:lnTo>
                  <a:lnTo>
                    <a:pt x="287" y="19"/>
                  </a:lnTo>
                  <a:lnTo>
                    <a:pt x="268" y="25"/>
                  </a:lnTo>
                  <a:lnTo>
                    <a:pt x="250" y="32"/>
                  </a:lnTo>
                  <a:lnTo>
                    <a:pt x="231" y="41"/>
                  </a:lnTo>
                  <a:lnTo>
                    <a:pt x="214" y="49"/>
                  </a:lnTo>
                  <a:lnTo>
                    <a:pt x="196" y="60"/>
                  </a:lnTo>
                  <a:lnTo>
                    <a:pt x="180" y="70"/>
                  </a:lnTo>
                  <a:lnTo>
                    <a:pt x="163" y="81"/>
                  </a:lnTo>
                  <a:lnTo>
                    <a:pt x="149" y="94"/>
                  </a:lnTo>
                  <a:lnTo>
                    <a:pt x="133" y="106"/>
                  </a:lnTo>
                  <a:lnTo>
                    <a:pt x="120" y="120"/>
                  </a:lnTo>
                  <a:lnTo>
                    <a:pt x="105" y="135"/>
                  </a:lnTo>
                  <a:lnTo>
                    <a:pt x="92" y="149"/>
                  </a:lnTo>
                  <a:lnTo>
                    <a:pt x="81" y="165"/>
                  </a:lnTo>
                  <a:lnTo>
                    <a:pt x="69" y="181"/>
                  </a:lnTo>
                  <a:lnTo>
                    <a:pt x="59" y="197"/>
                  </a:lnTo>
                  <a:lnTo>
                    <a:pt x="49" y="214"/>
                  </a:lnTo>
                  <a:lnTo>
                    <a:pt x="40" y="231"/>
                  </a:lnTo>
                  <a:lnTo>
                    <a:pt x="32" y="250"/>
                  </a:lnTo>
                  <a:lnTo>
                    <a:pt x="24" y="269"/>
                  </a:lnTo>
                  <a:lnTo>
                    <a:pt x="17" y="288"/>
                  </a:lnTo>
                  <a:lnTo>
                    <a:pt x="13" y="306"/>
                  </a:lnTo>
                  <a:lnTo>
                    <a:pt x="7" y="327"/>
                  </a:lnTo>
                  <a:lnTo>
                    <a:pt x="4" y="347"/>
                  </a:lnTo>
                  <a:lnTo>
                    <a:pt x="1" y="367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30"/>
                  </a:lnTo>
                  <a:lnTo>
                    <a:pt x="1" y="451"/>
                  </a:lnTo>
                  <a:lnTo>
                    <a:pt x="4" y="471"/>
                  </a:lnTo>
                  <a:lnTo>
                    <a:pt x="7" y="491"/>
                  </a:lnTo>
                  <a:lnTo>
                    <a:pt x="13" y="511"/>
                  </a:lnTo>
                  <a:lnTo>
                    <a:pt x="17" y="530"/>
                  </a:lnTo>
                  <a:lnTo>
                    <a:pt x="24" y="550"/>
                  </a:lnTo>
                  <a:lnTo>
                    <a:pt x="32" y="569"/>
                  </a:lnTo>
                  <a:lnTo>
                    <a:pt x="40" y="586"/>
                  </a:lnTo>
                  <a:lnTo>
                    <a:pt x="49" y="604"/>
                  </a:lnTo>
                  <a:lnTo>
                    <a:pt x="59" y="621"/>
                  </a:lnTo>
                  <a:lnTo>
                    <a:pt x="69" y="638"/>
                  </a:lnTo>
                  <a:lnTo>
                    <a:pt x="81" y="654"/>
                  </a:lnTo>
                  <a:lnTo>
                    <a:pt x="92" y="668"/>
                  </a:lnTo>
                  <a:lnTo>
                    <a:pt x="105" y="684"/>
                  </a:lnTo>
                  <a:lnTo>
                    <a:pt x="120" y="699"/>
                  </a:lnTo>
                  <a:lnTo>
                    <a:pt x="133" y="712"/>
                  </a:lnTo>
                  <a:lnTo>
                    <a:pt x="149" y="725"/>
                  </a:lnTo>
                  <a:lnTo>
                    <a:pt x="163" y="736"/>
                  </a:lnTo>
                  <a:lnTo>
                    <a:pt x="180" y="748"/>
                  </a:lnTo>
                  <a:lnTo>
                    <a:pt x="196" y="759"/>
                  </a:lnTo>
                  <a:lnTo>
                    <a:pt x="214" y="768"/>
                  </a:lnTo>
                  <a:lnTo>
                    <a:pt x="231" y="778"/>
                  </a:lnTo>
                  <a:lnTo>
                    <a:pt x="250" y="785"/>
                  </a:lnTo>
                  <a:lnTo>
                    <a:pt x="268" y="793"/>
                  </a:lnTo>
                  <a:lnTo>
                    <a:pt x="287" y="800"/>
                  </a:lnTo>
                  <a:lnTo>
                    <a:pt x="306" y="806"/>
                  </a:lnTo>
                  <a:lnTo>
                    <a:pt x="326" y="810"/>
                  </a:lnTo>
                  <a:lnTo>
                    <a:pt x="346" y="813"/>
                  </a:lnTo>
                  <a:lnTo>
                    <a:pt x="366" y="816"/>
                  </a:lnTo>
                  <a:lnTo>
                    <a:pt x="387" y="817"/>
                  </a:lnTo>
                  <a:lnTo>
                    <a:pt x="408" y="819"/>
                  </a:lnTo>
                  <a:lnTo>
                    <a:pt x="430" y="817"/>
                  </a:lnTo>
                  <a:lnTo>
                    <a:pt x="450" y="816"/>
                  </a:lnTo>
                  <a:lnTo>
                    <a:pt x="470" y="813"/>
                  </a:lnTo>
                  <a:lnTo>
                    <a:pt x="491" y="810"/>
                  </a:lnTo>
                  <a:lnTo>
                    <a:pt x="511" y="806"/>
                  </a:lnTo>
                  <a:lnTo>
                    <a:pt x="530" y="800"/>
                  </a:lnTo>
                  <a:lnTo>
                    <a:pt x="548" y="793"/>
                  </a:lnTo>
                  <a:lnTo>
                    <a:pt x="567" y="785"/>
                  </a:lnTo>
                  <a:lnTo>
                    <a:pt x="586" y="778"/>
                  </a:lnTo>
                  <a:lnTo>
                    <a:pt x="603" y="768"/>
                  </a:lnTo>
                  <a:lnTo>
                    <a:pt x="620" y="759"/>
                  </a:lnTo>
                  <a:lnTo>
                    <a:pt x="636" y="748"/>
                  </a:lnTo>
                  <a:lnTo>
                    <a:pt x="654" y="736"/>
                  </a:lnTo>
                  <a:lnTo>
                    <a:pt x="668" y="725"/>
                  </a:lnTo>
                  <a:lnTo>
                    <a:pt x="684" y="712"/>
                  </a:lnTo>
                  <a:lnTo>
                    <a:pt x="697" y="699"/>
                  </a:lnTo>
                  <a:lnTo>
                    <a:pt x="711" y="684"/>
                  </a:lnTo>
                  <a:lnTo>
                    <a:pt x="724" y="668"/>
                  </a:lnTo>
                  <a:lnTo>
                    <a:pt x="736" y="654"/>
                  </a:lnTo>
                  <a:lnTo>
                    <a:pt x="748" y="638"/>
                  </a:lnTo>
                  <a:lnTo>
                    <a:pt x="758" y="621"/>
                  </a:lnTo>
                  <a:lnTo>
                    <a:pt x="768" y="604"/>
                  </a:lnTo>
                  <a:lnTo>
                    <a:pt x="776" y="586"/>
                  </a:lnTo>
                  <a:lnTo>
                    <a:pt x="785" y="569"/>
                  </a:lnTo>
                  <a:lnTo>
                    <a:pt x="792" y="550"/>
                  </a:lnTo>
                  <a:lnTo>
                    <a:pt x="799" y="530"/>
                  </a:lnTo>
                  <a:lnTo>
                    <a:pt x="804" y="511"/>
                  </a:lnTo>
                  <a:lnTo>
                    <a:pt x="810" y="491"/>
                  </a:lnTo>
                  <a:lnTo>
                    <a:pt x="812" y="471"/>
                  </a:lnTo>
                  <a:lnTo>
                    <a:pt x="815" y="451"/>
                  </a:lnTo>
                  <a:lnTo>
                    <a:pt x="817" y="430"/>
                  </a:lnTo>
                  <a:lnTo>
                    <a:pt x="817" y="409"/>
                  </a:lnTo>
                  <a:lnTo>
                    <a:pt x="817" y="389"/>
                  </a:lnTo>
                  <a:lnTo>
                    <a:pt x="815" y="367"/>
                  </a:lnTo>
                  <a:lnTo>
                    <a:pt x="812" y="347"/>
                  </a:lnTo>
                  <a:lnTo>
                    <a:pt x="810" y="327"/>
                  </a:lnTo>
                  <a:lnTo>
                    <a:pt x="804" y="306"/>
                  </a:lnTo>
                  <a:lnTo>
                    <a:pt x="799" y="288"/>
                  </a:lnTo>
                  <a:lnTo>
                    <a:pt x="792" y="269"/>
                  </a:lnTo>
                  <a:lnTo>
                    <a:pt x="785" y="250"/>
                  </a:lnTo>
                  <a:lnTo>
                    <a:pt x="776" y="231"/>
                  </a:lnTo>
                  <a:lnTo>
                    <a:pt x="768" y="214"/>
                  </a:lnTo>
                  <a:lnTo>
                    <a:pt x="758" y="197"/>
                  </a:lnTo>
                  <a:lnTo>
                    <a:pt x="748" y="181"/>
                  </a:lnTo>
                  <a:lnTo>
                    <a:pt x="736" y="165"/>
                  </a:lnTo>
                  <a:lnTo>
                    <a:pt x="724" y="149"/>
                  </a:lnTo>
                  <a:lnTo>
                    <a:pt x="711" y="135"/>
                  </a:lnTo>
                  <a:lnTo>
                    <a:pt x="697" y="120"/>
                  </a:lnTo>
                  <a:lnTo>
                    <a:pt x="684" y="106"/>
                  </a:lnTo>
                  <a:lnTo>
                    <a:pt x="668" y="94"/>
                  </a:lnTo>
                  <a:lnTo>
                    <a:pt x="654" y="81"/>
                  </a:lnTo>
                  <a:lnTo>
                    <a:pt x="636" y="70"/>
                  </a:lnTo>
                  <a:lnTo>
                    <a:pt x="620" y="60"/>
                  </a:lnTo>
                  <a:lnTo>
                    <a:pt x="603" y="49"/>
                  </a:lnTo>
                  <a:lnTo>
                    <a:pt x="586" y="41"/>
                  </a:lnTo>
                  <a:lnTo>
                    <a:pt x="567" y="32"/>
                  </a:lnTo>
                  <a:lnTo>
                    <a:pt x="548" y="25"/>
                  </a:lnTo>
                  <a:lnTo>
                    <a:pt x="530" y="19"/>
                  </a:lnTo>
                  <a:lnTo>
                    <a:pt x="511" y="13"/>
                  </a:lnTo>
                  <a:lnTo>
                    <a:pt x="491" y="9"/>
                  </a:lnTo>
                  <a:lnTo>
                    <a:pt x="470" y="5"/>
                  </a:lnTo>
                  <a:lnTo>
                    <a:pt x="450" y="2"/>
                  </a:lnTo>
                  <a:lnTo>
                    <a:pt x="430" y="0"/>
                  </a:lnTo>
                  <a:lnTo>
                    <a:pt x="408" y="0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35" name="Rectangle 45">
              <a:extLst>
                <a:ext uri="{FF2B5EF4-FFF2-40B4-BE49-F238E27FC236}">
                  <a16:creationId xmlns:a16="http://schemas.microsoft.com/office/drawing/2014/main" id="{A536AEB7-5D7C-404F-9C29-5E8C95FD8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5958207"/>
              <a:ext cx="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41336" name="Group 79">
              <a:extLst>
                <a:ext uri="{FF2B5EF4-FFF2-40B4-BE49-F238E27FC236}">
                  <a16:creationId xmlns:a16="http://schemas.microsoft.com/office/drawing/2014/main" id="{19FD9673-D11E-4B1E-A4E1-EC2E7A24A2FF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5415851" y="2101137"/>
              <a:ext cx="1232239" cy="2721739"/>
              <a:chOff x="7290642" y="3464243"/>
              <a:chExt cx="1624012" cy="2622551"/>
            </a:xfrm>
          </p:grpSpPr>
          <p:sp>
            <p:nvSpPr>
              <p:cNvPr id="141356" name="Freeform 9">
                <a:extLst>
                  <a:ext uri="{FF2B5EF4-FFF2-40B4-BE49-F238E27FC236}">
                    <a16:creationId xmlns:a16="http://schemas.microsoft.com/office/drawing/2014/main" id="{01D104DE-3215-4847-917A-969846DD3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1754" y="6040757"/>
                <a:ext cx="138113" cy="46037"/>
              </a:xfrm>
              <a:custGeom>
                <a:avLst/>
                <a:gdLst>
                  <a:gd name="T0" fmla="*/ 2147483646 w 174"/>
                  <a:gd name="T1" fmla="*/ 0 h 58"/>
                  <a:gd name="T2" fmla="*/ 0 w 174"/>
                  <a:gd name="T3" fmla="*/ 2147483646 h 58"/>
                  <a:gd name="T4" fmla="*/ 2147483646 w 174"/>
                  <a:gd name="T5" fmla="*/ 2147483646 h 58"/>
                  <a:gd name="T6" fmla="*/ 2147483646 w 174"/>
                  <a:gd name="T7" fmla="*/ 2147483646 h 58"/>
                  <a:gd name="T8" fmla="*/ 2147483646 w 174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4"/>
                  <a:gd name="T16" fmla="*/ 0 h 58"/>
                  <a:gd name="T17" fmla="*/ 174 w 174"/>
                  <a:gd name="T18" fmla="*/ 58 h 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4" h="58">
                    <a:moveTo>
                      <a:pt x="174" y="0"/>
                    </a:moveTo>
                    <a:lnTo>
                      <a:pt x="0" y="29"/>
                    </a:lnTo>
                    <a:lnTo>
                      <a:pt x="174" y="58"/>
                    </a:lnTo>
                    <a:lnTo>
                      <a:pt x="174" y="29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000000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357" name="Arc 87">
                <a:extLst>
                  <a:ext uri="{FF2B5EF4-FFF2-40B4-BE49-F238E27FC236}">
                    <a16:creationId xmlns:a16="http://schemas.microsoft.com/office/drawing/2014/main" id="{5150E9D8-D453-49A2-919E-E697FB88D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0642" y="3464243"/>
                <a:ext cx="1624012" cy="1325563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358" name="Arc 88">
                <a:extLst>
                  <a:ext uri="{FF2B5EF4-FFF2-40B4-BE49-F238E27FC236}">
                    <a16:creationId xmlns:a16="http://schemas.microsoft.com/office/drawing/2014/main" id="{2C2FF88B-BFB3-4737-A91E-7ECF9F1779D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458917" y="4751707"/>
                <a:ext cx="1455737" cy="1309687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41337" name="Rectangle 48">
              <a:extLst>
                <a:ext uri="{FF2B5EF4-FFF2-40B4-BE49-F238E27FC236}">
                  <a16:creationId xmlns:a16="http://schemas.microsoft.com/office/drawing/2014/main" id="{F78AC177-DF7D-4A88-A509-87E759EF8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8461" y="3325743"/>
              <a:ext cx="50022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B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38" name="Rectangle 48">
              <a:extLst>
                <a:ext uri="{FF2B5EF4-FFF2-40B4-BE49-F238E27FC236}">
                  <a16:creationId xmlns:a16="http://schemas.microsoft.com/office/drawing/2014/main" id="{74EB91E6-0C8F-44D2-898E-40EB1D2D7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7370" y="4604883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 / 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39" name="Rectangle 48">
              <a:extLst>
                <a:ext uri="{FF2B5EF4-FFF2-40B4-BE49-F238E27FC236}">
                  <a16:creationId xmlns:a16="http://schemas.microsoft.com/office/drawing/2014/main" id="{36EC209C-6EC3-446B-98EE-73518DD4A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483" y="5922894"/>
              <a:ext cx="5129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/ 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41340" name="Group 83">
              <a:extLst>
                <a:ext uri="{FF2B5EF4-FFF2-40B4-BE49-F238E27FC236}">
                  <a16:creationId xmlns:a16="http://schemas.microsoft.com/office/drawing/2014/main" id="{E54DB2D0-7884-4978-A23E-499C6D3442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6003" y="1918018"/>
              <a:ext cx="1612900" cy="4281875"/>
              <a:chOff x="2655888" y="1731962"/>
              <a:chExt cx="1612900" cy="3917951"/>
            </a:xfrm>
          </p:grpSpPr>
          <p:sp>
            <p:nvSpPr>
              <p:cNvPr id="141353" name="Freeform 4">
                <a:extLst>
                  <a:ext uri="{FF2B5EF4-FFF2-40B4-BE49-F238E27FC236}">
                    <a16:creationId xmlns:a16="http://schemas.microsoft.com/office/drawing/2014/main" id="{FC22CA5D-BB3D-448D-8FA5-14B4F8B35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263" y="1731962"/>
                <a:ext cx="136525" cy="68263"/>
              </a:xfrm>
              <a:custGeom>
                <a:avLst/>
                <a:gdLst>
                  <a:gd name="T0" fmla="*/ 0 w 173"/>
                  <a:gd name="T1" fmla="*/ 2147483646 h 86"/>
                  <a:gd name="T2" fmla="*/ 2147483646 w 173"/>
                  <a:gd name="T3" fmla="*/ 2147483646 h 86"/>
                  <a:gd name="T4" fmla="*/ 0 w 173"/>
                  <a:gd name="T5" fmla="*/ 0 h 86"/>
                  <a:gd name="T6" fmla="*/ 0 w 173"/>
                  <a:gd name="T7" fmla="*/ 2147483646 h 86"/>
                  <a:gd name="T8" fmla="*/ 0 w 173"/>
                  <a:gd name="T9" fmla="*/ 214748364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86"/>
                  <a:gd name="T17" fmla="*/ 173 w 173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86">
                    <a:moveTo>
                      <a:pt x="0" y="86"/>
                    </a:moveTo>
                    <a:lnTo>
                      <a:pt x="173" y="29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chemeClr val="tx1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354" name="Arc 85">
                <a:extLst>
                  <a:ext uri="{FF2B5EF4-FFF2-40B4-BE49-F238E27FC236}">
                    <a16:creationId xmlns:a16="http://schemas.microsoft.com/office/drawing/2014/main" id="{879D0F99-C28B-4743-A47E-E9B9249DCE6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 flipV="1">
                <a:off x="2655888" y="3587751"/>
                <a:ext cx="1612900" cy="2062162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355" name="Arc 86">
                <a:extLst>
                  <a:ext uri="{FF2B5EF4-FFF2-40B4-BE49-F238E27FC236}">
                    <a16:creationId xmlns:a16="http://schemas.microsoft.com/office/drawing/2014/main" id="{A99275E8-008C-4488-822C-CE07C96E5DB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55888" y="1762125"/>
                <a:ext cx="1476375" cy="1836737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41341" name="Group 84">
              <a:extLst>
                <a:ext uri="{FF2B5EF4-FFF2-40B4-BE49-F238E27FC236}">
                  <a16:creationId xmlns:a16="http://schemas.microsoft.com/office/drawing/2014/main" id="{4D15097F-F571-4E85-89FC-9567C45488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72212" y="2244856"/>
              <a:ext cx="675878" cy="1251891"/>
              <a:chOff x="4652181" y="1098568"/>
              <a:chExt cx="675878" cy="1251891"/>
            </a:xfrm>
          </p:grpSpPr>
          <p:sp>
            <p:nvSpPr>
              <p:cNvPr id="141350" name="Arc 87">
                <a:extLst>
                  <a:ext uri="{FF2B5EF4-FFF2-40B4-BE49-F238E27FC236}">
                    <a16:creationId xmlns:a16="http://schemas.microsoft.com/office/drawing/2014/main" id="{C8F6D4F8-E74E-4171-9F82-B1107852C0D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4652181" y="1727150"/>
                <a:ext cx="648198" cy="623309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351" name="Arc 88">
                <a:extLst>
                  <a:ext uri="{FF2B5EF4-FFF2-40B4-BE49-F238E27FC236}">
                    <a16:creationId xmlns:a16="http://schemas.microsoft.com/office/drawing/2014/main" id="{2B502284-3106-48CA-BC32-224A851B9A6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 flipV="1">
                <a:off x="4652181" y="1129221"/>
                <a:ext cx="581034" cy="615844"/>
              </a:xfrm>
              <a:custGeom>
                <a:avLst/>
                <a:gdLst>
                  <a:gd name="T0" fmla="*/ 0 w 21600"/>
                  <a:gd name="T1" fmla="*/ 0 h 21600"/>
                  <a:gd name="T2" fmla="*/ 2147483646 w 21600"/>
                  <a:gd name="T3" fmla="*/ 2147483646 h 21600"/>
                  <a:gd name="T4" fmla="*/ 0 w 21600"/>
                  <a:gd name="T5" fmla="*/ 2147483646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1352" name="Freeform 4">
                <a:extLst>
                  <a:ext uri="{FF2B5EF4-FFF2-40B4-BE49-F238E27FC236}">
                    <a16:creationId xmlns:a16="http://schemas.microsoft.com/office/drawing/2014/main" id="{093A0F9A-34A1-4C30-ADF5-E18A14E47252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5191534" y="1098568"/>
                <a:ext cx="136525" cy="74604"/>
              </a:xfrm>
              <a:custGeom>
                <a:avLst/>
                <a:gdLst>
                  <a:gd name="T0" fmla="*/ 0 w 173"/>
                  <a:gd name="T1" fmla="*/ 2147483646 h 86"/>
                  <a:gd name="T2" fmla="*/ 2147483646 w 173"/>
                  <a:gd name="T3" fmla="*/ 2147483646 h 86"/>
                  <a:gd name="T4" fmla="*/ 0 w 173"/>
                  <a:gd name="T5" fmla="*/ 0 h 86"/>
                  <a:gd name="T6" fmla="*/ 0 w 173"/>
                  <a:gd name="T7" fmla="*/ 2147483646 h 86"/>
                  <a:gd name="T8" fmla="*/ 0 w 173"/>
                  <a:gd name="T9" fmla="*/ 214748364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86"/>
                  <a:gd name="T17" fmla="*/ 173 w 173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86">
                    <a:moveTo>
                      <a:pt x="0" y="86"/>
                    </a:moveTo>
                    <a:lnTo>
                      <a:pt x="173" y="29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chemeClr val="tx1"/>
              </a:solidFill>
              <a:ln w="222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41342" name="Freeform 16">
              <a:extLst>
                <a:ext uri="{FF2B5EF4-FFF2-40B4-BE49-F238E27FC236}">
                  <a16:creationId xmlns:a16="http://schemas.microsoft.com/office/drawing/2014/main" id="{CF374E10-3F52-4BA4-B555-127C0C3FB03A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233771" y="6250561"/>
              <a:ext cx="114300" cy="114300"/>
            </a:xfrm>
            <a:custGeom>
              <a:avLst/>
              <a:gdLst>
                <a:gd name="T0" fmla="*/ 0 w 144"/>
                <a:gd name="T1" fmla="*/ 2147483646 h 144"/>
                <a:gd name="T2" fmla="*/ 2147483646 w 144"/>
                <a:gd name="T3" fmla="*/ 2147483646 h 144"/>
                <a:gd name="T4" fmla="*/ 2147483646 w 144"/>
                <a:gd name="T5" fmla="*/ 0 h 144"/>
                <a:gd name="T6" fmla="*/ 2147483646 w 144"/>
                <a:gd name="T7" fmla="*/ 0 h 144"/>
                <a:gd name="T8" fmla="*/ 0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0" y="28"/>
                  </a:moveTo>
                  <a:lnTo>
                    <a:pt x="144" y="144"/>
                  </a:lnTo>
                  <a:lnTo>
                    <a:pt x="29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43" name="Rectangle 69">
              <a:extLst>
                <a:ext uri="{FF2B5EF4-FFF2-40B4-BE49-F238E27FC236}">
                  <a16:creationId xmlns:a16="http://schemas.microsoft.com/office/drawing/2014/main" id="{8A84EF5C-9090-4779-AB7F-EF83B730E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6876" y="5784394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44" name="Rectangle 69">
              <a:extLst>
                <a:ext uri="{FF2B5EF4-FFF2-40B4-BE49-F238E27FC236}">
                  <a16:creationId xmlns:a16="http://schemas.microsoft.com/office/drawing/2014/main" id="{67234046-267E-4F77-889D-B8237746F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944" y="4722291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45" name="Rectangle 69">
              <a:extLst>
                <a:ext uri="{FF2B5EF4-FFF2-40B4-BE49-F238E27FC236}">
                  <a16:creationId xmlns:a16="http://schemas.microsoft.com/office/drawing/2014/main" id="{BC507F89-EC03-43B1-B509-74EEDE533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7392" y="3415799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46" name="Rectangle 69">
              <a:extLst>
                <a:ext uri="{FF2B5EF4-FFF2-40B4-BE49-F238E27FC236}">
                  <a16:creationId xmlns:a16="http://schemas.microsoft.com/office/drawing/2014/main" id="{85DBE72A-7CA9-4F18-8139-AB55D679F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1063" y="2650747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47" name="Rectangle 69">
              <a:extLst>
                <a:ext uri="{FF2B5EF4-FFF2-40B4-BE49-F238E27FC236}">
                  <a16:creationId xmlns:a16="http://schemas.microsoft.com/office/drawing/2014/main" id="{E38934EC-89B9-4CB7-9D48-812C3030A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2679" y="3942336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48" name="Rectangle 69">
              <a:extLst>
                <a:ext uri="{FF2B5EF4-FFF2-40B4-BE49-F238E27FC236}">
                  <a16:creationId xmlns:a16="http://schemas.microsoft.com/office/drawing/2014/main" id="{BE773949-C8CB-4050-8227-C29A91471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0869" y="5189553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1349" name="Rectangle 69">
              <a:extLst>
                <a:ext uri="{FF2B5EF4-FFF2-40B4-BE49-F238E27FC236}">
                  <a16:creationId xmlns:a16="http://schemas.microsoft.com/office/drawing/2014/main" id="{3FE57C9F-871D-4CF3-9BC8-CF88F08B7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122" y="5833994"/>
              <a:ext cx="4388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w=1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41317" name="Rectangle 87">
            <a:extLst>
              <a:ext uri="{FF2B5EF4-FFF2-40B4-BE49-F238E27FC236}">
                <a16:creationId xmlns:a16="http://schemas.microsoft.com/office/drawing/2014/main" id="{B78DEDF1-2385-47B2-94BC-A14E20DFCC2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37313" y="6465888"/>
            <a:ext cx="1357312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State diagram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1318" name="TextBox 1">
            <a:extLst>
              <a:ext uri="{FF2B5EF4-FFF2-40B4-BE49-F238E27FC236}">
                <a16:creationId xmlns:a16="http://schemas.microsoft.com/office/drawing/2014/main" id="{73B01727-177E-47A4-BCDB-C62CC8A0A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8763" y="846138"/>
            <a:ext cx="4965700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Thus, this FSM is identical to the ones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in the previous examples, even though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the circuit uses one D and one T flip-flop.</a:t>
            </a: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A6A6597-0E44-4F9E-9167-9A8E3C2141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0" y="228600"/>
            <a:ext cx="8686800" cy="609600"/>
          </a:xfrm>
        </p:spPr>
        <p:txBody>
          <a:bodyPr/>
          <a:lstStyle/>
          <a:p>
            <a:r>
              <a:rPr lang="en-US" sz="4800"/>
              <a:t>END Slide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90BAC1C-2592-44F2-852C-C27A9C18F2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135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5" name="Picture 2" descr="Q &amp; A – Mechatronics World">
            <a:extLst>
              <a:ext uri="{FF2B5EF4-FFF2-40B4-BE49-F238E27FC236}">
                <a16:creationId xmlns:a16="http://schemas.microsoft.com/office/drawing/2014/main" id="{B84F8481-55AC-4F48-B0CC-DA3B1C72777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934" y="1295400"/>
            <a:ext cx="7971420" cy="4782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73982849"/>
      </p:ext>
    </p:extLst>
  </p:cSld>
  <p:clrMapOvr>
    <a:masterClrMapping/>
  </p:clrMapOvr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927F5C48263E44CA0E4BF48DA5842DF" ma:contentTypeVersion="10" ma:contentTypeDescription="Create a new document." ma:contentTypeScope="" ma:versionID="cc6a9fdc59c3920af0e32ab9cc6bc759">
  <xsd:schema xmlns:xsd="http://www.w3.org/2001/XMLSchema" xmlns:xs="http://www.w3.org/2001/XMLSchema" xmlns:p="http://schemas.microsoft.com/office/2006/metadata/properties" xmlns:ns3="2545ccdc-34fc-4cec-a48d-ba29d7877a97" targetNamespace="http://schemas.microsoft.com/office/2006/metadata/properties" ma:root="true" ma:fieldsID="7474bca7c2d6847eb37e3847f5421f7f" ns3:_="">
    <xsd:import namespace="2545ccdc-34fc-4cec-a48d-ba29d7877a97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  <xsd:element ref="ns3:MediaServiceDateTaken" minOccurs="0"/>
                <xsd:element ref="ns3:MediaServiceAutoTags" minOccurs="0"/>
                <xsd:element ref="ns3:MediaServiceGenerationTime" minOccurs="0"/>
                <xsd:element ref="ns3:MediaServiceEventHashCode" minOccurs="0"/>
                <xsd:element ref="ns3:MediaServiceOCR" minOccurs="0"/>
                <xsd:element ref="ns3:MediaServiceAutoKeyPoints" minOccurs="0"/>
                <xsd:element ref="ns3:MediaServiceKeyPoints" minOccurs="0"/>
                <xsd:element ref="ns3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545ccdc-34fc-4cec-a48d-ba29d7877a97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1" nillable="true" ma:displayName="Tags" ma:internalName="MediaServiceAutoTags" ma:readOnly="true">
      <xsd:simpleType>
        <xsd:restriction base="dms:Text"/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89D90360-3B21-4048-9E84-CD66033C6025}">
  <ds:schemaRefs>
    <ds:schemaRef ds:uri="http://schemas.microsoft.com/office/infopath/2007/PartnerControls"/>
    <ds:schemaRef ds:uri="http://purl.org/dc/terms/"/>
    <ds:schemaRef ds:uri="2545ccdc-34fc-4cec-a48d-ba29d7877a97"/>
    <ds:schemaRef ds:uri="http://schemas.microsoft.com/office/2006/metadata/properties"/>
    <ds:schemaRef ds:uri="http://schemas.microsoft.com/office/2006/documentManagement/types"/>
    <ds:schemaRef ds:uri="http://www.w3.org/XML/1998/namespace"/>
    <ds:schemaRef ds:uri="http://schemas.openxmlformats.org/package/2006/metadata/core-properties"/>
    <ds:schemaRef ds:uri="http://purl.org/dc/dcmitype/"/>
    <ds:schemaRef ds:uri="http://purl.org/dc/elements/1.1/"/>
  </ds:schemaRefs>
</ds:datastoreItem>
</file>

<file path=customXml/itemProps2.xml><?xml version="1.0" encoding="utf-8"?>
<ds:datastoreItem xmlns:ds="http://schemas.openxmlformats.org/officeDocument/2006/customXml" ds:itemID="{E956FE2E-B4F1-4025-B184-05238CA68BD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2545ccdc-34fc-4cec-a48d-ba29d7877a9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2C638D98-A44F-4A29-B2B9-D9FD8ACC44EE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552</TotalTime>
  <Words>6658</Words>
  <Application>Microsoft Office PowerPoint</Application>
  <PresentationFormat>On-screen Show (4:3)</PresentationFormat>
  <Paragraphs>4637</Paragraphs>
  <Slides>135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135</vt:i4>
      </vt:variant>
    </vt:vector>
  </HeadingPairs>
  <TitlesOfParts>
    <vt:vector size="143" baseType="lpstr">
      <vt:lpstr>ＭＳ Ｐゴシック</vt:lpstr>
      <vt:lpstr>ＭＳ Ｐゴシック</vt:lpstr>
      <vt:lpstr>Arial</vt:lpstr>
      <vt:lpstr>Calibri</vt:lpstr>
      <vt:lpstr>Times</vt:lpstr>
      <vt:lpstr>Times New Roman</vt:lpstr>
      <vt:lpstr>Times-Roman</vt:lpstr>
      <vt:lpstr>Default Design</vt:lpstr>
      <vt:lpstr>PowerPoint Presentation</vt:lpstr>
      <vt:lpstr>33-Analysis of synchronous sequential circuit</vt:lpstr>
      <vt:lpstr>Administrative Stuff</vt:lpstr>
      <vt:lpstr>PowerPoint Presentation</vt:lpstr>
      <vt:lpstr>Goal for Today's Lecture</vt:lpstr>
      <vt:lpstr>PowerPoint Presentation</vt:lpstr>
      <vt:lpstr>Approach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Approach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Approach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END Slide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Copyright 2004 Pearson Addison-Wesley</dc:creator>
  <cp:lastModifiedBy>Ahamed, Md Maruf [E CPE]</cp:lastModifiedBy>
  <cp:revision>3</cp:revision>
  <dcterms:created xsi:type="dcterms:W3CDTF">2003-05-23T15:49:24Z</dcterms:created>
  <dcterms:modified xsi:type="dcterms:W3CDTF">2022-04-20T22:15:15Z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0x010100D927F5C48263E44CA0E4BF48DA5842DF</vt:lpwstr>
  </property>
</Properties>
</file>